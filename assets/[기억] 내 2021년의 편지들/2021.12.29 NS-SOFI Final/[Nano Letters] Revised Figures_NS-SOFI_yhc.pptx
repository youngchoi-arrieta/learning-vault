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sldIdLst>
    <p:sldId id="256" r:id="rId2"/>
    <p:sldId id="2736" r:id="rId3"/>
    <p:sldId id="2734" r:id="rId4"/>
    <p:sldId id="286" r:id="rId5"/>
    <p:sldId id="283" r:id="rId6"/>
    <p:sldId id="281" r:id="rId7"/>
    <p:sldId id="288" r:id="rId8"/>
    <p:sldId id="280" r:id="rId9"/>
    <p:sldId id="266" r:id="rId10"/>
    <p:sldId id="289" r:id="rId11"/>
    <p:sldId id="277" r:id="rId12"/>
    <p:sldId id="290" r:id="rId13"/>
    <p:sldId id="275" r:id="rId14"/>
    <p:sldId id="291" r:id="rId15"/>
    <p:sldId id="278" r:id="rId16"/>
    <p:sldId id="292" r:id="rId17"/>
    <p:sldId id="274" r:id="rId18"/>
    <p:sldId id="293" r:id="rId19"/>
    <p:sldId id="284" r:id="rId20"/>
    <p:sldId id="294" r:id="rId21"/>
    <p:sldId id="285" r:id="rId22"/>
    <p:sldId id="295" r:id="rId23"/>
  </p:sldIdLst>
  <p:sldSz cx="6858000" cy="9906000" type="A4"/>
  <p:notesSz cx="7099300" cy="10234613"/>
  <p:defaultTextStyle>
    <a:defPPr>
      <a:defRPr lang="ko-KR"/>
    </a:defPPr>
    <a:lvl1pPr marL="0" algn="l" defTabSz="838139" rtl="0" eaLnBrk="1" latinLnBrk="1" hangingPunct="1">
      <a:defRPr sz="1650" kern="1200">
        <a:solidFill>
          <a:schemeClr val="tx1"/>
        </a:solidFill>
        <a:latin typeface="+mn-lt"/>
        <a:ea typeface="+mn-ea"/>
        <a:cs typeface="+mn-cs"/>
      </a:defRPr>
    </a:lvl1pPr>
    <a:lvl2pPr marL="419070" algn="l" defTabSz="838139" rtl="0" eaLnBrk="1" latinLnBrk="1" hangingPunct="1">
      <a:defRPr sz="1650" kern="1200">
        <a:solidFill>
          <a:schemeClr val="tx1"/>
        </a:solidFill>
        <a:latin typeface="+mn-lt"/>
        <a:ea typeface="+mn-ea"/>
        <a:cs typeface="+mn-cs"/>
      </a:defRPr>
    </a:lvl2pPr>
    <a:lvl3pPr marL="838139" algn="l" defTabSz="838139" rtl="0" eaLnBrk="1" latinLnBrk="1" hangingPunct="1">
      <a:defRPr sz="1650" kern="1200">
        <a:solidFill>
          <a:schemeClr val="tx1"/>
        </a:solidFill>
        <a:latin typeface="+mn-lt"/>
        <a:ea typeface="+mn-ea"/>
        <a:cs typeface="+mn-cs"/>
      </a:defRPr>
    </a:lvl3pPr>
    <a:lvl4pPr marL="1257209" algn="l" defTabSz="838139" rtl="0" eaLnBrk="1" latinLnBrk="1" hangingPunct="1">
      <a:defRPr sz="1650" kern="1200">
        <a:solidFill>
          <a:schemeClr val="tx1"/>
        </a:solidFill>
        <a:latin typeface="+mn-lt"/>
        <a:ea typeface="+mn-ea"/>
        <a:cs typeface="+mn-cs"/>
      </a:defRPr>
    </a:lvl4pPr>
    <a:lvl5pPr marL="1676278" algn="l" defTabSz="838139" rtl="0" eaLnBrk="1" latinLnBrk="1" hangingPunct="1">
      <a:defRPr sz="1650" kern="1200">
        <a:solidFill>
          <a:schemeClr val="tx1"/>
        </a:solidFill>
        <a:latin typeface="+mn-lt"/>
        <a:ea typeface="+mn-ea"/>
        <a:cs typeface="+mn-cs"/>
      </a:defRPr>
    </a:lvl5pPr>
    <a:lvl6pPr marL="2095348" algn="l" defTabSz="838139" rtl="0" eaLnBrk="1" latinLnBrk="1" hangingPunct="1">
      <a:defRPr sz="1650" kern="1200">
        <a:solidFill>
          <a:schemeClr val="tx1"/>
        </a:solidFill>
        <a:latin typeface="+mn-lt"/>
        <a:ea typeface="+mn-ea"/>
        <a:cs typeface="+mn-cs"/>
      </a:defRPr>
    </a:lvl6pPr>
    <a:lvl7pPr marL="2514417" algn="l" defTabSz="838139" rtl="0" eaLnBrk="1" latinLnBrk="1" hangingPunct="1">
      <a:defRPr sz="1650" kern="1200">
        <a:solidFill>
          <a:schemeClr val="tx1"/>
        </a:solidFill>
        <a:latin typeface="+mn-lt"/>
        <a:ea typeface="+mn-ea"/>
        <a:cs typeface="+mn-cs"/>
      </a:defRPr>
    </a:lvl7pPr>
    <a:lvl8pPr marL="2933487" algn="l" defTabSz="838139" rtl="0" eaLnBrk="1" latinLnBrk="1" hangingPunct="1">
      <a:defRPr sz="1650" kern="1200">
        <a:solidFill>
          <a:schemeClr val="tx1"/>
        </a:solidFill>
        <a:latin typeface="+mn-lt"/>
        <a:ea typeface="+mn-ea"/>
        <a:cs typeface="+mn-cs"/>
      </a:defRPr>
    </a:lvl8pPr>
    <a:lvl9pPr marL="3352556" algn="l" defTabSz="838139" rtl="0" eaLnBrk="1" latinLnBrk="1" hangingPunct="1">
      <a:defRPr sz="165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B94B5347-BDAD-4078-9B7C-1EF7F3E78335}">
          <p14:sldIdLst>
            <p14:sldId id="256"/>
          </p14:sldIdLst>
        </p14:section>
        <p14:section name="TOC graphic" id="{96AB0330-50CD-444D-9327-0A8AAC3D0748}">
          <p14:sldIdLst>
            <p14:sldId id="2736"/>
          </p14:sldIdLst>
        </p14:section>
        <p14:section name="Response to Editor" id="{BAFC2FED-E7A4-4110-AD0E-BB88674BCCAB}">
          <p14:sldIdLst>
            <p14:sldId id="2734"/>
          </p14:sldIdLst>
        </p14:section>
        <p14:section name="Fig. 1. Dynamic near-field speckle illumination" id="{BCE7654E-64AD-46CD-9BF0-7CE7E61A945A}">
          <p14:sldIdLst>
            <p14:sldId id="286"/>
            <p14:sldId id="283"/>
            <p14:sldId id="281"/>
            <p14:sldId id="288"/>
          </p14:sldIdLst>
        </p14:section>
        <p14:section name="Fig2. Near-field speckle characterization" id="{53E59E44-2DC9-4F62-B060-8B56036EF731}">
          <p14:sldIdLst>
            <p14:sldId id="280"/>
          </p14:sldIdLst>
        </p14:section>
        <p14:section name="Fig4. Simulation results" id="{66734232-9069-4AD1-BC4F-B3F5DAD9255C}">
          <p14:sldIdLst>
            <p14:sldId id="266"/>
            <p14:sldId id="289"/>
          </p14:sldIdLst>
        </p14:section>
        <p14:section name="Fig 5. Experimental resolution performance test" id="{AC942C53-708E-4BF7-8BFE-38922879529E}">
          <p14:sldIdLst>
            <p14:sldId id="277"/>
            <p14:sldId id="290"/>
          </p14:sldIdLst>
        </p14:section>
        <p14:section name="Figure 6" id="{D971DD11-4E28-46A9-A004-CB6C2459C788}">
          <p14:sldIdLst>
            <p14:sldId id="275"/>
            <p14:sldId id="291"/>
          </p14:sldIdLst>
        </p14:section>
        <p14:section name="Supplementary figures" id="{81987077-45E5-4B0E-83EC-EE4D2EBE62F1}">
          <p14:sldIdLst>
            <p14:sldId id="278"/>
            <p14:sldId id="292"/>
            <p14:sldId id="274"/>
            <p14:sldId id="293"/>
            <p14:sldId id="284"/>
            <p14:sldId id="294"/>
            <p14:sldId id="285"/>
            <p14:sldId id="295"/>
          </p14:sldIdLst>
        </p14:section>
      </p14:sectionLst>
    </p:ext>
    <p:ext uri="{EFAFB233-063F-42B5-8137-9DF3F51BA10A}">
      <p15:sldGuideLst xmlns:p15="http://schemas.microsoft.com/office/powerpoint/2012/main">
        <p15:guide id="1" pos="2160" userDrawn="1">
          <p15:clr>
            <a:srgbClr val="A4A3A4"/>
          </p15:clr>
        </p15:guide>
        <p15:guide id="2" orient="horz" pos="31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oi ratul" initials="cr" lastIdx="1" clrIdx="0">
    <p:extLst>
      <p:ext uri="{19B8F6BF-5375-455C-9EA6-DF929625EA0E}">
        <p15:presenceInfo xmlns:p15="http://schemas.microsoft.com/office/powerpoint/2012/main" userId="7629f7e30b4fc1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496" autoAdjust="0"/>
  </p:normalViewPr>
  <p:slideViewPr>
    <p:cSldViewPr snapToGrid="0" showGuides="1">
      <p:cViewPr>
        <p:scale>
          <a:sx n="200" d="100"/>
          <a:sy n="200" d="100"/>
        </p:scale>
        <p:origin x="456" y="-24"/>
      </p:cViewPr>
      <p:guideLst>
        <p:guide pos="2160"/>
        <p:guide orient="horz" pos="312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3985210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376423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2844647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2487598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 편집</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 편집</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471827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1212564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3308315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3497020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3358287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1381029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F73B2F9B-3AD2-4F6C-9E20-0ACF724E9906}" type="datetimeFigureOut">
              <a:rPr lang="ko-KR" altLang="en-US" smtClean="0"/>
              <a:t>2021-12-29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4249834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F73B2F9B-3AD2-4F6C-9E20-0ACF724E9906}" type="datetimeFigureOut">
              <a:rPr lang="ko-KR" altLang="en-US" smtClean="0"/>
              <a:t>2021-12-29</a:t>
            </a:fld>
            <a:endParaRPr lang="ko-KR"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2D4D7657-4C47-4E41-A2F5-0D815A4C07E6}" type="slidenum">
              <a:rPr lang="ko-KR" altLang="en-US" smtClean="0"/>
              <a:t>‹#›</a:t>
            </a:fld>
            <a:endParaRPr lang="ko-KR" altLang="en-US"/>
          </a:p>
        </p:txBody>
      </p:sp>
    </p:spTree>
    <p:extLst>
      <p:ext uri="{BB962C8B-B14F-4D97-AF65-F5344CB8AC3E}">
        <p14:creationId xmlns:p14="http://schemas.microsoft.com/office/powerpoint/2010/main" val="308829012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6.png"/><Relationship Id="rId7" Type="http://schemas.openxmlformats.org/officeDocument/2006/relationships/image" Target="../media/image8.png"/><Relationship Id="rId2" Type="http://schemas.openxmlformats.org/officeDocument/2006/relationships/image" Target="../media/image210.png"/><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54.png"/><Relationship Id="rId10" Type="http://schemas.openxmlformats.org/officeDocument/2006/relationships/image" Target="../media/image11.png"/><Relationship Id="rId4" Type="http://schemas.openxmlformats.org/officeDocument/2006/relationships/image" Target="../media/image410.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58.png"/><Relationship Id="rId39" Type="http://schemas.openxmlformats.org/officeDocument/2006/relationships/image" Target="../media/image69.png"/><Relationship Id="rId21" Type="http://schemas.openxmlformats.org/officeDocument/2006/relationships/image" Target="../media/image31.png"/><Relationship Id="rId34" Type="http://schemas.openxmlformats.org/officeDocument/2006/relationships/image" Target="../media/image64.png"/><Relationship Id="rId42" Type="http://schemas.openxmlformats.org/officeDocument/2006/relationships/image" Target="../media/image72.png"/><Relationship Id="rId47" Type="http://schemas.openxmlformats.org/officeDocument/2006/relationships/image" Target="../media/image75.png"/><Relationship Id="rId50"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image" Target="../media/image13.png"/><Relationship Id="rId16" Type="http://schemas.openxmlformats.org/officeDocument/2006/relationships/image" Target="../media/image26.png"/><Relationship Id="rId29" Type="http://schemas.openxmlformats.org/officeDocument/2006/relationships/image" Target="../media/image61.png"/><Relationship Id="rId11" Type="http://schemas.openxmlformats.org/officeDocument/2006/relationships/image" Target="../media/image21.png"/><Relationship Id="rId24" Type="http://schemas.openxmlformats.org/officeDocument/2006/relationships/image" Target="../media/image34.png"/><Relationship Id="rId32" Type="http://schemas.openxmlformats.org/officeDocument/2006/relationships/image" Target="../media/image36.jpeg"/><Relationship Id="rId37" Type="http://schemas.openxmlformats.org/officeDocument/2006/relationships/image" Target="../media/image67.png"/><Relationship Id="rId40" Type="http://schemas.openxmlformats.org/officeDocument/2006/relationships/image" Target="../media/image70.png"/><Relationship Id="rId45" Type="http://schemas.openxmlformats.org/officeDocument/2006/relationships/image" Target="../media/image74.png"/><Relationship Id="rId5" Type="http://schemas.openxmlformats.org/officeDocument/2006/relationships/image" Target="../media/image16.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60.png"/><Relationship Id="rId36" Type="http://schemas.openxmlformats.org/officeDocument/2006/relationships/image" Target="../media/image66.png"/><Relationship Id="rId49" Type="http://schemas.openxmlformats.org/officeDocument/2006/relationships/image" Target="../media/image77.png"/><Relationship Id="rId10" Type="http://schemas.openxmlformats.org/officeDocument/2006/relationships/image" Target="../media/image20.png"/><Relationship Id="rId19" Type="http://schemas.openxmlformats.org/officeDocument/2006/relationships/image" Target="../media/image29.png"/><Relationship Id="rId31" Type="http://schemas.openxmlformats.org/officeDocument/2006/relationships/image" Target="../media/image35.png"/><Relationship Id="rId44" Type="http://schemas.openxmlformats.org/officeDocument/2006/relationships/image" Target="../media/image73.png"/><Relationship Id="rId4" Type="http://schemas.openxmlformats.org/officeDocument/2006/relationships/image" Target="../media/image15.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59.png"/><Relationship Id="rId30" Type="http://schemas.openxmlformats.org/officeDocument/2006/relationships/image" Target="../media/image62.png"/><Relationship Id="rId35" Type="http://schemas.openxmlformats.org/officeDocument/2006/relationships/image" Target="../media/image65.png"/><Relationship Id="rId43" Type="http://schemas.openxmlformats.org/officeDocument/2006/relationships/image" Target="../media/image37.png"/><Relationship Id="rId48" Type="http://schemas.openxmlformats.org/officeDocument/2006/relationships/image" Target="../media/image76.png"/><Relationship Id="rId8" Type="http://schemas.openxmlformats.org/officeDocument/2006/relationships/image" Target="../media/image18.png"/><Relationship Id="rId51" Type="http://schemas.openxmlformats.org/officeDocument/2006/relationships/image" Target="../media/image3.png"/><Relationship Id="rId3" Type="http://schemas.openxmlformats.org/officeDocument/2006/relationships/image" Target="../media/image14.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2.png"/><Relationship Id="rId33" Type="http://schemas.openxmlformats.org/officeDocument/2006/relationships/image" Target="../media/image63.png"/><Relationship Id="rId38" Type="http://schemas.openxmlformats.org/officeDocument/2006/relationships/image" Target="../media/image68.png"/><Relationship Id="rId46" Type="http://schemas.openxmlformats.org/officeDocument/2006/relationships/image" Target="../media/image38.png"/><Relationship Id="rId20" Type="http://schemas.openxmlformats.org/officeDocument/2006/relationships/image" Target="../media/image30.png"/><Relationship Id="rId41"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190.png"/><Relationship Id="rId18" Type="http://schemas.openxmlformats.org/officeDocument/2006/relationships/image" Target="../media/image240.png"/><Relationship Id="rId26" Type="http://schemas.openxmlformats.org/officeDocument/2006/relationships/image" Target="../media/image320.png"/><Relationship Id="rId3" Type="http://schemas.openxmlformats.org/officeDocument/2006/relationships/image" Target="../media/image1210.png"/><Relationship Id="rId21" Type="http://schemas.openxmlformats.org/officeDocument/2006/relationships/image" Target="../media/image37.png"/><Relationship Id="rId7" Type="http://schemas.openxmlformats.org/officeDocument/2006/relationships/image" Target="../media/image160.png"/><Relationship Id="rId12" Type="http://schemas.openxmlformats.org/officeDocument/2006/relationships/image" Target="../media/image181.png"/><Relationship Id="rId17" Type="http://schemas.openxmlformats.org/officeDocument/2006/relationships/image" Target="../media/image230.png"/><Relationship Id="rId25" Type="http://schemas.openxmlformats.org/officeDocument/2006/relationships/image" Target="../media/image310.png"/><Relationship Id="rId2" Type="http://schemas.openxmlformats.org/officeDocument/2006/relationships/image" Target="../media/image13.png"/><Relationship Id="rId16" Type="http://schemas.openxmlformats.org/officeDocument/2006/relationships/image" Target="../media/image221.png"/><Relationship Id="rId20" Type="http://schemas.openxmlformats.org/officeDocument/2006/relationships/image" Target="../media/image260.png"/><Relationship Id="rId29"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50.png"/><Relationship Id="rId11" Type="http://schemas.openxmlformats.org/officeDocument/2006/relationships/image" Target="../media/image170.png"/><Relationship Id="rId24" Type="http://schemas.openxmlformats.org/officeDocument/2006/relationships/image" Target="../media/image38.png"/><Relationship Id="rId5" Type="http://schemas.openxmlformats.org/officeDocument/2006/relationships/image" Target="../media/image140.png"/><Relationship Id="rId15" Type="http://schemas.openxmlformats.org/officeDocument/2006/relationships/image" Target="../media/image211.png"/><Relationship Id="rId23" Type="http://schemas.openxmlformats.org/officeDocument/2006/relationships/image" Target="../media/image290.png"/><Relationship Id="rId28" Type="http://schemas.openxmlformats.org/officeDocument/2006/relationships/image" Target="../media/image4.png"/><Relationship Id="rId10" Type="http://schemas.openxmlformats.org/officeDocument/2006/relationships/image" Target="../media/image36.jpeg"/><Relationship Id="rId19" Type="http://schemas.openxmlformats.org/officeDocument/2006/relationships/image" Target="../media/image250.png"/><Relationship Id="rId31" Type="http://schemas.openxmlformats.org/officeDocument/2006/relationships/image" Target="../media/image370.png"/><Relationship Id="rId4" Type="http://schemas.openxmlformats.org/officeDocument/2006/relationships/image" Target="../media/image130.png"/><Relationship Id="rId9" Type="http://schemas.openxmlformats.org/officeDocument/2006/relationships/image" Target="../media/image5.png"/><Relationship Id="rId14" Type="http://schemas.openxmlformats.org/officeDocument/2006/relationships/image" Target="../media/image200.png"/><Relationship Id="rId22" Type="http://schemas.openxmlformats.org/officeDocument/2006/relationships/image" Target="../media/image280.png"/><Relationship Id="rId27" Type="http://schemas.openxmlformats.org/officeDocument/2006/relationships/image" Target="../media/image330.png"/></Relationships>
</file>

<file path=ppt/slides/_rels/slide6.xml.rels><?xml version="1.0" encoding="UTF-8" standalone="yes"?>
<Relationships xmlns="http://schemas.openxmlformats.org/package/2006/relationships"><Relationship Id="rId13" Type="http://schemas.openxmlformats.org/officeDocument/2006/relationships/image" Target="../media/image18.png"/><Relationship Id="rId12" Type="http://schemas.openxmlformats.org/officeDocument/2006/relationships/image" Target="../media/image5.png"/><Relationship Id="rId17" Type="http://schemas.openxmlformats.org/officeDocument/2006/relationships/image" Target="../media/image440.png"/><Relationship Id="rId16" Type="http://schemas.openxmlformats.org/officeDocument/2006/relationships/image" Target="../media/image431.png"/><Relationship Id="rId1" Type="http://schemas.openxmlformats.org/officeDocument/2006/relationships/slideLayout" Target="../slideLayouts/slideLayout7.xml"/><Relationship Id="rId11" Type="http://schemas.openxmlformats.org/officeDocument/2006/relationships/image" Target="../media/image36.jpeg"/><Relationship Id="rId15" Type="http://schemas.openxmlformats.org/officeDocument/2006/relationships/image" Target="../media/image22.png"/><Relationship Id="rId10" Type="http://schemas.openxmlformats.org/officeDocument/2006/relationships/image" Target="../media/image430.png"/><Relationship Id="rId1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440.png"/><Relationship Id="rId2" Type="http://schemas.openxmlformats.org/officeDocument/2006/relationships/image" Target="../media/image39.tif"/><Relationship Id="rId1" Type="http://schemas.openxmlformats.org/officeDocument/2006/relationships/slideLayout" Target="../slideLayouts/slideLayout7.xml"/><Relationship Id="rId6" Type="http://schemas.openxmlformats.org/officeDocument/2006/relationships/image" Target="../media/image431.png"/><Relationship Id="rId5" Type="http://schemas.openxmlformats.org/officeDocument/2006/relationships/image" Target="../media/image18.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1.png"/><Relationship Id="rId7" Type="http://schemas.openxmlformats.org/officeDocument/2006/relationships/image" Target="../media/image36.jpe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43.png"/><Relationship Id="rId10" Type="http://schemas.openxmlformats.org/officeDocument/2006/relationships/image" Target="../media/image45.png"/><Relationship Id="rId4" Type="http://schemas.openxmlformats.org/officeDocument/2006/relationships/image" Target="../media/image42.png"/><Relationship Id="rId9" Type="http://schemas.openxmlformats.org/officeDocument/2006/relationships/image" Target="../media/image44.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8" Type="http://schemas.openxmlformats.org/officeDocument/2006/relationships/image" Target="../media/image56.png"/><Relationship Id="rId7" Type="http://schemas.openxmlformats.org/officeDocument/2006/relationships/image" Target="../media/image55.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54.tiff"/><Relationship Id="rId5" Type="http://schemas.openxmlformats.org/officeDocument/2006/relationships/image" Target="../media/image53.png"/><Relationship Id="rId4" Type="http://schemas.openxmlformats.org/officeDocument/2006/relationships/image" Target="../media/image131.png"/><Relationship Id="rId9" Type="http://schemas.openxmlformats.org/officeDocument/2006/relationships/image" Target="../media/image180.png"/></Relationships>
</file>

<file path=ppt/slides/_rels/slide12.xml.rels><?xml version="1.0" encoding="UTF-8" standalone="yes"?>
<Relationships xmlns="http://schemas.openxmlformats.org/package/2006/relationships"><Relationship Id="rId3" Type="http://schemas.openxmlformats.org/officeDocument/2006/relationships/image" Target="../media/image54.tiff"/><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180.png"/></Relationships>
</file>

<file path=ppt/slides/_rels/slide1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5.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2.tiff"/><Relationship Id="rId7" Type="http://schemas.openxmlformats.org/officeDocument/2006/relationships/image" Target="../media/image85.png"/><Relationship Id="rId2" Type="http://schemas.openxmlformats.org/officeDocument/2006/relationships/image" Target="../media/image220.png"/><Relationship Id="rId1" Type="http://schemas.openxmlformats.org/officeDocument/2006/relationships/slideLayout" Target="../slideLayouts/slideLayout7.xml"/><Relationship Id="rId6" Type="http://schemas.openxmlformats.org/officeDocument/2006/relationships/image" Target="../media/image84.png"/><Relationship Id="rId5" Type="http://schemas.microsoft.com/office/2007/relationships/hdphoto" Target="../media/hdphoto1.wdp"/><Relationship Id="rId4" Type="http://schemas.openxmlformats.org/officeDocument/2006/relationships/image" Target="../media/image83.png"/><Relationship Id="rId9" Type="http://schemas.openxmlformats.org/officeDocument/2006/relationships/image" Target="../media/image87.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87.png"/><Relationship Id="rId2"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17.xml.rels><?xml version="1.0" encoding="UTF-8" standalone="yes"?>
<Relationships xmlns="http://schemas.openxmlformats.org/package/2006/relationships"><Relationship Id="rId8" Type="http://schemas.openxmlformats.org/officeDocument/2006/relationships/image" Target="../media/image721.png"/><Relationship Id="rId13" Type="http://schemas.openxmlformats.org/officeDocument/2006/relationships/image" Target="../media/image770.png"/><Relationship Id="rId3" Type="http://schemas.openxmlformats.org/officeDocument/2006/relationships/image" Target="../media/image88.png"/><Relationship Id="rId7" Type="http://schemas.openxmlformats.org/officeDocument/2006/relationships/image" Target="../media/image711.png"/><Relationship Id="rId12" Type="http://schemas.openxmlformats.org/officeDocument/2006/relationships/image" Target="../media/image761.png"/><Relationship Id="rId2" Type="http://schemas.openxmlformats.org/officeDocument/2006/relationships/image" Target="../media/image660.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751.png"/><Relationship Id="rId5" Type="http://schemas.openxmlformats.org/officeDocument/2006/relationships/image" Target="../media/image90.png"/><Relationship Id="rId15" Type="http://schemas.openxmlformats.org/officeDocument/2006/relationships/image" Target="../media/image791.png"/><Relationship Id="rId10" Type="http://schemas.openxmlformats.org/officeDocument/2006/relationships/image" Target="../media/image741.png"/><Relationship Id="rId4" Type="http://schemas.openxmlformats.org/officeDocument/2006/relationships/image" Target="../media/image89.png"/><Relationship Id="rId9" Type="http://schemas.openxmlformats.org/officeDocument/2006/relationships/image" Target="../media/image730.png"/><Relationship Id="rId14" Type="http://schemas.openxmlformats.org/officeDocument/2006/relationships/image" Target="../media/image780.png"/></Relationships>
</file>

<file path=ppt/slides/_rels/slide18.xml.rels><?xml version="1.0" encoding="UTF-8" standalone="yes"?>
<Relationships xmlns="http://schemas.openxmlformats.org/package/2006/relationships"><Relationship Id="rId8" Type="http://schemas.openxmlformats.org/officeDocument/2006/relationships/image" Target="../media/image730.png"/><Relationship Id="rId13" Type="http://schemas.openxmlformats.org/officeDocument/2006/relationships/image" Target="../media/image791.png"/><Relationship Id="rId3" Type="http://schemas.openxmlformats.org/officeDocument/2006/relationships/image" Target="../media/image89.png"/><Relationship Id="rId7" Type="http://schemas.openxmlformats.org/officeDocument/2006/relationships/image" Target="../media/image721.png"/><Relationship Id="rId12" Type="http://schemas.openxmlformats.org/officeDocument/2006/relationships/image" Target="../media/image780.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711.png"/><Relationship Id="rId11" Type="http://schemas.openxmlformats.org/officeDocument/2006/relationships/image" Target="../media/image761.png"/><Relationship Id="rId5" Type="http://schemas.openxmlformats.org/officeDocument/2006/relationships/image" Target="../media/image43.png"/><Relationship Id="rId10" Type="http://schemas.openxmlformats.org/officeDocument/2006/relationships/image" Target="../media/image751.png"/><Relationship Id="rId4" Type="http://schemas.openxmlformats.org/officeDocument/2006/relationships/image" Target="../media/image90.png"/><Relationship Id="rId9" Type="http://schemas.openxmlformats.org/officeDocument/2006/relationships/image" Target="../media/image741.png"/></Relationships>
</file>

<file path=ppt/slides/_rels/slide19.xml.rels><?xml version="1.0" encoding="UTF-8" standalone="yes"?>
<Relationships xmlns="http://schemas.openxmlformats.org/package/2006/relationships"><Relationship Id="rId8" Type="http://schemas.openxmlformats.org/officeDocument/2006/relationships/image" Target="../media/image750.png"/><Relationship Id="rId13" Type="http://schemas.openxmlformats.org/officeDocument/2006/relationships/image" Target="../media/image800.png"/><Relationship Id="rId18" Type="http://schemas.openxmlformats.org/officeDocument/2006/relationships/image" Target="../media/image840.png"/><Relationship Id="rId26" Type="http://schemas.openxmlformats.org/officeDocument/2006/relationships/image" Target="../media/image910.png"/><Relationship Id="rId3" Type="http://schemas.openxmlformats.org/officeDocument/2006/relationships/image" Target="../media/image4.png"/><Relationship Id="rId21" Type="http://schemas.openxmlformats.org/officeDocument/2006/relationships/image" Target="../media/image96.png"/><Relationship Id="rId7" Type="http://schemas.openxmlformats.org/officeDocument/2006/relationships/image" Target="../media/image740.png"/><Relationship Id="rId12" Type="http://schemas.openxmlformats.org/officeDocument/2006/relationships/image" Target="../media/image790.png"/><Relationship Id="rId17" Type="http://schemas.openxmlformats.org/officeDocument/2006/relationships/image" Target="../media/image830.png"/><Relationship Id="rId25" Type="http://schemas.openxmlformats.org/officeDocument/2006/relationships/image" Target="../media/image22.png"/><Relationship Id="rId2" Type="http://schemas.openxmlformats.org/officeDocument/2006/relationships/image" Target="../media/image91.png"/><Relationship Id="rId16" Type="http://schemas.openxmlformats.org/officeDocument/2006/relationships/image" Target="../media/image820.png"/><Relationship Id="rId20"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2.png"/><Relationship Id="rId11" Type="http://schemas.openxmlformats.org/officeDocument/2006/relationships/image" Target="../media/image821.png"/><Relationship Id="rId24" Type="http://schemas.openxmlformats.org/officeDocument/2006/relationships/image" Target="../media/image900.png"/><Relationship Id="rId5" Type="http://schemas.openxmlformats.org/officeDocument/2006/relationships/image" Target="../media/image720.png"/><Relationship Id="rId15" Type="http://schemas.openxmlformats.org/officeDocument/2006/relationships/image" Target="../media/image810.png"/><Relationship Id="rId23" Type="http://schemas.openxmlformats.org/officeDocument/2006/relationships/image" Target="../media/image890.png"/><Relationship Id="rId28" Type="http://schemas.openxmlformats.org/officeDocument/2006/relationships/image" Target="../media/image5.png"/><Relationship Id="rId10" Type="http://schemas.openxmlformats.org/officeDocument/2006/relationships/image" Target="../media/image93.png"/><Relationship Id="rId19" Type="http://schemas.openxmlformats.org/officeDocument/2006/relationships/image" Target="../media/image94.png"/><Relationship Id="rId4" Type="http://schemas.openxmlformats.org/officeDocument/2006/relationships/image" Target="../media/image710.png"/><Relationship Id="rId9" Type="http://schemas.openxmlformats.org/officeDocument/2006/relationships/image" Target="../media/image760.png"/><Relationship Id="rId14" Type="http://schemas.openxmlformats.org/officeDocument/2006/relationships/image" Target="../media/image35.png"/><Relationship Id="rId22" Type="http://schemas.openxmlformats.org/officeDocument/2006/relationships/image" Target="../media/image880.png"/><Relationship Id="rId27"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750.png"/><Relationship Id="rId13" Type="http://schemas.openxmlformats.org/officeDocument/2006/relationships/image" Target="../media/image800.png"/><Relationship Id="rId18" Type="http://schemas.openxmlformats.org/officeDocument/2006/relationships/image" Target="../media/image840.png"/><Relationship Id="rId26" Type="http://schemas.openxmlformats.org/officeDocument/2006/relationships/image" Target="../media/image910.png"/><Relationship Id="rId3" Type="http://schemas.openxmlformats.org/officeDocument/2006/relationships/image" Target="../media/image4.png"/><Relationship Id="rId21" Type="http://schemas.openxmlformats.org/officeDocument/2006/relationships/image" Target="../media/image96.png"/><Relationship Id="rId7" Type="http://schemas.openxmlformats.org/officeDocument/2006/relationships/image" Target="../media/image740.png"/><Relationship Id="rId12" Type="http://schemas.openxmlformats.org/officeDocument/2006/relationships/image" Target="../media/image790.png"/><Relationship Id="rId17" Type="http://schemas.openxmlformats.org/officeDocument/2006/relationships/image" Target="../media/image830.png"/><Relationship Id="rId25" Type="http://schemas.openxmlformats.org/officeDocument/2006/relationships/image" Target="../media/image22.png"/><Relationship Id="rId2" Type="http://schemas.openxmlformats.org/officeDocument/2006/relationships/image" Target="../media/image91.png"/><Relationship Id="rId16" Type="http://schemas.openxmlformats.org/officeDocument/2006/relationships/image" Target="../media/image820.png"/><Relationship Id="rId20"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2.png"/><Relationship Id="rId11" Type="http://schemas.openxmlformats.org/officeDocument/2006/relationships/image" Target="../media/image821.png"/><Relationship Id="rId24" Type="http://schemas.openxmlformats.org/officeDocument/2006/relationships/image" Target="../media/image900.png"/><Relationship Id="rId5" Type="http://schemas.openxmlformats.org/officeDocument/2006/relationships/image" Target="../media/image720.png"/><Relationship Id="rId15" Type="http://schemas.openxmlformats.org/officeDocument/2006/relationships/image" Target="../media/image810.png"/><Relationship Id="rId23" Type="http://schemas.openxmlformats.org/officeDocument/2006/relationships/image" Target="../media/image890.png"/><Relationship Id="rId28" Type="http://schemas.openxmlformats.org/officeDocument/2006/relationships/image" Target="../media/image5.png"/><Relationship Id="rId10" Type="http://schemas.openxmlformats.org/officeDocument/2006/relationships/image" Target="../media/image93.png"/><Relationship Id="rId19" Type="http://schemas.openxmlformats.org/officeDocument/2006/relationships/image" Target="../media/image94.png"/><Relationship Id="rId4" Type="http://schemas.openxmlformats.org/officeDocument/2006/relationships/image" Target="../media/image710.png"/><Relationship Id="rId9" Type="http://schemas.openxmlformats.org/officeDocument/2006/relationships/image" Target="../media/image760.png"/><Relationship Id="rId14" Type="http://schemas.openxmlformats.org/officeDocument/2006/relationships/image" Target="../media/image35.png"/><Relationship Id="rId22" Type="http://schemas.openxmlformats.org/officeDocument/2006/relationships/image" Target="../media/image880.png"/><Relationship Id="rId27"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image" Target="../media/image970.png"/><Relationship Id="rId13" Type="http://schemas.openxmlformats.org/officeDocument/2006/relationships/image" Target="../media/image102.png"/><Relationship Id="rId18" Type="http://schemas.openxmlformats.org/officeDocument/2006/relationships/image" Target="../media/image1070.png"/><Relationship Id="rId26" Type="http://schemas.openxmlformats.org/officeDocument/2006/relationships/image" Target="../media/image110.png"/><Relationship Id="rId3" Type="http://schemas.openxmlformats.org/officeDocument/2006/relationships/image" Target="../media/image98.png"/><Relationship Id="rId21" Type="http://schemas.openxmlformats.org/officeDocument/2006/relationships/image" Target="../media/image1100.png"/><Relationship Id="rId7" Type="http://schemas.microsoft.com/office/2007/relationships/hdphoto" Target="../media/hdphoto2.wdp"/><Relationship Id="rId12" Type="http://schemas.openxmlformats.org/officeDocument/2006/relationships/image" Target="../media/image1010.png"/><Relationship Id="rId17" Type="http://schemas.openxmlformats.org/officeDocument/2006/relationships/image" Target="../media/image1060.png"/><Relationship Id="rId25" Type="http://schemas.openxmlformats.org/officeDocument/2006/relationships/image" Target="../media/image109.png"/><Relationship Id="rId2" Type="http://schemas.openxmlformats.org/officeDocument/2006/relationships/image" Target="../media/image97.png"/><Relationship Id="rId16" Type="http://schemas.openxmlformats.org/officeDocument/2006/relationships/image" Target="../media/image105.png"/><Relationship Id="rId20" Type="http://schemas.openxmlformats.org/officeDocument/2006/relationships/image" Target="../media/image1090.png"/><Relationship Id="rId1" Type="http://schemas.openxmlformats.org/officeDocument/2006/relationships/slideLayout" Target="../slideLayouts/slideLayout7.xml"/><Relationship Id="rId6" Type="http://schemas.openxmlformats.org/officeDocument/2006/relationships/image" Target="../media/image101.png"/><Relationship Id="rId11" Type="http://schemas.openxmlformats.org/officeDocument/2006/relationships/image" Target="../media/image1000.png"/><Relationship Id="rId24" Type="http://schemas.openxmlformats.org/officeDocument/2006/relationships/image" Target="../media/image108.png"/><Relationship Id="rId5" Type="http://schemas.openxmlformats.org/officeDocument/2006/relationships/image" Target="../media/image100.png"/><Relationship Id="rId15" Type="http://schemas.openxmlformats.org/officeDocument/2006/relationships/image" Target="../media/image104.png"/><Relationship Id="rId23" Type="http://schemas.openxmlformats.org/officeDocument/2006/relationships/image" Target="../media/image107.png"/><Relationship Id="rId10" Type="http://schemas.openxmlformats.org/officeDocument/2006/relationships/image" Target="../media/image990.png"/><Relationship Id="rId19" Type="http://schemas.openxmlformats.org/officeDocument/2006/relationships/image" Target="../media/image1080.png"/><Relationship Id="rId4" Type="http://schemas.openxmlformats.org/officeDocument/2006/relationships/image" Target="../media/image99.png"/><Relationship Id="rId9" Type="http://schemas.openxmlformats.org/officeDocument/2006/relationships/image" Target="../media/image980.png"/><Relationship Id="rId14" Type="http://schemas.openxmlformats.org/officeDocument/2006/relationships/image" Target="../media/image103.png"/><Relationship Id="rId22" Type="http://schemas.openxmlformats.org/officeDocument/2006/relationships/image" Target="../media/image106.png"/><Relationship Id="rId27" Type="http://schemas.openxmlformats.org/officeDocument/2006/relationships/image" Target="../media/image111.png"/></Relationships>
</file>

<file path=ppt/slides/_rels/slide22.xml.rels><?xml version="1.0" encoding="UTF-8" standalone="yes"?>
<Relationships xmlns="http://schemas.openxmlformats.org/package/2006/relationships"><Relationship Id="rId8" Type="http://schemas.openxmlformats.org/officeDocument/2006/relationships/image" Target="../media/image970.png"/><Relationship Id="rId13" Type="http://schemas.openxmlformats.org/officeDocument/2006/relationships/image" Target="../media/image102.png"/><Relationship Id="rId18" Type="http://schemas.openxmlformats.org/officeDocument/2006/relationships/image" Target="../media/image1070.png"/><Relationship Id="rId26" Type="http://schemas.openxmlformats.org/officeDocument/2006/relationships/image" Target="../media/image110.png"/><Relationship Id="rId3" Type="http://schemas.openxmlformats.org/officeDocument/2006/relationships/image" Target="../media/image98.png"/><Relationship Id="rId21" Type="http://schemas.openxmlformats.org/officeDocument/2006/relationships/image" Target="../media/image1100.png"/><Relationship Id="rId7" Type="http://schemas.microsoft.com/office/2007/relationships/hdphoto" Target="../media/hdphoto2.wdp"/><Relationship Id="rId12" Type="http://schemas.openxmlformats.org/officeDocument/2006/relationships/image" Target="../media/image1010.png"/><Relationship Id="rId17" Type="http://schemas.openxmlformats.org/officeDocument/2006/relationships/image" Target="../media/image1060.png"/><Relationship Id="rId25" Type="http://schemas.openxmlformats.org/officeDocument/2006/relationships/image" Target="../media/image109.png"/><Relationship Id="rId2" Type="http://schemas.openxmlformats.org/officeDocument/2006/relationships/image" Target="../media/image97.png"/><Relationship Id="rId16" Type="http://schemas.openxmlformats.org/officeDocument/2006/relationships/image" Target="../media/image105.png"/><Relationship Id="rId20" Type="http://schemas.openxmlformats.org/officeDocument/2006/relationships/image" Target="../media/image1090.png"/><Relationship Id="rId1" Type="http://schemas.openxmlformats.org/officeDocument/2006/relationships/slideLayout" Target="../slideLayouts/slideLayout7.xml"/><Relationship Id="rId6" Type="http://schemas.openxmlformats.org/officeDocument/2006/relationships/image" Target="../media/image101.png"/><Relationship Id="rId11" Type="http://schemas.openxmlformats.org/officeDocument/2006/relationships/image" Target="../media/image1000.png"/><Relationship Id="rId24" Type="http://schemas.openxmlformats.org/officeDocument/2006/relationships/image" Target="../media/image108.png"/><Relationship Id="rId5" Type="http://schemas.openxmlformats.org/officeDocument/2006/relationships/image" Target="../media/image100.png"/><Relationship Id="rId15" Type="http://schemas.openxmlformats.org/officeDocument/2006/relationships/image" Target="../media/image104.png"/><Relationship Id="rId23" Type="http://schemas.openxmlformats.org/officeDocument/2006/relationships/image" Target="../media/image107.png"/><Relationship Id="rId10" Type="http://schemas.openxmlformats.org/officeDocument/2006/relationships/image" Target="../media/image990.png"/><Relationship Id="rId19" Type="http://schemas.openxmlformats.org/officeDocument/2006/relationships/image" Target="../media/image1080.png"/><Relationship Id="rId4" Type="http://schemas.openxmlformats.org/officeDocument/2006/relationships/image" Target="../media/image99.png"/><Relationship Id="rId9" Type="http://schemas.openxmlformats.org/officeDocument/2006/relationships/image" Target="../media/image980.png"/><Relationship Id="rId14" Type="http://schemas.openxmlformats.org/officeDocument/2006/relationships/image" Target="../media/image103.png"/><Relationship Id="rId22" Type="http://schemas.openxmlformats.org/officeDocument/2006/relationships/image" Target="../media/image106.png"/><Relationship Id="rId27" Type="http://schemas.openxmlformats.org/officeDocument/2006/relationships/image" Target="../media/image1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1"/>
          <p:cNvSpPr>
            <a:spLocks noChangeArrowheads="1"/>
          </p:cNvSpPr>
          <p:nvPr/>
        </p:nvSpPr>
        <p:spPr bwMode="auto">
          <a:xfrm>
            <a:off x="2281103" y="3366650"/>
            <a:ext cx="25744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pPr>
            <a:r>
              <a:rPr kumimoji="0" lang="en-US" altLang="ko-KR" sz="4200" b="0" i="0" u="none" strike="noStrike" cap="none" normalizeH="0" dirty="0">
                <a:ln>
                  <a:noFill/>
                </a:ln>
                <a:solidFill>
                  <a:schemeClr val="tx1"/>
                </a:solidFill>
                <a:effectLst/>
                <a:latin typeface="Arial" panose="020B0604020202020204" pitchFamily="34" charset="0"/>
              </a:rPr>
              <a:t>Figures for</a:t>
            </a:r>
            <a:endParaRPr kumimoji="0" lang="ko-KR" altLang="ko-KR" sz="4200" b="0" i="0" u="none" strike="noStrike" cap="none" normalizeH="0" baseline="0" dirty="0">
              <a:ln>
                <a:noFill/>
              </a:ln>
              <a:solidFill>
                <a:schemeClr val="tx1"/>
              </a:solidFill>
              <a:effectLst/>
              <a:latin typeface="Arial" panose="020B0604020202020204" pitchFamily="34" charset="0"/>
            </a:endParaRPr>
          </a:p>
        </p:txBody>
      </p:sp>
      <p:sp>
        <p:nvSpPr>
          <p:cNvPr id="3" name="Rectangle 21"/>
          <p:cNvSpPr>
            <a:spLocks noChangeArrowheads="1"/>
          </p:cNvSpPr>
          <p:nvPr/>
        </p:nvSpPr>
        <p:spPr bwMode="auto">
          <a:xfrm>
            <a:off x="780326" y="9378694"/>
            <a:ext cx="529734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pPr>
            <a:r>
              <a:rPr kumimoji="0" lang="en-US" altLang="ko-KR" sz="2800" b="0" i="0" u="none" strike="noStrike" cap="none" normalizeH="0" baseline="0" dirty="0">
                <a:ln>
                  <a:noFill/>
                </a:ln>
                <a:solidFill>
                  <a:schemeClr val="tx1"/>
                </a:solidFill>
                <a:effectLst/>
                <a:latin typeface="Arial" panose="020B0604020202020204" pitchFamily="34" charset="0"/>
              </a:rPr>
              <a:t>Slide dimension adjusted to fit </a:t>
            </a:r>
            <a:r>
              <a:rPr kumimoji="0" lang="en-US" altLang="ko-KR" sz="2800" b="0" i="0" u="none" strike="noStrike" cap="none" normalizeH="0" dirty="0">
                <a:ln>
                  <a:noFill/>
                </a:ln>
                <a:solidFill>
                  <a:schemeClr val="tx1"/>
                </a:solidFill>
                <a:effectLst/>
                <a:latin typeface="Arial" panose="020B0604020202020204" pitchFamily="34" charset="0"/>
              </a:rPr>
              <a:t>A4</a:t>
            </a:r>
            <a:endParaRPr kumimoji="0" lang="ko-KR" altLang="ko-KR" sz="2800" b="0" i="0" u="none" strike="noStrike" cap="none" normalizeH="0" baseline="0" dirty="0">
              <a:ln>
                <a:noFill/>
              </a:ln>
              <a:solidFill>
                <a:schemeClr val="tx1"/>
              </a:solidFill>
              <a:effectLst/>
              <a:latin typeface="Arial" panose="020B0604020202020204" pitchFamily="34" charset="0"/>
            </a:endParaRPr>
          </a:p>
        </p:txBody>
      </p:sp>
      <p:pic>
        <p:nvPicPr>
          <p:cNvPr id="5" name="그림 4">
            <a:extLst>
              <a:ext uri="{FF2B5EF4-FFF2-40B4-BE49-F238E27FC236}">
                <a16:creationId xmlns:a16="http://schemas.microsoft.com/office/drawing/2014/main" id="{4F6952FA-DF0F-4E64-9DF0-ED3B8DBD35F1}"/>
              </a:ext>
            </a:extLst>
          </p:cNvPr>
          <p:cNvPicPr>
            <a:picLocks noChangeAspect="1"/>
          </p:cNvPicPr>
          <p:nvPr/>
        </p:nvPicPr>
        <p:blipFill rotWithShape="1">
          <a:blip r:embed="rId2"/>
          <a:srcRect b="55585"/>
          <a:stretch/>
        </p:blipFill>
        <p:spPr>
          <a:xfrm>
            <a:off x="700458" y="4394677"/>
            <a:ext cx="5516531" cy="570356"/>
          </a:xfrm>
          <a:prstGeom prst="rect">
            <a:avLst/>
          </a:prstGeom>
        </p:spPr>
      </p:pic>
      <p:sp>
        <p:nvSpPr>
          <p:cNvPr id="6" name="직사각형 5">
            <a:extLst>
              <a:ext uri="{FF2B5EF4-FFF2-40B4-BE49-F238E27FC236}">
                <a16:creationId xmlns:a16="http://schemas.microsoft.com/office/drawing/2014/main" id="{D35B8DB1-9CCD-48B8-85BE-D2A56F4FCD51}"/>
              </a:ext>
            </a:extLst>
          </p:cNvPr>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7" name="Rectangle 21">
            <a:extLst>
              <a:ext uri="{FF2B5EF4-FFF2-40B4-BE49-F238E27FC236}">
                <a16:creationId xmlns:a16="http://schemas.microsoft.com/office/drawing/2014/main" id="{12105BD2-91BF-491A-A434-AA8EF338F28C}"/>
              </a:ext>
            </a:extLst>
          </p:cNvPr>
          <p:cNvSpPr>
            <a:spLocks noChangeArrowheads="1"/>
          </p:cNvSpPr>
          <p:nvPr/>
        </p:nvSpPr>
        <p:spPr bwMode="auto">
          <a:xfrm>
            <a:off x="1704794" y="5346729"/>
            <a:ext cx="38985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pPr>
            <a:r>
              <a:rPr kumimoji="0" lang="en-US" altLang="ko-KR" sz="2600" b="0" i="0" u="none" strike="noStrike" cap="none" normalizeH="0" dirty="0">
                <a:ln>
                  <a:noFill/>
                </a:ln>
                <a:solidFill>
                  <a:schemeClr val="tx1"/>
                </a:solidFill>
                <a:effectLst/>
                <a:latin typeface="Arial" panose="020B0604020202020204" pitchFamily="34" charset="0"/>
              </a:rPr>
              <a:t>Figure typeface : </a:t>
            </a:r>
            <a:r>
              <a:rPr kumimoji="0" lang="en-US" altLang="ko-KR" sz="2600" b="0" i="0" u="none" strike="noStrike" cap="none" normalizeH="0" dirty="0" err="1">
                <a:ln>
                  <a:noFill/>
                </a:ln>
                <a:solidFill>
                  <a:schemeClr val="tx1"/>
                </a:solidFill>
                <a:effectLst/>
                <a:latin typeface="Arial" panose="020B0604020202020204" pitchFamily="34" charset="0"/>
              </a:rPr>
              <a:t>helvetica</a:t>
            </a:r>
            <a:endParaRPr kumimoji="0" lang="ko-KR" altLang="ko-KR" sz="2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7450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 name="그룹 116">
            <a:extLst>
              <a:ext uri="{FF2B5EF4-FFF2-40B4-BE49-F238E27FC236}">
                <a16:creationId xmlns:a16="http://schemas.microsoft.com/office/drawing/2014/main" id="{FD528784-D2E0-4828-8CD0-A8E7D5456276}"/>
              </a:ext>
            </a:extLst>
          </p:cNvPr>
          <p:cNvGrpSpPr/>
          <p:nvPr/>
        </p:nvGrpSpPr>
        <p:grpSpPr>
          <a:xfrm>
            <a:off x="2628000" y="355600"/>
            <a:ext cx="1780044" cy="3003853"/>
            <a:chOff x="2628000" y="355600"/>
            <a:chExt cx="1780044" cy="3003853"/>
          </a:xfrm>
        </p:grpSpPr>
        <p:pic>
          <p:nvPicPr>
            <p:cNvPr id="108" name="그림 107">
              <a:extLst>
                <a:ext uri="{FF2B5EF4-FFF2-40B4-BE49-F238E27FC236}">
                  <a16:creationId xmlns:a16="http://schemas.microsoft.com/office/drawing/2014/main" id="{293845E7-E8C6-48E6-87D5-53A01531ACBF}"/>
                </a:ext>
              </a:extLst>
            </p:cNvPr>
            <p:cNvPicPr>
              <a:picLocks noChangeAspect="1"/>
            </p:cNvPicPr>
            <p:nvPr/>
          </p:nvPicPr>
          <p:blipFill rotWithShape="1">
            <a:blip r:embed="rId2"/>
            <a:srcRect l="56266" t="20956" r="9849" b="7082"/>
            <a:stretch/>
          </p:blipFill>
          <p:spPr>
            <a:xfrm>
              <a:off x="2637048" y="2289420"/>
              <a:ext cx="1547774" cy="1070033"/>
            </a:xfrm>
            <a:prstGeom prst="rect">
              <a:avLst/>
            </a:prstGeom>
          </p:spPr>
        </p:pic>
        <p:pic>
          <p:nvPicPr>
            <p:cNvPr id="105" name="그림 104">
              <a:extLst>
                <a:ext uri="{FF2B5EF4-FFF2-40B4-BE49-F238E27FC236}">
                  <a16:creationId xmlns:a16="http://schemas.microsoft.com/office/drawing/2014/main" id="{201714BB-268B-4D88-8083-108EF4DD9BBE}"/>
                </a:ext>
              </a:extLst>
            </p:cNvPr>
            <p:cNvPicPr>
              <a:picLocks noChangeAspect="1"/>
            </p:cNvPicPr>
            <p:nvPr/>
          </p:nvPicPr>
          <p:blipFill rotWithShape="1">
            <a:blip r:embed="rId3"/>
            <a:srcRect l="17346" t="26053" r="12308" b="8910"/>
            <a:stretch/>
          </p:blipFill>
          <p:spPr>
            <a:xfrm>
              <a:off x="2752026" y="1373418"/>
              <a:ext cx="1353946" cy="540243"/>
            </a:xfrm>
            <a:prstGeom prst="rect">
              <a:avLst/>
            </a:prstGeom>
          </p:spPr>
        </p:pic>
        <p:sp>
          <p:nvSpPr>
            <p:cNvPr id="107" name="줄무늬가 있는 오른쪽 화살표 6">
              <a:extLst>
                <a:ext uri="{FF2B5EF4-FFF2-40B4-BE49-F238E27FC236}">
                  <a16:creationId xmlns:a16="http://schemas.microsoft.com/office/drawing/2014/main" id="{52FC9BC1-689D-4B53-80E3-3262FFDF94AD}"/>
                </a:ext>
              </a:extLst>
            </p:cNvPr>
            <p:cNvSpPr/>
            <p:nvPr/>
          </p:nvSpPr>
          <p:spPr>
            <a:xfrm rot="5400000">
              <a:off x="3278452" y="1370062"/>
              <a:ext cx="277002" cy="220474"/>
            </a:xfrm>
            <a:prstGeom prst="stripedRightArrow">
              <a:avLst>
                <a:gd name="adj1" fmla="val 50000"/>
                <a:gd name="adj2" fmla="val 60801"/>
              </a:avLst>
            </a:prstGeom>
            <a:solidFill>
              <a:schemeClr val="bg1"/>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9" name="직사각형 98">
              <a:extLst>
                <a:ext uri="{FF2B5EF4-FFF2-40B4-BE49-F238E27FC236}">
                  <a16:creationId xmlns:a16="http://schemas.microsoft.com/office/drawing/2014/main" id="{CDDC6E03-242E-4352-83DF-914DE200358C}"/>
                </a:ext>
              </a:extLst>
            </p:cNvPr>
            <p:cNvSpPr/>
            <p:nvPr/>
          </p:nvSpPr>
          <p:spPr>
            <a:xfrm>
              <a:off x="2628000" y="355600"/>
              <a:ext cx="1602000" cy="29700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4" name="그림 103">
              <a:extLst>
                <a:ext uri="{FF2B5EF4-FFF2-40B4-BE49-F238E27FC236}">
                  <a16:creationId xmlns:a16="http://schemas.microsoft.com/office/drawing/2014/main" id="{D12BBEFA-A409-438B-87A5-347308EA23AB}"/>
                </a:ext>
              </a:extLst>
            </p:cNvPr>
            <p:cNvPicPr>
              <a:picLocks noChangeAspect="1"/>
            </p:cNvPicPr>
            <p:nvPr/>
          </p:nvPicPr>
          <p:blipFill rotWithShape="1">
            <a:blip r:embed="rId4"/>
            <a:srcRect l="17636" t="35480" r="12842" b="11639"/>
            <a:stretch/>
          </p:blipFill>
          <p:spPr>
            <a:xfrm>
              <a:off x="2704913" y="894296"/>
              <a:ext cx="1424080" cy="456225"/>
            </a:xfrm>
            <a:prstGeom prst="rect">
              <a:avLst/>
            </a:prstGeom>
          </p:spPr>
        </p:pic>
        <p:sp>
          <p:nvSpPr>
            <p:cNvPr id="106" name="줄무늬가 있는 오른쪽 화살표 6">
              <a:extLst>
                <a:ext uri="{FF2B5EF4-FFF2-40B4-BE49-F238E27FC236}">
                  <a16:creationId xmlns:a16="http://schemas.microsoft.com/office/drawing/2014/main" id="{BC40E783-CA21-46B5-A044-033814BD8C8B}"/>
                </a:ext>
              </a:extLst>
            </p:cNvPr>
            <p:cNvSpPr/>
            <p:nvPr/>
          </p:nvSpPr>
          <p:spPr>
            <a:xfrm rot="5400000">
              <a:off x="3278452" y="855316"/>
              <a:ext cx="277002" cy="220474"/>
            </a:xfrm>
            <a:prstGeom prst="stripedRightArrow">
              <a:avLst>
                <a:gd name="adj1" fmla="val 50000"/>
                <a:gd name="adj2" fmla="val 60801"/>
              </a:avLst>
            </a:prstGeom>
            <a:solidFill>
              <a:schemeClr val="bg1"/>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자유형: 도형 102">
              <a:extLst>
                <a:ext uri="{FF2B5EF4-FFF2-40B4-BE49-F238E27FC236}">
                  <a16:creationId xmlns:a16="http://schemas.microsoft.com/office/drawing/2014/main" id="{05B40C4F-D5F0-4EB3-93C3-C1A8BE700A6F}"/>
                </a:ext>
              </a:extLst>
            </p:cNvPr>
            <p:cNvSpPr/>
            <p:nvPr/>
          </p:nvSpPr>
          <p:spPr>
            <a:xfrm>
              <a:off x="2682225" y="421517"/>
              <a:ext cx="1493549" cy="438926"/>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5"/>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110" name="타원 109">
              <a:extLst>
                <a:ext uri="{FF2B5EF4-FFF2-40B4-BE49-F238E27FC236}">
                  <a16:creationId xmlns:a16="http://schemas.microsoft.com/office/drawing/2014/main" id="{88E58381-EC74-4DBB-BC98-AB64F8A8566F}"/>
                </a:ext>
              </a:extLst>
            </p:cNvPr>
            <p:cNvSpPr/>
            <p:nvPr/>
          </p:nvSpPr>
          <p:spPr>
            <a:xfrm>
              <a:off x="3302885" y="2244396"/>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11" name="타원 110">
              <a:extLst>
                <a:ext uri="{FF2B5EF4-FFF2-40B4-BE49-F238E27FC236}">
                  <a16:creationId xmlns:a16="http://schemas.microsoft.com/office/drawing/2014/main" id="{51FECB55-DF86-4F75-A0C2-EE6BB051E456}"/>
                </a:ext>
              </a:extLst>
            </p:cNvPr>
            <p:cNvSpPr/>
            <p:nvPr/>
          </p:nvSpPr>
          <p:spPr>
            <a:xfrm>
              <a:off x="3403965" y="2268017"/>
              <a:ext cx="105025" cy="105025"/>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cxnSp>
          <p:nvCxnSpPr>
            <p:cNvPr id="112" name="직선 연결선 111">
              <a:extLst>
                <a:ext uri="{FF2B5EF4-FFF2-40B4-BE49-F238E27FC236}">
                  <a16:creationId xmlns:a16="http://schemas.microsoft.com/office/drawing/2014/main" id="{1B08DEE9-1754-4617-8F74-5173C179AA4F}"/>
                </a:ext>
              </a:extLst>
            </p:cNvPr>
            <p:cNvCxnSpPr>
              <a:cxnSpLocks/>
            </p:cNvCxnSpPr>
            <p:nvPr/>
          </p:nvCxnSpPr>
          <p:spPr>
            <a:xfrm>
              <a:off x="3361921" y="2015563"/>
              <a:ext cx="0" cy="235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직선 연결선 112">
              <a:extLst>
                <a:ext uri="{FF2B5EF4-FFF2-40B4-BE49-F238E27FC236}">
                  <a16:creationId xmlns:a16="http://schemas.microsoft.com/office/drawing/2014/main" id="{1E9BF9A1-5D5B-41DC-AAD2-5F75549A0C6B}"/>
                </a:ext>
              </a:extLst>
            </p:cNvPr>
            <p:cNvCxnSpPr>
              <a:cxnSpLocks/>
            </p:cNvCxnSpPr>
            <p:nvPr/>
          </p:nvCxnSpPr>
          <p:spPr>
            <a:xfrm>
              <a:off x="3459316" y="2032566"/>
              <a:ext cx="0" cy="235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FA23A027-FB03-4EC5-90E4-8703449B696B}"/>
                </a:ext>
              </a:extLst>
            </p:cNvPr>
            <p:cNvCxnSpPr>
              <a:cxnSpLocks/>
            </p:cNvCxnSpPr>
            <p:nvPr/>
          </p:nvCxnSpPr>
          <p:spPr>
            <a:xfrm>
              <a:off x="3183877" y="2050826"/>
              <a:ext cx="178044" cy="308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4F5FCBEF-928B-4E67-BAD3-125D3E62A0A9}"/>
                </a:ext>
              </a:extLst>
            </p:cNvPr>
            <p:cNvCxnSpPr>
              <a:cxnSpLocks/>
            </p:cNvCxnSpPr>
            <p:nvPr/>
          </p:nvCxnSpPr>
          <p:spPr>
            <a:xfrm flipH="1" flipV="1">
              <a:off x="3456477" y="2100173"/>
              <a:ext cx="178044" cy="308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6" name="TextBox 115">
                  <a:extLst>
                    <a:ext uri="{FF2B5EF4-FFF2-40B4-BE49-F238E27FC236}">
                      <a16:creationId xmlns:a16="http://schemas.microsoft.com/office/drawing/2014/main" id="{0CC9E3FC-6110-4CB8-986E-CCD7F46D21D8}"/>
                    </a:ext>
                  </a:extLst>
                </p:cNvPr>
                <p:cNvSpPr txBox="1"/>
                <p:nvPr/>
              </p:nvSpPr>
              <p:spPr>
                <a:xfrm>
                  <a:off x="3420461" y="1922172"/>
                  <a:ext cx="987583" cy="3835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000" b="0" i="1" smtClean="0">
                            <a:latin typeface="Cambria Math" panose="02040503050406030204" pitchFamily="18" charset="0"/>
                            <a:cs typeface="Times New Roman" panose="02020603050405020304" pitchFamily="18" charset="0"/>
                          </a:rPr>
                          <m:t>𝑑</m:t>
                        </m:r>
                        <m:r>
                          <a:rPr lang="en-US" altLang="ko-KR" sz="1000" b="0" i="1" smtClean="0">
                            <a:latin typeface="Cambria Math" panose="02040503050406030204" pitchFamily="18" charset="0"/>
                            <a:cs typeface="Times New Roman" panose="02020603050405020304" pitchFamily="18" charset="0"/>
                          </a:rPr>
                          <m:t>&lt;</m:t>
                        </m:r>
                        <m:f>
                          <m:fPr>
                            <m:ctrlPr>
                              <a:rPr lang="en-US" altLang="ko-KR" sz="1000" b="0" i="1" smtClean="0">
                                <a:latin typeface="Cambria Math" panose="02040503050406030204" pitchFamily="18" charset="0"/>
                                <a:cs typeface="Times New Roman" panose="02020603050405020304" pitchFamily="18" charset="0"/>
                              </a:rPr>
                            </m:ctrlPr>
                          </m:fPr>
                          <m:num>
                            <m:r>
                              <a:rPr lang="en-US" altLang="ko-KR" sz="1000" b="0" i="1" smtClean="0">
                                <a:latin typeface="Cambria Math" panose="02040503050406030204" pitchFamily="18" charset="0"/>
                                <a:cs typeface="Times New Roman" panose="02020603050405020304" pitchFamily="18" charset="0"/>
                              </a:rPr>
                              <m:t>𝜆</m:t>
                            </m:r>
                          </m:num>
                          <m:den>
                            <m:r>
                              <a:rPr lang="en-US" altLang="ko-KR" sz="1000" b="0" i="1" smtClean="0">
                                <a:latin typeface="Cambria Math" panose="02040503050406030204" pitchFamily="18" charset="0"/>
                                <a:cs typeface="Times New Roman" panose="02020603050405020304" pitchFamily="18" charset="0"/>
                              </a:rPr>
                              <m:t>2</m:t>
                            </m:r>
                            <m:r>
                              <a:rPr lang="en-US" altLang="ko-KR" sz="1000" b="0" i="1" smtClean="0">
                                <a:latin typeface="Cambria Math" panose="02040503050406030204" pitchFamily="18" charset="0"/>
                                <a:cs typeface="Times New Roman" panose="02020603050405020304" pitchFamily="18" charset="0"/>
                              </a:rPr>
                              <m:t>𝑁𝐴</m:t>
                            </m:r>
                          </m:den>
                        </m:f>
                      </m:oMath>
                    </m:oMathPara>
                  </a14:m>
                  <a:endParaRPr lang="ko-KR" altLang="en-US" sz="1000" dirty="0"/>
                </a:p>
              </p:txBody>
            </p:sp>
          </mc:Choice>
          <mc:Fallback>
            <p:sp>
              <p:nvSpPr>
                <p:cNvPr id="116" name="TextBox 115">
                  <a:extLst>
                    <a:ext uri="{FF2B5EF4-FFF2-40B4-BE49-F238E27FC236}">
                      <a16:creationId xmlns:a16="http://schemas.microsoft.com/office/drawing/2014/main" id="{0CC9E3FC-6110-4CB8-986E-CCD7F46D21D8}"/>
                    </a:ext>
                  </a:extLst>
                </p:cNvPr>
                <p:cNvSpPr txBox="1">
                  <a:spLocks noRot="1" noChangeAspect="1" noMove="1" noResize="1" noEditPoints="1" noAdjustHandles="1" noChangeArrowheads="1" noChangeShapeType="1" noTextEdit="1"/>
                </p:cNvSpPr>
                <p:nvPr/>
              </p:nvSpPr>
              <p:spPr>
                <a:xfrm>
                  <a:off x="3420461" y="1922172"/>
                  <a:ext cx="987583" cy="383567"/>
                </a:xfrm>
                <a:prstGeom prst="rect">
                  <a:avLst/>
                </a:prstGeom>
                <a:blipFill>
                  <a:blip r:embed="rId6"/>
                  <a:stretch>
                    <a:fillRect/>
                  </a:stretch>
                </a:blipFill>
              </p:spPr>
              <p:txBody>
                <a:bodyPr/>
                <a:lstStyle/>
                <a:p>
                  <a:r>
                    <a:rPr lang="ko-KR" altLang="en-US">
                      <a:noFill/>
                    </a:rPr>
                    <a:t> </a:t>
                  </a:r>
                </a:p>
              </p:txBody>
            </p:sp>
          </mc:Fallback>
        </mc:AlternateContent>
      </p:grpSp>
    </p:spTree>
    <p:extLst>
      <p:ext uri="{BB962C8B-B14F-4D97-AF65-F5344CB8AC3E}">
        <p14:creationId xmlns:p14="http://schemas.microsoft.com/office/powerpoint/2010/main" val="1633474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2" name="그룹 761">
            <a:extLst>
              <a:ext uri="{FF2B5EF4-FFF2-40B4-BE49-F238E27FC236}">
                <a16:creationId xmlns:a16="http://schemas.microsoft.com/office/drawing/2014/main" id="{08DD0BAC-63AC-4840-9488-D3EB2DE84A1A}"/>
              </a:ext>
            </a:extLst>
          </p:cNvPr>
          <p:cNvGrpSpPr/>
          <p:nvPr/>
        </p:nvGrpSpPr>
        <p:grpSpPr>
          <a:xfrm>
            <a:off x="-455612" y="2915175"/>
            <a:ext cx="7226526" cy="5700724"/>
            <a:chOff x="-607482" y="711900"/>
            <a:chExt cx="9635368" cy="7600965"/>
          </a:xfrm>
        </p:grpSpPr>
        <p:cxnSp>
          <p:nvCxnSpPr>
            <p:cNvPr id="291" name="직선 연결선 290">
              <a:extLst>
                <a:ext uri="{FF2B5EF4-FFF2-40B4-BE49-F238E27FC236}">
                  <a16:creationId xmlns:a16="http://schemas.microsoft.com/office/drawing/2014/main" id="{70D23169-81C8-483F-A447-3D45AC50434F}"/>
                </a:ext>
              </a:extLst>
            </p:cNvPr>
            <p:cNvCxnSpPr>
              <a:cxnSpLocks/>
            </p:cNvCxnSpPr>
            <p:nvPr/>
          </p:nvCxnSpPr>
          <p:spPr>
            <a:xfrm>
              <a:off x="-460974" y="1377914"/>
              <a:ext cx="94888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직선 연결선 291">
              <a:extLst>
                <a:ext uri="{FF2B5EF4-FFF2-40B4-BE49-F238E27FC236}">
                  <a16:creationId xmlns:a16="http://schemas.microsoft.com/office/drawing/2014/main" id="{54BC9AE4-79A7-4515-8B7B-22560CE4AE15}"/>
                </a:ext>
              </a:extLst>
            </p:cNvPr>
            <p:cNvCxnSpPr>
              <a:cxnSpLocks/>
            </p:cNvCxnSpPr>
            <p:nvPr/>
          </p:nvCxnSpPr>
          <p:spPr>
            <a:xfrm>
              <a:off x="-460974" y="3202587"/>
              <a:ext cx="94888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3" name="직선 연결선 292">
              <a:extLst>
                <a:ext uri="{FF2B5EF4-FFF2-40B4-BE49-F238E27FC236}">
                  <a16:creationId xmlns:a16="http://schemas.microsoft.com/office/drawing/2014/main" id="{E45159F0-4FF8-4036-936E-551811374714}"/>
                </a:ext>
              </a:extLst>
            </p:cNvPr>
            <p:cNvCxnSpPr>
              <a:cxnSpLocks/>
            </p:cNvCxnSpPr>
            <p:nvPr/>
          </p:nvCxnSpPr>
          <p:spPr>
            <a:xfrm>
              <a:off x="-460974" y="711900"/>
              <a:ext cx="94888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4" name="직사각형 293">
              <a:extLst>
                <a:ext uri="{FF2B5EF4-FFF2-40B4-BE49-F238E27FC236}">
                  <a16:creationId xmlns:a16="http://schemas.microsoft.com/office/drawing/2014/main" id="{7935D87F-2E53-4148-88C8-45815CE2DAEA}"/>
                </a:ext>
              </a:extLst>
            </p:cNvPr>
            <p:cNvSpPr/>
            <p:nvPr/>
          </p:nvSpPr>
          <p:spPr>
            <a:xfrm>
              <a:off x="1450477" y="747975"/>
              <a:ext cx="1960685" cy="597600"/>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Near-field </a:t>
              </a:r>
            </a:p>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speckle #1</a:t>
              </a:r>
              <a:endParaRPr lang="ko-KR" altLang="ko-KR" sz="1050" kern="100" dirty="0">
                <a:latin typeface="Arial" panose="020B0604020202020204" pitchFamily="34" charset="0"/>
                <a:cs typeface="Arial" panose="020B0604020202020204" pitchFamily="34" charset="0"/>
              </a:endParaRPr>
            </a:p>
          </p:txBody>
        </p:sp>
        <p:sp>
          <p:nvSpPr>
            <p:cNvPr id="296" name="직사각형 295">
              <a:extLst>
                <a:ext uri="{FF2B5EF4-FFF2-40B4-BE49-F238E27FC236}">
                  <a16:creationId xmlns:a16="http://schemas.microsoft.com/office/drawing/2014/main" id="{B9D1F6E5-A09F-4171-9F15-31B9EB508852}"/>
                </a:ext>
              </a:extLst>
            </p:cNvPr>
            <p:cNvSpPr/>
            <p:nvPr/>
          </p:nvSpPr>
          <p:spPr>
            <a:xfrm>
              <a:off x="4114229" y="747975"/>
              <a:ext cx="1960685" cy="597600"/>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Near-field </a:t>
              </a:r>
            </a:p>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speckle #2</a:t>
              </a:r>
              <a:endParaRPr lang="ko-KR" altLang="ko-KR" sz="1050" kern="100" dirty="0">
                <a:latin typeface="Arial" panose="020B0604020202020204" pitchFamily="34" charset="0"/>
                <a:cs typeface="Arial" panose="020B0604020202020204" pitchFamily="34" charset="0"/>
              </a:endParaRPr>
            </a:p>
          </p:txBody>
        </p:sp>
        <p:sp>
          <p:nvSpPr>
            <p:cNvPr id="297" name="직사각형 296">
              <a:extLst>
                <a:ext uri="{FF2B5EF4-FFF2-40B4-BE49-F238E27FC236}">
                  <a16:creationId xmlns:a16="http://schemas.microsoft.com/office/drawing/2014/main" id="{3EEAB435-B177-4345-AA71-75E732DE109B}"/>
                </a:ext>
              </a:extLst>
            </p:cNvPr>
            <p:cNvSpPr/>
            <p:nvPr/>
          </p:nvSpPr>
          <p:spPr>
            <a:xfrm>
              <a:off x="6829325" y="747975"/>
              <a:ext cx="1960685" cy="597600"/>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Near-field </a:t>
              </a:r>
            </a:p>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speckle #3</a:t>
              </a:r>
              <a:endParaRPr lang="ko-KR" altLang="ko-KR" sz="1050" kern="1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98" name="직사각형 297">
                  <a:extLst>
                    <a:ext uri="{FF2B5EF4-FFF2-40B4-BE49-F238E27FC236}">
                      <a16:creationId xmlns:a16="http://schemas.microsoft.com/office/drawing/2014/main" id="{E46F5CD9-9BD1-4E22-9EE7-29DF49045980}"/>
                    </a:ext>
                  </a:extLst>
                </p:cNvPr>
                <p:cNvSpPr/>
                <p:nvPr/>
              </p:nvSpPr>
              <p:spPr>
                <a:xfrm>
                  <a:off x="-455174" y="1790325"/>
                  <a:ext cx="1470620" cy="1025237"/>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2D intensity profiles, </a:t>
                  </a:r>
                  <a14:m>
                    <m:oMath xmlns:m="http://schemas.openxmlformats.org/officeDocument/2006/math">
                      <m:r>
                        <a:rPr lang="en-US" altLang="ko-KR" sz="1050" i="1" kern="100">
                          <a:latin typeface="Cambria Math" panose="02040503050406030204" pitchFamily="18" charset="0"/>
                          <a:cs typeface="Arial" panose="020B0604020202020204" pitchFamily="34" charset="0"/>
                        </a:rPr>
                        <m:t>𝐼</m:t>
                      </m:r>
                      <m:r>
                        <a:rPr lang="en-US" altLang="ko-KR" sz="1050" i="1" kern="100">
                          <a:latin typeface="Cambria Math" panose="02040503050406030204" pitchFamily="18" charset="0"/>
                          <a:cs typeface="Arial" panose="020B0604020202020204" pitchFamily="34" charset="0"/>
                        </a:rPr>
                        <m:t>(</m:t>
                      </m:r>
                      <m:r>
                        <a:rPr lang="en-US" altLang="ko-KR" sz="1050" b="1" i="1" kern="100">
                          <a:latin typeface="Cambria Math" panose="02040503050406030204" pitchFamily="18" charset="0"/>
                          <a:cs typeface="Arial" panose="020B0604020202020204" pitchFamily="34" charset="0"/>
                        </a:rPr>
                        <m:t>𝒓</m:t>
                      </m:r>
                      <m:r>
                        <a:rPr lang="en-US" altLang="ko-KR" sz="1050" i="1" kern="100">
                          <a:latin typeface="Cambria Math" panose="02040503050406030204" pitchFamily="18" charset="0"/>
                          <a:cs typeface="Arial" panose="020B0604020202020204" pitchFamily="34" charset="0"/>
                        </a:rPr>
                        <m:t>)</m:t>
                      </m:r>
                    </m:oMath>
                  </a14:m>
                  <a:r>
                    <a:rPr lang="en-US" altLang="ko-KR" sz="1050" kern="0" dirty="0">
                      <a:solidFill>
                        <a:srgbClr val="000000"/>
                      </a:solidFill>
                      <a:latin typeface="Arial" panose="020B0604020202020204" pitchFamily="34" charset="0"/>
                      <a:cs typeface="Arial" panose="020B0604020202020204" pitchFamily="34" charset="0"/>
                    </a:rPr>
                    <a:t> </a:t>
                  </a:r>
                </a:p>
                <a:p>
                  <a:pPr algn="ctr" latinLnBrk="0">
                    <a:lnSpc>
                      <a:spcPct val="115000"/>
                    </a:lnSpc>
                  </a:pPr>
                  <a:r>
                    <a:rPr lang="en-US" altLang="ko-KR" sz="900" kern="0" dirty="0">
                      <a:solidFill>
                        <a:srgbClr val="000000"/>
                      </a:solidFill>
                      <a:latin typeface="Arial" panose="020B0604020202020204" pitchFamily="34" charset="0"/>
                      <a:cs typeface="Arial" panose="020B0604020202020204" pitchFamily="34" charset="0"/>
                    </a:rPr>
                    <a:t>(measured by collection-NSOM)</a:t>
                  </a:r>
                  <a:endParaRPr lang="ko-KR" altLang="ko-KR" sz="900" kern="100" dirty="0">
                    <a:latin typeface="Arial" panose="020B0604020202020204" pitchFamily="34" charset="0"/>
                    <a:cs typeface="Arial" panose="020B0604020202020204" pitchFamily="34" charset="0"/>
                  </a:endParaRPr>
                </a:p>
              </p:txBody>
            </p:sp>
          </mc:Choice>
          <mc:Fallback xmlns="">
            <p:sp>
              <p:nvSpPr>
                <p:cNvPr id="298" name="직사각형 297">
                  <a:extLst>
                    <a:ext uri="{FF2B5EF4-FFF2-40B4-BE49-F238E27FC236}">
                      <a16:creationId xmlns:a16="http://schemas.microsoft.com/office/drawing/2014/main" id="{E46F5CD9-9BD1-4E22-9EE7-29DF49045980}"/>
                    </a:ext>
                  </a:extLst>
                </p:cNvPr>
                <p:cNvSpPr>
                  <a:spLocks noRot="1" noChangeAspect="1" noMove="1" noResize="1" noEditPoints="1" noAdjustHandles="1" noChangeArrowheads="1" noChangeShapeType="1" noTextEdit="1"/>
                </p:cNvSpPr>
                <p:nvPr/>
              </p:nvSpPr>
              <p:spPr>
                <a:xfrm>
                  <a:off x="-455174" y="1790325"/>
                  <a:ext cx="1470620" cy="1025237"/>
                </a:xfrm>
                <a:prstGeom prst="rect">
                  <a:avLst/>
                </a:prstGeom>
                <a:blipFill>
                  <a:blip r:embed="rId2"/>
                  <a:stretch>
                    <a:fillRect b="-2381"/>
                  </a:stretch>
                </a:blipFill>
              </p:spPr>
              <p:txBody>
                <a:bodyPr/>
                <a:lstStyle/>
                <a:p>
                  <a:r>
                    <a:rPr lang="ko-KR" altLang="en-US">
                      <a:noFill/>
                    </a:rPr>
                    <a:t> </a:t>
                  </a:r>
                </a:p>
              </p:txBody>
            </p:sp>
          </mc:Fallback>
        </mc:AlternateContent>
        <p:cxnSp>
          <p:nvCxnSpPr>
            <p:cNvPr id="299" name="직선 연결선 298">
              <a:extLst>
                <a:ext uri="{FF2B5EF4-FFF2-40B4-BE49-F238E27FC236}">
                  <a16:creationId xmlns:a16="http://schemas.microsoft.com/office/drawing/2014/main" id="{7011D2E7-2D2D-45B4-91F9-B118D2ADE825}"/>
                </a:ext>
              </a:extLst>
            </p:cNvPr>
            <p:cNvCxnSpPr>
              <a:cxnSpLocks/>
            </p:cNvCxnSpPr>
            <p:nvPr/>
          </p:nvCxnSpPr>
          <p:spPr>
            <a:xfrm>
              <a:off x="-460974" y="5408577"/>
              <a:ext cx="94888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0" name="직사각형 299">
                  <a:extLst>
                    <a:ext uri="{FF2B5EF4-FFF2-40B4-BE49-F238E27FC236}">
                      <a16:creationId xmlns:a16="http://schemas.microsoft.com/office/drawing/2014/main" id="{595EA580-E621-456F-BEA5-19E42776C9B0}"/>
                    </a:ext>
                  </a:extLst>
                </p:cNvPr>
                <p:cNvSpPr/>
                <p:nvPr/>
              </p:nvSpPr>
              <p:spPr>
                <a:xfrm>
                  <a:off x="-337162" y="3976448"/>
                  <a:ext cx="1132996" cy="866391"/>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Intensity statistics,</a:t>
                  </a:r>
                </a:p>
                <a:p>
                  <a:pPr algn="ctr" latinLnBrk="0">
                    <a:lnSpc>
                      <a:spcPct val="115000"/>
                    </a:lnSpc>
                  </a:pPr>
                  <a14:m>
                    <m:oMathPara xmlns:m="http://schemas.openxmlformats.org/officeDocument/2006/math">
                      <m:oMathParaPr>
                        <m:jc m:val="centerGroup"/>
                      </m:oMathParaPr>
                      <m:oMath xmlns:m="http://schemas.openxmlformats.org/officeDocument/2006/math">
                        <m:r>
                          <a:rPr lang="en-US" altLang="ko-KR" sz="1050" i="1" kern="100">
                            <a:latin typeface="Cambria Math" panose="02040503050406030204" pitchFamily="18" charset="0"/>
                            <a:cs typeface="Arial" panose="020B0604020202020204" pitchFamily="34" charset="0"/>
                          </a:rPr>
                          <m:t>𝑝</m:t>
                        </m:r>
                        <m:r>
                          <a:rPr lang="en-US" altLang="ko-KR" sz="1050" i="1" kern="100">
                            <a:latin typeface="Cambria Math" panose="02040503050406030204" pitchFamily="18" charset="0"/>
                            <a:cs typeface="Arial" panose="020B0604020202020204" pitchFamily="34" charset="0"/>
                          </a:rPr>
                          <m:t>(</m:t>
                        </m:r>
                        <m:r>
                          <a:rPr lang="en-US" altLang="ko-KR" sz="1050" i="1" kern="100">
                            <a:latin typeface="Cambria Math" panose="02040503050406030204" pitchFamily="18" charset="0"/>
                            <a:cs typeface="Arial" panose="020B0604020202020204" pitchFamily="34" charset="0"/>
                          </a:rPr>
                          <m:t>𝐼</m:t>
                        </m:r>
                        <m:r>
                          <a:rPr lang="en-US" altLang="ko-KR" sz="1050" i="1" kern="100">
                            <a:latin typeface="Cambria Math" panose="02040503050406030204" pitchFamily="18" charset="0"/>
                            <a:cs typeface="Arial" panose="020B0604020202020204" pitchFamily="34" charset="0"/>
                          </a:rPr>
                          <m:t>)</m:t>
                        </m:r>
                      </m:oMath>
                    </m:oMathPara>
                  </a14:m>
                  <a:endParaRPr lang="ko-KR" altLang="ko-KR" sz="1050" kern="100" dirty="0">
                    <a:latin typeface="Arial" panose="020B0604020202020204" pitchFamily="34" charset="0"/>
                    <a:cs typeface="Arial" panose="020B0604020202020204" pitchFamily="34" charset="0"/>
                  </a:endParaRPr>
                </a:p>
              </p:txBody>
            </p:sp>
          </mc:Choice>
          <mc:Fallback xmlns="">
            <p:sp>
              <p:nvSpPr>
                <p:cNvPr id="300" name="직사각형 299">
                  <a:extLst>
                    <a:ext uri="{FF2B5EF4-FFF2-40B4-BE49-F238E27FC236}">
                      <a16:creationId xmlns:a16="http://schemas.microsoft.com/office/drawing/2014/main" id="{595EA580-E621-456F-BEA5-19E42776C9B0}"/>
                    </a:ext>
                  </a:extLst>
                </p:cNvPr>
                <p:cNvSpPr>
                  <a:spLocks noRot="1" noChangeAspect="1" noMove="1" noResize="1" noEditPoints="1" noAdjustHandles="1" noChangeArrowheads="1" noChangeShapeType="1" noTextEdit="1"/>
                </p:cNvSpPr>
                <p:nvPr/>
              </p:nvSpPr>
              <p:spPr>
                <a:xfrm>
                  <a:off x="-337162" y="3976448"/>
                  <a:ext cx="1132996" cy="866391"/>
                </a:xfrm>
                <a:prstGeom prst="rect">
                  <a:avLst/>
                </a:prstGeom>
                <a:blipFill>
                  <a:blip r:embed="rId3"/>
                  <a:stretch>
                    <a:fillRect/>
                  </a:stretch>
                </a:blipFill>
              </p:spPr>
              <p:txBody>
                <a:bodyPr/>
                <a:lstStyle/>
                <a:p>
                  <a:r>
                    <a:rPr lang="ko-KR" altLang="en-US">
                      <a:noFill/>
                    </a:rPr>
                    <a:t> </a:t>
                  </a:r>
                </a:p>
              </p:txBody>
            </p:sp>
          </mc:Fallback>
        </mc:AlternateContent>
        <p:sp>
          <p:nvSpPr>
            <p:cNvPr id="448" name="직사각형 447">
              <a:extLst>
                <a:ext uri="{FF2B5EF4-FFF2-40B4-BE49-F238E27FC236}">
                  <a16:creationId xmlns:a16="http://schemas.microsoft.com/office/drawing/2014/main" id="{1AABC34A-68FA-4671-B543-DD3DCEC9CE14}"/>
                </a:ext>
              </a:extLst>
            </p:cNvPr>
            <p:cNvSpPr/>
            <p:nvPr/>
          </p:nvSpPr>
          <p:spPr>
            <a:xfrm>
              <a:off x="-455174" y="889552"/>
              <a:ext cx="1470620" cy="349840"/>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Observables</a:t>
              </a:r>
              <a:endParaRPr lang="ko-KR" altLang="ko-KR" sz="1050" kern="100" dirty="0">
                <a:latin typeface="Arial" panose="020B0604020202020204" pitchFamily="34" charset="0"/>
                <a:cs typeface="Arial" panose="020B0604020202020204" pitchFamily="34" charset="0"/>
              </a:endParaRPr>
            </a:p>
          </p:txBody>
        </p:sp>
        <p:cxnSp>
          <p:nvCxnSpPr>
            <p:cNvPr id="248" name="직선 연결선 247">
              <a:extLst>
                <a:ext uri="{FF2B5EF4-FFF2-40B4-BE49-F238E27FC236}">
                  <a16:creationId xmlns:a16="http://schemas.microsoft.com/office/drawing/2014/main" id="{B32C67B3-B357-40F4-AFA4-1D7EC8844541}"/>
                </a:ext>
              </a:extLst>
            </p:cNvPr>
            <p:cNvCxnSpPr>
              <a:cxnSpLocks/>
            </p:cNvCxnSpPr>
            <p:nvPr/>
          </p:nvCxnSpPr>
          <p:spPr>
            <a:xfrm>
              <a:off x="-535055" y="7348935"/>
              <a:ext cx="9562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9" name="직사각형 248">
                  <a:extLst>
                    <a:ext uri="{FF2B5EF4-FFF2-40B4-BE49-F238E27FC236}">
                      <a16:creationId xmlns:a16="http://schemas.microsoft.com/office/drawing/2014/main" id="{EFA8CA17-D257-4620-8EB5-3586EF9A2B52}"/>
                    </a:ext>
                  </a:extLst>
                </p:cNvPr>
                <p:cNvSpPr/>
                <p:nvPr/>
              </p:nvSpPr>
              <p:spPr>
                <a:xfrm>
                  <a:off x="-495301" y="5712818"/>
                  <a:ext cx="1624953" cy="1443387"/>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2D Spatial autocorrelation function of intensity profiles,</a:t>
                  </a:r>
                </a:p>
                <a:p>
                  <a:pPr algn="ctr" latinLnBrk="0">
                    <a:lnSpc>
                      <a:spcPct val="115000"/>
                    </a:lnSpc>
                  </a:pPr>
                  <a14:m>
                    <m:oMathPara xmlns:m="http://schemas.openxmlformats.org/officeDocument/2006/math">
                      <m:oMathParaPr>
                        <m:jc m:val="centerGroup"/>
                      </m:oMathParaPr>
                      <m:oMath xmlns:m="http://schemas.openxmlformats.org/officeDocument/2006/math">
                        <m:r>
                          <a:rPr lang="en-US" altLang="ko-KR" sz="675" i="1" kern="100">
                            <a:latin typeface="Cambria Math" panose="02040503050406030204" pitchFamily="18" charset="0"/>
                            <a:cs typeface="Arial" panose="020B0604020202020204" pitchFamily="34" charset="0"/>
                          </a:rPr>
                          <m:t>𝐶</m:t>
                        </m:r>
                        <m:d>
                          <m:dPr>
                            <m:ctrlPr>
                              <a:rPr lang="en-US" altLang="ko-KR" sz="675" i="1" kern="100">
                                <a:latin typeface="Cambria Math" panose="02040503050406030204" pitchFamily="18" charset="0"/>
                                <a:cs typeface="Arial" panose="020B0604020202020204" pitchFamily="34" charset="0"/>
                              </a:rPr>
                            </m:ctrlPr>
                          </m:dPr>
                          <m:e>
                            <m:r>
                              <m:rPr>
                                <m:sty m:val="p"/>
                              </m:rPr>
                              <a:rPr lang="en-US" altLang="ko-KR" sz="675" kern="100">
                                <a:latin typeface="Cambria Math" panose="02040503050406030204" pitchFamily="18" charset="0"/>
                                <a:cs typeface="Arial" panose="020B0604020202020204" pitchFamily="34" charset="0"/>
                              </a:rPr>
                              <m:t>Δ</m:t>
                            </m:r>
                            <m:r>
                              <a:rPr lang="en-US" altLang="ko-KR" sz="675" i="1" kern="100">
                                <a:latin typeface="Cambria Math" panose="02040503050406030204" pitchFamily="18" charset="0"/>
                                <a:cs typeface="Arial" panose="020B0604020202020204" pitchFamily="34" charset="0"/>
                              </a:rPr>
                              <m:t>𝑟</m:t>
                            </m:r>
                          </m:e>
                        </m:d>
                        <m:r>
                          <a:rPr lang="en-US" altLang="ko-KR" sz="675" i="1" kern="100">
                            <a:latin typeface="Cambria Math" panose="02040503050406030204" pitchFamily="18" charset="0"/>
                            <a:cs typeface="Arial" panose="020B0604020202020204" pitchFamily="34" charset="0"/>
                          </a:rPr>
                          <m:t>=</m:t>
                        </m:r>
                        <m:sSub>
                          <m:sSubPr>
                            <m:ctrlPr>
                              <a:rPr lang="en-US" altLang="ko-KR" sz="675" i="1" kern="100">
                                <a:latin typeface="Cambria Math" panose="02040503050406030204" pitchFamily="18" charset="0"/>
                                <a:cs typeface="Arial" panose="020B0604020202020204" pitchFamily="34" charset="0"/>
                              </a:rPr>
                            </m:ctrlPr>
                          </m:sSubPr>
                          <m:e>
                            <m:d>
                              <m:dPr>
                                <m:begChr m:val="⟨"/>
                                <m:endChr m:val="⟩"/>
                                <m:ctrlPr>
                                  <a:rPr lang="en-US" altLang="ko-KR" sz="675" i="1" kern="100">
                                    <a:latin typeface="Cambria Math" panose="02040503050406030204" pitchFamily="18" charset="0"/>
                                    <a:cs typeface="Arial" panose="020B0604020202020204" pitchFamily="34" charset="0"/>
                                  </a:rPr>
                                </m:ctrlPr>
                              </m:dPr>
                              <m:e>
                                <m:r>
                                  <a:rPr lang="en-US" altLang="ko-KR" sz="675" i="1" kern="100">
                                    <a:latin typeface="Cambria Math" panose="02040503050406030204" pitchFamily="18" charset="0"/>
                                    <a:cs typeface="Arial" panose="020B0604020202020204" pitchFamily="34" charset="0"/>
                                  </a:rPr>
                                  <m:t>𝐼</m:t>
                                </m:r>
                                <m:r>
                                  <a:rPr lang="en-US" altLang="ko-KR" sz="675" i="1" kern="100">
                                    <a:latin typeface="Cambria Math" panose="02040503050406030204" pitchFamily="18" charset="0"/>
                                    <a:cs typeface="Arial" panose="020B0604020202020204" pitchFamily="34" charset="0"/>
                                  </a:rPr>
                                  <m:t>(</m:t>
                                </m:r>
                                <m:sSub>
                                  <m:sSubPr>
                                    <m:ctrlPr>
                                      <a:rPr lang="en-US" altLang="ko-KR" sz="675" i="1" kern="100">
                                        <a:latin typeface="Cambria Math" panose="02040503050406030204" pitchFamily="18" charset="0"/>
                                        <a:cs typeface="Arial" panose="020B0604020202020204" pitchFamily="34" charset="0"/>
                                      </a:rPr>
                                    </m:ctrlPr>
                                  </m:sSubPr>
                                  <m:e>
                                    <m:r>
                                      <a:rPr lang="en-US" altLang="ko-KR" sz="675" b="1" i="1" kern="100">
                                        <a:latin typeface="Cambria Math" panose="02040503050406030204" pitchFamily="18" charset="0"/>
                                        <a:cs typeface="Arial" panose="020B0604020202020204" pitchFamily="34" charset="0"/>
                                      </a:rPr>
                                      <m:t>𝒓</m:t>
                                    </m:r>
                                  </m:e>
                                  <m:sub>
                                    <m:r>
                                      <a:rPr lang="en-US" altLang="ko-KR" sz="675" i="1" kern="100">
                                        <a:latin typeface="Cambria Math" panose="02040503050406030204" pitchFamily="18" charset="0"/>
                                        <a:cs typeface="Arial" panose="020B0604020202020204" pitchFamily="34" charset="0"/>
                                      </a:rPr>
                                      <m:t>0</m:t>
                                    </m:r>
                                  </m:sub>
                                </m:sSub>
                                <m:r>
                                  <a:rPr lang="en-US" altLang="ko-KR" sz="675" i="1" kern="100">
                                    <a:latin typeface="Cambria Math" panose="02040503050406030204" pitchFamily="18" charset="0"/>
                                    <a:cs typeface="Arial" panose="020B0604020202020204" pitchFamily="34" charset="0"/>
                                  </a:rPr>
                                  <m:t>+</m:t>
                                </m:r>
                                <m:r>
                                  <m:rPr>
                                    <m:sty m:val="p"/>
                                  </m:rPr>
                                  <a:rPr lang="en-US" altLang="ko-KR" sz="675" kern="100">
                                    <a:latin typeface="Cambria Math" panose="02040503050406030204" pitchFamily="18" charset="0"/>
                                    <a:cs typeface="Arial" panose="020B0604020202020204" pitchFamily="34" charset="0"/>
                                  </a:rPr>
                                  <m:t>Δ</m:t>
                                </m:r>
                                <m:r>
                                  <a:rPr lang="en-US" altLang="ko-KR" sz="675" b="1" i="1" kern="100">
                                    <a:latin typeface="Cambria Math" panose="02040503050406030204" pitchFamily="18" charset="0"/>
                                    <a:cs typeface="Arial" panose="020B0604020202020204" pitchFamily="34" charset="0"/>
                                  </a:rPr>
                                  <m:t>𝒓</m:t>
                                </m:r>
                                <m:r>
                                  <a:rPr lang="en-US" altLang="ko-KR" sz="675" i="1" kern="100">
                                    <a:latin typeface="Cambria Math" panose="02040503050406030204" pitchFamily="18" charset="0"/>
                                    <a:cs typeface="Arial" panose="020B0604020202020204" pitchFamily="34" charset="0"/>
                                  </a:rPr>
                                  <m:t>)</m:t>
                                </m:r>
                                <m:r>
                                  <a:rPr lang="en-US" altLang="ko-KR" sz="675" i="1" kern="100">
                                    <a:latin typeface="Cambria Math" panose="02040503050406030204" pitchFamily="18" charset="0"/>
                                    <a:cs typeface="Arial" panose="020B0604020202020204" pitchFamily="34" charset="0"/>
                                  </a:rPr>
                                  <m:t>𝐼</m:t>
                                </m:r>
                                <m:r>
                                  <a:rPr lang="en-US" altLang="ko-KR" sz="675" i="1" kern="100">
                                    <a:latin typeface="Cambria Math" panose="02040503050406030204" pitchFamily="18" charset="0"/>
                                    <a:cs typeface="Arial" panose="020B0604020202020204" pitchFamily="34" charset="0"/>
                                  </a:rPr>
                                  <m:t>(</m:t>
                                </m:r>
                                <m:sSub>
                                  <m:sSubPr>
                                    <m:ctrlPr>
                                      <a:rPr lang="en-US" altLang="ko-KR" sz="675" b="1" i="1" kern="100">
                                        <a:latin typeface="Cambria Math" panose="02040503050406030204" pitchFamily="18" charset="0"/>
                                        <a:cs typeface="Arial" panose="020B0604020202020204" pitchFamily="34" charset="0"/>
                                      </a:rPr>
                                    </m:ctrlPr>
                                  </m:sSubPr>
                                  <m:e>
                                    <m:r>
                                      <a:rPr lang="en-US" altLang="ko-KR" sz="675" b="1" i="1" kern="100">
                                        <a:latin typeface="Cambria Math" panose="02040503050406030204" pitchFamily="18" charset="0"/>
                                        <a:cs typeface="Arial" panose="020B0604020202020204" pitchFamily="34" charset="0"/>
                                      </a:rPr>
                                      <m:t>𝒓</m:t>
                                    </m:r>
                                  </m:e>
                                  <m:sub>
                                    <m:r>
                                      <a:rPr lang="en-US" altLang="ko-KR" sz="675" b="1" i="1" kern="100">
                                        <a:latin typeface="Cambria Math" panose="02040503050406030204" pitchFamily="18" charset="0"/>
                                        <a:cs typeface="Arial" panose="020B0604020202020204" pitchFamily="34" charset="0"/>
                                      </a:rPr>
                                      <m:t>𝟎</m:t>
                                    </m:r>
                                  </m:sub>
                                </m:sSub>
                                <m:r>
                                  <a:rPr lang="en-US" altLang="ko-KR" sz="675" i="1" kern="100">
                                    <a:latin typeface="Cambria Math" panose="02040503050406030204" pitchFamily="18" charset="0"/>
                                    <a:cs typeface="Arial" panose="020B0604020202020204" pitchFamily="34" charset="0"/>
                                  </a:rPr>
                                  <m:t>)</m:t>
                                </m:r>
                              </m:e>
                            </m:d>
                          </m:e>
                          <m:sub>
                            <m:sSub>
                              <m:sSubPr>
                                <m:ctrlPr>
                                  <a:rPr lang="en-US" altLang="ko-KR" sz="675" b="1" i="1" kern="100">
                                    <a:latin typeface="Cambria Math" panose="02040503050406030204" pitchFamily="18" charset="0"/>
                                    <a:cs typeface="Arial" panose="020B0604020202020204" pitchFamily="34" charset="0"/>
                                  </a:rPr>
                                </m:ctrlPr>
                              </m:sSubPr>
                              <m:e>
                                <m:r>
                                  <a:rPr lang="en-US" altLang="ko-KR" sz="675" b="1" i="1" kern="100">
                                    <a:latin typeface="Cambria Math" panose="02040503050406030204" pitchFamily="18" charset="0"/>
                                    <a:cs typeface="Arial" panose="020B0604020202020204" pitchFamily="34" charset="0"/>
                                  </a:rPr>
                                  <m:t>𝒓</m:t>
                                </m:r>
                              </m:e>
                              <m:sub>
                                <m:r>
                                  <a:rPr lang="en-US" altLang="ko-KR" sz="675" b="1" i="1" kern="100">
                                    <a:latin typeface="Cambria Math" panose="02040503050406030204" pitchFamily="18" charset="0"/>
                                    <a:cs typeface="Arial" panose="020B0604020202020204" pitchFamily="34" charset="0"/>
                                  </a:rPr>
                                  <m:t>𝟎</m:t>
                                </m:r>
                              </m:sub>
                            </m:sSub>
                          </m:sub>
                        </m:sSub>
                      </m:oMath>
                    </m:oMathPara>
                  </a14:m>
                  <a:endParaRPr lang="ko-KR" altLang="ko-KR" sz="675" kern="100" dirty="0">
                    <a:latin typeface="Arial" panose="020B0604020202020204" pitchFamily="34" charset="0"/>
                    <a:cs typeface="Arial" panose="020B0604020202020204" pitchFamily="34" charset="0"/>
                  </a:endParaRPr>
                </a:p>
              </p:txBody>
            </p:sp>
          </mc:Choice>
          <mc:Fallback xmlns="">
            <p:sp>
              <p:nvSpPr>
                <p:cNvPr id="249" name="직사각형 248">
                  <a:extLst>
                    <a:ext uri="{FF2B5EF4-FFF2-40B4-BE49-F238E27FC236}">
                      <a16:creationId xmlns:a16="http://schemas.microsoft.com/office/drawing/2014/main" id="{EFA8CA17-D257-4620-8EB5-3586EF9A2B52}"/>
                    </a:ext>
                  </a:extLst>
                </p:cNvPr>
                <p:cNvSpPr>
                  <a:spLocks noRot="1" noChangeAspect="1" noMove="1" noResize="1" noEditPoints="1" noAdjustHandles="1" noChangeArrowheads="1" noChangeShapeType="1" noTextEdit="1"/>
                </p:cNvSpPr>
                <p:nvPr/>
              </p:nvSpPr>
              <p:spPr>
                <a:xfrm>
                  <a:off x="-495301" y="5712818"/>
                  <a:ext cx="1624953" cy="1443387"/>
                </a:xfrm>
                <a:prstGeom prst="rect">
                  <a:avLst/>
                </a:prstGeom>
                <a:blipFill>
                  <a:blip r:embed="rId4"/>
                  <a:stretch>
                    <a:fillRect/>
                  </a:stretch>
                </a:blipFill>
              </p:spPr>
              <p:txBody>
                <a:bodyPr/>
                <a:lstStyle/>
                <a:p>
                  <a:r>
                    <a:rPr lang="ko-KR" altLang="en-US">
                      <a:noFill/>
                    </a:rPr>
                    <a:t> </a:t>
                  </a:r>
                </a:p>
              </p:txBody>
            </p:sp>
          </mc:Fallback>
        </mc:AlternateContent>
        <p:cxnSp>
          <p:nvCxnSpPr>
            <p:cNvPr id="250" name="직선 연결선 249">
              <a:extLst>
                <a:ext uri="{FF2B5EF4-FFF2-40B4-BE49-F238E27FC236}">
                  <a16:creationId xmlns:a16="http://schemas.microsoft.com/office/drawing/2014/main" id="{0F66FC77-85B7-4273-B4A8-C65130AF38EF}"/>
                </a:ext>
              </a:extLst>
            </p:cNvPr>
            <p:cNvCxnSpPr>
              <a:cxnSpLocks/>
            </p:cNvCxnSpPr>
            <p:nvPr/>
          </p:nvCxnSpPr>
          <p:spPr>
            <a:xfrm>
              <a:off x="-535055" y="8312865"/>
              <a:ext cx="9562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1" name="직사각형 250">
                  <a:extLst>
                    <a:ext uri="{FF2B5EF4-FFF2-40B4-BE49-F238E27FC236}">
                      <a16:creationId xmlns:a16="http://schemas.microsoft.com/office/drawing/2014/main" id="{3CF16E43-EA94-4650-9946-4EA3134FE18A}"/>
                    </a:ext>
                  </a:extLst>
                </p:cNvPr>
                <p:cNvSpPr/>
                <p:nvPr/>
              </p:nvSpPr>
              <p:spPr>
                <a:xfrm>
                  <a:off x="-607482" y="7451666"/>
                  <a:ext cx="1931717" cy="780641"/>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Speckle grain size</a:t>
                  </a:r>
                  <a:endParaRPr lang="ko-KR" altLang="ko-KR" sz="1050" kern="100" dirty="0">
                    <a:latin typeface="Arial" panose="020B0604020202020204" pitchFamily="34" charset="0"/>
                    <a:cs typeface="Arial" panose="020B0604020202020204" pitchFamily="34" charset="0"/>
                  </a:endParaRPr>
                </a:p>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 </a:t>
                  </a:r>
                  <a:r>
                    <a:rPr lang="en-US" altLang="ko-KR" sz="750" kern="0" dirty="0">
                      <a:solidFill>
                        <a:srgbClr val="000000"/>
                      </a:solidFill>
                      <a:latin typeface="Arial" panose="020B0604020202020204" pitchFamily="34" charset="0"/>
                      <a:cs typeface="Arial" panose="020B0604020202020204" pitchFamily="34" charset="0"/>
                    </a:rPr>
                    <a:t>(Gaussian fitted FWHM of autocorrelation function </a:t>
                  </a:r>
                  <a14:m>
                    <m:oMath xmlns:m="http://schemas.openxmlformats.org/officeDocument/2006/math">
                      <m:r>
                        <a:rPr lang="en-US" altLang="ko-KR" sz="750" i="1" kern="100">
                          <a:latin typeface="Cambria Math" panose="02040503050406030204" pitchFamily="18" charset="0"/>
                          <a:cs typeface="Arial" panose="020B0604020202020204" pitchFamily="34" charset="0"/>
                        </a:rPr>
                        <m:t>𝐶</m:t>
                      </m:r>
                      <m:d>
                        <m:dPr>
                          <m:ctrlPr>
                            <a:rPr lang="en-US" altLang="ko-KR" sz="750" i="1" kern="100">
                              <a:latin typeface="Cambria Math" panose="02040503050406030204" pitchFamily="18" charset="0"/>
                              <a:cs typeface="Arial" panose="020B0604020202020204" pitchFamily="34" charset="0"/>
                            </a:rPr>
                          </m:ctrlPr>
                        </m:dPr>
                        <m:e>
                          <m:r>
                            <m:rPr>
                              <m:sty m:val="p"/>
                            </m:rPr>
                            <a:rPr lang="en-US" altLang="ko-KR" sz="750" kern="100">
                              <a:latin typeface="Cambria Math" panose="02040503050406030204" pitchFamily="18" charset="0"/>
                              <a:cs typeface="Arial" panose="020B0604020202020204" pitchFamily="34" charset="0"/>
                            </a:rPr>
                            <m:t>Δ</m:t>
                          </m:r>
                          <m:r>
                            <a:rPr lang="en-US" altLang="ko-KR" sz="750" i="1" kern="100">
                              <a:latin typeface="Cambria Math" panose="02040503050406030204" pitchFamily="18" charset="0"/>
                              <a:cs typeface="Arial" panose="020B0604020202020204" pitchFamily="34" charset="0"/>
                            </a:rPr>
                            <m:t>𝑟</m:t>
                          </m:r>
                        </m:e>
                      </m:d>
                    </m:oMath>
                  </a14:m>
                  <a:r>
                    <a:rPr lang="en-US" altLang="ko-KR" sz="750" kern="0" dirty="0">
                      <a:solidFill>
                        <a:srgbClr val="000000"/>
                      </a:solidFill>
                      <a:latin typeface="Arial" panose="020B0604020202020204" pitchFamily="34" charset="0"/>
                      <a:cs typeface="Arial" panose="020B0604020202020204" pitchFamily="34" charset="0"/>
                    </a:rPr>
                    <a:t>)</a:t>
                  </a:r>
                  <a:endParaRPr lang="ko-KR" altLang="ko-KR" sz="1050" kern="100" dirty="0">
                    <a:latin typeface="Arial" panose="020B0604020202020204" pitchFamily="34" charset="0"/>
                    <a:cs typeface="Arial" panose="020B0604020202020204" pitchFamily="34" charset="0"/>
                  </a:endParaRPr>
                </a:p>
              </p:txBody>
            </p:sp>
          </mc:Choice>
          <mc:Fallback xmlns="">
            <p:sp>
              <p:nvSpPr>
                <p:cNvPr id="251" name="직사각형 250">
                  <a:extLst>
                    <a:ext uri="{FF2B5EF4-FFF2-40B4-BE49-F238E27FC236}">
                      <a16:creationId xmlns:a16="http://schemas.microsoft.com/office/drawing/2014/main" id="{3CF16E43-EA94-4650-9946-4EA3134FE18A}"/>
                    </a:ext>
                  </a:extLst>
                </p:cNvPr>
                <p:cNvSpPr>
                  <a:spLocks noRot="1" noChangeAspect="1" noMove="1" noResize="1" noEditPoints="1" noAdjustHandles="1" noChangeArrowheads="1" noChangeShapeType="1" noTextEdit="1"/>
                </p:cNvSpPr>
                <p:nvPr/>
              </p:nvSpPr>
              <p:spPr>
                <a:xfrm>
                  <a:off x="-607482" y="7451666"/>
                  <a:ext cx="1931717" cy="780641"/>
                </a:xfrm>
                <a:prstGeom prst="rect">
                  <a:avLst/>
                </a:prstGeom>
                <a:blipFill>
                  <a:blip r:embed="rId5"/>
                  <a:stretch>
                    <a:fillRect b="-2083"/>
                  </a:stretch>
                </a:blipFill>
              </p:spPr>
              <p:txBody>
                <a:bodyPr/>
                <a:lstStyle/>
                <a:p>
                  <a:r>
                    <a:rPr lang="ko-KR" altLang="en-US">
                      <a:noFill/>
                    </a:rPr>
                    <a:t> </a:t>
                  </a:r>
                </a:p>
              </p:txBody>
            </p:sp>
          </mc:Fallback>
        </mc:AlternateContent>
        <p:pic>
          <p:nvPicPr>
            <p:cNvPr id="2054" name="Picture 6">
              <a:extLst>
                <a:ext uri="{FF2B5EF4-FFF2-40B4-BE49-F238E27FC236}">
                  <a16:creationId xmlns:a16="http://schemas.microsoft.com/office/drawing/2014/main" id="{A729ADDC-8A63-4B34-91E2-8C34956162B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36639" y="1473765"/>
              <a:ext cx="1660220" cy="166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 name="직사각형 348">
              <a:extLst>
                <a:ext uri="{FF2B5EF4-FFF2-40B4-BE49-F238E27FC236}">
                  <a16:creationId xmlns:a16="http://schemas.microsoft.com/office/drawing/2014/main" id="{3D5C635F-95CB-46E3-A189-B0AB20706567}"/>
                </a:ext>
              </a:extLst>
            </p:cNvPr>
            <p:cNvSpPr/>
            <p:nvPr/>
          </p:nvSpPr>
          <p:spPr>
            <a:xfrm>
              <a:off x="2323194" y="2748928"/>
              <a:ext cx="1132996" cy="349840"/>
            </a:xfrm>
            <a:prstGeom prst="rect">
              <a:avLst/>
            </a:prstGeom>
          </p:spPr>
          <p:txBody>
            <a:bodyPr wrap="square">
              <a:spAutoFit/>
            </a:bodyPr>
            <a:lstStyle/>
            <a:p>
              <a:pPr algn="ctr" latinLnBrk="0">
                <a:lnSpc>
                  <a:spcPct val="115000"/>
                </a:lnSpc>
              </a:pPr>
              <a:r>
                <a:rPr lang="en-US" altLang="ko-KR" sz="1050" kern="0" dirty="0">
                  <a:solidFill>
                    <a:schemeClr val="bg1"/>
                  </a:solidFill>
                  <a:latin typeface="Arial" panose="020B0604020202020204" pitchFamily="34" charset="0"/>
                  <a:cs typeface="Arial" panose="020B0604020202020204" pitchFamily="34" charset="0"/>
                </a:rPr>
                <a:t>1 um</a:t>
              </a:r>
              <a:endParaRPr lang="ko-KR" altLang="ko-KR" sz="1050" kern="100" dirty="0">
                <a:solidFill>
                  <a:schemeClr val="bg1"/>
                </a:solidFill>
                <a:latin typeface="Arial" panose="020B0604020202020204" pitchFamily="34" charset="0"/>
                <a:cs typeface="Arial" panose="020B0604020202020204" pitchFamily="34" charset="0"/>
              </a:endParaRPr>
            </a:p>
          </p:txBody>
        </p:sp>
        <p:cxnSp>
          <p:nvCxnSpPr>
            <p:cNvPr id="220" name="직선 연결선 219">
              <a:extLst>
                <a:ext uri="{FF2B5EF4-FFF2-40B4-BE49-F238E27FC236}">
                  <a16:creationId xmlns:a16="http://schemas.microsoft.com/office/drawing/2014/main" id="{672EDDE5-4E72-4C87-B9B2-D9606653D76B}"/>
                </a:ext>
              </a:extLst>
            </p:cNvPr>
            <p:cNvCxnSpPr/>
            <p:nvPr/>
          </p:nvCxnSpPr>
          <p:spPr>
            <a:xfrm>
              <a:off x="2548818" y="3054915"/>
              <a:ext cx="6912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270" name="그림 269">
              <a:extLst>
                <a:ext uri="{FF2B5EF4-FFF2-40B4-BE49-F238E27FC236}">
                  <a16:creationId xmlns:a16="http://schemas.microsoft.com/office/drawing/2014/main" id="{6A98AD0D-A80B-4661-9F8E-8D8A96D891BB}"/>
                </a:ext>
              </a:extLst>
            </p:cNvPr>
            <p:cNvPicPr>
              <a:picLocks noChangeAspect="1"/>
            </p:cNvPicPr>
            <p:nvPr/>
          </p:nvPicPr>
          <p:blipFill rotWithShape="1">
            <a:blip r:embed="rId7"/>
            <a:srcRect l="4753" t="5978" r="4680" b="3309"/>
            <a:stretch/>
          </p:blipFill>
          <p:spPr>
            <a:xfrm>
              <a:off x="1256824" y="5454482"/>
              <a:ext cx="2209126" cy="1866951"/>
            </a:xfrm>
            <a:prstGeom prst="rect">
              <a:avLst/>
            </a:prstGeom>
          </p:spPr>
        </p:pic>
        <p:sp>
          <p:nvSpPr>
            <p:cNvPr id="514" name="직사각형 513">
              <a:extLst>
                <a:ext uri="{FF2B5EF4-FFF2-40B4-BE49-F238E27FC236}">
                  <a16:creationId xmlns:a16="http://schemas.microsoft.com/office/drawing/2014/main" id="{E8B789B4-6E3D-4853-912E-4002296B8973}"/>
                </a:ext>
              </a:extLst>
            </p:cNvPr>
            <p:cNvSpPr/>
            <p:nvPr/>
          </p:nvSpPr>
          <p:spPr>
            <a:xfrm>
              <a:off x="1530351" y="7683170"/>
              <a:ext cx="1699035" cy="349840"/>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154.6 nm</a:t>
              </a:r>
              <a:endParaRPr lang="ko-KR" altLang="ko-KR" sz="1050" kern="100" dirty="0">
                <a:latin typeface="Arial" panose="020B0604020202020204" pitchFamily="34" charset="0"/>
                <a:cs typeface="Arial" panose="020B0604020202020204" pitchFamily="34" charset="0"/>
              </a:endParaRPr>
            </a:p>
          </p:txBody>
        </p:sp>
        <p:pic>
          <p:nvPicPr>
            <p:cNvPr id="2244" name="Picture 196">
              <a:extLst>
                <a:ext uri="{FF2B5EF4-FFF2-40B4-BE49-F238E27FC236}">
                  <a16:creationId xmlns:a16="http://schemas.microsoft.com/office/drawing/2014/main" id="{DDB8A04D-2C7B-48EC-8036-EC4C9837E7D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64460" y="1470476"/>
              <a:ext cx="1660220" cy="166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 name="직사각형 552">
              <a:extLst>
                <a:ext uri="{FF2B5EF4-FFF2-40B4-BE49-F238E27FC236}">
                  <a16:creationId xmlns:a16="http://schemas.microsoft.com/office/drawing/2014/main" id="{9904D0F5-E69B-4325-AB6E-B6ECDFBBAE1A}"/>
                </a:ext>
              </a:extLst>
            </p:cNvPr>
            <p:cNvSpPr/>
            <p:nvPr/>
          </p:nvSpPr>
          <p:spPr>
            <a:xfrm>
              <a:off x="4938583" y="2758353"/>
              <a:ext cx="1132996" cy="349840"/>
            </a:xfrm>
            <a:prstGeom prst="rect">
              <a:avLst/>
            </a:prstGeom>
          </p:spPr>
          <p:txBody>
            <a:bodyPr wrap="square">
              <a:spAutoFit/>
            </a:bodyPr>
            <a:lstStyle/>
            <a:p>
              <a:pPr algn="ctr" latinLnBrk="0">
                <a:lnSpc>
                  <a:spcPct val="115000"/>
                </a:lnSpc>
              </a:pPr>
              <a:r>
                <a:rPr lang="en-US" altLang="ko-KR" sz="1050" kern="0" dirty="0">
                  <a:solidFill>
                    <a:schemeClr val="bg1"/>
                  </a:solidFill>
                  <a:latin typeface="Arial" panose="020B0604020202020204" pitchFamily="34" charset="0"/>
                  <a:cs typeface="Arial" panose="020B0604020202020204" pitchFamily="34" charset="0"/>
                </a:rPr>
                <a:t>1 um</a:t>
              </a:r>
              <a:endParaRPr lang="ko-KR" altLang="ko-KR" sz="1050" kern="100" dirty="0">
                <a:solidFill>
                  <a:schemeClr val="bg1"/>
                </a:solidFill>
                <a:latin typeface="Arial" panose="020B0604020202020204" pitchFamily="34" charset="0"/>
                <a:cs typeface="Arial" panose="020B0604020202020204" pitchFamily="34" charset="0"/>
              </a:endParaRPr>
            </a:p>
          </p:txBody>
        </p:sp>
        <p:cxnSp>
          <p:nvCxnSpPr>
            <p:cNvPr id="554" name="직선 연결선 553">
              <a:extLst>
                <a:ext uri="{FF2B5EF4-FFF2-40B4-BE49-F238E27FC236}">
                  <a16:creationId xmlns:a16="http://schemas.microsoft.com/office/drawing/2014/main" id="{E29C96E7-7F77-43C0-9161-4857CB20A8B3}"/>
                </a:ext>
              </a:extLst>
            </p:cNvPr>
            <p:cNvCxnSpPr/>
            <p:nvPr/>
          </p:nvCxnSpPr>
          <p:spPr>
            <a:xfrm>
              <a:off x="5164207" y="3064340"/>
              <a:ext cx="6912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75" name="Rectangle 284">
              <a:extLst>
                <a:ext uri="{FF2B5EF4-FFF2-40B4-BE49-F238E27FC236}">
                  <a16:creationId xmlns:a16="http://schemas.microsoft.com/office/drawing/2014/main" id="{E5CE56FE-090F-4F9C-81AA-977714EDDDAE}"/>
                </a:ext>
              </a:extLst>
            </p:cNvPr>
            <p:cNvSpPr>
              <a:spLocks noChangeArrowheads="1"/>
            </p:cNvSpPr>
            <p:nvPr/>
          </p:nvSpPr>
          <p:spPr bwMode="auto">
            <a:xfrm>
              <a:off x="4061827" y="3304895"/>
              <a:ext cx="2131299" cy="16856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376" name="Line 285">
              <a:extLst>
                <a:ext uri="{FF2B5EF4-FFF2-40B4-BE49-F238E27FC236}">
                  <a16:creationId xmlns:a16="http://schemas.microsoft.com/office/drawing/2014/main" id="{C1F68D69-EDE8-48C9-A0D2-EE4FF34762CF}"/>
                </a:ext>
              </a:extLst>
            </p:cNvPr>
            <p:cNvSpPr>
              <a:spLocks noChangeShapeType="1"/>
            </p:cNvSpPr>
            <p:nvPr/>
          </p:nvSpPr>
          <p:spPr bwMode="auto">
            <a:xfrm>
              <a:off x="4061827" y="4990559"/>
              <a:ext cx="2131299"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377" name="Freeform 286">
              <a:extLst>
                <a:ext uri="{FF2B5EF4-FFF2-40B4-BE49-F238E27FC236}">
                  <a16:creationId xmlns:a16="http://schemas.microsoft.com/office/drawing/2014/main" id="{7162986F-8E05-4EAB-8BFB-00FDFFEAC91C}"/>
                </a:ext>
              </a:extLst>
            </p:cNvPr>
            <p:cNvSpPr>
              <a:spLocks noEditPoints="1"/>
            </p:cNvSpPr>
            <p:nvPr/>
          </p:nvSpPr>
          <p:spPr bwMode="auto">
            <a:xfrm>
              <a:off x="4126411" y="3417918"/>
              <a:ext cx="2002130" cy="1572641"/>
            </a:xfrm>
            <a:custGeom>
              <a:avLst/>
              <a:gdLst>
                <a:gd name="T0" fmla="*/ 40 w 1240"/>
                <a:gd name="T1" fmla="*/ 672 h 974"/>
                <a:gd name="T2" fmla="*/ 0 w 1240"/>
                <a:gd name="T3" fmla="*/ 974 h 974"/>
                <a:gd name="T4" fmla="*/ 90 w 1240"/>
                <a:gd name="T5" fmla="*/ 974 h 974"/>
                <a:gd name="T6" fmla="*/ 50 w 1240"/>
                <a:gd name="T7" fmla="*/ 119 h 974"/>
                <a:gd name="T8" fmla="*/ 90 w 1240"/>
                <a:gd name="T9" fmla="*/ 974 h 974"/>
                <a:gd name="T10" fmla="*/ 140 w 1240"/>
                <a:gd name="T11" fmla="*/ 19 h 974"/>
                <a:gd name="T12" fmla="*/ 100 w 1240"/>
                <a:gd name="T13" fmla="*/ 974 h 974"/>
                <a:gd name="T14" fmla="*/ 190 w 1240"/>
                <a:gd name="T15" fmla="*/ 974 h 974"/>
                <a:gd name="T16" fmla="*/ 150 w 1240"/>
                <a:gd name="T17" fmla="*/ 0 h 974"/>
                <a:gd name="T18" fmla="*/ 190 w 1240"/>
                <a:gd name="T19" fmla="*/ 974 h 974"/>
                <a:gd name="T20" fmla="*/ 240 w 1240"/>
                <a:gd name="T21" fmla="*/ 146 h 974"/>
                <a:gd name="T22" fmla="*/ 200 w 1240"/>
                <a:gd name="T23" fmla="*/ 974 h 974"/>
                <a:gd name="T24" fmla="*/ 290 w 1240"/>
                <a:gd name="T25" fmla="*/ 974 h 974"/>
                <a:gd name="T26" fmla="*/ 250 w 1240"/>
                <a:gd name="T27" fmla="*/ 336 h 974"/>
                <a:gd name="T28" fmla="*/ 290 w 1240"/>
                <a:gd name="T29" fmla="*/ 974 h 974"/>
                <a:gd name="T30" fmla="*/ 340 w 1240"/>
                <a:gd name="T31" fmla="*/ 475 h 974"/>
                <a:gd name="T32" fmla="*/ 300 w 1240"/>
                <a:gd name="T33" fmla="*/ 974 h 974"/>
                <a:gd name="T34" fmla="*/ 390 w 1240"/>
                <a:gd name="T35" fmla="*/ 974 h 974"/>
                <a:gd name="T36" fmla="*/ 350 w 1240"/>
                <a:gd name="T37" fmla="*/ 565 h 974"/>
                <a:gd name="T38" fmla="*/ 390 w 1240"/>
                <a:gd name="T39" fmla="*/ 974 h 974"/>
                <a:gd name="T40" fmla="*/ 440 w 1240"/>
                <a:gd name="T41" fmla="*/ 645 h 974"/>
                <a:gd name="T42" fmla="*/ 400 w 1240"/>
                <a:gd name="T43" fmla="*/ 974 h 974"/>
                <a:gd name="T44" fmla="*/ 490 w 1240"/>
                <a:gd name="T45" fmla="*/ 974 h 974"/>
                <a:gd name="T46" fmla="*/ 450 w 1240"/>
                <a:gd name="T47" fmla="*/ 740 h 974"/>
                <a:gd name="T48" fmla="*/ 490 w 1240"/>
                <a:gd name="T49" fmla="*/ 974 h 974"/>
                <a:gd name="T50" fmla="*/ 540 w 1240"/>
                <a:gd name="T51" fmla="*/ 756 h 974"/>
                <a:gd name="T52" fmla="*/ 500 w 1240"/>
                <a:gd name="T53" fmla="*/ 974 h 974"/>
                <a:gd name="T54" fmla="*/ 590 w 1240"/>
                <a:gd name="T55" fmla="*/ 974 h 974"/>
                <a:gd name="T56" fmla="*/ 550 w 1240"/>
                <a:gd name="T57" fmla="*/ 812 h 974"/>
                <a:gd name="T58" fmla="*/ 590 w 1240"/>
                <a:gd name="T59" fmla="*/ 974 h 974"/>
                <a:gd name="T60" fmla="*/ 640 w 1240"/>
                <a:gd name="T61" fmla="*/ 850 h 974"/>
                <a:gd name="T62" fmla="*/ 600 w 1240"/>
                <a:gd name="T63" fmla="*/ 974 h 974"/>
                <a:gd name="T64" fmla="*/ 690 w 1240"/>
                <a:gd name="T65" fmla="*/ 974 h 974"/>
                <a:gd name="T66" fmla="*/ 650 w 1240"/>
                <a:gd name="T67" fmla="*/ 871 h 974"/>
                <a:gd name="T68" fmla="*/ 690 w 1240"/>
                <a:gd name="T69" fmla="*/ 974 h 974"/>
                <a:gd name="T70" fmla="*/ 740 w 1240"/>
                <a:gd name="T71" fmla="*/ 904 h 974"/>
                <a:gd name="T72" fmla="*/ 700 w 1240"/>
                <a:gd name="T73" fmla="*/ 974 h 974"/>
                <a:gd name="T74" fmla="*/ 790 w 1240"/>
                <a:gd name="T75" fmla="*/ 974 h 974"/>
                <a:gd name="T76" fmla="*/ 750 w 1240"/>
                <a:gd name="T77" fmla="*/ 924 h 974"/>
                <a:gd name="T78" fmla="*/ 790 w 1240"/>
                <a:gd name="T79" fmla="*/ 974 h 974"/>
                <a:gd name="T80" fmla="*/ 840 w 1240"/>
                <a:gd name="T81" fmla="*/ 941 h 974"/>
                <a:gd name="T82" fmla="*/ 800 w 1240"/>
                <a:gd name="T83" fmla="*/ 974 h 974"/>
                <a:gd name="T84" fmla="*/ 890 w 1240"/>
                <a:gd name="T85" fmla="*/ 974 h 974"/>
                <a:gd name="T86" fmla="*/ 850 w 1240"/>
                <a:gd name="T87" fmla="*/ 955 h 974"/>
                <a:gd name="T88" fmla="*/ 890 w 1240"/>
                <a:gd name="T89" fmla="*/ 974 h 974"/>
                <a:gd name="T90" fmla="*/ 940 w 1240"/>
                <a:gd name="T91" fmla="*/ 958 h 974"/>
                <a:gd name="T92" fmla="*/ 900 w 1240"/>
                <a:gd name="T93" fmla="*/ 974 h 974"/>
                <a:gd name="T94" fmla="*/ 990 w 1240"/>
                <a:gd name="T95" fmla="*/ 974 h 974"/>
                <a:gd name="T96" fmla="*/ 950 w 1240"/>
                <a:gd name="T97" fmla="*/ 964 h 974"/>
                <a:gd name="T98" fmla="*/ 990 w 1240"/>
                <a:gd name="T99" fmla="*/ 974 h 974"/>
                <a:gd name="T100" fmla="*/ 1040 w 1240"/>
                <a:gd name="T101" fmla="*/ 966 h 974"/>
                <a:gd name="T102" fmla="*/ 1000 w 1240"/>
                <a:gd name="T103" fmla="*/ 974 h 974"/>
                <a:gd name="T104" fmla="*/ 1090 w 1240"/>
                <a:gd name="T105" fmla="*/ 974 h 974"/>
                <a:gd name="T106" fmla="*/ 1050 w 1240"/>
                <a:gd name="T107" fmla="*/ 969 h 974"/>
                <a:gd name="T108" fmla="*/ 1090 w 1240"/>
                <a:gd name="T109" fmla="*/ 974 h 974"/>
                <a:gd name="T110" fmla="*/ 1140 w 1240"/>
                <a:gd name="T111" fmla="*/ 970 h 974"/>
                <a:gd name="T112" fmla="*/ 1100 w 1240"/>
                <a:gd name="T113" fmla="*/ 974 h 974"/>
                <a:gd name="T114" fmla="*/ 1240 w 1240"/>
                <a:gd name="T115" fmla="*/ 974 h 974"/>
                <a:gd name="T116" fmla="*/ 1200 w 1240"/>
                <a:gd name="T117" fmla="*/ 971 h 974"/>
                <a:gd name="T118" fmla="*/ 1240 w 1240"/>
                <a:gd name="T119"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40" h="974">
                  <a:moveTo>
                    <a:pt x="40" y="974"/>
                  </a:moveTo>
                  <a:lnTo>
                    <a:pt x="40" y="672"/>
                  </a:lnTo>
                  <a:lnTo>
                    <a:pt x="0" y="672"/>
                  </a:lnTo>
                  <a:lnTo>
                    <a:pt x="0" y="974"/>
                  </a:lnTo>
                  <a:lnTo>
                    <a:pt x="40" y="974"/>
                  </a:lnTo>
                  <a:close/>
                  <a:moveTo>
                    <a:pt x="90" y="974"/>
                  </a:moveTo>
                  <a:lnTo>
                    <a:pt x="90" y="119"/>
                  </a:lnTo>
                  <a:lnTo>
                    <a:pt x="50" y="119"/>
                  </a:lnTo>
                  <a:lnTo>
                    <a:pt x="50" y="974"/>
                  </a:lnTo>
                  <a:lnTo>
                    <a:pt x="90" y="974"/>
                  </a:lnTo>
                  <a:close/>
                  <a:moveTo>
                    <a:pt x="140" y="974"/>
                  </a:moveTo>
                  <a:lnTo>
                    <a:pt x="140" y="19"/>
                  </a:lnTo>
                  <a:lnTo>
                    <a:pt x="100" y="19"/>
                  </a:lnTo>
                  <a:lnTo>
                    <a:pt x="100" y="974"/>
                  </a:lnTo>
                  <a:lnTo>
                    <a:pt x="140" y="974"/>
                  </a:lnTo>
                  <a:close/>
                  <a:moveTo>
                    <a:pt x="190" y="974"/>
                  </a:moveTo>
                  <a:lnTo>
                    <a:pt x="190" y="0"/>
                  </a:lnTo>
                  <a:lnTo>
                    <a:pt x="150" y="0"/>
                  </a:lnTo>
                  <a:lnTo>
                    <a:pt x="150" y="974"/>
                  </a:lnTo>
                  <a:lnTo>
                    <a:pt x="190" y="974"/>
                  </a:lnTo>
                  <a:close/>
                  <a:moveTo>
                    <a:pt x="240" y="974"/>
                  </a:moveTo>
                  <a:lnTo>
                    <a:pt x="240" y="146"/>
                  </a:lnTo>
                  <a:lnTo>
                    <a:pt x="200" y="146"/>
                  </a:lnTo>
                  <a:lnTo>
                    <a:pt x="200" y="974"/>
                  </a:lnTo>
                  <a:lnTo>
                    <a:pt x="240" y="974"/>
                  </a:lnTo>
                  <a:close/>
                  <a:moveTo>
                    <a:pt x="290" y="974"/>
                  </a:moveTo>
                  <a:lnTo>
                    <a:pt x="290" y="336"/>
                  </a:lnTo>
                  <a:lnTo>
                    <a:pt x="250" y="336"/>
                  </a:lnTo>
                  <a:lnTo>
                    <a:pt x="250" y="974"/>
                  </a:lnTo>
                  <a:lnTo>
                    <a:pt x="290" y="974"/>
                  </a:lnTo>
                  <a:close/>
                  <a:moveTo>
                    <a:pt x="340" y="974"/>
                  </a:moveTo>
                  <a:lnTo>
                    <a:pt x="340" y="475"/>
                  </a:lnTo>
                  <a:lnTo>
                    <a:pt x="300" y="475"/>
                  </a:lnTo>
                  <a:lnTo>
                    <a:pt x="300" y="974"/>
                  </a:lnTo>
                  <a:lnTo>
                    <a:pt x="340" y="974"/>
                  </a:lnTo>
                  <a:close/>
                  <a:moveTo>
                    <a:pt x="390" y="974"/>
                  </a:moveTo>
                  <a:lnTo>
                    <a:pt x="390" y="565"/>
                  </a:lnTo>
                  <a:lnTo>
                    <a:pt x="350" y="565"/>
                  </a:lnTo>
                  <a:lnTo>
                    <a:pt x="350" y="974"/>
                  </a:lnTo>
                  <a:lnTo>
                    <a:pt x="390" y="974"/>
                  </a:lnTo>
                  <a:close/>
                  <a:moveTo>
                    <a:pt x="440" y="974"/>
                  </a:moveTo>
                  <a:lnTo>
                    <a:pt x="440" y="645"/>
                  </a:lnTo>
                  <a:lnTo>
                    <a:pt x="400" y="645"/>
                  </a:lnTo>
                  <a:lnTo>
                    <a:pt x="400" y="974"/>
                  </a:lnTo>
                  <a:lnTo>
                    <a:pt x="440" y="974"/>
                  </a:lnTo>
                  <a:close/>
                  <a:moveTo>
                    <a:pt x="490" y="974"/>
                  </a:moveTo>
                  <a:lnTo>
                    <a:pt x="490" y="740"/>
                  </a:lnTo>
                  <a:lnTo>
                    <a:pt x="450" y="740"/>
                  </a:lnTo>
                  <a:lnTo>
                    <a:pt x="450" y="974"/>
                  </a:lnTo>
                  <a:lnTo>
                    <a:pt x="490" y="974"/>
                  </a:lnTo>
                  <a:close/>
                  <a:moveTo>
                    <a:pt x="540" y="974"/>
                  </a:moveTo>
                  <a:lnTo>
                    <a:pt x="540" y="756"/>
                  </a:lnTo>
                  <a:lnTo>
                    <a:pt x="500" y="756"/>
                  </a:lnTo>
                  <a:lnTo>
                    <a:pt x="500" y="974"/>
                  </a:lnTo>
                  <a:lnTo>
                    <a:pt x="540" y="974"/>
                  </a:lnTo>
                  <a:close/>
                  <a:moveTo>
                    <a:pt x="590" y="974"/>
                  </a:moveTo>
                  <a:lnTo>
                    <a:pt x="590" y="812"/>
                  </a:lnTo>
                  <a:lnTo>
                    <a:pt x="550" y="812"/>
                  </a:lnTo>
                  <a:lnTo>
                    <a:pt x="550" y="974"/>
                  </a:lnTo>
                  <a:lnTo>
                    <a:pt x="590" y="974"/>
                  </a:lnTo>
                  <a:close/>
                  <a:moveTo>
                    <a:pt x="640" y="974"/>
                  </a:moveTo>
                  <a:lnTo>
                    <a:pt x="640" y="850"/>
                  </a:lnTo>
                  <a:lnTo>
                    <a:pt x="600" y="850"/>
                  </a:lnTo>
                  <a:lnTo>
                    <a:pt x="600" y="974"/>
                  </a:lnTo>
                  <a:lnTo>
                    <a:pt x="640" y="974"/>
                  </a:lnTo>
                  <a:close/>
                  <a:moveTo>
                    <a:pt x="690" y="974"/>
                  </a:moveTo>
                  <a:lnTo>
                    <a:pt x="690" y="871"/>
                  </a:lnTo>
                  <a:lnTo>
                    <a:pt x="650" y="871"/>
                  </a:lnTo>
                  <a:lnTo>
                    <a:pt x="650" y="974"/>
                  </a:lnTo>
                  <a:lnTo>
                    <a:pt x="690" y="974"/>
                  </a:lnTo>
                  <a:close/>
                  <a:moveTo>
                    <a:pt x="740" y="974"/>
                  </a:moveTo>
                  <a:lnTo>
                    <a:pt x="740" y="904"/>
                  </a:lnTo>
                  <a:lnTo>
                    <a:pt x="700" y="904"/>
                  </a:lnTo>
                  <a:lnTo>
                    <a:pt x="700" y="974"/>
                  </a:lnTo>
                  <a:lnTo>
                    <a:pt x="740" y="974"/>
                  </a:lnTo>
                  <a:close/>
                  <a:moveTo>
                    <a:pt x="790" y="974"/>
                  </a:moveTo>
                  <a:lnTo>
                    <a:pt x="790" y="924"/>
                  </a:lnTo>
                  <a:lnTo>
                    <a:pt x="750" y="924"/>
                  </a:lnTo>
                  <a:lnTo>
                    <a:pt x="750" y="974"/>
                  </a:lnTo>
                  <a:lnTo>
                    <a:pt x="790" y="974"/>
                  </a:lnTo>
                  <a:close/>
                  <a:moveTo>
                    <a:pt x="840" y="974"/>
                  </a:moveTo>
                  <a:lnTo>
                    <a:pt x="840" y="941"/>
                  </a:lnTo>
                  <a:lnTo>
                    <a:pt x="800" y="941"/>
                  </a:lnTo>
                  <a:lnTo>
                    <a:pt x="800" y="974"/>
                  </a:lnTo>
                  <a:lnTo>
                    <a:pt x="840" y="974"/>
                  </a:lnTo>
                  <a:close/>
                  <a:moveTo>
                    <a:pt x="890" y="974"/>
                  </a:moveTo>
                  <a:lnTo>
                    <a:pt x="890" y="955"/>
                  </a:lnTo>
                  <a:lnTo>
                    <a:pt x="850" y="955"/>
                  </a:lnTo>
                  <a:lnTo>
                    <a:pt x="850" y="974"/>
                  </a:lnTo>
                  <a:lnTo>
                    <a:pt x="890" y="974"/>
                  </a:lnTo>
                  <a:close/>
                  <a:moveTo>
                    <a:pt x="940" y="974"/>
                  </a:moveTo>
                  <a:lnTo>
                    <a:pt x="940" y="958"/>
                  </a:lnTo>
                  <a:lnTo>
                    <a:pt x="900" y="958"/>
                  </a:lnTo>
                  <a:lnTo>
                    <a:pt x="900" y="974"/>
                  </a:lnTo>
                  <a:lnTo>
                    <a:pt x="940" y="974"/>
                  </a:lnTo>
                  <a:close/>
                  <a:moveTo>
                    <a:pt x="990" y="974"/>
                  </a:moveTo>
                  <a:lnTo>
                    <a:pt x="990" y="964"/>
                  </a:lnTo>
                  <a:lnTo>
                    <a:pt x="950" y="964"/>
                  </a:lnTo>
                  <a:lnTo>
                    <a:pt x="950" y="974"/>
                  </a:lnTo>
                  <a:lnTo>
                    <a:pt x="990" y="974"/>
                  </a:lnTo>
                  <a:close/>
                  <a:moveTo>
                    <a:pt x="1040" y="974"/>
                  </a:moveTo>
                  <a:lnTo>
                    <a:pt x="1040" y="966"/>
                  </a:lnTo>
                  <a:lnTo>
                    <a:pt x="1000" y="966"/>
                  </a:lnTo>
                  <a:lnTo>
                    <a:pt x="1000" y="974"/>
                  </a:lnTo>
                  <a:lnTo>
                    <a:pt x="1040" y="974"/>
                  </a:lnTo>
                  <a:close/>
                  <a:moveTo>
                    <a:pt x="1090" y="974"/>
                  </a:moveTo>
                  <a:lnTo>
                    <a:pt x="1090" y="969"/>
                  </a:lnTo>
                  <a:lnTo>
                    <a:pt x="1050" y="969"/>
                  </a:lnTo>
                  <a:lnTo>
                    <a:pt x="1050" y="974"/>
                  </a:lnTo>
                  <a:lnTo>
                    <a:pt x="1090" y="974"/>
                  </a:lnTo>
                  <a:close/>
                  <a:moveTo>
                    <a:pt x="1140" y="974"/>
                  </a:moveTo>
                  <a:lnTo>
                    <a:pt x="1140" y="970"/>
                  </a:lnTo>
                  <a:lnTo>
                    <a:pt x="1100" y="970"/>
                  </a:lnTo>
                  <a:lnTo>
                    <a:pt x="1100" y="974"/>
                  </a:lnTo>
                  <a:lnTo>
                    <a:pt x="1140" y="974"/>
                  </a:lnTo>
                  <a:close/>
                  <a:moveTo>
                    <a:pt x="1240" y="974"/>
                  </a:moveTo>
                  <a:lnTo>
                    <a:pt x="1240" y="971"/>
                  </a:lnTo>
                  <a:lnTo>
                    <a:pt x="1200" y="971"/>
                  </a:lnTo>
                  <a:lnTo>
                    <a:pt x="1200" y="974"/>
                  </a:lnTo>
                  <a:lnTo>
                    <a:pt x="1240" y="974"/>
                  </a:lnTo>
                  <a:close/>
                </a:path>
              </a:pathLst>
            </a:custGeom>
            <a:solidFill>
              <a:srgbClr val="007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378" name="Rectangle 287">
              <a:extLst>
                <a:ext uri="{FF2B5EF4-FFF2-40B4-BE49-F238E27FC236}">
                  <a16:creationId xmlns:a16="http://schemas.microsoft.com/office/drawing/2014/main" id="{A7D354FB-B0E0-4E68-811B-408BE119979D}"/>
                </a:ext>
              </a:extLst>
            </p:cNvPr>
            <p:cNvSpPr>
              <a:spLocks noChangeArrowheads="1"/>
            </p:cNvSpPr>
            <p:nvPr/>
          </p:nvSpPr>
          <p:spPr bwMode="auto">
            <a:xfrm>
              <a:off x="4126411" y="4502944"/>
              <a:ext cx="64585" cy="487616"/>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379" name="Rectangle 288">
              <a:extLst>
                <a:ext uri="{FF2B5EF4-FFF2-40B4-BE49-F238E27FC236}">
                  <a16:creationId xmlns:a16="http://schemas.microsoft.com/office/drawing/2014/main" id="{CA4F7B87-8C04-4C9B-B4CF-717306D813EA}"/>
                </a:ext>
              </a:extLst>
            </p:cNvPr>
            <p:cNvSpPr>
              <a:spLocks noChangeArrowheads="1"/>
            </p:cNvSpPr>
            <p:nvPr/>
          </p:nvSpPr>
          <p:spPr bwMode="auto">
            <a:xfrm>
              <a:off x="4207143" y="3610059"/>
              <a:ext cx="64585" cy="138050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380" name="Rectangle 289">
              <a:extLst>
                <a:ext uri="{FF2B5EF4-FFF2-40B4-BE49-F238E27FC236}">
                  <a16:creationId xmlns:a16="http://schemas.microsoft.com/office/drawing/2014/main" id="{B2872F4C-54C9-4956-91B8-819D26F1496E}"/>
                </a:ext>
              </a:extLst>
            </p:cNvPr>
            <p:cNvSpPr>
              <a:spLocks noChangeArrowheads="1"/>
            </p:cNvSpPr>
            <p:nvPr/>
          </p:nvSpPr>
          <p:spPr bwMode="auto">
            <a:xfrm>
              <a:off x="4287874" y="3448597"/>
              <a:ext cx="64585" cy="1541963"/>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381" name="Rectangle 290">
              <a:extLst>
                <a:ext uri="{FF2B5EF4-FFF2-40B4-BE49-F238E27FC236}">
                  <a16:creationId xmlns:a16="http://schemas.microsoft.com/office/drawing/2014/main" id="{ED4D3283-8147-4151-BD84-0F7D080EAEBD}"/>
                </a:ext>
              </a:extLst>
            </p:cNvPr>
            <p:cNvSpPr>
              <a:spLocks noChangeArrowheads="1"/>
            </p:cNvSpPr>
            <p:nvPr/>
          </p:nvSpPr>
          <p:spPr bwMode="auto">
            <a:xfrm>
              <a:off x="4368605" y="3417918"/>
              <a:ext cx="64585" cy="157264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382" name="Rectangle 291">
              <a:extLst>
                <a:ext uri="{FF2B5EF4-FFF2-40B4-BE49-F238E27FC236}">
                  <a16:creationId xmlns:a16="http://schemas.microsoft.com/office/drawing/2014/main" id="{C11D9B18-3C00-4B3B-9631-6A53D1237419}"/>
                </a:ext>
              </a:extLst>
            </p:cNvPr>
            <p:cNvSpPr>
              <a:spLocks noChangeArrowheads="1"/>
            </p:cNvSpPr>
            <p:nvPr/>
          </p:nvSpPr>
          <p:spPr bwMode="auto">
            <a:xfrm>
              <a:off x="4449336" y="3653653"/>
              <a:ext cx="64585" cy="1336906"/>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383" name="Rectangle 292">
              <a:extLst>
                <a:ext uri="{FF2B5EF4-FFF2-40B4-BE49-F238E27FC236}">
                  <a16:creationId xmlns:a16="http://schemas.microsoft.com/office/drawing/2014/main" id="{2E59567A-67A6-40C0-B90D-0D130494D694}"/>
                </a:ext>
              </a:extLst>
            </p:cNvPr>
            <p:cNvSpPr>
              <a:spLocks noChangeArrowheads="1"/>
            </p:cNvSpPr>
            <p:nvPr/>
          </p:nvSpPr>
          <p:spPr bwMode="auto">
            <a:xfrm>
              <a:off x="4530067" y="3960431"/>
              <a:ext cx="64585" cy="1030128"/>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04" name="Rectangle 293">
              <a:extLst>
                <a:ext uri="{FF2B5EF4-FFF2-40B4-BE49-F238E27FC236}">
                  <a16:creationId xmlns:a16="http://schemas.microsoft.com/office/drawing/2014/main" id="{3BCE9496-DD2E-44CC-827F-688A8101D34F}"/>
                </a:ext>
              </a:extLst>
            </p:cNvPr>
            <p:cNvSpPr>
              <a:spLocks noChangeArrowheads="1"/>
            </p:cNvSpPr>
            <p:nvPr/>
          </p:nvSpPr>
          <p:spPr bwMode="auto">
            <a:xfrm>
              <a:off x="4610798" y="4184864"/>
              <a:ext cx="64585" cy="805696"/>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05" name="Rectangle 294">
              <a:extLst>
                <a:ext uri="{FF2B5EF4-FFF2-40B4-BE49-F238E27FC236}">
                  <a16:creationId xmlns:a16="http://schemas.microsoft.com/office/drawing/2014/main" id="{09988A00-BFCC-4327-807E-978317339B33}"/>
                </a:ext>
              </a:extLst>
            </p:cNvPr>
            <p:cNvSpPr>
              <a:spLocks noChangeArrowheads="1"/>
            </p:cNvSpPr>
            <p:nvPr/>
          </p:nvSpPr>
          <p:spPr bwMode="auto">
            <a:xfrm>
              <a:off x="4691529" y="4330180"/>
              <a:ext cx="64585" cy="660380"/>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06" name="Rectangle 295">
              <a:extLst>
                <a:ext uri="{FF2B5EF4-FFF2-40B4-BE49-F238E27FC236}">
                  <a16:creationId xmlns:a16="http://schemas.microsoft.com/office/drawing/2014/main" id="{C6FA3D88-44FA-4E6D-9236-873CF9E9C6AA}"/>
                </a:ext>
              </a:extLst>
            </p:cNvPr>
            <p:cNvSpPr>
              <a:spLocks noChangeArrowheads="1"/>
            </p:cNvSpPr>
            <p:nvPr/>
          </p:nvSpPr>
          <p:spPr bwMode="auto">
            <a:xfrm>
              <a:off x="4772260" y="4459349"/>
              <a:ext cx="64585" cy="53121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07" name="Rectangle 296">
              <a:extLst>
                <a:ext uri="{FF2B5EF4-FFF2-40B4-BE49-F238E27FC236}">
                  <a16:creationId xmlns:a16="http://schemas.microsoft.com/office/drawing/2014/main" id="{067315CE-53A9-40B9-B4D6-4183EE7624A0}"/>
                </a:ext>
              </a:extLst>
            </p:cNvPr>
            <p:cNvSpPr>
              <a:spLocks noChangeArrowheads="1"/>
            </p:cNvSpPr>
            <p:nvPr/>
          </p:nvSpPr>
          <p:spPr bwMode="auto">
            <a:xfrm>
              <a:off x="4852991" y="4612738"/>
              <a:ext cx="64585" cy="37782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08" name="Rectangle 297">
              <a:extLst>
                <a:ext uri="{FF2B5EF4-FFF2-40B4-BE49-F238E27FC236}">
                  <a16:creationId xmlns:a16="http://schemas.microsoft.com/office/drawing/2014/main" id="{3BF32772-80DA-4B14-B0F7-05F2116E99A5}"/>
                </a:ext>
              </a:extLst>
            </p:cNvPr>
            <p:cNvSpPr>
              <a:spLocks noChangeArrowheads="1"/>
            </p:cNvSpPr>
            <p:nvPr/>
          </p:nvSpPr>
          <p:spPr bwMode="auto">
            <a:xfrm>
              <a:off x="4933722" y="4638572"/>
              <a:ext cx="64585" cy="351987"/>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09" name="Rectangle 298">
              <a:extLst>
                <a:ext uri="{FF2B5EF4-FFF2-40B4-BE49-F238E27FC236}">
                  <a16:creationId xmlns:a16="http://schemas.microsoft.com/office/drawing/2014/main" id="{DF36EB32-E5CC-41D8-A93D-5A1E24B7D945}"/>
                </a:ext>
              </a:extLst>
            </p:cNvPr>
            <p:cNvSpPr>
              <a:spLocks noChangeArrowheads="1"/>
            </p:cNvSpPr>
            <p:nvPr/>
          </p:nvSpPr>
          <p:spPr bwMode="auto">
            <a:xfrm>
              <a:off x="5014453" y="4728991"/>
              <a:ext cx="64585" cy="261569"/>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0" name="Rectangle 299">
              <a:extLst>
                <a:ext uri="{FF2B5EF4-FFF2-40B4-BE49-F238E27FC236}">
                  <a16:creationId xmlns:a16="http://schemas.microsoft.com/office/drawing/2014/main" id="{42A67B50-C813-455C-8C99-A71966F0794A}"/>
                </a:ext>
              </a:extLst>
            </p:cNvPr>
            <p:cNvSpPr>
              <a:spLocks noChangeArrowheads="1"/>
            </p:cNvSpPr>
            <p:nvPr/>
          </p:nvSpPr>
          <p:spPr bwMode="auto">
            <a:xfrm>
              <a:off x="5095184" y="4790346"/>
              <a:ext cx="64585" cy="200213"/>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1" name="Rectangle 300">
              <a:extLst>
                <a:ext uri="{FF2B5EF4-FFF2-40B4-BE49-F238E27FC236}">
                  <a16:creationId xmlns:a16="http://schemas.microsoft.com/office/drawing/2014/main" id="{721E2F59-C98D-40EF-9AFF-CC4A7FC83500}"/>
                </a:ext>
              </a:extLst>
            </p:cNvPr>
            <p:cNvSpPr>
              <a:spLocks noChangeArrowheads="1"/>
            </p:cNvSpPr>
            <p:nvPr/>
          </p:nvSpPr>
          <p:spPr bwMode="auto">
            <a:xfrm>
              <a:off x="5175915" y="4824254"/>
              <a:ext cx="64585" cy="166306"/>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2" name="Rectangle 301">
              <a:extLst>
                <a:ext uri="{FF2B5EF4-FFF2-40B4-BE49-F238E27FC236}">
                  <a16:creationId xmlns:a16="http://schemas.microsoft.com/office/drawing/2014/main" id="{ED1B4C54-19D8-4CBF-8952-1ED432407472}"/>
                </a:ext>
              </a:extLst>
            </p:cNvPr>
            <p:cNvSpPr>
              <a:spLocks noChangeArrowheads="1"/>
            </p:cNvSpPr>
            <p:nvPr/>
          </p:nvSpPr>
          <p:spPr bwMode="auto">
            <a:xfrm>
              <a:off x="5256646" y="4877536"/>
              <a:ext cx="64585" cy="113023"/>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3" name="Rectangle 302">
              <a:extLst>
                <a:ext uri="{FF2B5EF4-FFF2-40B4-BE49-F238E27FC236}">
                  <a16:creationId xmlns:a16="http://schemas.microsoft.com/office/drawing/2014/main" id="{272167A8-1371-455A-AA87-2E9FB405B1A8}"/>
                </a:ext>
              </a:extLst>
            </p:cNvPr>
            <p:cNvSpPr>
              <a:spLocks noChangeArrowheads="1"/>
            </p:cNvSpPr>
            <p:nvPr/>
          </p:nvSpPr>
          <p:spPr bwMode="auto">
            <a:xfrm>
              <a:off x="5337377" y="4909828"/>
              <a:ext cx="64585" cy="8073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4" name="Rectangle 303">
              <a:extLst>
                <a:ext uri="{FF2B5EF4-FFF2-40B4-BE49-F238E27FC236}">
                  <a16:creationId xmlns:a16="http://schemas.microsoft.com/office/drawing/2014/main" id="{67A742ED-BC2A-4DD6-8203-A9D5FBB4400B}"/>
                </a:ext>
              </a:extLst>
            </p:cNvPr>
            <p:cNvSpPr>
              <a:spLocks noChangeArrowheads="1"/>
            </p:cNvSpPr>
            <p:nvPr/>
          </p:nvSpPr>
          <p:spPr bwMode="auto">
            <a:xfrm>
              <a:off x="5418108" y="4937277"/>
              <a:ext cx="64585" cy="53283"/>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5" name="Rectangle 304">
              <a:extLst>
                <a:ext uri="{FF2B5EF4-FFF2-40B4-BE49-F238E27FC236}">
                  <a16:creationId xmlns:a16="http://schemas.microsoft.com/office/drawing/2014/main" id="{17A3EB16-FB57-47A6-977E-CB01F43D5D15}"/>
                </a:ext>
              </a:extLst>
            </p:cNvPr>
            <p:cNvSpPr>
              <a:spLocks noChangeArrowheads="1"/>
            </p:cNvSpPr>
            <p:nvPr/>
          </p:nvSpPr>
          <p:spPr bwMode="auto">
            <a:xfrm>
              <a:off x="5498839" y="4959882"/>
              <a:ext cx="64585" cy="30678"/>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6" name="Rectangle 305">
              <a:extLst>
                <a:ext uri="{FF2B5EF4-FFF2-40B4-BE49-F238E27FC236}">
                  <a16:creationId xmlns:a16="http://schemas.microsoft.com/office/drawing/2014/main" id="{1D4CB40C-B284-4874-9A1C-5B8F046E7D0E}"/>
                </a:ext>
              </a:extLst>
            </p:cNvPr>
            <p:cNvSpPr>
              <a:spLocks noChangeArrowheads="1"/>
            </p:cNvSpPr>
            <p:nvPr/>
          </p:nvSpPr>
          <p:spPr bwMode="auto">
            <a:xfrm>
              <a:off x="5579570" y="4964725"/>
              <a:ext cx="64585" cy="25834"/>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7" name="Rectangle 306">
              <a:extLst>
                <a:ext uri="{FF2B5EF4-FFF2-40B4-BE49-F238E27FC236}">
                  <a16:creationId xmlns:a16="http://schemas.microsoft.com/office/drawing/2014/main" id="{44D75AA3-0CE4-48D4-9358-E2B98D4BF7D6}"/>
                </a:ext>
              </a:extLst>
            </p:cNvPr>
            <p:cNvSpPr>
              <a:spLocks noChangeArrowheads="1"/>
            </p:cNvSpPr>
            <p:nvPr/>
          </p:nvSpPr>
          <p:spPr bwMode="auto">
            <a:xfrm>
              <a:off x="5660301" y="4974413"/>
              <a:ext cx="64585" cy="16146"/>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8" name="Rectangle 307">
              <a:extLst>
                <a:ext uri="{FF2B5EF4-FFF2-40B4-BE49-F238E27FC236}">
                  <a16:creationId xmlns:a16="http://schemas.microsoft.com/office/drawing/2014/main" id="{9514D73D-8859-48FE-B8EC-C75E19DAE4B3}"/>
                </a:ext>
              </a:extLst>
            </p:cNvPr>
            <p:cNvSpPr>
              <a:spLocks noChangeArrowheads="1"/>
            </p:cNvSpPr>
            <p:nvPr/>
          </p:nvSpPr>
          <p:spPr bwMode="auto">
            <a:xfrm>
              <a:off x="5741032" y="4977642"/>
              <a:ext cx="64585" cy="12917"/>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19" name="Rectangle 308">
              <a:extLst>
                <a:ext uri="{FF2B5EF4-FFF2-40B4-BE49-F238E27FC236}">
                  <a16:creationId xmlns:a16="http://schemas.microsoft.com/office/drawing/2014/main" id="{DCE8ED3B-37A6-4710-AFF5-D613A24C52CC}"/>
                </a:ext>
              </a:extLst>
            </p:cNvPr>
            <p:cNvSpPr>
              <a:spLocks noChangeArrowheads="1"/>
            </p:cNvSpPr>
            <p:nvPr/>
          </p:nvSpPr>
          <p:spPr bwMode="auto">
            <a:xfrm>
              <a:off x="5821763" y="4982487"/>
              <a:ext cx="64585" cy="8074"/>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420" name="Rectangle 309">
              <a:extLst>
                <a:ext uri="{FF2B5EF4-FFF2-40B4-BE49-F238E27FC236}">
                  <a16:creationId xmlns:a16="http://schemas.microsoft.com/office/drawing/2014/main" id="{53E2B961-92DC-41AF-8BF9-629DBB502EEA}"/>
                </a:ext>
              </a:extLst>
            </p:cNvPr>
            <p:cNvSpPr>
              <a:spLocks noChangeArrowheads="1"/>
            </p:cNvSpPr>
            <p:nvPr/>
          </p:nvSpPr>
          <p:spPr bwMode="auto">
            <a:xfrm>
              <a:off x="5902494" y="4984101"/>
              <a:ext cx="64585" cy="6458"/>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0" name="Rectangle 310">
              <a:extLst>
                <a:ext uri="{FF2B5EF4-FFF2-40B4-BE49-F238E27FC236}">
                  <a16:creationId xmlns:a16="http://schemas.microsoft.com/office/drawing/2014/main" id="{0D842AEF-5197-4D87-AC15-6E2DB31C8FB8}"/>
                </a:ext>
              </a:extLst>
            </p:cNvPr>
            <p:cNvSpPr>
              <a:spLocks noChangeArrowheads="1"/>
            </p:cNvSpPr>
            <p:nvPr/>
          </p:nvSpPr>
          <p:spPr bwMode="auto">
            <a:xfrm>
              <a:off x="5983225" y="4990559"/>
              <a:ext cx="64585" cy="1615"/>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1" name="Rectangle 311">
              <a:extLst>
                <a:ext uri="{FF2B5EF4-FFF2-40B4-BE49-F238E27FC236}">
                  <a16:creationId xmlns:a16="http://schemas.microsoft.com/office/drawing/2014/main" id="{393D7AD5-FF30-4751-AB66-396C9DBF5DB9}"/>
                </a:ext>
              </a:extLst>
            </p:cNvPr>
            <p:cNvSpPr>
              <a:spLocks noChangeArrowheads="1"/>
            </p:cNvSpPr>
            <p:nvPr/>
          </p:nvSpPr>
          <p:spPr bwMode="auto">
            <a:xfrm>
              <a:off x="6063956" y="4985716"/>
              <a:ext cx="64585" cy="4844"/>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2" name="Line 312">
              <a:extLst>
                <a:ext uri="{FF2B5EF4-FFF2-40B4-BE49-F238E27FC236}">
                  <a16:creationId xmlns:a16="http://schemas.microsoft.com/office/drawing/2014/main" id="{2BEAF80D-DB14-495B-BEC1-24852FC6DAB0}"/>
                </a:ext>
              </a:extLst>
            </p:cNvPr>
            <p:cNvSpPr>
              <a:spLocks noChangeShapeType="1"/>
            </p:cNvSpPr>
            <p:nvPr/>
          </p:nvSpPr>
          <p:spPr bwMode="auto">
            <a:xfrm>
              <a:off x="4061827" y="4990559"/>
              <a:ext cx="2131299" cy="0"/>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3" name="Line 313">
              <a:extLst>
                <a:ext uri="{FF2B5EF4-FFF2-40B4-BE49-F238E27FC236}">
                  <a16:creationId xmlns:a16="http://schemas.microsoft.com/office/drawing/2014/main" id="{1E796201-F7F3-4A7C-B517-BB82045800B9}"/>
                </a:ext>
              </a:extLst>
            </p:cNvPr>
            <p:cNvSpPr>
              <a:spLocks noChangeShapeType="1"/>
            </p:cNvSpPr>
            <p:nvPr/>
          </p:nvSpPr>
          <p:spPr bwMode="auto">
            <a:xfrm>
              <a:off x="4061827" y="3304895"/>
              <a:ext cx="2131299" cy="0"/>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5" name="Line 314">
              <a:extLst>
                <a:ext uri="{FF2B5EF4-FFF2-40B4-BE49-F238E27FC236}">
                  <a16:creationId xmlns:a16="http://schemas.microsoft.com/office/drawing/2014/main" id="{E35CCB0E-9E31-475A-AE52-79A6CFA90C7D}"/>
                </a:ext>
              </a:extLst>
            </p:cNvPr>
            <p:cNvSpPr>
              <a:spLocks noChangeShapeType="1"/>
            </p:cNvSpPr>
            <p:nvPr/>
          </p:nvSpPr>
          <p:spPr bwMode="auto">
            <a:xfrm flipV="1">
              <a:off x="4077973" y="4969570"/>
              <a:ext cx="0" cy="20991"/>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6" name="Line 315">
              <a:extLst>
                <a:ext uri="{FF2B5EF4-FFF2-40B4-BE49-F238E27FC236}">
                  <a16:creationId xmlns:a16="http://schemas.microsoft.com/office/drawing/2014/main" id="{15783C5F-6E1A-456E-A19C-FE3B2BD1717E}"/>
                </a:ext>
              </a:extLst>
            </p:cNvPr>
            <p:cNvSpPr>
              <a:spLocks noChangeShapeType="1"/>
            </p:cNvSpPr>
            <p:nvPr/>
          </p:nvSpPr>
          <p:spPr bwMode="auto">
            <a:xfrm flipV="1">
              <a:off x="4481628" y="4969570"/>
              <a:ext cx="0" cy="20991"/>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7" name="Line 316">
              <a:extLst>
                <a:ext uri="{FF2B5EF4-FFF2-40B4-BE49-F238E27FC236}">
                  <a16:creationId xmlns:a16="http://schemas.microsoft.com/office/drawing/2014/main" id="{23C1E215-8B1E-410E-B102-ED842FD320E2}"/>
                </a:ext>
              </a:extLst>
            </p:cNvPr>
            <p:cNvSpPr>
              <a:spLocks noChangeShapeType="1"/>
            </p:cNvSpPr>
            <p:nvPr/>
          </p:nvSpPr>
          <p:spPr bwMode="auto">
            <a:xfrm flipV="1">
              <a:off x="4885283" y="4969570"/>
              <a:ext cx="0" cy="20991"/>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8" name="Line 317">
              <a:extLst>
                <a:ext uri="{FF2B5EF4-FFF2-40B4-BE49-F238E27FC236}">
                  <a16:creationId xmlns:a16="http://schemas.microsoft.com/office/drawing/2014/main" id="{846AE910-BC0D-4F63-B92A-ED61FCFD3DD2}"/>
                </a:ext>
              </a:extLst>
            </p:cNvPr>
            <p:cNvSpPr>
              <a:spLocks noChangeShapeType="1"/>
            </p:cNvSpPr>
            <p:nvPr/>
          </p:nvSpPr>
          <p:spPr bwMode="auto">
            <a:xfrm flipV="1">
              <a:off x="5288938" y="4969570"/>
              <a:ext cx="0" cy="20991"/>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49" name="Line 318">
              <a:extLst>
                <a:ext uri="{FF2B5EF4-FFF2-40B4-BE49-F238E27FC236}">
                  <a16:creationId xmlns:a16="http://schemas.microsoft.com/office/drawing/2014/main" id="{F7B0455D-C292-45C2-A5FF-059BB003B259}"/>
                </a:ext>
              </a:extLst>
            </p:cNvPr>
            <p:cNvSpPr>
              <a:spLocks noChangeShapeType="1"/>
            </p:cNvSpPr>
            <p:nvPr/>
          </p:nvSpPr>
          <p:spPr bwMode="auto">
            <a:xfrm flipV="1">
              <a:off x="5692594" y="4969570"/>
              <a:ext cx="0" cy="20991"/>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50" name="Line 319">
              <a:extLst>
                <a:ext uri="{FF2B5EF4-FFF2-40B4-BE49-F238E27FC236}">
                  <a16:creationId xmlns:a16="http://schemas.microsoft.com/office/drawing/2014/main" id="{D0ABD736-A33B-4714-A543-1B825EEC9737}"/>
                </a:ext>
              </a:extLst>
            </p:cNvPr>
            <p:cNvSpPr>
              <a:spLocks noChangeShapeType="1"/>
            </p:cNvSpPr>
            <p:nvPr/>
          </p:nvSpPr>
          <p:spPr bwMode="auto">
            <a:xfrm flipV="1">
              <a:off x="6096249" y="4969570"/>
              <a:ext cx="0" cy="20991"/>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51" name="Line 320">
              <a:extLst>
                <a:ext uri="{FF2B5EF4-FFF2-40B4-BE49-F238E27FC236}">
                  <a16:creationId xmlns:a16="http://schemas.microsoft.com/office/drawing/2014/main" id="{164A04EC-CEFC-4EB6-AC8D-68414B399BBD}"/>
                </a:ext>
              </a:extLst>
            </p:cNvPr>
            <p:cNvSpPr>
              <a:spLocks noChangeShapeType="1"/>
            </p:cNvSpPr>
            <p:nvPr/>
          </p:nvSpPr>
          <p:spPr bwMode="auto">
            <a:xfrm>
              <a:off x="4077973" y="3304895"/>
              <a:ext cx="0" cy="22605"/>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52" name="Line 321">
              <a:extLst>
                <a:ext uri="{FF2B5EF4-FFF2-40B4-BE49-F238E27FC236}">
                  <a16:creationId xmlns:a16="http://schemas.microsoft.com/office/drawing/2014/main" id="{F8149A41-B807-498B-852F-F92D5EAC4CF8}"/>
                </a:ext>
              </a:extLst>
            </p:cNvPr>
            <p:cNvSpPr>
              <a:spLocks noChangeShapeType="1"/>
            </p:cNvSpPr>
            <p:nvPr/>
          </p:nvSpPr>
          <p:spPr bwMode="auto">
            <a:xfrm>
              <a:off x="4481628" y="3304895"/>
              <a:ext cx="0" cy="22605"/>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53" name="Line 322">
              <a:extLst>
                <a:ext uri="{FF2B5EF4-FFF2-40B4-BE49-F238E27FC236}">
                  <a16:creationId xmlns:a16="http://schemas.microsoft.com/office/drawing/2014/main" id="{E1573F30-A760-469B-B158-87267C81DF64}"/>
                </a:ext>
              </a:extLst>
            </p:cNvPr>
            <p:cNvSpPr>
              <a:spLocks noChangeShapeType="1"/>
            </p:cNvSpPr>
            <p:nvPr/>
          </p:nvSpPr>
          <p:spPr bwMode="auto">
            <a:xfrm>
              <a:off x="4885283" y="3304895"/>
              <a:ext cx="0" cy="22605"/>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54" name="Line 323">
              <a:extLst>
                <a:ext uri="{FF2B5EF4-FFF2-40B4-BE49-F238E27FC236}">
                  <a16:creationId xmlns:a16="http://schemas.microsoft.com/office/drawing/2014/main" id="{E3C95501-8346-4EBB-9472-D4AC45B9209E}"/>
                </a:ext>
              </a:extLst>
            </p:cNvPr>
            <p:cNvSpPr>
              <a:spLocks noChangeShapeType="1"/>
            </p:cNvSpPr>
            <p:nvPr/>
          </p:nvSpPr>
          <p:spPr bwMode="auto">
            <a:xfrm>
              <a:off x="5288938" y="3304895"/>
              <a:ext cx="0" cy="22605"/>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55" name="Line 324">
              <a:extLst>
                <a:ext uri="{FF2B5EF4-FFF2-40B4-BE49-F238E27FC236}">
                  <a16:creationId xmlns:a16="http://schemas.microsoft.com/office/drawing/2014/main" id="{7B0F436E-F5CC-4C40-AA89-EB2978A0E5EB}"/>
                </a:ext>
              </a:extLst>
            </p:cNvPr>
            <p:cNvSpPr>
              <a:spLocks noChangeShapeType="1"/>
            </p:cNvSpPr>
            <p:nvPr/>
          </p:nvSpPr>
          <p:spPr bwMode="auto">
            <a:xfrm>
              <a:off x="5692594" y="3304895"/>
              <a:ext cx="0" cy="22605"/>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56" name="Line 325">
              <a:extLst>
                <a:ext uri="{FF2B5EF4-FFF2-40B4-BE49-F238E27FC236}">
                  <a16:creationId xmlns:a16="http://schemas.microsoft.com/office/drawing/2014/main" id="{6C871DFD-98AA-41D4-8387-A8FFD7EC1210}"/>
                </a:ext>
              </a:extLst>
            </p:cNvPr>
            <p:cNvSpPr>
              <a:spLocks noChangeShapeType="1"/>
            </p:cNvSpPr>
            <p:nvPr/>
          </p:nvSpPr>
          <p:spPr bwMode="auto">
            <a:xfrm>
              <a:off x="6096249" y="3304895"/>
              <a:ext cx="0" cy="22605"/>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57" name="Rectangle 326">
              <a:extLst>
                <a:ext uri="{FF2B5EF4-FFF2-40B4-BE49-F238E27FC236}">
                  <a16:creationId xmlns:a16="http://schemas.microsoft.com/office/drawing/2014/main" id="{82F78277-7846-498C-9E53-533A4AF3C978}"/>
                </a:ext>
              </a:extLst>
            </p:cNvPr>
            <p:cNvSpPr>
              <a:spLocks noChangeArrowheads="1"/>
            </p:cNvSpPr>
            <p:nvPr/>
          </p:nvSpPr>
          <p:spPr bwMode="auto">
            <a:xfrm>
              <a:off x="4056983" y="5024466"/>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0</a:t>
              </a:r>
              <a:endParaRPr lang="ko-KR" altLang="ko-KR" sz="600"/>
            </a:p>
          </p:txBody>
        </p:sp>
        <p:sp>
          <p:nvSpPr>
            <p:cNvPr id="2258" name="Rectangle 327">
              <a:extLst>
                <a:ext uri="{FF2B5EF4-FFF2-40B4-BE49-F238E27FC236}">
                  <a16:creationId xmlns:a16="http://schemas.microsoft.com/office/drawing/2014/main" id="{A2308235-C5B2-4E63-BFE6-48A195F08226}"/>
                </a:ext>
              </a:extLst>
            </p:cNvPr>
            <p:cNvSpPr>
              <a:spLocks noChangeArrowheads="1"/>
            </p:cNvSpPr>
            <p:nvPr/>
          </p:nvSpPr>
          <p:spPr bwMode="auto">
            <a:xfrm>
              <a:off x="4459023" y="5024466"/>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5</a:t>
              </a:r>
              <a:endParaRPr lang="ko-KR" altLang="ko-KR" sz="600"/>
            </a:p>
          </p:txBody>
        </p:sp>
        <p:sp>
          <p:nvSpPr>
            <p:cNvPr id="2259" name="Rectangle 328">
              <a:extLst>
                <a:ext uri="{FF2B5EF4-FFF2-40B4-BE49-F238E27FC236}">
                  <a16:creationId xmlns:a16="http://schemas.microsoft.com/office/drawing/2014/main" id="{F00190AC-37FE-489A-A296-BE074ED09CBD}"/>
                </a:ext>
              </a:extLst>
            </p:cNvPr>
            <p:cNvSpPr>
              <a:spLocks noChangeArrowheads="1"/>
            </p:cNvSpPr>
            <p:nvPr/>
          </p:nvSpPr>
          <p:spPr bwMode="auto">
            <a:xfrm>
              <a:off x="4852991" y="5024466"/>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10</a:t>
              </a:r>
              <a:endParaRPr lang="ko-KR" altLang="ko-KR" sz="600"/>
            </a:p>
          </p:txBody>
        </p:sp>
        <p:sp>
          <p:nvSpPr>
            <p:cNvPr id="2260" name="Rectangle 329">
              <a:extLst>
                <a:ext uri="{FF2B5EF4-FFF2-40B4-BE49-F238E27FC236}">
                  <a16:creationId xmlns:a16="http://schemas.microsoft.com/office/drawing/2014/main" id="{C79055EE-E1D3-48A5-83EF-28712574286F}"/>
                </a:ext>
              </a:extLst>
            </p:cNvPr>
            <p:cNvSpPr>
              <a:spLocks noChangeArrowheads="1"/>
            </p:cNvSpPr>
            <p:nvPr/>
          </p:nvSpPr>
          <p:spPr bwMode="auto">
            <a:xfrm>
              <a:off x="5255033" y="5024466"/>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15</a:t>
              </a:r>
              <a:endParaRPr lang="ko-KR" altLang="ko-KR" sz="600"/>
            </a:p>
          </p:txBody>
        </p:sp>
        <p:sp>
          <p:nvSpPr>
            <p:cNvPr id="2261" name="Rectangle 330">
              <a:extLst>
                <a:ext uri="{FF2B5EF4-FFF2-40B4-BE49-F238E27FC236}">
                  <a16:creationId xmlns:a16="http://schemas.microsoft.com/office/drawing/2014/main" id="{6EC5B0EE-4B03-437C-9331-26A57A2868F8}"/>
                </a:ext>
              </a:extLst>
            </p:cNvPr>
            <p:cNvSpPr>
              <a:spLocks noChangeArrowheads="1"/>
            </p:cNvSpPr>
            <p:nvPr/>
          </p:nvSpPr>
          <p:spPr bwMode="auto">
            <a:xfrm>
              <a:off x="5657073" y="5024466"/>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20</a:t>
              </a:r>
              <a:endParaRPr lang="ko-KR" altLang="ko-KR" sz="600"/>
            </a:p>
          </p:txBody>
        </p:sp>
        <p:sp>
          <p:nvSpPr>
            <p:cNvPr id="2262" name="Rectangle 331">
              <a:extLst>
                <a:ext uri="{FF2B5EF4-FFF2-40B4-BE49-F238E27FC236}">
                  <a16:creationId xmlns:a16="http://schemas.microsoft.com/office/drawing/2014/main" id="{11B7F4A4-63CE-4EA2-B73F-1A673C28F9C7}"/>
                </a:ext>
              </a:extLst>
            </p:cNvPr>
            <p:cNvSpPr>
              <a:spLocks noChangeArrowheads="1"/>
            </p:cNvSpPr>
            <p:nvPr/>
          </p:nvSpPr>
          <p:spPr bwMode="auto">
            <a:xfrm>
              <a:off x="6060727" y="5024466"/>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25</a:t>
              </a:r>
              <a:endParaRPr lang="ko-KR" altLang="ko-KR" sz="600"/>
            </a:p>
          </p:txBody>
        </p:sp>
        <p:sp>
          <p:nvSpPr>
            <p:cNvPr id="2264" name="Line 333">
              <a:extLst>
                <a:ext uri="{FF2B5EF4-FFF2-40B4-BE49-F238E27FC236}">
                  <a16:creationId xmlns:a16="http://schemas.microsoft.com/office/drawing/2014/main" id="{D96A4957-DF5A-44B1-9A85-F4E496A9F24E}"/>
                </a:ext>
              </a:extLst>
            </p:cNvPr>
            <p:cNvSpPr>
              <a:spLocks noChangeShapeType="1"/>
            </p:cNvSpPr>
            <p:nvPr/>
          </p:nvSpPr>
          <p:spPr bwMode="auto">
            <a:xfrm flipV="1">
              <a:off x="4061827" y="3304895"/>
              <a:ext cx="0" cy="1685664"/>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65" name="Line 334">
              <a:extLst>
                <a:ext uri="{FF2B5EF4-FFF2-40B4-BE49-F238E27FC236}">
                  <a16:creationId xmlns:a16="http://schemas.microsoft.com/office/drawing/2014/main" id="{07B9ABFE-BD72-4E29-8CFC-3DD17892D199}"/>
                </a:ext>
              </a:extLst>
            </p:cNvPr>
            <p:cNvSpPr>
              <a:spLocks noChangeShapeType="1"/>
            </p:cNvSpPr>
            <p:nvPr/>
          </p:nvSpPr>
          <p:spPr bwMode="auto">
            <a:xfrm flipV="1">
              <a:off x="6193126" y="3304895"/>
              <a:ext cx="0" cy="1685664"/>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66" name="Line 335">
              <a:extLst>
                <a:ext uri="{FF2B5EF4-FFF2-40B4-BE49-F238E27FC236}">
                  <a16:creationId xmlns:a16="http://schemas.microsoft.com/office/drawing/2014/main" id="{69D81F03-F319-49A3-A496-296BA6DDCA07}"/>
                </a:ext>
              </a:extLst>
            </p:cNvPr>
            <p:cNvSpPr>
              <a:spLocks noChangeShapeType="1"/>
            </p:cNvSpPr>
            <p:nvPr/>
          </p:nvSpPr>
          <p:spPr bwMode="auto">
            <a:xfrm>
              <a:off x="4061827" y="4990559"/>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67" name="Line 336">
              <a:extLst>
                <a:ext uri="{FF2B5EF4-FFF2-40B4-BE49-F238E27FC236}">
                  <a16:creationId xmlns:a16="http://schemas.microsoft.com/office/drawing/2014/main" id="{7E0370B2-9127-4A04-9DEF-BA8570A719F9}"/>
                </a:ext>
              </a:extLst>
            </p:cNvPr>
            <p:cNvSpPr>
              <a:spLocks noChangeShapeType="1"/>
            </p:cNvSpPr>
            <p:nvPr/>
          </p:nvSpPr>
          <p:spPr bwMode="auto">
            <a:xfrm>
              <a:off x="4061827" y="4822639"/>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68" name="Line 337">
              <a:extLst>
                <a:ext uri="{FF2B5EF4-FFF2-40B4-BE49-F238E27FC236}">
                  <a16:creationId xmlns:a16="http://schemas.microsoft.com/office/drawing/2014/main" id="{17529922-B740-4C64-BB83-91BD81FACF9E}"/>
                </a:ext>
              </a:extLst>
            </p:cNvPr>
            <p:cNvSpPr>
              <a:spLocks noChangeShapeType="1"/>
            </p:cNvSpPr>
            <p:nvPr/>
          </p:nvSpPr>
          <p:spPr bwMode="auto">
            <a:xfrm>
              <a:off x="4061827" y="4653104"/>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69" name="Line 338">
              <a:extLst>
                <a:ext uri="{FF2B5EF4-FFF2-40B4-BE49-F238E27FC236}">
                  <a16:creationId xmlns:a16="http://schemas.microsoft.com/office/drawing/2014/main" id="{DBF2FAD2-A81C-4276-B0F2-705436FAA853}"/>
                </a:ext>
              </a:extLst>
            </p:cNvPr>
            <p:cNvSpPr>
              <a:spLocks noChangeShapeType="1"/>
            </p:cNvSpPr>
            <p:nvPr/>
          </p:nvSpPr>
          <p:spPr bwMode="auto">
            <a:xfrm>
              <a:off x="4061827" y="4485183"/>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0" name="Line 339">
              <a:extLst>
                <a:ext uri="{FF2B5EF4-FFF2-40B4-BE49-F238E27FC236}">
                  <a16:creationId xmlns:a16="http://schemas.microsoft.com/office/drawing/2014/main" id="{56CD1F81-4AB2-4CEE-B4B0-5E5271EEB81C}"/>
                </a:ext>
              </a:extLst>
            </p:cNvPr>
            <p:cNvSpPr>
              <a:spLocks noChangeShapeType="1"/>
            </p:cNvSpPr>
            <p:nvPr/>
          </p:nvSpPr>
          <p:spPr bwMode="auto">
            <a:xfrm>
              <a:off x="4061827" y="4317263"/>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1" name="Line 340">
              <a:extLst>
                <a:ext uri="{FF2B5EF4-FFF2-40B4-BE49-F238E27FC236}">
                  <a16:creationId xmlns:a16="http://schemas.microsoft.com/office/drawing/2014/main" id="{825CA264-4FD2-4CC7-AA9A-A0C8BE13E55A}"/>
                </a:ext>
              </a:extLst>
            </p:cNvPr>
            <p:cNvSpPr>
              <a:spLocks noChangeShapeType="1"/>
            </p:cNvSpPr>
            <p:nvPr/>
          </p:nvSpPr>
          <p:spPr bwMode="auto">
            <a:xfrm>
              <a:off x="4061827" y="4147727"/>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2" name="Line 341">
              <a:extLst>
                <a:ext uri="{FF2B5EF4-FFF2-40B4-BE49-F238E27FC236}">
                  <a16:creationId xmlns:a16="http://schemas.microsoft.com/office/drawing/2014/main" id="{03057FE4-C976-475D-B41C-9757D148079C}"/>
                </a:ext>
              </a:extLst>
            </p:cNvPr>
            <p:cNvSpPr>
              <a:spLocks noChangeShapeType="1"/>
            </p:cNvSpPr>
            <p:nvPr/>
          </p:nvSpPr>
          <p:spPr bwMode="auto">
            <a:xfrm>
              <a:off x="4061827" y="3979807"/>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3" name="Line 342">
              <a:extLst>
                <a:ext uri="{FF2B5EF4-FFF2-40B4-BE49-F238E27FC236}">
                  <a16:creationId xmlns:a16="http://schemas.microsoft.com/office/drawing/2014/main" id="{9B91A2C4-5249-4F37-940D-C0913214175C}"/>
                </a:ext>
              </a:extLst>
            </p:cNvPr>
            <p:cNvSpPr>
              <a:spLocks noChangeShapeType="1"/>
            </p:cNvSpPr>
            <p:nvPr/>
          </p:nvSpPr>
          <p:spPr bwMode="auto">
            <a:xfrm>
              <a:off x="4061827" y="3811886"/>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4" name="Line 343">
              <a:extLst>
                <a:ext uri="{FF2B5EF4-FFF2-40B4-BE49-F238E27FC236}">
                  <a16:creationId xmlns:a16="http://schemas.microsoft.com/office/drawing/2014/main" id="{497E83F1-853C-4410-B61E-595032C8274D}"/>
                </a:ext>
              </a:extLst>
            </p:cNvPr>
            <p:cNvSpPr>
              <a:spLocks noChangeShapeType="1"/>
            </p:cNvSpPr>
            <p:nvPr/>
          </p:nvSpPr>
          <p:spPr bwMode="auto">
            <a:xfrm>
              <a:off x="4061827" y="3642351"/>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5" name="Line 344">
              <a:extLst>
                <a:ext uri="{FF2B5EF4-FFF2-40B4-BE49-F238E27FC236}">
                  <a16:creationId xmlns:a16="http://schemas.microsoft.com/office/drawing/2014/main" id="{3C29A793-480D-4C4E-AC3E-A9ABF8CA1AAC}"/>
                </a:ext>
              </a:extLst>
            </p:cNvPr>
            <p:cNvSpPr>
              <a:spLocks noChangeShapeType="1"/>
            </p:cNvSpPr>
            <p:nvPr/>
          </p:nvSpPr>
          <p:spPr bwMode="auto">
            <a:xfrm>
              <a:off x="4061827" y="3474431"/>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6" name="Line 345">
              <a:extLst>
                <a:ext uri="{FF2B5EF4-FFF2-40B4-BE49-F238E27FC236}">
                  <a16:creationId xmlns:a16="http://schemas.microsoft.com/office/drawing/2014/main" id="{538871F4-1887-4F2F-84FC-408DAC5E9C25}"/>
                </a:ext>
              </a:extLst>
            </p:cNvPr>
            <p:cNvSpPr>
              <a:spLocks noChangeShapeType="1"/>
            </p:cNvSpPr>
            <p:nvPr/>
          </p:nvSpPr>
          <p:spPr bwMode="auto">
            <a:xfrm>
              <a:off x="4061827" y="3304895"/>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7" name="Line 346">
              <a:extLst>
                <a:ext uri="{FF2B5EF4-FFF2-40B4-BE49-F238E27FC236}">
                  <a16:creationId xmlns:a16="http://schemas.microsoft.com/office/drawing/2014/main" id="{003928BE-49F6-4E7E-8CDC-F8D633049673}"/>
                </a:ext>
              </a:extLst>
            </p:cNvPr>
            <p:cNvSpPr>
              <a:spLocks noChangeShapeType="1"/>
            </p:cNvSpPr>
            <p:nvPr/>
          </p:nvSpPr>
          <p:spPr bwMode="auto">
            <a:xfrm flipH="1">
              <a:off x="6172136" y="4990559"/>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8" name="Line 347">
              <a:extLst>
                <a:ext uri="{FF2B5EF4-FFF2-40B4-BE49-F238E27FC236}">
                  <a16:creationId xmlns:a16="http://schemas.microsoft.com/office/drawing/2014/main" id="{780F15BC-2089-4767-B9DE-299EE3387871}"/>
                </a:ext>
              </a:extLst>
            </p:cNvPr>
            <p:cNvSpPr>
              <a:spLocks noChangeShapeType="1"/>
            </p:cNvSpPr>
            <p:nvPr/>
          </p:nvSpPr>
          <p:spPr bwMode="auto">
            <a:xfrm flipH="1">
              <a:off x="6172136" y="4822639"/>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9" name="Line 348">
              <a:extLst>
                <a:ext uri="{FF2B5EF4-FFF2-40B4-BE49-F238E27FC236}">
                  <a16:creationId xmlns:a16="http://schemas.microsoft.com/office/drawing/2014/main" id="{93C3B58B-F03E-4A80-ABCE-F27C25261F6A}"/>
                </a:ext>
              </a:extLst>
            </p:cNvPr>
            <p:cNvSpPr>
              <a:spLocks noChangeShapeType="1"/>
            </p:cNvSpPr>
            <p:nvPr/>
          </p:nvSpPr>
          <p:spPr bwMode="auto">
            <a:xfrm flipH="1">
              <a:off x="6172136" y="4653104"/>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0" name="Line 349">
              <a:extLst>
                <a:ext uri="{FF2B5EF4-FFF2-40B4-BE49-F238E27FC236}">
                  <a16:creationId xmlns:a16="http://schemas.microsoft.com/office/drawing/2014/main" id="{EB3EC04B-9CDD-42EE-83AF-08C9A617460B}"/>
                </a:ext>
              </a:extLst>
            </p:cNvPr>
            <p:cNvSpPr>
              <a:spLocks noChangeShapeType="1"/>
            </p:cNvSpPr>
            <p:nvPr/>
          </p:nvSpPr>
          <p:spPr bwMode="auto">
            <a:xfrm flipH="1">
              <a:off x="6172136" y="4485183"/>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1" name="Line 350">
              <a:extLst>
                <a:ext uri="{FF2B5EF4-FFF2-40B4-BE49-F238E27FC236}">
                  <a16:creationId xmlns:a16="http://schemas.microsoft.com/office/drawing/2014/main" id="{9F9D8EC7-7AC4-4B2C-8653-DD57B13C9040}"/>
                </a:ext>
              </a:extLst>
            </p:cNvPr>
            <p:cNvSpPr>
              <a:spLocks noChangeShapeType="1"/>
            </p:cNvSpPr>
            <p:nvPr/>
          </p:nvSpPr>
          <p:spPr bwMode="auto">
            <a:xfrm flipH="1">
              <a:off x="6172136" y="4317263"/>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2" name="Line 351">
              <a:extLst>
                <a:ext uri="{FF2B5EF4-FFF2-40B4-BE49-F238E27FC236}">
                  <a16:creationId xmlns:a16="http://schemas.microsoft.com/office/drawing/2014/main" id="{D0474FCC-E3D2-4ED0-A08C-52E7B319373F}"/>
                </a:ext>
              </a:extLst>
            </p:cNvPr>
            <p:cNvSpPr>
              <a:spLocks noChangeShapeType="1"/>
            </p:cNvSpPr>
            <p:nvPr/>
          </p:nvSpPr>
          <p:spPr bwMode="auto">
            <a:xfrm flipH="1">
              <a:off x="6172136" y="4147727"/>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3" name="Line 352">
              <a:extLst>
                <a:ext uri="{FF2B5EF4-FFF2-40B4-BE49-F238E27FC236}">
                  <a16:creationId xmlns:a16="http://schemas.microsoft.com/office/drawing/2014/main" id="{91FDD5DC-BAAE-490C-AE99-CBA4FC69756F}"/>
                </a:ext>
              </a:extLst>
            </p:cNvPr>
            <p:cNvSpPr>
              <a:spLocks noChangeShapeType="1"/>
            </p:cNvSpPr>
            <p:nvPr/>
          </p:nvSpPr>
          <p:spPr bwMode="auto">
            <a:xfrm flipH="1">
              <a:off x="6172136" y="3979807"/>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4" name="Line 353">
              <a:extLst>
                <a:ext uri="{FF2B5EF4-FFF2-40B4-BE49-F238E27FC236}">
                  <a16:creationId xmlns:a16="http://schemas.microsoft.com/office/drawing/2014/main" id="{F3E44ED6-D981-4882-B3CF-B0904F2214AC}"/>
                </a:ext>
              </a:extLst>
            </p:cNvPr>
            <p:cNvSpPr>
              <a:spLocks noChangeShapeType="1"/>
            </p:cNvSpPr>
            <p:nvPr/>
          </p:nvSpPr>
          <p:spPr bwMode="auto">
            <a:xfrm flipH="1">
              <a:off x="6172136" y="3811886"/>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5" name="Line 354">
              <a:extLst>
                <a:ext uri="{FF2B5EF4-FFF2-40B4-BE49-F238E27FC236}">
                  <a16:creationId xmlns:a16="http://schemas.microsoft.com/office/drawing/2014/main" id="{2E9256B5-C8EA-44EE-8492-4D4A6A8DE601}"/>
                </a:ext>
              </a:extLst>
            </p:cNvPr>
            <p:cNvSpPr>
              <a:spLocks noChangeShapeType="1"/>
            </p:cNvSpPr>
            <p:nvPr/>
          </p:nvSpPr>
          <p:spPr bwMode="auto">
            <a:xfrm flipH="1">
              <a:off x="6172136" y="3642351"/>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6" name="Line 355">
              <a:extLst>
                <a:ext uri="{FF2B5EF4-FFF2-40B4-BE49-F238E27FC236}">
                  <a16:creationId xmlns:a16="http://schemas.microsoft.com/office/drawing/2014/main" id="{0DA878BC-3EB5-4B60-A0F7-0C4ADBB3C8C8}"/>
                </a:ext>
              </a:extLst>
            </p:cNvPr>
            <p:cNvSpPr>
              <a:spLocks noChangeShapeType="1"/>
            </p:cNvSpPr>
            <p:nvPr/>
          </p:nvSpPr>
          <p:spPr bwMode="auto">
            <a:xfrm flipH="1">
              <a:off x="6172136" y="3474431"/>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7" name="Line 356">
              <a:extLst>
                <a:ext uri="{FF2B5EF4-FFF2-40B4-BE49-F238E27FC236}">
                  <a16:creationId xmlns:a16="http://schemas.microsoft.com/office/drawing/2014/main" id="{BADE1345-2D0C-43AD-9EFF-E1FE2AF1D246}"/>
                </a:ext>
              </a:extLst>
            </p:cNvPr>
            <p:cNvSpPr>
              <a:spLocks noChangeShapeType="1"/>
            </p:cNvSpPr>
            <p:nvPr/>
          </p:nvSpPr>
          <p:spPr bwMode="auto">
            <a:xfrm flipH="1">
              <a:off x="6172136" y="3304895"/>
              <a:ext cx="20991"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8" name="Rectangle 357">
              <a:extLst>
                <a:ext uri="{FF2B5EF4-FFF2-40B4-BE49-F238E27FC236}">
                  <a16:creationId xmlns:a16="http://schemas.microsoft.com/office/drawing/2014/main" id="{16401E7C-71D5-40C4-802B-FF874DDD1FE1}"/>
                </a:ext>
              </a:extLst>
            </p:cNvPr>
            <p:cNvSpPr>
              <a:spLocks noChangeArrowheads="1"/>
            </p:cNvSpPr>
            <p:nvPr/>
          </p:nvSpPr>
          <p:spPr bwMode="auto">
            <a:xfrm>
              <a:off x="3997242" y="4955038"/>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0</a:t>
              </a:r>
              <a:endParaRPr lang="ko-KR" altLang="ko-KR" sz="600"/>
            </a:p>
          </p:txBody>
        </p:sp>
        <p:sp>
          <p:nvSpPr>
            <p:cNvPr id="2293" name="Rectangle 362">
              <a:extLst>
                <a:ext uri="{FF2B5EF4-FFF2-40B4-BE49-F238E27FC236}">
                  <a16:creationId xmlns:a16="http://schemas.microsoft.com/office/drawing/2014/main" id="{FD753140-2203-43E3-9982-3CD82D30F817}"/>
                </a:ext>
              </a:extLst>
            </p:cNvPr>
            <p:cNvSpPr>
              <a:spLocks noChangeArrowheads="1"/>
            </p:cNvSpPr>
            <p:nvPr/>
          </p:nvSpPr>
          <p:spPr bwMode="auto">
            <a:xfrm>
              <a:off x="3861613" y="4086368"/>
              <a:ext cx="17312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dirty="0">
                  <a:solidFill>
                    <a:srgbClr val="262626"/>
                  </a:solidFill>
                </a:rPr>
                <a:t>500</a:t>
              </a:r>
              <a:endParaRPr lang="ko-KR" altLang="ko-KR" sz="600" dirty="0"/>
            </a:p>
          </p:txBody>
        </p:sp>
        <p:sp>
          <p:nvSpPr>
            <p:cNvPr id="2298" name="Rectangle 367">
              <a:extLst>
                <a:ext uri="{FF2B5EF4-FFF2-40B4-BE49-F238E27FC236}">
                  <a16:creationId xmlns:a16="http://schemas.microsoft.com/office/drawing/2014/main" id="{C38BEB98-3B62-450D-A944-DBB15822C81E}"/>
                </a:ext>
              </a:extLst>
            </p:cNvPr>
            <p:cNvSpPr>
              <a:spLocks noChangeArrowheads="1"/>
            </p:cNvSpPr>
            <p:nvPr/>
          </p:nvSpPr>
          <p:spPr bwMode="auto">
            <a:xfrm>
              <a:off x="3813173" y="3251611"/>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1000</a:t>
              </a:r>
              <a:endParaRPr lang="ko-KR" altLang="ko-KR" sz="600"/>
            </a:p>
          </p:txBody>
        </p:sp>
        <p:sp>
          <p:nvSpPr>
            <p:cNvPr id="225" name="Rectangle 95">
              <a:extLst>
                <a:ext uri="{FF2B5EF4-FFF2-40B4-BE49-F238E27FC236}">
                  <a16:creationId xmlns:a16="http://schemas.microsoft.com/office/drawing/2014/main" id="{F6566EC8-4953-409D-B543-C31182484FBA}"/>
                </a:ext>
              </a:extLst>
            </p:cNvPr>
            <p:cNvSpPr>
              <a:spLocks noChangeArrowheads="1"/>
            </p:cNvSpPr>
            <p:nvPr/>
          </p:nvSpPr>
          <p:spPr bwMode="auto">
            <a:xfrm>
              <a:off x="1345445" y="3299498"/>
              <a:ext cx="2120505" cy="16752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6" name="Line 96">
              <a:extLst>
                <a:ext uri="{FF2B5EF4-FFF2-40B4-BE49-F238E27FC236}">
                  <a16:creationId xmlns:a16="http://schemas.microsoft.com/office/drawing/2014/main" id="{A25B9C6B-25A2-4BF5-ABDE-988AFBC1F285}"/>
                </a:ext>
              </a:extLst>
            </p:cNvPr>
            <p:cNvSpPr>
              <a:spLocks noChangeShapeType="1"/>
            </p:cNvSpPr>
            <p:nvPr/>
          </p:nvSpPr>
          <p:spPr bwMode="auto">
            <a:xfrm>
              <a:off x="1345445" y="4974712"/>
              <a:ext cx="2120505"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7" name="Freeform 97">
              <a:extLst>
                <a:ext uri="{FF2B5EF4-FFF2-40B4-BE49-F238E27FC236}">
                  <a16:creationId xmlns:a16="http://schemas.microsoft.com/office/drawing/2014/main" id="{79B16D65-EDD6-4DE7-88CC-0435B9564CD7}"/>
                </a:ext>
              </a:extLst>
            </p:cNvPr>
            <p:cNvSpPr>
              <a:spLocks noEditPoints="1"/>
            </p:cNvSpPr>
            <p:nvPr/>
          </p:nvSpPr>
          <p:spPr bwMode="auto">
            <a:xfrm>
              <a:off x="1409936" y="3339421"/>
              <a:ext cx="1991524" cy="1635292"/>
            </a:xfrm>
            <a:custGeom>
              <a:avLst/>
              <a:gdLst>
                <a:gd name="T0" fmla="*/ 42 w 1297"/>
                <a:gd name="T1" fmla="*/ 547 h 1065"/>
                <a:gd name="T2" fmla="*/ 0 w 1297"/>
                <a:gd name="T3" fmla="*/ 1065 h 1065"/>
                <a:gd name="T4" fmla="*/ 94 w 1297"/>
                <a:gd name="T5" fmla="*/ 1065 h 1065"/>
                <a:gd name="T6" fmla="*/ 52 w 1297"/>
                <a:gd name="T7" fmla="*/ 8 h 1065"/>
                <a:gd name="T8" fmla="*/ 94 w 1297"/>
                <a:gd name="T9" fmla="*/ 1065 h 1065"/>
                <a:gd name="T10" fmla="*/ 146 w 1297"/>
                <a:gd name="T11" fmla="*/ 0 h 1065"/>
                <a:gd name="T12" fmla="*/ 105 w 1297"/>
                <a:gd name="T13" fmla="*/ 1065 h 1065"/>
                <a:gd name="T14" fmla="*/ 199 w 1297"/>
                <a:gd name="T15" fmla="*/ 1065 h 1065"/>
                <a:gd name="T16" fmla="*/ 157 w 1297"/>
                <a:gd name="T17" fmla="*/ 76 h 1065"/>
                <a:gd name="T18" fmla="*/ 199 w 1297"/>
                <a:gd name="T19" fmla="*/ 1065 h 1065"/>
                <a:gd name="T20" fmla="*/ 251 w 1297"/>
                <a:gd name="T21" fmla="*/ 190 h 1065"/>
                <a:gd name="T22" fmla="*/ 209 w 1297"/>
                <a:gd name="T23" fmla="*/ 1065 h 1065"/>
                <a:gd name="T24" fmla="*/ 303 w 1297"/>
                <a:gd name="T25" fmla="*/ 1065 h 1065"/>
                <a:gd name="T26" fmla="*/ 262 w 1297"/>
                <a:gd name="T27" fmla="*/ 410 h 1065"/>
                <a:gd name="T28" fmla="*/ 303 w 1297"/>
                <a:gd name="T29" fmla="*/ 1065 h 1065"/>
                <a:gd name="T30" fmla="*/ 356 w 1297"/>
                <a:gd name="T31" fmla="*/ 567 h 1065"/>
                <a:gd name="T32" fmla="*/ 314 w 1297"/>
                <a:gd name="T33" fmla="*/ 1065 h 1065"/>
                <a:gd name="T34" fmla="*/ 408 w 1297"/>
                <a:gd name="T35" fmla="*/ 1065 h 1065"/>
                <a:gd name="T36" fmla="*/ 366 w 1297"/>
                <a:gd name="T37" fmla="*/ 659 h 1065"/>
                <a:gd name="T38" fmla="*/ 408 w 1297"/>
                <a:gd name="T39" fmla="*/ 1065 h 1065"/>
                <a:gd name="T40" fmla="*/ 460 w 1297"/>
                <a:gd name="T41" fmla="*/ 790 h 1065"/>
                <a:gd name="T42" fmla="*/ 418 w 1297"/>
                <a:gd name="T43" fmla="*/ 1065 h 1065"/>
                <a:gd name="T44" fmla="*/ 513 w 1297"/>
                <a:gd name="T45" fmla="*/ 1065 h 1065"/>
                <a:gd name="T46" fmla="*/ 471 w 1297"/>
                <a:gd name="T47" fmla="*/ 838 h 1065"/>
                <a:gd name="T48" fmla="*/ 513 w 1297"/>
                <a:gd name="T49" fmla="*/ 1065 h 1065"/>
                <a:gd name="T50" fmla="*/ 565 w 1297"/>
                <a:gd name="T51" fmla="*/ 907 h 1065"/>
                <a:gd name="T52" fmla="*/ 523 w 1297"/>
                <a:gd name="T53" fmla="*/ 1065 h 1065"/>
                <a:gd name="T54" fmla="*/ 617 w 1297"/>
                <a:gd name="T55" fmla="*/ 1065 h 1065"/>
                <a:gd name="T56" fmla="*/ 575 w 1297"/>
                <a:gd name="T57" fmla="*/ 945 h 1065"/>
                <a:gd name="T58" fmla="*/ 617 w 1297"/>
                <a:gd name="T59" fmla="*/ 1065 h 1065"/>
                <a:gd name="T60" fmla="*/ 669 w 1297"/>
                <a:gd name="T61" fmla="*/ 979 h 1065"/>
                <a:gd name="T62" fmla="*/ 628 w 1297"/>
                <a:gd name="T63" fmla="*/ 1065 h 1065"/>
                <a:gd name="T64" fmla="*/ 722 w 1297"/>
                <a:gd name="T65" fmla="*/ 1065 h 1065"/>
                <a:gd name="T66" fmla="*/ 680 w 1297"/>
                <a:gd name="T67" fmla="*/ 995 h 1065"/>
                <a:gd name="T68" fmla="*/ 722 w 1297"/>
                <a:gd name="T69" fmla="*/ 1065 h 1065"/>
                <a:gd name="T70" fmla="*/ 774 w 1297"/>
                <a:gd name="T71" fmla="*/ 1021 h 1065"/>
                <a:gd name="T72" fmla="*/ 732 w 1297"/>
                <a:gd name="T73" fmla="*/ 1065 h 1065"/>
                <a:gd name="T74" fmla="*/ 826 w 1297"/>
                <a:gd name="T75" fmla="*/ 1065 h 1065"/>
                <a:gd name="T76" fmla="*/ 784 w 1297"/>
                <a:gd name="T77" fmla="*/ 1033 h 1065"/>
                <a:gd name="T78" fmla="*/ 826 w 1297"/>
                <a:gd name="T79" fmla="*/ 1065 h 1065"/>
                <a:gd name="T80" fmla="*/ 879 w 1297"/>
                <a:gd name="T81" fmla="*/ 1051 h 1065"/>
                <a:gd name="T82" fmla="*/ 837 w 1297"/>
                <a:gd name="T83" fmla="*/ 1065 h 1065"/>
                <a:gd name="T84" fmla="*/ 931 w 1297"/>
                <a:gd name="T85" fmla="*/ 1065 h 1065"/>
                <a:gd name="T86" fmla="*/ 889 w 1297"/>
                <a:gd name="T87" fmla="*/ 1051 h 1065"/>
                <a:gd name="T88" fmla="*/ 931 w 1297"/>
                <a:gd name="T89" fmla="*/ 1065 h 1065"/>
                <a:gd name="T90" fmla="*/ 983 w 1297"/>
                <a:gd name="T91" fmla="*/ 1050 h 1065"/>
                <a:gd name="T92" fmla="*/ 941 w 1297"/>
                <a:gd name="T93" fmla="*/ 1065 h 1065"/>
                <a:gd name="T94" fmla="*/ 1035 w 1297"/>
                <a:gd name="T95" fmla="*/ 1065 h 1065"/>
                <a:gd name="T96" fmla="*/ 993 w 1297"/>
                <a:gd name="T97" fmla="*/ 1052 h 1065"/>
                <a:gd name="T98" fmla="*/ 1035 w 1297"/>
                <a:gd name="T99" fmla="*/ 1065 h 1065"/>
                <a:gd name="T100" fmla="*/ 1088 w 1297"/>
                <a:gd name="T101" fmla="*/ 1052 h 1065"/>
                <a:gd name="T102" fmla="*/ 1046 w 1297"/>
                <a:gd name="T103" fmla="*/ 1065 h 1065"/>
                <a:gd name="T104" fmla="*/ 1140 w 1297"/>
                <a:gd name="T105" fmla="*/ 1065 h 1065"/>
                <a:gd name="T106" fmla="*/ 1098 w 1297"/>
                <a:gd name="T107" fmla="*/ 1059 h 1065"/>
                <a:gd name="T108" fmla="*/ 1140 w 1297"/>
                <a:gd name="T109" fmla="*/ 1065 h 1065"/>
                <a:gd name="T110" fmla="*/ 1192 w 1297"/>
                <a:gd name="T111" fmla="*/ 1059 h 1065"/>
                <a:gd name="T112" fmla="*/ 1151 w 1297"/>
                <a:gd name="T113" fmla="*/ 1065 h 1065"/>
                <a:gd name="T114" fmla="*/ 1245 w 1297"/>
                <a:gd name="T115" fmla="*/ 1065 h 1065"/>
                <a:gd name="T116" fmla="*/ 1203 w 1297"/>
                <a:gd name="T117" fmla="*/ 1063 h 1065"/>
                <a:gd name="T118" fmla="*/ 1245 w 1297"/>
                <a:gd name="T119" fmla="*/ 1065 h 1065"/>
                <a:gd name="T120" fmla="*/ 1297 w 1297"/>
                <a:gd name="T121" fmla="*/ 1063 h 1065"/>
                <a:gd name="T122" fmla="*/ 1255 w 1297"/>
                <a:gd name="T123" fmla="*/ 1065 h 1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97" h="1065">
                  <a:moveTo>
                    <a:pt x="42" y="1065"/>
                  </a:moveTo>
                  <a:lnTo>
                    <a:pt x="42" y="547"/>
                  </a:lnTo>
                  <a:lnTo>
                    <a:pt x="0" y="547"/>
                  </a:lnTo>
                  <a:lnTo>
                    <a:pt x="0" y="1065"/>
                  </a:lnTo>
                  <a:lnTo>
                    <a:pt x="42" y="1065"/>
                  </a:lnTo>
                  <a:close/>
                  <a:moveTo>
                    <a:pt x="94" y="1065"/>
                  </a:moveTo>
                  <a:lnTo>
                    <a:pt x="94" y="8"/>
                  </a:lnTo>
                  <a:lnTo>
                    <a:pt x="52" y="8"/>
                  </a:lnTo>
                  <a:lnTo>
                    <a:pt x="52" y="1065"/>
                  </a:lnTo>
                  <a:lnTo>
                    <a:pt x="94" y="1065"/>
                  </a:lnTo>
                  <a:close/>
                  <a:moveTo>
                    <a:pt x="146" y="1065"/>
                  </a:moveTo>
                  <a:lnTo>
                    <a:pt x="146" y="0"/>
                  </a:lnTo>
                  <a:lnTo>
                    <a:pt x="105" y="0"/>
                  </a:lnTo>
                  <a:lnTo>
                    <a:pt x="105" y="1065"/>
                  </a:lnTo>
                  <a:lnTo>
                    <a:pt x="146" y="1065"/>
                  </a:lnTo>
                  <a:close/>
                  <a:moveTo>
                    <a:pt x="199" y="1065"/>
                  </a:moveTo>
                  <a:lnTo>
                    <a:pt x="199" y="76"/>
                  </a:lnTo>
                  <a:lnTo>
                    <a:pt x="157" y="76"/>
                  </a:lnTo>
                  <a:lnTo>
                    <a:pt x="157" y="1065"/>
                  </a:lnTo>
                  <a:lnTo>
                    <a:pt x="199" y="1065"/>
                  </a:lnTo>
                  <a:close/>
                  <a:moveTo>
                    <a:pt x="251" y="1065"/>
                  </a:moveTo>
                  <a:lnTo>
                    <a:pt x="251" y="190"/>
                  </a:lnTo>
                  <a:lnTo>
                    <a:pt x="209" y="190"/>
                  </a:lnTo>
                  <a:lnTo>
                    <a:pt x="209" y="1065"/>
                  </a:lnTo>
                  <a:lnTo>
                    <a:pt x="251" y="1065"/>
                  </a:lnTo>
                  <a:close/>
                  <a:moveTo>
                    <a:pt x="303" y="1065"/>
                  </a:moveTo>
                  <a:lnTo>
                    <a:pt x="303" y="410"/>
                  </a:lnTo>
                  <a:lnTo>
                    <a:pt x="262" y="410"/>
                  </a:lnTo>
                  <a:lnTo>
                    <a:pt x="262" y="1065"/>
                  </a:lnTo>
                  <a:lnTo>
                    <a:pt x="303" y="1065"/>
                  </a:lnTo>
                  <a:close/>
                  <a:moveTo>
                    <a:pt x="356" y="1065"/>
                  </a:moveTo>
                  <a:lnTo>
                    <a:pt x="356" y="567"/>
                  </a:lnTo>
                  <a:lnTo>
                    <a:pt x="314" y="567"/>
                  </a:lnTo>
                  <a:lnTo>
                    <a:pt x="314" y="1065"/>
                  </a:lnTo>
                  <a:lnTo>
                    <a:pt x="356" y="1065"/>
                  </a:lnTo>
                  <a:close/>
                  <a:moveTo>
                    <a:pt x="408" y="1065"/>
                  </a:moveTo>
                  <a:lnTo>
                    <a:pt x="408" y="659"/>
                  </a:lnTo>
                  <a:lnTo>
                    <a:pt x="366" y="659"/>
                  </a:lnTo>
                  <a:lnTo>
                    <a:pt x="366" y="1065"/>
                  </a:lnTo>
                  <a:lnTo>
                    <a:pt x="408" y="1065"/>
                  </a:lnTo>
                  <a:close/>
                  <a:moveTo>
                    <a:pt x="460" y="1065"/>
                  </a:moveTo>
                  <a:lnTo>
                    <a:pt x="460" y="790"/>
                  </a:lnTo>
                  <a:lnTo>
                    <a:pt x="418" y="790"/>
                  </a:lnTo>
                  <a:lnTo>
                    <a:pt x="418" y="1065"/>
                  </a:lnTo>
                  <a:lnTo>
                    <a:pt x="460" y="1065"/>
                  </a:lnTo>
                  <a:close/>
                  <a:moveTo>
                    <a:pt x="513" y="1065"/>
                  </a:moveTo>
                  <a:lnTo>
                    <a:pt x="513" y="838"/>
                  </a:lnTo>
                  <a:lnTo>
                    <a:pt x="471" y="838"/>
                  </a:lnTo>
                  <a:lnTo>
                    <a:pt x="471" y="1065"/>
                  </a:lnTo>
                  <a:lnTo>
                    <a:pt x="513" y="1065"/>
                  </a:lnTo>
                  <a:close/>
                  <a:moveTo>
                    <a:pt x="565" y="1065"/>
                  </a:moveTo>
                  <a:lnTo>
                    <a:pt x="565" y="907"/>
                  </a:lnTo>
                  <a:lnTo>
                    <a:pt x="523" y="907"/>
                  </a:lnTo>
                  <a:lnTo>
                    <a:pt x="523" y="1065"/>
                  </a:lnTo>
                  <a:lnTo>
                    <a:pt x="565" y="1065"/>
                  </a:lnTo>
                  <a:close/>
                  <a:moveTo>
                    <a:pt x="617" y="1065"/>
                  </a:moveTo>
                  <a:lnTo>
                    <a:pt x="617" y="945"/>
                  </a:lnTo>
                  <a:lnTo>
                    <a:pt x="575" y="945"/>
                  </a:lnTo>
                  <a:lnTo>
                    <a:pt x="575" y="1065"/>
                  </a:lnTo>
                  <a:lnTo>
                    <a:pt x="617" y="1065"/>
                  </a:lnTo>
                  <a:close/>
                  <a:moveTo>
                    <a:pt x="669" y="1065"/>
                  </a:moveTo>
                  <a:lnTo>
                    <a:pt x="669" y="979"/>
                  </a:lnTo>
                  <a:lnTo>
                    <a:pt x="628" y="979"/>
                  </a:lnTo>
                  <a:lnTo>
                    <a:pt x="628" y="1065"/>
                  </a:lnTo>
                  <a:lnTo>
                    <a:pt x="669" y="1065"/>
                  </a:lnTo>
                  <a:close/>
                  <a:moveTo>
                    <a:pt x="722" y="1065"/>
                  </a:moveTo>
                  <a:lnTo>
                    <a:pt x="722" y="995"/>
                  </a:lnTo>
                  <a:lnTo>
                    <a:pt x="680" y="995"/>
                  </a:lnTo>
                  <a:lnTo>
                    <a:pt x="680" y="1065"/>
                  </a:lnTo>
                  <a:lnTo>
                    <a:pt x="722" y="1065"/>
                  </a:lnTo>
                  <a:close/>
                  <a:moveTo>
                    <a:pt x="774" y="1065"/>
                  </a:moveTo>
                  <a:lnTo>
                    <a:pt x="774" y="1021"/>
                  </a:lnTo>
                  <a:lnTo>
                    <a:pt x="732" y="1021"/>
                  </a:lnTo>
                  <a:lnTo>
                    <a:pt x="732" y="1065"/>
                  </a:lnTo>
                  <a:lnTo>
                    <a:pt x="774" y="1065"/>
                  </a:lnTo>
                  <a:close/>
                  <a:moveTo>
                    <a:pt x="826" y="1065"/>
                  </a:moveTo>
                  <a:lnTo>
                    <a:pt x="826" y="1033"/>
                  </a:lnTo>
                  <a:lnTo>
                    <a:pt x="784" y="1033"/>
                  </a:lnTo>
                  <a:lnTo>
                    <a:pt x="784" y="1065"/>
                  </a:lnTo>
                  <a:lnTo>
                    <a:pt x="826" y="1065"/>
                  </a:lnTo>
                  <a:close/>
                  <a:moveTo>
                    <a:pt x="879" y="1065"/>
                  </a:moveTo>
                  <a:lnTo>
                    <a:pt x="879" y="1051"/>
                  </a:lnTo>
                  <a:lnTo>
                    <a:pt x="837" y="1051"/>
                  </a:lnTo>
                  <a:lnTo>
                    <a:pt x="837" y="1065"/>
                  </a:lnTo>
                  <a:lnTo>
                    <a:pt x="879" y="1065"/>
                  </a:lnTo>
                  <a:close/>
                  <a:moveTo>
                    <a:pt x="931" y="1065"/>
                  </a:moveTo>
                  <a:lnTo>
                    <a:pt x="931" y="1051"/>
                  </a:lnTo>
                  <a:lnTo>
                    <a:pt x="889" y="1051"/>
                  </a:lnTo>
                  <a:lnTo>
                    <a:pt x="889" y="1065"/>
                  </a:lnTo>
                  <a:lnTo>
                    <a:pt x="931" y="1065"/>
                  </a:lnTo>
                  <a:close/>
                  <a:moveTo>
                    <a:pt x="983" y="1065"/>
                  </a:moveTo>
                  <a:lnTo>
                    <a:pt x="983" y="1050"/>
                  </a:lnTo>
                  <a:lnTo>
                    <a:pt x="941" y="1050"/>
                  </a:lnTo>
                  <a:lnTo>
                    <a:pt x="941" y="1065"/>
                  </a:lnTo>
                  <a:lnTo>
                    <a:pt x="983" y="1065"/>
                  </a:lnTo>
                  <a:close/>
                  <a:moveTo>
                    <a:pt x="1035" y="1065"/>
                  </a:moveTo>
                  <a:lnTo>
                    <a:pt x="1035" y="1052"/>
                  </a:lnTo>
                  <a:lnTo>
                    <a:pt x="993" y="1052"/>
                  </a:lnTo>
                  <a:lnTo>
                    <a:pt x="993" y="1065"/>
                  </a:lnTo>
                  <a:lnTo>
                    <a:pt x="1035" y="1065"/>
                  </a:lnTo>
                  <a:close/>
                  <a:moveTo>
                    <a:pt x="1088" y="1065"/>
                  </a:moveTo>
                  <a:lnTo>
                    <a:pt x="1088" y="1052"/>
                  </a:lnTo>
                  <a:lnTo>
                    <a:pt x="1046" y="1052"/>
                  </a:lnTo>
                  <a:lnTo>
                    <a:pt x="1046" y="1065"/>
                  </a:lnTo>
                  <a:lnTo>
                    <a:pt x="1088" y="1065"/>
                  </a:lnTo>
                  <a:close/>
                  <a:moveTo>
                    <a:pt x="1140" y="1065"/>
                  </a:moveTo>
                  <a:lnTo>
                    <a:pt x="1140" y="1059"/>
                  </a:lnTo>
                  <a:lnTo>
                    <a:pt x="1098" y="1059"/>
                  </a:lnTo>
                  <a:lnTo>
                    <a:pt x="1098" y="1065"/>
                  </a:lnTo>
                  <a:lnTo>
                    <a:pt x="1140" y="1065"/>
                  </a:lnTo>
                  <a:close/>
                  <a:moveTo>
                    <a:pt x="1192" y="1065"/>
                  </a:moveTo>
                  <a:lnTo>
                    <a:pt x="1192" y="1059"/>
                  </a:lnTo>
                  <a:lnTo>
                    <a:pt x="1151" y="1059"/>
                  </a:lnTo>
                  <a:lnTo>
                    <a:pt x="1151" y="1065"/>
                  </a:lnTo>
                  <a:lnTo>
                    <a:pt x="1192" y="1065"/>
                  </a:lnTo>
                  <a:close/>
                  <a:moveTo>
                    <a:pt x="1245" y="1065"/>
                  </a:moveTo>
                  <a:lnTo>
                    <a:pt x="1245" y="1063"/>
                  </a:lnTo>
                  <a:lnTo>
                    <a:pt x="1203" y="1063"/>
                  </a:lnTo>
                  <a:lnTo>
                    <a:pt x="1203" y="1065"/>
                  </a:lnTo>
                  <a:lnTo>
                    <a:pt x="1245" y="1065"/>
                  </a:lnTo>
                  <a:close/>
                  <a:moveTo>
                    <a:pt x="1297" y="1065"/>
                  </a:moveTo>
                  <a:lnTo>
                    <a:pt x="1297" y="1063"/>
                  </a:lnTo>
                  <a:lnTo>
                    <a:pt x="1255" y="1063"/>
                  </a:lnTo>
                  <a:lnTo>
                    <a:pt x="1255" y="1065"/>
                  </a:lnTo>
                  <a:lnTo>
                    <a:pt x="1297" y="1065"/>
                  </a:lnTo>
                  <a:close/>
                </a:path>
              </a:pathLst>
            </a:custGeom>
            <a:solidFill>
              <a:srgbClr val="007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8" name="Rectangle 98">
              <a:extLst>
                <a:ext uri="{FF2B5EF4-FFF2-40B4-BE49-F238E27FC236}">
                  <a16:creationId xmlns:a16="http://schemas.microsoft.com/office/drawing/2014/main" id="{D7E6FA9D-1DCD-47B0-BC90-0F12A05CA1E8}"/>
                </a:ext>
              </a:extLst>
            </p:cNvPr>
            <p:cNvSpPr>
              <a:spLocks noChangeArrowheads="1"/>
            </p:cNvSpPr>
            <p:nvPr/>
          </p:nvSpPr>
          <p:spPr bwMode="auto">
            <a:xfrm>
              <a:off x="1409936" y="4179331"/>
              <a:ext cx="64490" cy="79538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29" name="Rectangle 99">
              <a:extLst>
                <a:ext uri="{FF2B5EF4-FFF2-40B4-BE49-F238E27FC236}">
                  <a16:creationId xmlns:a16="http://schemas.microsoft.com/office/drawing/2014/main" id="{5312F27D-0C97-4F5F-866A-D1A546295E6C}"/>
                </a:ext>
              </a:extLst>
            </p:cNvPr>
            <p:cNvSpPr>
              <a:spLocks noChangeArrowheads="1"/>
            </p:cNvSpPr>
            <p:nvPr/>
          </p:nvSpPr>
          <p:spPr bwMode="auto">
            <a:xfrm>
              <a:off x="1489781" y="3351705"/>
              <a:ext cx="64490" cy="1623008"/>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0" name="Rectangle 100">
              <a:extLst>
                <a:ext uri="{FF2B5EF4-FFF2-40B4-BE49-F238E27FC236}">
                  <a16:creationId xmlns:a16="http://schemas.microsoft.com/office/drawing/2014/main" id="{C433EEB5-0A2A-47A4-A74C-6F3CB0CAEEE8}"/>
                </a:ext>
              </a:extLst>
            </p:cNvPr>
            <p:cNvSpPr>
              <a:spLocks noChangeArrowheads="1"/>
            </p:cNvSpPr>
            <p:nvPr/>
          </p:nvSpPr>
          <p:spPr bwMode="auto">
            <a:xfrm>
              <a:off x="1571162" y="3339421"/>
              <a:ext cx="62955" cy="1635292"/>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1" name="Rectangle 101">
              <a:extLst>
                <a:ext uri="{FF2B5EF4-FFF2-40B4-BE49-F238E27FC236}">
                  <a16:creationId xmlns:a16="http://schemas.microsoft.com/office/drawing/2014/main" id="{DC57C411-2561-4663-AD3A-271BE90E4667}"/>
                </a:ext>
              </a:extLst>
            </p:cNvPr>
            <p:cNvSpPr>
              <a:spLocks noChangeArrowheads="1"/>
            </p:cNvSpPr>
            <p:nvPr/>
          </p:nvSpPr>
          <p:spPr bwMode="auto">
            <a:xfrm>
              <a:off x="1651007" y="3456118"/>
              <a:ext cx="64490" cy="1518595"/>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2" name="Rectangle 102">
              <a:extLst>
                <a:ext uri="{FF2B5EF4-FFF2-40B4-BE49-F238E27FC236}">
                  <a16:creationId xmlns:a16="http://schemas.microsoft.com/office/drawing/2014/main" id="{E7DE9045-9C36-4B0D-B75B-2BBF390CD6B5}"/>
                </a:ext>
              </a:extLst>
            </p:cNvPr>
            <p:cNvSpPr>
              <a:spLocks noChangeArrowheads="1"/>
            </p:cNvSpPr>
            <p:nvPr/>
          </p:nvSpPr>
          <p:spPr bwMode="auto">
            <a:xfrm>
              <a:off x="1730852" y="3631163"/>
              <a:ext cx="64490" cy="1343550"/>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3" name="Rectangle 103">
              <a:extLst>
                <a:ext uri="{FF2B5EF4-FFF2-40B4-BE49-F238E27FC236}">
                  <a16:creationId xmlns:a16="http://schemas.microsoft.com/office/drawing/2014/main" id="{298AB0D9-ECEC-4AFC-891C-9AD8B56ED728}"/>
                </a:ext>
              </a:extLst>
            </p:cNvPr>
            <p:cNvSpPr>
              <a:spLocks noChangeArrowheads="1"/>
            </p:cNvSpPr>
            <p:nvPr/>
          </p:nvSpPr>
          <p:spPr bwMode="auto">
            <a:xfrm>
              <a:off x="1812233" y="3968970"/>
              <a:ext cx="62955" cy="1005743"/>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4" name="Rectangle 104">
              <a:extLst>
                <a:ext uri="{FF2B5EF4-FFF2-40B4-BE49-F238E27FC236}">
                  <a16:creationId xmlns:a16="http://schemas.microsoft.com/office/drawing/2014/main" id="{06EEDBF8-4A60-4B6B-BB91-6FB2FC7E5549}"/>
                </a:ext>
              </a:extLst>
            </p:cNvPr>
            <p:cNvSpPr>
              <a:spLocks noChangeArrowheads="1"/>
            </p:cNvSpPr>
            <p:nvPr/>
          </p:nvSpPr>
          <p:spPr bwMode="auto">
            <a:xfrm>
              <a:off x="1892078" y="4210040"/>
              <a:ext cx="64490" cy="76467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5" name="Rectangle 105">
              <a:extLst>
                <a:ext uri="{FF2B5EF4-FFF2-40B4-BE49-F238E27FC236}">
                  <a16:creationId xmlns:a16="http://schemas.microsoft.com/office/drawing/2014/main" id="{636047EF-BAB6-4CB1-AD87-1224B127088D}"/>
                </a:ext>
              </a:extLst>
            </p:cNvPr>
            <p:cNvSpPr>
              <a:spLocks noChangeArrowheads="1"/>
            </p:cNvSpPr>
            <p:nvPr/>
          </p:nvSpPr>
          <p:spPr bwMode="auto">
            <a:xfrm>
              <a:off x="1971923" y="4351305"/>
              <a:ext cx="64490" cy="623407"/>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6" name="Rectangle 106">
              <a:extLst>
                <a:ext uri="{FF2B5EF4-FFF2-40B4-BE49-F238E27FC236}">
                  <a16:creationId xmlns:a16="http://schemas.microsoft.com/office/drawing/2014/main" id="{74208F26-A5B4-42F7-A52F-0C4425396CB1}"/>
                </a:ext>
              </a:extLst>
            </p:cNvPr>
            <p:cNvSpPr>
              <a:spLocks noChangeArrowheads="1"/>
            </p:cNvSpPr>
            <p:nvPr/>
          </p:nvSpPr>
          <p:spPr bwMode="auto">
            <a:xfrm>
              <a:off x="2051768" y="4552454"/>
              <a:ext cx="64490" cy="422259"/>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7" name="Rectangle 107">
              <a:extLst>
                <a:ext uri="{FF2B5EF4-FFF2-40B4-BE49-F238E27FC236}">
                  <a16:creationId xmlns:a16="http://schemas.microsoft.com/office/drawing/2014/main" id="{5E1961A4-2300-41FF-8211-9F589B7E8A3B}"/>
                </a:ext>
              </a:extLst>
            </p:cNvPr>
            <p:cNvSpPr>
              <a:spLocks noChangeArrowheads="1"/>
            </p:cNvSpPr>
            <p:nvPr/>
          </p:nvSpPr>
          <p:spPr bwMode="auto">
            <a:xfrm>
              <a:off x="2133149" y="4626157"/>
              <a:ext cx="64490" cy="348556"/>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8" name="Rectangle 108">
              <a:extLst>
                <a:ext uri="{FF2B5EF4-FFF2-40B4-BE49-F238E27FC236}">
                  <a16:creationId xmlns:a16="http://schemas.microsoft.com/office/drawing/2014/main" id="{1F54472F-E0CF-44AB-8306-6E8DF4E80C99}"/>
                </a:ext>
              </a:extLst>
            </p:cNvPr>
            <p:cNvSpPr>
              <a:spLocks noChangeArrowheads="1"/>
            </p:cNvSpPr>
            <p:nvPr/>
          </p:nvSpPr>
          <p:spPr bwMode="auto">
            <a:xfrm>
              <a:off x="2212995" y="4732105"/>
              <a:ext cx="64490" cy="242607"/>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39" name="Rectangle 109">
              <a:extLst>
                <a:ext uri="{FF2B5EF4-FFF2-40B4-BE49-F238E27FC236}">
                  <a16:creationId xmlns:a16="http://schemas.microsoft.com/office/drawing/2014/main" id="{4F2D1708-73E4-4913-878F-D41CA7AF2B27}"/>
                </a:ext>
              </a:extLst>
            </p:cNvPr>
            <p:cNvSpPr>
              <a:spLocks noChangeArrowheads="1"/>
            </p:cNvSpPr>
            <p:nvPr/>
          </p:nvSpPr>
          <p:spPr bwMode="auto">
            <a:xfrm>
              <a:off x="2292840" y="4790454"/>
              <a:ext cx="64490" cy="184258"/>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40" name="Rectangle 110">
              <a:extLst>
                <a:ext uri="{FF2B5EF4-FFF2-40B4-BE49-F238E27FC236}">
                  <a16:creationId xmlns:a16="http://schemas.microsoft.com/office/drawing/2014/main" id="{D944795E-1840-4FA1-BA4C-0B0DBBA57B7D}"/>
                </a:ext>
              </a:extLst>
            </p:cNvPr>
            <p:cNvSpPr>
              <a:spLocks noChangeArrowheads="1"/>
            </p:cNvSpPr>
            <p:nvPr/>
          </p:nvSpPr>
          <p:spPr bwMode="auto">
            <a:xfrm>
              <a:off x="2374220" y="4842660"/>
              <a:ext cx="62955" cy="132052"/>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41" name="Rectangle 111">
              <a:extLst>
                <a:ext uri="{FF2B5EF4-FFF2-40B4-BE49-F238E27FC236}">
                  <a16:creationId xmlns:a16="http://schemas.microsoft.com/office/drawing/2014/main" id="{6F0E0C91-0877-4521-AE30-A9090FCA8530}"/>
                </a:ext>
              </a:extLst>
            </p:cNvPr>
            <p:cNvSpPr>
              <a:spLocks noChangeArrowheads="1"/>
            </p:cNvSpPr>
            <p:nvPr/>
          </p:nvSpPr>
          <p:spPr bwMode="auto">
            <a:xfrm>
              <a:off x="2454065" y="4867228"/>
              <a:ext cx="64490" cy="107484"/>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42" name="Rectangle 112">
              <a:extLst>
                <a:ext uri="{FF2B5EF4-FFF2-40B4-BE49-F238E27FC236}">
                  <a16:creationId xmlns:a16="http://schemas.microsoft.com/office/drawing/2014/main" id="{64E1F76D-DE64-4D32-8A53-B138E2BB4C9F}"/>
                </a:ext>
              </a:extLst>
            </p:cNvPr>
            <p:cNvSpPr>
              <a:spLocks noChangeArrowheads="1"/>
            </p:cNvSpPr>
            <p:nvPr/>
          </p:nvSpPr>
          <p:spPr bwMode="auto">
            <a:xfrm>
              <a:off x="2533910" y="4907151"/>
              <a:ext cx="64490" cy="6756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43" name="Rectangle 113">
              <a:extLst>
                <a:ext uri="{FF2B5EF4-FFF2-40B4-BE49-F238E27FC236}">
                  <a16:creationId xmlns:a16="http://schemas.microsoft.com/office/drawing/2014/main" id="{6C0A8B4F-5C0E-4F8B-8F87-AB11976060BF}"/>
                </a:ext>
              </a:extLst>
            </p:cNvPr>
            <p:cNvSpPr>
              <a:spLocks noChangeArrowheads="1"/>
            </p:cNvSpPr>
            <p:nvPr/>
          </p:nvSpPr>
          <p:spPr bwMode="auto">
            <a:xfrm>
              <a:off x="2613756" y="4925576"/>
              <a:ext cx="64490" cy="49136"/>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44" name="Rectangle 114">
              <a:extLst>
                <a:ext uri="{FF2B5EF4-FFF2-40B4-BE49-F238E27FC236}">
                  <a16:creationId xmlns:a16="http://schemas.microsoft.com/office/drawing/2014/main" id="{1FA607A0-8B9C-40C2-85D0-2B222410F193}"/>
                </a:ext>
              </a:extLst>
            </p:cNvPr>
            <p:cNvSpPr>
              <a:spLocks noChangeArrowheads="1"/>
            </p:cNvSpPr>
            <p:nvPr/>
          </p:nvSpPr>
          <p:spPr bwMode="auto">
            <a:xfrm>
              <a:off x="2695137" y="4953215"/>
              <a:ext cx="64490" cy="21497"/>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45" name="Rectangle 115">
              <a:extLst>
                <a:ext uri="{FF2B5EF4-FFF2-40B4-BE49-F238E27FC236}">
                  <a16:creationId xmlns:a16="http://schemas.microsoft.com/office/drawing/2014/main" id="{151B6145-5F2D-420F-B3A4-F9E7E9315E52}"/>
                </a:ext>
              </a:extLst>
            </p:cNvPr>
            <p:cNvSpPr>
              <a:spLocks noChangeArrowheads="1"/>
            </p:cNvSpPr>
            <p:nvPr/>
          </p:nvSpPr>
          <p:spPr bwMode="auto">
            <a:xfrm>
              <a:off x="2774982" y="4953215"/>
              <a:ext cx="64490" cy="21497"/>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46" name="Rectangle 116">
              <a:extLst>
                <a:ext uri="{FF2B5EF4-FFF2-40B4-BE49-F238E27FC236}">
                  <a16:creationId xmlns:a16="http://schemas.microsoft.com/office/drawing/2014/main" id="{6D208A4D-9472-45AF-A6D4-CD1C071274E0}"/>
                </a:ext>
              </a:extLst>
            </p:cNvPr>
            <p:cNvSpPr>
              <a:spLocks noChangeArrowheads="1"/>
            </p:cNvSpPr>
            <p:nvPr/>
          </p:nvSpPr>
          <p:spPr bwMode="auto">
            <a:xfrm>
              <a:off x="2854827" y="4951680"/>
              <a:ext cx="64490" cy="23033"/>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48" name="Rectangle 117">
              <a:extLst>
                <a:ext uri="{FF2B5EF4-FFF2-40B4-BE49-F238E27FC236}">
                  <a16:creationId xmlns:a16="http://schemas.microsoft.com/office/drawing/2014/main" id="{FC63E061-E107-4E7D-AF00-882D688588E8}"/>
                </a:ext>
              </a:extLst>
            </p:cNvPr>
            <p:cNvSpPr>
              <a:spLocks noChangeArrowheads="1"/>
            </p:cNvSpPr>
            <p:nvPr/>
          </p:nvSpPr>
          <p:spPr bwMode="auto">
            <a:xfrm>
              <a:off x="2934672" y="4954751"/>
              <a:ext cx="64490" cy="19962"/>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49" name="Rectangle 118">
              <a:extLst>
                <a:ext uri="{FF2B5EF4-FFF2-40B4-BE49-F238E27FC236}">
                  <a16:creationId xmlns:a16="http://schemas.microsoft.com/office/drawing/2014/main" id="{8118AEFB-A4CA-426E-8E2C-A5223D20FEC9}"/>
                </a:ext>
              </a:extLst>
            </p:cNvPr>
            <p:cNvSpPr>
              <a:spLocks noChangeArrowheads="1"/>
            </p:cNvSpPr>
            <p:nvPr/>
          </p:nvSpPr>
          <p:spPr bwMode="auto">
            <a:xfrm>
              <a:off x="3016053" y="4954751"/>
              <a:ext cx="64490" cy="19962"/>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0" name="Rectangle 119">
              <a:extLst>
                <a:ext uri="{FF2B5EF4-FFF2-40B4-BE49-F238E27FC236}">
                  <a16:creationId xmlns:a16="http://schemas.microsoft.com/office/drawing/2014/main" id="{BDFD564F-4D12-4519-91FE-35A580C90E37}"/>
                </a:ext>
              </a:extLst>
            </p:cNvPr>
            <p:cNvSpPr>
              <a:spLocks noChangeArrowheads="1"/>
            </p:cNvSpPr>
            <p:nvPr/>
          </p:nvSpPr>
          <p:spPr bwMode="auto">
            <a:xfrm>
              <a:off x="3095898" y="4965499"/>
              <a:ext cx="64490" cy="9213"/>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1" name="Rectangle 120">
              <a:extLst>
                <a:ext uri="{FF2B5EF4-FFF2-40B4-BE49-F238E27FC236}">
                  <a16:creationId xmlns:a16="http://schemas.microsoft.com/office/drawing/2014/main" id="{94B4D2AB-7E31-44ED-A3A8-AB748ACB3385}"/>
                </a:ext>
              </a:extLst>
            </p:cNvPr>
            <p:cNvSpPr>
              <a:spLocks noChangeArrowheads="1"/>
            </p:cNvSpPr>
            <p:nvPr/>
          </p:nvSpPr>
          <p:spPr bwMode="auto">
            <a:xfrm>
              <a:off x="3177279" y="4965499"/>
              <a:ext cx="62955" cy="9213"/>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2" name="Rectangle 121">
              <a:extLst>
                <a:ext uri="{FF2B5EF4-FFF2-40B4-BE49-F238E27FC236}">
                  <a16:creationId xmlns:a16="http://schemas.microsoft.com/office/drawing/2014/main" id="{8D5CB644-57C3-461B-BD4A-F7B5BFEE9087}"/>
                </a:ext>
              </a:extLst>
            </p:cNvPr>
            <p:cNvSpPr>
              <a:spLocks noChangeArrowheads="1"/>
            </p:cNvSpPr>
            <p:nvPr/>
          </p:nvSpPr>
          <p:spPr bwMode="auto">
            <a:xfrm>
              <a:off x="3257124" y="4971641"/>
              <a:ext cx="64490" cy="307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3" name="Rectangle 122">
              <a:extLst>
                <a:ext uri="{FF2B5EF4-FFF2-40B4-BE49-F238E27FC236}">
                  <a16:creationId xmlns:a16="http://schemas.microsoft.com/office/drawing/2014/main" id="{673FF38D-195F-410A-8A55-B54B2961283A}"/>
                </a:ext>
              </a:extLst>
            </p:cNvPr>
            <p:cNvSpPr>
              <a:spLocks noChangeArrowheads="1"/>
            </p:cNvSpPr>
            <p:nvPr/>
          </p:nvSpPr>
          <p:spPr bwMode="auto">
            <a:xfrm>
              <a:off x="3336969" y="4971641"/>
              <a:ext cx="64490" cy="3071"/>
            </a:xfrm>
            <a:prstGeom prst="rect">
              <a:avLst/>
            </a:pr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5" name="Line 123">
              <a:extLst>
                <a:ext uri="{FF2B5EF4-FFF2-40B4-BE49-F238E27FC236}">
                  <a16:creationId xmlns:a16="http://schemas.microsoft.com/office/drawing/2014/main" id="{3AE9C76E-9896-4785-8EF6-2DC5D803BA88}"/>
                </a:ext>
              </a:extLst>
            </p:cNvPr>
            <p:cNvSpPr>
              <a:spLocks noChangeShapeType="1"/>
            </p:cNvSpPr>
            <p:nvPr/>
          </p:nvSpPr>
          <p:spPr bwMode="auto">
            <a:xfrm>
              <a:off x="1345445" y="4974712"/>
              <a:ext cx="2120505" cy="0"/>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6" name="Line 124">
              <a:extLst>
                <a:ext uri="{FF2B5EF4-FFF2-40B4-BE49-F238E27FC236}">
                  <a16:creationId xmlns:a16="http://schemas.microsoft.com/office/drawing/2014/main" id="{C38AD2A4-061D-4579-A119-42783F5F1350}"/>
                </a:ext>
              </a:extLst>
            </p:cNvPr>
            <p:cNvSpPr>
              <a:spLocks noChangeShapeType="1"/>
            </p:cNvSpPr>
            <p:nvPr/>
          </p:nvSpPr>
          <p:spPr bwMode="auto">
            <a:xfrm>
              <a:off x="1345445" y="3299498"/>
              <a:ext cx="2120505" cy="0"/>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7" name="Line 125">
              <a:extLst>
                <a:ext uri="{FF2B5EF4-FFF2-40B4-BE49-F238E27FC236}">
                  <a16:creationId xmlns:a16="http://schemas.microsoft.com/office/drawing/2014/main" id="{FD5085BA-4FFE-4AF4-A06A-483249FF1978}"/>
                </a:ext>
              </a:extLst>
            </p:cNvPr>
            <p:cNvSpPr>
              <a:spLocks noChangeShapeType="1"/>
            </p:cNvSpPr>
            <p:nvPr/>
          </p:nvSpPr>
          <p:spPr bwMode="auto">
            <a:xfrm flipV="1">
              <a:off x="1362336" y="4953215"/>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8" name="Line 126">
              <a:extLst>
                <a:ext uri="{FF2B5EF4-FFF2-40B4-BE49-F238E27FC236}">
                  <a16:creationId xmlns:a16="http://schemas.microsoft.com/office/drawing/2014/main" id="{73475A5A-3678-4E74-A71F-A833CB70E975}"/>
                </a:ext>
              </a:extLst>
            </p:cNvPr>
            <p:cNvSpPr>
              <a:spLocks noChangeShapeType="1"/>
            </p:cNvSpPr>
            <p:nvPr/>
          </p:nvSpPr>
          <p:spPr bwMode="auto">
            <a:xfrm flipV="1">
              <a:off x="1763097" y="4953215"/>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59" name="Line 127">
              <a:extLst>
                <a:ext uri="{FF2B5EF4-FFF2-40B4-BE49-F238E27FC236}">
                  <a16:creationId xmlns:a16="http://schemas.microsoft.com/office/drawing/2014/main" id="{514AFF1E-B5E0-48C2-809B-3EF1BBBA1B81}"/>
                </a:ext>
              </a:extLst>
            </p:cNvPr>
            <p:cNvSpPr>
              <a:spLocks noChangeShapeType="1"/>
            </p:cNvSpPr>
            <p:nvPr/>
          </p:nvSpPr>
          <p:spPr bwMode="auto">
            <a:xfrm flipV="1">
              <a:off x="2165394" y="4953215"/>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0" name="Line 128">
              <a:extLst>
                <a:ext uri="{FF2B5EF4-FFF2-40B4-BE49-F238E27FC236}">
                  <a16:creationId xmlns:a16="http://schemas.microsoft.com/office/drawing/2014/main" id="{45DE17B1-94A9-46C6-A814-875212DE0AF8}"/>
                </a:ext>
              </a:extLst>
            </p:cNvPr>
            <p:cNvSpPr>
              <a:spLocks noChangeShapeType="1"/>
            </p:cNvSpPr>
            <p:nvPr/>
          </p:nvSpPr>
          <p:spPr bwMode="auto">
            <a:xfrm flipV="1">
              <a:off x="2566156" y="4953215"/>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1" name="Line 129">
              <a:extLst>
                <a:ext uri="{FF2B5EF4-FFF2-40B4-BE49-F238E27FC236}">
                  <a16:creationId xmlns:a16="http://schemas.microsoft.com/office/drawing/2014/main" id="{A1E9CA1D-A7BF-4749-B6FD-5EB67009DC8F}"/>
                </a:ext>
              </a:extLst>
            </p:cNvPr>
            <p:cNvSpPr>
              <a:spLocks noChangeShapeType="1"/>
            </p:cNvSpPr>
            <p:nvPr/>
          </p:nvSpPr>
          <p:spPr bwMode="auto">
            <a:xfrm flipV="1">
              <a:off x="2968453" y="4953215"/>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2" name="Line 130">
              <a:extLst>
                <a:ext uri="{FF2B5EF4-FFF2-40B4-BE49-F238E27FC236}">
                  <a16:creationId xmlns:a16="http://schemas.microsoft.com/office/drawing/2014/main" id="{F2697358-55ED-4FCE-829C-39379981A8B0}"/>
                </a:ext>
              </a:extLst>
            </p:cNvPr>
            <p:cNvSpPr>
              <a:spLocks noChangeShapeType="1"/>
            </p:cNvSpPr>
            <p:nvPr/>
          </p:nvSpPr>
          <p:spPr bwMode="auto">
            <a:xfrm flipV="1">
              <a:off x="3369214" y="4953215"/>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3" name="Line 131">
              <a:extLst>
                <a:ext uri="{FF2B5EF4-FFF2-40B4-BE49-F238E27FC236}">
                  <a16:creationId xmlns:a16="http://schemas.microsoft.com/office/drawing/2014/main" id="{6DEBBC78-E6FF-4EC0-B5A9-5C0F52288D88}"/>
                </a:ext>
              </a:extLst>
            </p:cNvPr>
            <p:cNvSpPr>
              <a:spLocks noChangeShapeType="1"/>
            </p:cNvSpPr>
            <p:nvPr/>
          </p:nvSpPr>
          <p:spPr bwMode="auto">
            <a:xfrm>
              <a:off x="1362336" y="3299498"/>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4" name="Line 132">
              <a:extLst>
                <a:ext uri="{FF2B5EF4-FFF2-40B4-BE49-F238E27FC236}">
                  <a16:creationId xmlns:a16="http://schemas.microsoft.com/office/drawing/2014/main" id="{54C83A5E-AE2F-4A2B-AAB7-2E56BA0108EB}"/>
                </a:ext>
              </a:extLst>
            </p:cNvPr>
            <p:cNvSpPr>
              <a:spLocks noChangeShapeType="1"/>
            </p:cNvSpPr>
            <p:nvPr/>
          </p:nvSpPr>
          <p:spPr bwMode="auto">
            <a:xfrm>
              <a:off x="1763097" y="3299498"/>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5" name="Line 133">
              <a:extLst>
                <a:ext uri="{FF2B5EF4-FFF2-40B4-BE49-F238E27FC236}">
                  <a16:creationId xmlns:a16="http://schemas.microsoft.com/office/drawing/2014/main" id="{2DDB7DC5-1A62-4DD1-A339-5774F97674A9}"/>
                </a:ext>
              </a:extLst>
            </p:cNvPr>
            <p:cNvSpPr>
              <a:spLocks noChangeShapeType="1"/>
            </p:cNvSpPr>
            <p:nvPr/>
          </p:nvSpPr>
          <p:spPr bwMode="auto">
            <a:xfrm>
              <a:off x="2165394" y="3299498"/>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6" name="Line 134">
              <a:extLst>
                <a:ext uri="{FF2B5EF4-FFF2-40B4-BE49-F238E27FC236}">
                  <a16:creationId xmlns:a16="http://schemas.microsoft.com/office/drawing/2014/main" id="{A0BDC7CB-3D3B-4CEB-9C88-B44F30D973DB}"/>
                </a:ext>
              </a:extLst>
            </p:cNvPr>
            <p:cNvSpPr>
              <a:spLocks noChangeShapeType="1"/>
            </p:cNvSpPr>
            <p:nvPr/>
          </p:nvSpPr>
          <p:spPr bwMode="auto">
            <a:xfrm>
              <a:off x="2566156" y="3299498"/>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7" name="Line 135">
              <a:extLst>
                <a:ext uri="{FF2B5EF4-FFF2-40B4-BE49-F238E27FC236}">
                  <a16:creationId xmlns:a16="http://schemas.microsoft.com/office/drawing/2014/main" id="{4EBDF8B2-6502-438A-ADD3-A9F1403508FF}"/>
                </a:ext>
              </a:extLst>
            </p:cNvPr>
            <p:cNvSpPr>
              <a:spLocks noChangeShapeType="1"/>
            </p:cNvSpPr>
            <p:nvPr/>
          </p:nvSpPr>
          <p:spPr bwMode="auto">
            <a:xfrm>
              <a:off x="2968453" y="3299498"/>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8" name="Line 136">
              <a:extLst>
                <a:ext uri="{FF2B5EF4-FFF2-40B4-BE49-F238E27FC236}">
                  <a16:creationId xmlns:a16="http://schemas.microsoft.com/office/drawing/2014/main" id="{C58BEEE4-CD42-4211-93EB-9CE847F0E2BD}"/>
                </a:ext>
              </a:extLst>
            </p:cNvPr>
            <p:cNvSpPr>
              <a:spLocks noChangeShapeType="1"/>
            </p:cNvSpPr>
            <p:nvPr/>
          </p:nvSpPr>
          <p:spPr bwMode="auto">
            <a:xfrm>
              <a:off x="3369214" y="3299498"/>
              <a:ext cx="0" cy="21497"/>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69" name="Rectangle 137">
              <a:extLst>
                <a:ext uri="{FF2B5EF4-FFF2-40B4-BE49-F238E27FC236}">
                  <a16:creationId xmlns:a16="http://schemas.microsoft.com/office/drawing/2014/main" id="{080BC772-F9A7-4F2A-90CE-87911F9DF784}"/>
                </a:ext>
              </a:extLst>
            </p:cNvPr>
            <p:cNvSpPr>
              <a:spLocks noChangeArrowheads="1"/>
            </p:cNvSpPr>
            <p:nvPr/>
          </p:nvSpPr>
          <p:spPr bwMode="auto">
            <a:xfrm>
              <a:off x="1333469" y="5030604"/>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0</a:t>
              </a:r>
              <a:endParaRPr lang="ko-KR" altLang="ko-KR" sz="600"/>
            </a:p>
          </p:txBody>
        </p:sp>
        <p:sp>
          <p:nvSpPr>
            <p:cNvPr id="2070" name="Rectangle 138">
              <a:extLst>
                <a:ext uri="{FF2B5EF4-FFF2-40B4-BE49-F238E27FC236}">
                  <a16:creationId xmlns:a16="http://schemas.microsoft.com/office/drawing/2014/main" id="{03AD8FC5-0211-4D58-A2BF-4A90FB0657F5}"/>
                </a:ext>
              </a:extLst>
            </p:cNvPr>
            <p:cNvSpPr>
              <a:spLocks noChangeArrowheads="1"/>
            </p:cNvSpPr>
            <p:nvPr/>
          </p:nvSpPr>
          <p:spPr bwMode="auto">
            <a:xfrm>
              <a:off x="1734230" y="5030604"/>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5</a:t>
              </a:r>
              <a:endParaRPr lang="ko-KR" altLang="ko-KR" sz="600"/>
            </a:p>
          </p:txBody>
        </p:sp>
        <p:sp>
          <p:nvSpPr>
            <p:cNvPr id="2071" name="Rectangle 139">
              <a:extLst>
                <a:ext uri="{FF2B5EF4-FFF2-40B4-BE49-F238E27FC236}">
                  <a16:creationId xmlns:a16="http://schemas.microsoft.com/office/drawing/2014/main" id="{7FBA526F-49F0-4F10-BA1D-79D0AC2CDD0E}"/>
                </a:ext>
              </a:extLst>
            </p:cNvPr>
            <p:cNvSpPr>
              <a:spLocks noChangeArrowheads="1"/>
            </p:cNvSpPr>
            <p:nvPr/>
          </p:nvSpPr>
          <p:spPr bwMode="auto">
            <a:xfrm>
              <a:off x="2124243" y="5030604"/>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10</a:t>
              </a:r>
              <a:endParaRPr lang="ko-KR" altLang="ko-KR" sz="600"/>
            </a:p>
          </p:txBody>
        </p:sp>
        <p:sp>
          <p:nvSpPr>
            <p:cNvPr id="2072" name="Rectangle 140">
              <a:extLst>
                <a:ext uri="{FF2B5EF4-FFF2-40B4-BE49-F238E27FC236}">
                  <a16:creationId xmlns:a16="http://schemas.microsoft.com/office/drawing/2014/main" id="{A404C6F1-3597-46AF-BDD3-20043069DE75}"/>
                </a:ext>
              </a:extLst>
            </p:cNvPr>
            <p:cNvSpPr>
              <a:spLocks noChangeArrowheads="1"/>
            </p:cNvSpPr>
            <p:nvPr/>
          </p:nvSpPr>
          <p:spPr bwMode="auto">
            <a:xfrm>
              <a:off x="2525005" y="5030604"/>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15</a:t>
              </a:r>
              <a:endParaRPr lang="ko-KR" altLang="ko-KR" sz="600"/>
            </a:p>
          </p:txBody>
        </p:sp>
        <p:sp>
          <p:nvSpPr>
            <p:cNvPr id="2073" name="Rectangle 141">
              <a:extLst>
                <a:ext uri="{FF2B5EF4-FFF2-40B4-BE49-F238E27FC236}">
                  <a16:creationId xmlns:a16="http://schemas.microsoft.com/office/drawing/2014/main" id="{766F7E05-C97E-45BF-9C73-893BD67C5BE3}"/>
                </a:ext>
              </a:extLst>
            </p:cNvPr>
            <p:cNvSpPr>
              <a:spLocks noChangeArrowheads="1"/>
            </p:cNvSpPr>
            <p:nvPr/>
          </p:nvSpPr>
          <p:spPr bwMode="auto">
            <a:xfrm>
              <a:off x="2925766" y="5030604"/>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20</a:t>
              </a:r>
              <a:endParaRPr lang="ko-KR" altLang="ko-KR" sz="600"/>
            </a:p>
          </p:txBody>
        </p:sp>
        <p:sp>
          <p:nvSpPr>
            <p:cNvPr id="2074" name="Rectangle 142">
              <a:extLst>
                <a:ext uri="{FF2B5EF4-FFF2-40B4-BE49-F238E27FC236}">
                  <a16:creationId xmlns:a16="http://schemas.microsoft.com/office/drawing/2014/main" id="{6592DEE3-9AFF-4486-AEE4-CF8BBA0B3838}"/>
                </a:ext>
              </a:extLst>
            </p:cNvPr>
            <p:cNvSpPr>
              <a:spLocks noChangeArrowheads="1"/>
            </p:cNvSpPr>
            <p:nvPr/>
          </p:nvSpPr>
          <p:spPr bwMode="auto">
            <a:xfrm>
              <a:off x="3326529" y="5030604"/>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25</a:t>
              </a:r>
              <a:endParaRPr lang="ko-KR" altLang="ko-KR" sz="600"/>
            </a:p>
          </p:txBody>
        </p:sp>
        <p:sp>
          <p:nvSpPr>
            <p:cNvPr id="2076" name="Line 144">
              <a:extLst>
                <a:ext uri="{FF2B5EF4-FFF2-40B4-BE49-F238E27FC236}">
                  <a16:creationId xmlns:a16="http://schemas.microsoft.com/office/drawing/2014/main" id="{95091F91-EE0B-4E19-AC29-1989D44B1EBB}"/>
                </a:ext>
              </a:extLst>
            </p:cNvPr>
            <p:cNvSpPr>
              <a:spLocks noChangeShapeType="1"/>
            </p:cNvSpPr>
            <p:nvPr/>
          </p:nvSpPr>
          <p:spPr bwMode="auto">
            <a:xfrm flipV="1">
              <a:off x="1345445" y="3299498"/>
              <a:ext cx="0" cy="1675215"/>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77" name="Line 145">
              <a:extLst>
                <a:ext uri="{FF2B5EF4-FFF2-40B4-BE49-F238E27FC236}">
                  <a16:creationId xmlns:a16="http://schemas.microsoft.com/office/drawing/2014/main" id="{D5E39FAD-72F3-40FE-8D4C-EB789BFF906A}"/>
                </a:ext>
              </a:extLst>
            </p:cNvPr>
            <p:cNvSpPr>
              <a:spLocks noChangeShapeType="1"/>
            </p:cNvSpPr>
            <p:nvPr/>
          </p:nvSpPr>
          <p:spPr bwMode="auto">
            <a:xfrm flipV="1">
              <a:off x="3465950" y="3299498"/>
              <a:ext cx="0" cy="1675215"/>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78" name="Line 146">
              <a:extLst>
                <a:ext uri="{FF2B5EF4-FFF2-40B4-BE49-F238E27FC236}">
                  <a16:creationId xmlns:a16="http://schemas.microsoft.com/office/drawing/2014/main" id="{96746549-3BFB-48AA-AD20-34EC9E789533}"/>
                </a:ext>
              </a:extLst>
            </p:cNvPr>
            <p:cNvSpPr>
              <a:spLocks noChangeShapeType="1"/>
            </p:cNvSpPr>
            <p:nvPr/>
          </p:nvSpPr>
          <p:spPr bwMode="auto">
            <a:xfrm>
              <a:off x="1345445" y="4974712"/>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79" name="Line 147">
              <a:extLst>
                <a:ext uri="{FF2B5EF4-FFF2-40B4-BE49-F238E27FC236}">
                  <a16:creationId xmlns:a16="http://schemas.microsoft.com/office/drawing/2014/main" id="{A8390601-7B60-4599-AD31-55EEEC63B023}"/>
                </a:ext>
              </a:extLst>
            </p:cNvPr>
            <p:cNvSpPr>
              <a:spLocks noChangeShapeType="1"/>
            </p:cNvSpPr>
            <p:nvPr/>
          </p:nvSpPr>
          <p:spPr bwMode="auto">
            <a:xfrm>
              <a:off x="1345445" y="4807344"/>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0" name="Line 148">
              <a:extLst>
                <a:ext uri="{FF2B5EF4-FFF2-40B4-BE49-F238E27FC236}">
                  <a16:creationId xmlns:a16="http://schemas.microsoft.com/office/drawing/2014/main" id="{36D2BAFE-2736-4FB2-8FF1-B1029FDEE180}"/>
                </a:ext>
              </a:extLst>
            </p:cNvPr>
            <p:cNvSpPr>
              <a:spLocks noChangeShapeType="1"/>
            </p:cNvSpPr>
            <p:nvPr/>
          </p:nvSpPr>
          <p:spPr bwMode="auto">
            <a:xfrm>
              <a:off x="1345445" y="4639976"/>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1" name="Line 149">
              <a:extLst>
                <a:ext uri="{FF2B5EF4-FFF2-40B4-BE49-F238E27FC236}">
                  <a16:creationId xmlns:a16="http://schemas.microsoft.com/office/drawing/2014/main" id="{75B20A58-D778-4A38-BBCB-5E2061C50AC7}"/>
                </a:ext>
              </a:extLst>
            </p:cNvPr>
            <p:cNvSpPr>
              <a:spLocks noChangeShapeType="1"/>
            </p:cNvSpPr>
            <p:nvPr/>
          </p:nvSpPr>
          <p:spPr bwMode="auto">
            <a:xfrm>
              <a:off x="1345445" y="4472609"/>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2" name="Line 150">
              <a:extLst>
                <a:ext uri="{FF2B5EF4-FFF2-40B4-BE49-F238E27FC236}">
                  <a16:creationId xmlns:a16="http://schemas.microsoft.com/office/drawing/2014/main" id="{2893AD99-9ECD-4B7E-8956-BFB42A28FF14}"/>
                </a:ext>
              </a:extLst>
            </p:cNvPr>
            <p:cNvSpPr>
              <a:spLocks noChangeShapeType="1"/>
            </p:cNvSpPr>
            <p:nvPr/>
          </p:nvSpPr>
          <p:spPr bwMode="auto">
            <a:xfrm>
              <a:off x="1345445" y="4303705"/>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3" name="Line 151">
              <a:extLst>
                <a:ext uri="{FF2B5EF4-FFF2-40B4-BE49-F238E27FC236}">
                  <a16:creationId xmlns:a16="http://schemas.microsoft.com/office/drawing/2014/main" id="{D9648403-E48F-4F27-97AC-EDBC2277ECF0}"/>
                </a:ext>
              </a:extLst>
            </p:cNvPr>
            <p:cNvSpPr>
              <a:spLocks noChangeShapeType="1"/>
            </p:cNvSpPr>
            <p:nvPr/>
          </p:nvSpPr>
          <p:spPr bwMode="auto">
            <a:xfrm>
              <a:off x="1345445" y="4136337"/>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4" name="Line 152">
              <a:extLst>
                <a:ext uri="{FF2B5EF4-FFF2-40B4-BE49-F238E27FC236}">
                  <a16:creationId xmlns:a16="http://schemas.microsoft.com/office/drawing/2014/main" id="{C566AC54-426C-4AE8-94CB-DE53E954EC01}"/>
                </a:ext>
              </a:extLst>
            </p:cNvPr>
            <p:cNvSpPr>
              <a:spLocks noChangeShapeType="1"/>
            </p:cNvSpPr>
            <p:nvPr/>
          </p:nvSpPr>
          <p:spPr bwMode="auto">
            <a:xfrm>
              <a:off x="1345445" y="3968970"/>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5" name="Line 153">
              <a:extLst>
                <a:ext uri="{FF2B5EF4-FFF2-40B4-BE49-F238E27FC236}">
                  <a16:creationId xmlns:a16="http://schemas.microsoft.com/office/drawing/2014/main" id="{869904CD-0019-4E0C-9815-2FAC12E11E88}"/>
                </a:ext>
              </a:extLst>
            </p:cNvPr>
            <p:cNvSpPr>
              <a:spLocks noChangeShapeType="1"/>
            </p:cNvSpPr>
            <p:nvPr/>
          </p:nvSpPr>
          <p:spPr bwMode="auto">
            <a:xfrm>
              <a:off x="1345445" y="3801601"/>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6" name="Line 154">
              <a:extLst>
                <a:ext uri="{FF2B5EF4-FFF2-40B4-BE49-F238E27FC236}">
                  <a16:creationId xmlns:a16="http://schemas.microsoft.com/office/drawing/2014/main" id="{9745E426-D8A3-4E1C-BE47-4ACCD3A7D73E}"/>
                </a:ext>
              </a:extLst>
            </p:cNvPr>
            <p:cNvSpPr>
              <a:spLocks noChangeShapeType="1"/>
            </p:cNvSpPr>
            <p:nvPr/>
          </p:nvSpPr>
          <p:spPr bwMode="auto">
            <a:xfrm>
              <a:off x="1345445" y="3634234"/>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7" name="Line 155">
              <a:extLst>
                <a:ext uri="{FF2B5EF4-FFF2-40B4-BE49-F238E27FC236}">
                  <a16:creationId xmlns:a16="http://schemas.microsoft.com/office/drawing/2014/main" id="{AC3766A3-EE22-44AB-9B40-AC2198708720}"/>
                </a:ext>
              </a:extLst>
            </p:cNvPr>
            <p:cNvSpPr>
              <a:spLocks noChangeShapeType="1"/>
            </p:cNvSpPr>
            <p:nvPr/>
          </p:nvSpPr>
          <p:spPr bwMode="auto">
            <a:xfrm>
              <a:off x="1345445" y="3466866"/>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8" name="Line 156">
              <a:extLst>
                <a:ext uri="{FF2B5EF4-FFF2-40B4-BE49-F238E27FC236}">
                  <a16:creationId xmlns:a16="http://schemas.microsoft.com/office/drawing/2014/main" id="{3663ECC1-E4AC-49E6-AA8E-864121FF27BF}"/>
                </a:ext>
              </a:extLst>
            </p:cNvPr>
            <p:cNvSpPr>
              <a:spLocks noChangeShapeType="1"/>
            </p:cNvSpPr>
            <p:nvPr/>
          </p:nvSpPr>
          <p:spPr bwMode="auto">
            <a:xfrm>
              <a:off x="1345445" y="3299498"/>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89" name="Line 157">
              <a:extLst>
                <a:ext uri="{FF2B5EF4-FFF2-40B4-BE49-F238E27FC236}">
                  <a16:creationId xmlns:a16="http://schemas.microsoft.com/office/drawing/2014/main" id="{43AD0702-7D70-4CA7-A4C3-74CDC664B7F1}"/>
                </a:ext>
              </a:extLst>
            </p:cNvPr>
            <p:cNvSpPr>
              <a:spLocks noChangeShapeType="1"/>
            </p:cNvSpPr>
            <p:nvPr/>
          </p:nvSpPr>
          <p:spPr bwMode="auto">
            <a:xfrm flipH="1">
              <a:off x="3444453" y="4974712"/>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0" name="Line 158">
              <a:extLst>
                <a:ext uri="{FF2B5EF4-FFF2-40B4-BE49-F238E27FC236}">
                  <a16:creationId xmlns:a16="http://schemas.microsoft.com/office/drawing/2014/main" id="{6E6761E0-0E21-49AB-B6B2-A8DDA759A1BB}"/>
                </a:ext>
              </a:extLst>
            </p:cNvPr>
            <p:cNvSpPr>
              <a:spLocks noChangeShapeType="1"/>
            </p:cNvSpPr>
            <p:nvPr/>
          </p:nvSpPr>
          <p:spPr bwMode="auto">
            <a:xfrm flipH="1">
              <a:off x="3444453" y="4807344"/>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1" name="Line 159">
              <a:extLst>
                <a:ext uri="{FF2B5EF4-FFF2-40B4-BE49-F238E27FC236}">
                  <a16:creationId xmlns:a16="http://schemas.microsoft.com/office/drawing/2014/main" id="{1B1C27F4-4737-4A8E-B8E0-AF69E12F8DF2}"/>
                </a:ext>
              </a:extLst>
            </p:cNvPr>
            <p:cNvSpPr>
              <a:spLocks noChangeShapeType="1"/>
            </p:cNvSpPr>
            <p:nvPr/>
          </p:nvSpPr>
          <p:spPr bwMode="auto">
            <a:xfrm flipH="1">
              <a:off x="3444453" y="4639976"/>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2" name="Line 160">
              <a:extLst>
                <a:ext uri="{FF2B5EF4-FFF2-40B4-BE49-F238E27FC236}">
                  <a16:creationId xmlns:a16="http://schemas.microsoft.com/office/drawing/2014/main" id="{C1CF4731-DC9A-47CF-8C54-FB527CB92F3F}"/>
                </a:ext>
              </a:extLst>
            </p:cNvPr>
            <p:cNvSpPr>
              <a:spLocks noChangeShapeType="1"/>
            </p:cNvSpPr>
            <p:nvPr/>
          </p:nvSpPr>
          <p:spPr bwMode="auto">
            <a:xfrm flipH="1">
              <a:off x="3444453" y="4472609"/>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3" name="Line 161">
              <a:extLst>
                <a:ext uri="{FF2B5EF4-FFF2-40B4-BE49-F238E27FC236}">
                  <a16:creationId xmlns:a16="http://schemas.microsoft.com/office/drawing/2014/main" id="{8CF7F42E-3CA6-4565-B455-46ED78ABEA0D}"/>
                </a:ext>
              </a:extLst>
            </p:cNvPr>
            <p:cNvSpPr>
              <a:spLocks noChangeShapeType="1"/>
            </p:cNvSpPr>
            <p:nvPr/>
          </p:nvSpPr>
          <p:spPr bwMode="auto">
            <a:xfrm flipH="1">
              <a:off x="3444453" y="4303705"/>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4" name="Line 162">
              <a:extLst>
                <a:ext uri="{FF2B5EF4-FFF2-40B4-BE49-F238E27FC236}">
                  <a16:creationId xmlns:a16="http://schemas.microsoft.com/office/drawing/2014/main" id="{124188F4-85C1-4A0D-8CA2-5D00AE43F2B0}"/>
                </a:ext>
              </a:extLst>
            </p:cNvPr>
            <p:cNvSpPr>
              <a:spLocks noChangeShapeType="1"/>
            </p:cNvSpPr>
            <p:nvPr/>
          </p:nvSpPr>
          <p:spPr bwMode="auto">
            <a:xfrm flipH="1">
              <a:off x="3444453" y="4136337"/>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5" name="Line 163">
              <a:extLst>
                <a:ext uri="{FF2B5EF4-FFF2-40B4-BE49-F238E27FC236}">
                  <a16:creationId xmlns:a16="http://schemas.microsoft.com/office/drawing/2014/main" id="{391D1792-10DE-4975-9742-7C35D0A0A28B}"/>
                </a:ext>
              </a:extLst>
            </p:cNvPr>
            <p:cNvSpPr>
              <a:spLocks noChangeShapeType="1"/>
            </p:cNvSpPr>
            <p:nvPr/>
          </p:nvSpPr>
          <p:spPr bwMode="auto">
            <a:xfrm flipH="1">
              <a:off x="3444453" y="3968970"/>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6" name="Line 164">
              <a:extLst>
                <a:ext uri="{FF2B5EF4-FFF2-40B4-BE49-F238E27FC236}">
                  <a16:creationId xmlns:a16="http://schemas.microsoft.com/office/drawing/2014/main" id="{C3170574-7340-4C35-9114-A21C1CB5E0A0}"/>
                </a:ext>
              </a:extLst>
            </p:cNvPr>
            <p:cNvSpPr>
              <a:spLocks noChangeShapeType="1"/>
            </p:cNvSpPr>
            <p:nvPr/>
          </p:nvSpPr>
          <p:spPr bwMode="auto">
            <a:xfrm flipH="1">
              <a:off x="3444453" y="3801601"/>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7" name="Line 165">
              <a:extLst>
                <a:ext uri="{FF2B5EF4-FFF2-40B4-BE49-F238E27FC236}">
                  <a16:creationId xmlns:a16="http://schemas.microsoft.com/office/drawing/2014/main" id="{6F7FAD64-983E-4FB9-BBE3-33EB20ABE1B8}"/>
                </a:ext>
              </a:extLst>
            </p:cNvPr>
            <p:cNvSpPr>
              <a:spLocks noChangeShapeType="1"/>
            </p:cNvSpPr>
            <p:nvPr/>
          </p:nvSpPr>
          <p:spPr bwMode="auto">
            <a:xfrm flipH="1">
              <a:off x="3444453" y="3634234"/>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8" name="Line 166">
              <a:extLst>
                <a:ext uri="{FF2B5EF4-FFF2-40B4-BE49-F238E27FC236}">
                  <a16:creationId xmlns:a16="http://schemas.microsoft.com/office/drawing/2014/main" id="{8B97FF52-CC53-445E-877E-1904BD3CC4CB}"/>
                </a:ext>
              </a:extLst>
            </p:cNvPr>
            <p:cNvSpPr>
              <a:spLocks noChangeShapeType="1"/>
            </p:cNvSpPr>
            <p:nvPr/>
          </p:nvSpPr>
          <p:spPr bwMode="auto">
            <a:xfrm flipH="1">
              <a:off x="3444453" y="3466866"/>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099" name="Line 167">
              <a:extLst>
                <a:ext uri="{FF2B5EF4-FFF2-40B4-BE49-F238E27FC236}">
                  <a16:creationId xmlns:a16="http://schemas.microsoft.com/office/drawing/2014/main" id="{5B545AC9-A29E-46A6-A95C-04C90BF19BD2}"/>
                </a:ext>
              </a:extLst>
            </p:cNvPr>
            <p:cNvSpPr>
              <a:spLocks noChangeShapeType="1"/>
            </p:cNvSpPr>
            <p:nvPr/>
          </p:nvSpPr>
          <p:spPr bwMode="auto">
            <a:xfrm flipH="1">
              <a:off x="3444453" y="3299498"/>
              <a:ext cx="21497" cy="0"/>
            </a:xfrm>
            <a:prstGeom prst="line">
              <a:avLst/>
            </a:prstGeom>
            <a:noFill/>
            <a:ln w="3175"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1238"/>
            </a:p>
          </p:txBody>
        </p:sp>
        <p:sp>
          <p:nvSpPr>
            <p:cNvPr id="2100" name="Rectangle 168">
              <a:extLst>
                <a:ext uri="{FF2B5EF4-FFF2-40B4-BE49-F238E27FC236}">
                  <a16:creationId xmlns:a16="http://schemas.microsoft.com/office/drawing/2014/main" id="{DA73DD6B-8E83-45C4-BCEE-4D33FFF54780}"/>
                </a:ext>
              </a:extLst>
            </p:cNvPr>
            <p:cNvSpPr>
              <a:spLocks noChangeArrowheads="1"/>
            </p:cNvSpPr>
            <p:nvPr/>
          </p:nvSpPr>
          <p:spPr bwMode="auto">
            <a:xfrm>
              <a:off x="1275121" y="4963042"/>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0</a:t>
              </a:r>
              <a:endParaRPr lang="ko-KR" altLang="ko-KR" sz="600"/>
            </a:p>
          </p:txBody>
        </p:sp>
        <p:sp>
          <p:nvSpPr>
            <p:cNvPr id="2110" name="Rectangle 178">
              <a:extLst>
                <a:ext uri="{FF2B5EF4-FFF2-40B4-BE49-F238E27FC236}">
                  <a16:creationId xmlns:a16="http://schemas.microsoft.com/office/drawing/2014/main" id="{ED86DEBA-A05A-4664-B6C3-4B0C8EF7C608}"/>
                </a:ext>
              </a:extLst>
            </p:cNvPr>
            <p:cNvSpPr>
              <a:spLocks noChangeArrowheads="1"/>
            </p:cNvSpPr>
            <p:nvPr/>
          </p:nvSpPr>
          <p:spPr bwMode="auto">
            <a:xfrm>
              <a:off x="1086563" y="3250977"/>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dirty="0">
                  <a:solidFill>
                    <a:srgbClr val="262626"/>
                  </a:solidFill>
                </a:rPr>
                <a:t>1000</a:t>
              </a:r>
              <a:endParaRPr lang="ko-KR" altLang="ko-KR" sz="600" dirty="0"/>
            </a:p>
          </p:txBody>
        </p:sp>
        <p:sp>
          <p:nvSpPr>
            <p:cNvPr id="502" name="Rectangle 178">
              <a:extLst>
                <a:ext uri="{FF2B5EF4-FFF2-40B4-BE49-F238E27FC236}">
                  <a16:creationId xmlns:a16="http://schemas.microsoft.com/office/drawing/2014/main" id="{E7D5015B-CCA0-45E1-B769-45830E5C8E23}"/>
                </a:ext>
              </a:extLst>
            </p:cNvPr>
            <p:cNvSpPr>
              <a:spLocks noChangeArrowheads="1"/>
            </p:cNvSpPr>
            <p:nvPr/>
          </p:nvSpPr>
          <p:spPr bwMode="auto">
            <a:xfrm>
              <a:off x="1134961" y="4076520"/>
              <a:ext cx="17312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en-US" altLang="ko-KR" sz="600" dirty="0">
                  <a:solidFill>
                    <a:srgbClr val="262626"/>
                  </a:solidFill>
                </a:rPr>
                <a:t>5</a:t>
              </a:r>
              <a:r>
                <a:rPr lang="ko-KR" altLang="ko-KR" sz="600" dirty="0">
                  <a:solidFill>
                    <a:srgbClr val="262626"/>
                  </a:solidFill>
                </a:rPr>
                <a:t>00</a:t>
              </a:r>
              <a:endParaRPr lang="ko-KR" altLang="ko-KR" sz="600" dirty="0"/>
            </a:p>
          </p:txBody>
        </p:sp>
        <p:sp>
          <p:nvSpPr>
            <p:cNvPr id="512" name="Rectangle 382">
              <a:extLst>
                <a:ext uri="{FF2B5EF4-FFF2-40B4-BE49-F238E27FC236}">
                  <a16:creationId xmlns:a16="http://schemas.microsoft.com/office/drawing/2014/main" id="{4DDCD999-9BE1-4EB2-AE0F-2610A0888AB1}"/>
                </a:ext>
              </a:extLst>
            </p:cNvPr>
            <p:cNvSpPr>
              <a:spLocks noChangeArrowheads="1"/>
            </p:cNvSpPr>
            <p:nvPr/>
          </p:nvSpPr>
          <p:spPr bwMode="auto">
            <a:xfrm>
              <a:off x="2009710" y="5185538"/>
              <a:ext cx="67637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en-US" altLang="ko-KR" sz="750" dirty="0">
                  <a:solidFill>
                    <a:srgbClr val="262626"/>
                  </a:solidFill>
                </a:rPr>
                <a:t>Frequency</a:t>
              </a:r>
              <a:endParaRPr lang="ko-KR" altLang="ko-KR" sz="750" dirty="0"/>
            </a:p>
          </p:txBody>
        </p:sp>
        <p:sp>
          <p:nvSpPr>
            <p:cNvPr id="513" name="Rectangle 382">
              <a:extLst>
                <a:ext uri="{FF2B5EF4-FFF2-40B4-BE49-F238E27FC236}">
                  <a16:creationId xmlns:a16="http://schemas.microsoft.com/office/drawing/2014/main" id="{AF1AC54C-CD81-4900-9620-0E3D93A6C914}"/>
                </a:ext>
              </a:extLst>
            </p:cNvPr>
            <p:cNvSpPr>
              <a:spLocks noChangeArrowheads="1"/>
            </p:cNvSpPr>
            <p:nvPr/>
          </p:nvSpPr>
          <p:spPr bwMode="auto">
            <a:xfrm rot="16200000">
              <a:off x="546653" y="4019535"/>
              <a:ext cx="890987"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en-US" altLang="ko-KR" sz="750" dirty="0">
                  <a:solidFill>
                    <a:srgbClr val="262626"/>
                  </a:solidFill>
                </a:rPr>
                <a:t>Photon counts</a:t>
              </a:r>
              <a:endParaRPr lang="ko-KR" altLang="ko-KR" sz="750" dirty="0"/>
            </a:p>
          </p:txBody>
        </p:sp>
        <p:sp>
          <p:nvSpPr>
            <p:cNvPr id="658" name="Rectangle 382">
              <a:extLst>
                <a:ext uri="{FF2B5EF4-FFF2-40B4-BE49-F238E27FC236}">
                  <a16:creationId xmlns:a16="http://schemas.microsoft.com/office/drawing/2014/main" id="{AEA8962B-59A6-4C61-8CE2-D41D39893F6C}"/>
                </a:ext>
              </a:extLst>
            </p:cNvPr>
            <p:cNvSpPr>
              <a:spLocks noChangeArrowheads="1"/>
            </p:cNvSpPr>
            <p:nvPr/>
          </p:nvSpPr>
          <p:spPr bwMode="auto">
            <a:xfrm>
              <a:off x="4791017" y="5184666"/>
              <a:ext cx="67637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en-US" altLang="ko-KR" sz="750" dirty="0">
                  <a:solidFill>
                    <a:srgbClr val="262626"/>
                  </a:solidFill>
                </a:rPr>
                <a:t>Frequency</a:t>
              </a:r>
              <a:endParaRPr lang="ko-KR" altLang="ko-KR" sz="750" dirty="0"/>
            </a:p>
          </p:txBody>
        </p:sp>
        <p:sp>
          <p:nvSpPr>
            <p:cNvPr id="659" name="Rectangle 382">
              <a:extLst>
                <a:ext uri="{FF2B5EF4-FFF2-40B4-BE49-F238E27FC236}">
                  <a16:creationId xmlns:a16="http://schemas.microsoft.com/office/drawing/2014/main" id="{6EA8C64F-4F7B-48C7-AC55-5F8C2A5CBC86}"/>
                </a:ext>
              </a:extLst>
            </p:cNvPr>
            <p:cNvSpPr>
              <a:spLocks noChangeArrowheads="1"/>
            </p:cNvSpPr>
            <p:nvPr/>
          </p:nvSpPr>
          <p:spPr bwMode="auto">
            <a:xfrm rot="16200000">
              <a:off x="3302559" y="4019535"/>
              <a:ext cx="890987"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en-US" altLang="ko-KR" sz="750" dirty="0">
                  <a:solidFill>
                    <a:srgbClr val="262626"/>
                  </a:solidFill>
                </a:rPr>
                <a:t>Photon counts</a:t>
              </a:r>
              <a:endParaRPr lang="ko-KR" altLang="ko-KR" sz="750" dirty="0"/>
            </a:p>
          </p:txBody>
        </p:sp>
        <p:pic>
          <p:nvPicPr>
            <p:cNvPr id="524" name="그림 523">
              <a:extLst>
                <a:ext uri="{FF2B5EF4-FFF2-40B4-BE49-F238E27FC236}">
                  <a16:creationId xmlns:a16="http://schemas.microsoft.com/office/drawing/2014/main" id="{8D9139CE-33D5-4313-AD5C-EE2947F4736B}"/>
                </a:ext>
              </a:extLst>
            </p:cNvPr>
            <p:cNvPicPr>
              <a:picLocks noChangeAspect="1"/>
            </p:cNvPicPr>
            <p:nvPr/>
          </p:nvPicPr>
          <p:blipFill rotWithShape="1">
            <a:blip r:embed="rId9"/>
            <a:srcRect l="4629" t="6332" r="6033" b="5886"/>
            <a:stretch/>
          </p:blipFill>
          <p:spPr>
            <a:xfrm>
              <a:off x="3948609" y="5435929"/>
              <a:ext cx="2239466" cy="1856635"/>
            </a:xfrm>
            <a:prstGeom prst="rect">
              <a:avLst/>
            </a:prstGeom>
          </p:spPr>
        </p:pic>
        <p:sp>
          <p:nvSpPr>
            <p:cNvPr id="662" name="직사각형 661">
              <a:extLst>
                <a:ext uri="{FF2B5EF4-FFF2-40B4-BE49-F238E27FC236}">
                  <a16:creationId xmlns:a16="http://schemas.microsoft.com/office/drawing/2014/main" id="{9F4502AB-65BC-431C-B924-5274B57203CE}"/>
                </a:ext>
              </a:extLst>
            </p:cNvPr>
            <p:cNvSpPr/>
            <p:nvPr/>
          </p:nvSpPr>
          <p:spPr>
            <a:xfrm>
              <a:off x="4271867" y="7683170"/>
              <a:ext cx="1699035" cy="349840"/>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149.4 nm</a:t>
              </a:r>
              <a:endParaRPr lang="ko-KR" altLang="ko-KR" sz="1050" kern="100" dirty="0">
                <a:latin typeface="Arial" panose="020B0604020202020204" pitchFamily="34" charset="0"/>
                <a:cs typeface="Arial" panose="020B0604020202020204" pitchFamily="34" charset="0"/>
              </a:endParaRPr>
            </a:p>
          </p:txBody>
        </p:sp>
        <p:pic>
          <p:nvPicPr>
            <p:cNvPr id="2433" name="Picture 385">
              <a:extLst>
                <a:ext uri="{FF2B5EF4-FFF2-40B4-BE49-F238E27FC236}">
                  <a16:creationId xmlns:a16="http://schemas.microsoft.com/office/drawing/2014/main" id="{DF09720F-10E9-479F-A6E5-56FA55B6D9C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110529" y="1462389"/>
              <a:ext cx="1660220" cy="166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8" name="직사각형 757">
              <a:extLst>
                <a:ext uri="{FF2B5EF4-FFF2-40B4-BE49-F238E27FC236}">
                  <a16:creationId xmlns:a16="http://schemas.microsoft.com/office/drawing/2014/main" id="{A61E3EE1-5C40-4185-81E4-2BAD7B18FBC3}"/>
                </a:ext>
              </a:extLst>
            </p:cNvPr>
            <p:cNvSpPr/>
            <p:nvPr/>
          </p:nvSpPr>
          <p:spPr>
            <a:xfrm>
              <a:off x="7805778" y="2748617"/>
              <a:ext cx="1132996" cy="349840"/>
            </a:xfrm>
            <a:prstGeom prst="rect">
              <a:avLst/>
            </a:prstGeom>
          </p:spPr>
          <p:txBody>
            <a:bodyPr wrap="square">
              <a:spAutoFit/>
            </a:bodyPr>
            <a:lstStyle/>
            <a:p>
              <a:pPr algn="ctr" latinLnBrk="0">
                <a:lnSpc>
                  <a:spcPct val="115000"/>
                </a:lnSpc>
              </a:pPr>
              <a:r>
                <a:rPr lang="en-US" altLang="ko-KR" sz="1050" kern="0" dirty="0">
                  <a:solidFill>
                    <a:schemeClr val="bg1"/>
                  </a:solidFill>
                  <a:latin typeface="Arial" panose="020B0604020202020204" pitchFamily="34" charset="0"/>
                  <a:cs typeface="Arial" panose="020B0604020202020204" pitchFamily="34" charset="0"/>
                </a:rPr>
                <a:t>1 um</a:t>
              </a:r>
              <a:endParaRPr lang="ko-KR" altLang="ko-KR" sz="1050" kern="100" dirty="0">
                <a:solidFill>
                  <a:schemeClr val="bg1"/>
                </a:solidFill>
                <a:latin typeface="Arial" panose="020B0604020202020204" pitchFamily="34" charset="0"/>
                <a:cs typeface="Arial" panose="020B0604020202020204" pitchFamily="34" charset="0"/>
              </a:endParaRPr>
            </a:p>
          </p:txBody>
        </p:sp>
        <p:cxnSp>
          <p:nvCxnSpPr>
            <p:cNvPr id="759" name="직선 연결선 758">
              <a:extLst>
                <a:ext uri="{FF2B5EF4-FFF2-40B4-BE49-F238E27FC236}">
                  <a16:creationId xmlns:a16="http://schemas.microsoft.com/office/drawing/2014/main" id="{55E755D6-341F-4BDC-A790-34D0AABCE96E}"/>
                </a:ext>
              </a:extLst>
            </p:cNvPr>
            <p:cNvCxnSpPr/>
            <p:nvPr/>
          </p:nvCxnSpPr>
          <p:spPr>
            <a:xfrm>
              <a:off x="8018702" y="3054604"/>
              <a:ext cx="6912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2480" name="그림 2479">
              <a:extLst>
                <a:ext uri="{FF2B5EF4-FFF2-40B4-BE49-F238E27FC236}">
                  <a16:creationId xmlns:a16="http://schemas.microsoft.com/office/drawing/2014/main" id="{BE131EE3-5818-4C49-80B6-ED9D79456DC7}"/>
                </a:ext>
              </a:extLst>
            </p:cNvPr>
            <p:cNvPicPr>
              <a:picLocks noChangeAspect="1"/>
            </p:cNvPicPr>
            <p:nvPr/>
          </p:nvPicPr>
          <p:blipFill rotWithShape="1">
            <a:blip r:embed="rId11"/>
            <a:srcRect l="6197" t="5039" r="4378" b="6469"/>
            <a:stretch/>
          </p:blipFill>
          <p:spPr>
            <a:xfrm>
              <a:off x="6678976" y="5435929"/>
              <a:ext cx="2224245" cy="1857124"/>
            </a:xfrm>
            <a:prstGeom prst="rect">
              <a:avLst/>
            </a:prstGeom>
          </p:spPr>
        </p:pic>
        <p:sp>
          <p:nvSpPr>
            <p:cNvPr id="765" name="직사각형 764">
              <a:extLst>
                <a:ext uri="{FF2B5EF4-FFF2-40B4-BE49-F238E27FC236}">
                  <a16:creationId xmlns:a16="http://schemas.microsoft.com/office/drawing/2014/main" id="{0F8D9F5C-E694-4471-A2EC-CF9321DC0D32}"/>
                </a:ext>
              </a:extLst>
            </p:cNvPr>
            <p:cNvSpPr/>
            <p:nvPr/>
          </p:nvSpPr>
          <p:spPr>
            <a:xfrm>
              <a:off x="6941581" y="7683170"/>
              <a:ext cx="1699035" cy="349840"/>
            </a:xfrm>
            <a:prstGeom prst="rect">
              <a:avLst/>
            </a:prstGeom>
          </p:spPr>
          <p:txBody>
            <a:bodyPr wrap="square">
              <a:spAutoFit/>
            </a:bodyPr>
            <a:lstStyle/>
            <a:p>
              <a:pPr algn="ctr" latinLnBrk="0">
                <a:lnSpc>
                  <a:spcPct val="115000"/>
                </a:lnSpc>
              </a:pPr>
              <a:r>
                <a:rPr lang="en-US" altLang="ko-KR" sz="1050" kern="0" dirty="0">
                  <a:solidFill>
                    <a:srgbClr val="000000"/>
                  </a:solidFill>
                  <a:latin typeface="Arial" panose="020B0604020202020204" pitchFamily="34" charset="0"/>
                  <a:cs typeface="Arial" panose="020B0604020202020204" pitchFamily="34" charset="0"/>
                </a:rPr>
                <a:t>141.9 nm</a:t>
              </a:r>
              <a:endParaRPr lang="ko-KR" altLang="ko-KR" sz="1050" kern="100" dirty="0">
                <a:latin typeface="Arial" panose="020B0604020202020204" pitchFamily="34" charset="0"/>
                <a:cs typeface="Arial" panose="020B0604020202020204" pitchFamily="34" charset="0"/>
              </a:endParaRPr>
            </a:p>
          </p:txBody>
        </p:sp>
        <p:sp>
          <p:nvSpPr>
            <p:cNvPr id="2486" name="Rectangle 471">
              <a:extLst>
                <a:ext uri="{FF2B5EF4-FFF2-40B4-BE49-F238E27FC236}">
                  <a16:creationId xmlns:a16="http://schemas.microsoft.com/office/drawing/2014/main" id="{3252F469-941F-40F2-8B45-BA4EE8BF3B34}"/>
                </a:ext>
              </a:extLst>
            </p:cNvPr>
            <p:cNvSpPr>
              <a:spLocks noChangeArrowheads="1"/>
            </p:cNvSpPr>
            <p:nvPr/>
          </p:nvSpPr>
          <p:spPr bwMode="auto">
            <a:xfrm>
              <a:off x="6852235" y="3314489"/>
              <a:ext cx="2149651" cy="17004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ko-KR" altLang="en-US" sz="600"/>
            </a:p>
          </p:txBody>
        </p:sp>
        <p:sp>
          <p:nvSpPr>
            <p:cNvPr id="2487" name="Line 472">
              <a:extLst>
                <a:ext uri="{FF2B5EF4-FFF2-40B4-BE49-F238E27FC236}">
                  <a16:creationId xmlns:a16="http://schemas.microsoft.com/office/drawing/2014/main" id="{AEBF86C8-7E7F-435E-B90F-B0B6F6D28B7D}"/>
                </a:ext>
              </a:extLst>
            </p:cNvPr>
            <p:cNvSpPr>
              <a:spLocks noChangeShapeType="1"/>
            </p:cNvSpPr>
            <p:nvPr/>
          </p:nvSpPr>
          <p:spPr bwMode="auto">
            <a:xfrm>
              <a:off x="6852235" y="5014923"/>
              <a:ext cx="214965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2488" name="Freeform 473">
              <a:extLst>
                <a:ext uri="{FF2B5EF4-FFF2-40B4-BE49-F238E27FC236}">
                  <a16:creationId xmlns:a16="http://schemas.microsoft.com/office/drawing/2014/main" id="{11494946-FFEB-4ABE-BB2F-307FAB98C723}"/>
                </a:ext>
              </a:extLst>
            </p:cNvPr>
            <p:cNvSpPr>
              <a:spLocks noEditPoints="1"/>
            </p:cNvSpPr>
            <p:nvPr/>
          </p:nvSpPr>
          <p:spPr bwMode="auto">
            <a:xfrm>
              <a:off x="6917350" y="3398563"/>
              <a:ext cx="2020244" cy="1616360"/>
            </a:xfrm>
            <a:custGeom>
              <a:avLst/>
              <a:gdLst>
                <a:gd name="T0" fmla="*/ 79 w 2451"/>
                <a:gd name="T1" fmla="*/ 1434 h 1961"/>
                <a:gd name="T2" fmla="*/ 0 w 2451"/>
                <a:gd name="T3" fmla="*/ 1961 h 1961"/>
                <a:gd name="T4" fmla="*/ 178 w 2451"/>
                <a:gd name="T5" fmla="*/ 1961 h 1961"/>
                <a:gd name="T6" fmla="*/ 99 w 2451"/>
                <a:gd name="T7" fmla="*/ 476 h 1961"/>
                <a:gd name="T8" fmla="*/ 178 w 2451"/>
                <a:gd name="T9" fmla="*/ 1961 h 1961"/>
                <a:gd name="T10" fmla="*/ 277 w 2451"/>
                <a:gd name="T11" fmla="*/ 0 h 1961"/>
                <a:gd name="T12" fmla="*/ 198 w 2451"/>
                <a:gd name="T13" fmla="*/ 1961 h 1961"/>
                <a:gd name="T14" fmla="*/ 375 w 2451"/>
                <a:gd name="T15" fmla="*/ 1961 h 1961"/>
                <a:gd name="T16" fmla="*/ 296 w 2451"/>
                <a:gd name="T17" fmla="*/ 95 h 1961"/>
                <a:gd name="T18" fmla="*/ 375 w 2451"/>
                <a:gd name="T19" fmla="*/ 1961 h 1961"/>
                <a:gd name="T20" fmla="*/ 474 w 2451"/>
                <a:gd name="T21" fmla="*/ 325 h 1961"/>
                <a:gd name="T22" fmla="*/ 395 w 2451"/>
                <a:gd name="T23" fmla="*/ 1961 h 1961"/>
                <a:gd name="T24" fmla="*/ 573 w 2451"/>
                <a:gd name="T25" fmla="*/ 1961 h 1961"/>
                <a:gd name="T26" fmla="*/ 494 w 2451"/>
                <a:gd name="T27" fmla="*/ 536 h 1961"/>
                <a:gd name="T28" fmla="*/ 573 w 2451"/>
                <a:gd name="T29" fmla="*/ 1961 h 1961"/>
                <a:gd name="T30" fmla="*/ 672 w 2451"/>
                <a:gd name="T31" fmla="*/ 738 h 1961"/>
                <a:gd name="T32" fmla="*/ 593 w 2451"/>
                <a:gd name="T33" fmla="*/ 1961 h 1961"/>
                <a:gd name="T34" fmla="*/ 771 w 2451"/>
                <a:gd name="T35" fmla="*/ 1961 h 1961"/>
                <a:gd name="T36" fmla="*/ 692 w 2451"/>
                <a:gd name="T37" fmla="*/ 1081 h 1961"/>
                <a:gd name="T38" fmla="*/ 771 w 2451"/>
                <a:gd name="T39" fmla="*/ 1961 h 1961"/>
                <a:gd name="T40" fmla="*/ 870 w 2451"/>
                <a:gd name="T41" fmla="*/ 1233 h 1961"/>
                <a:gd name="T42" fmla="*/ 790 w 2451"/>
                <a:gd name="T43" fmla="*/ 1961 h 1961"/>
                <a:gd name="T44" fmla="*/ 969 w 2451"/>
                <a:gd name="T45" fmla="*/ 1961 h 1961"/>
                <a:gd name="T46" fmla="*/ 889 w 2451"/>
                <a:gd name="T47" fmla="*/ 1421 h 1961"/>
                <a:gd name="T48" fmla="*/ 969 w 2451"/>
                <a:gd name="T49" fmla="*/ 1961 h 1961"/>
                <a:gd name="T50" fmla="*/ 1067 w 2451"/>
                <a:gd name="T51" fmla="*/ 1580 h 1961"/>
                <a:gd name="T52" fmla="*/ 988 w 2451"/>
                <a:gd name="T53" fmla="*/ 1961 h 1961"/>
                <a:gd name="T54" fmla="*/ 1166 w 2451"/>
                <a:gd name="T55" fmla="*/ 1961 h 1961"/>
                <a:gd name="T56" fmla="*/ 1087 w 2451"/>
                <a:gd name="T57" fmla="*/ 1667 h 1961"/>
                <a:gd name="T58" fmla="*/ 1166 w 2451"/>
                <a:gd name="T59" fmla="*/ 1961 h 1961"/>
                <a:gd name="T60" fmla="*/ 1265 w 2451"/>
                <a:gd name="T61" fmla="*/ 1784 h 1961"/>
                <a:gd name="T62" fmla="*/ 1186 w 2451"/>
                <a:gd name="T63" fmla="*/ 1961 h 1961"/>
                <a:gd name="T64" fmla="*/ 1364 w 2451"/>
                <a:gd name="T65" fmla="*/ 1961 h 1961"/>
                <a:gd name="T66" fmla="*/ 1284 w 2451"/>
                <a:gd name="T67" fmla="*/ 1834 h 1961"/>
                <a:gd name="T68" fmla="*/ 1364 w 2451"/>
                <a:gd name="T69" fmla="*/ 1961 h 1961"/>
                <a:gd name="T70" fmla="*/ 1463 w 2451"/>
                <a:gd name="T71" fmla="*/ 1885 h 1961"/>
                <a:gd name="T72" fmla="*/ 1383 w 2451"/>
                <a:gd name="T73" fmla="*/ 1961 h 1961"/>
                <a:gd name="T74" fmla="*/ 1561 w 2451"/>
                <a:gd name="T75" fmla="*/ 1961 h 1961"/>
                <a:gd name="T76" fmla="*/ 1482 w 2451"/>
                <a:gd name="T77" fmla="*/ 1902 h 1961"/>
                <a:gd name="T78" fmla="*/ 1561 w 2451"/>
                <a:gd name="T79" fmla="*/ 1961 h 1961"/>
                <a:gd name="T80" fmla="*/ 1660 w 2451"/>
                <a:gd name="T81" fmla="*/ 1922 h 1961"/>
                <a:gd name="T82" fmla="*/ 1581 w 2451"/>
                <a:gd name="T83" fmla="*/ 1961 h 1961"/>
                <a:gd name="T84" fmla="*/ 1759 w 2451"/>
                <a:gd name="T85" fmla="*/ 1961 h 1961"/>
                <a:gd name="T86" fmla="*/ 1680 w 2451"/>
                <a:gd name="T87" fmla="*/ 1939 h 1961"/>
                <a:gd name="T88" fmla="*/ 1759 w 2451"/>
                <a:gd name="T89" fmla="*/ 1961 h 1961"/>
                <a:gd name="T90" fmla="*/ 1858 w 2451"/>
                <a:gd name="T91" fmla="*/ 1935 h 1961"/>
                <a:gd name="T92" fmla="*/ 1778 w 2451"/>
                <a:gd name="T93" fmla="*/ 1961 h 1961"/>
                <a:gd name="T94" fmla="*/ 1957 w 2451"/>
                <a:gd name="T95" fmla="*/ 1961 h 1961"/>
                <a:gd name="T96" fmla="*/ 1877 w 2451"/>
                <a:gd name="T97" fmla="*/ 1939 h 1961"/>
                <a:gd name="T98" fmla="*/ 1957 w 2451"/>
                <a:gd name="T99" fmla="*/ 1961 h 1961"/>
                <a:gd name="T100" fmla="*/ 2055 w 2451"/>
                <a:gd name="T101" fmla="*/ 1957 h 1961"/>
                <a:gd name="T102" fmla="*/ 1976 w 2451"/>
                <a:gd name="T103" fmla="*/ 1961 h 1961"/>
                <a:gd name="T104" fmla="*/ 2154 w 2451"/>
                <a:gd name="T105" fmla="*/ 1961 h 1961"/>
                <a:gd name="T106" fmla="*/ 2075 w 2451"/>
                <a:gd name="T107" fmla="*/ 1949 h 1961"/>
                <a:gd name="T108" fmla="*/ 2154 w 2451"/>
                <a:gd name="T109" fmla="*/ 1961 h 1961"/>
                <a:gd name="T110" fmla="*/ 2253 w 2451"/>
                <a:gd name="T111" fmla="*/ 1955 h 1961"/>
                <a:gd name="T112" fmla="*/ 2174 w 2451"/>
                <a:gd name="T113" fmla="*/ 1961 h 1961"/>
                <a:gd name="T114" fmla="*/ 2352 w 2451"/>
                <a:gd name="T115" fmla="*/ 1961 h 1961"/>
                <a:gd name="T116" fmla="*/ 2273 w 2451"/>
                <a:gd name="T117" fmla="*/ 1957 h 1961"/>
                <a:gd name="T118" fmla="*/ 2352 w 2451"/>
                <a:gd name="T119" fmla="*/ 1961 h 1961"/>
                <a:gd name="T120" fmla="*/ 2451 w 2451"/>
                <a:gd name="T121" fmla="*/ 1959 h 1961"/>
                <a:gd name="T122" fmla="*/ 2372 w 2451"/>
                <a:gd name="T123" fmla="*/ 1961 h 19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51" h="1961">
                  <a:moveTo>
                    <a:pt x="79" y="1961"/>
                  </a:moveTo>
                  <a:lnTo>
                    <a:pt x="79" y="1434"/>
                  </a:lnTo>
                  <a:lnTo>
                    <a:pt x="0" y="1434"/>
                  </a:lnTo>
                  <a:lnTo>
                    <a:pt x="0" y="1961"/>
                  </a:lnTo>
                  <a:lnTo>
                    <a:pt x="79" y="1961"/>
                  </a:lnTo>
                  <a:close/>
                  <a:moveTo>
                    <a:pt x="178" y="1961"/>
                  </a:moveTo>
                  <a:lnTo>
                    <a:pt x="178" y="476"/>
                  </a:lnTo>
                  <a:lnTo>
                    <a:pt x="99" y="476"/>
                  </a:lnTo>
                  <a:lnTo>
                    <a:pt x="99" y="1961"/>
                  </a:lnTo>
                  <a:lnTo>
                    <a:pt x="178" y="1961"/>
                  </a:lnTo>
                  <a:close/>
                  <a:moveTo>
                    <a:pt x="277" y="1961"/>
                  </a:moveTo>
                  <a:lnTo>
                    <a:pt x="277" y="0"/>
                  </a:lnTo>
                  <a:lnTo>
                    <a:pt x="198" y="0"/>
                  </a:lnTo>
                  <a:lnTo>
                    <a:pt x="198" y="1961"/>
                  </a:lnTo>
                  <a:lnTo>
                    <a:pt x="277" y="1961"/>
                  </a:lnTo>
                  <a:close/>
                  <a:moveTo>
                    <a:pt x="375" y="1961"/>
                  </a:moveTo>
                  <a:lnTo>
                    <a:pt x="375" y="95"/>
                  </a:lnTo>
                  <a:lnTo>
                    <a:pt x="296" y="95"/>
                  </a:lnTo>
                  <a:lnTo>
                    <a:pt x="296" y="1961"/>
                  </a:lnTo>
                  <a:lnTo>
                    <a:pt x="375" y="1961"/>
                  </a:lnTo>
                  <a:close/>
                  <a:moveTo>
                    <a:pt x="474" y="1961"/>
                  </a:moveTo>
                  <a:lnTo>
                    <a:pt x="474" y="325"/>
                  </a:lnTo>
                  <a:lnTo>
                    <a:pt x="395" y="325"/>
                  </a:lnTo>
                  <a:lnTo>
                    <a:pt x="395" y="1961"/>
                  </a:lnTo>
                  <a:lnTo>
                    <a:pt x="474" y="1961"/>
                  </a:lnTo>
                  <a:close/>
                  <a:moveTo>
                    <a:pt x="573" y="1961"/>
                  </a:moveTo>
                  <a:lnTo>
                    <a:pt x="573" y="536"/>
                  </a:lnTo>
                  <a:lnTo>
                    <a:pt x="494" y="536"/>
                  </a:lnTo>
                  <a:lnTo>
                    <a:pt x="494" y="1961"/>
                  </a:lnTo>
                  <a:lnTo>
                    <a:pt x="573" y="1961"/>
                  </a:lnTo>
                  <a:close/>
                  <a:moveTo>
                    <a:pt x="672" y="1961"/>
                  </a:moveTo>
                  <a:lnTo>
                    <a:pt x="672" y="738"/>
                  </a:lnTo>
                  <a:lnTo>
                    <a:pt x="593" y="738"/>
                  </a:lnTo>
                  <a:lnTo>
                    <a:pt x="593" y="1961"/>
                  </a:lnTo>
                  <a:lnTo>
                    <a:pt x="672" y="1961"/>
                  </a:lnTo>
                  <a:close/>
                  <a:moveTo>
                    <a:pt x="771" y="1961"/>
                  </a:moveTo>
                  <a:lnTo>
                    <a:pt x="771" y="1081"/>
                  </a:lnTo>
                  <a:lnTo>
                    <a:pt x="692" y="1081"/>
                  </a:lnTo>
                  <a:lnTo>
                    <a:pt x="692" y="1961"/>
                  </a:lnTo>
                  <a:lnTo>
                    <a:pt x="771" y="1961"/>
                  </a:lnTo>
                  <a:close/>
                  <a:moveTo>
                    <a:pt x="870" y="1961"/>
                  </a:moveTo>
                  <a:lnTo>
                    <a:pt x="870" y="1233"/>
                  </a:lnTo>
                  <a:lnTo>
                    <a:pt x="790" y="1233"/>
                  </a:lnTo>
                  <a:lnTo>
                    <a:pt x="790" y="1961"/>
                  </a:lnTo>
                  <a:lnTo>
                    <a:pt x="870" y="1961"/>
                  </a:lnTo>
                  <a:close/>
                  <a:moveTo>
                    <a:pt x="969" y="1961"/>
                  </a:moveTo>
                  <a:lnTo>
                    <a:pt x="969" y="1421"/>
                  </a:lnTo>
                  <a:lnTo>
                    <a:pt x="889" y="1421"/>
                  </a:lnTo>
                  <a:lnTo>
                    <a:pt x="889" y="1961"/>
                  </a:lnTo>
                  <a:lnTo>
                    <a:pt x="969" y="1961"/>
                  </a:lnTo>
                  <a:close/>
                  <a:moveTo>
                    <a:pt x="1067" y="1961"/>
                  </a:moveTo>
                  <a:lnTo>
                    <a:pt x="1067" y="1580"/>
                  </a:lnTo>
                  <a:lnTo>
                    <a:pt x="988" y="1580"/>
                  </a:lnTo>
                  <a:lnTo>
                    <a:pt x="988" y="1961"/>
                  </a:lnTo>
                  <a:lnTo>
                    <a:pt x="1067" y="1961"/>
                  </a:lnTo>
                  <a:close/>
                  <a:moveTo>
                    <a:pt x="1166" y="1961"/>
                  </a:moveTo>
                  <a:lnTo>
                    <a:pt x="1166" y="1667"/>
                  </a:lnTo>
                  <a:lnTo>
                    <a:pt x="1087" y="1667"/>
                  </a:lnTo>
                  <a:lnTo>
                    <a:pt x="1087" y="1961"/>
                  </a:lnTo>
                  <a:lnTo>
                    <a:pt x="1166" y="1961"/>
                  </a:lnTo>
                  <a:close/>
                  <a:moveTo>
                    <a:pt x="1265" y="1961"/>
                  </a:moveTo>
                  <a:lnTo>
                    <a:pt x="1265" y="1784"/>
                  </a:lnTo>
                  <a:lnTo>
                    <a:pt x="1186" y="1784"/>
                  </a:lnTo>
                  <a:lnTo>
                    <a:pt x="1186" y="1961"/>
                  </a:lnTo>
                  <a:lnTo>
                    <a:pt x="1265" y="1961"/>
                  </a:lnTo>
                  <a:close/>
                  <a:moveTo>
                    <a:pt x="1364" y="1961"/>
                  </a:moveTo>
                  <a:lnTo>
                    <a:pt x="1364" y="1834"/>
                  </a:lnTo>
                  <a:lnTo>
                    <a:pt x="1284" y="1834"/>
                  </a:lnTo>
                  <a:lnTo>
                    <a:pt x="1284" y="1961"/>
                  </a:lnTo>
                  <a:lnTo>
                    <a:pt x="1364" y="1961"/>
                  </a:lnTo>
                  <a:close/>
                  <a:moveTo>
                    <a:pt x="1463" y="1961"/>
                  </a:moveTo>
                  <a:lnTo>
                    <a:pt x="1463" y="1885"/>
                  </a:lnTo>
                  <a:lnTo>
                    <a:pt x="1383" y="1885"/>
                  </a:lnTo>
                  <a:lnTo>
                    <a:pt x="1383" y="1961"/>
                  </a:lnTo>
                  <a:lnTo>
                    <a:pt x="1463" y="1961"/>
                  </a:lnTo>
                  <a:close/>
                  <a:moveTo>
                    <a:pt x="1561" y="1961"/>
                  </a:moveTo>
                  <a:lnTo>
                    <a:pt x="1561" y="1902"/>
                  </a:lnTo>
                  <a:lnTo>
                    <a:pt x="1482" y="1902"/>
                  </a:lnTo>
                  <a:lnTo>
                    <a:pt x="1482" y="1961"/>
                  </a:lnTo>
                  <a:lnTo>
                    <a:pt x="1561" y="1961"/>
                  </a:lnTo>
                  <a:close/>
                  <a:moveTo>
                    <a:pt x="1660" y="1961"/>
                  </a:moveTo>
                  <a:lnTo>
                    <a:pt x="1660" y="1922"/>
                  </a:lnTo>
                  <a:lnTo>
                    <a:pt x="1581" y="1922"/>
                  </a:lnTo>
                  <a:lnTo>
                    <a:pt x="1581" y="1961"/>
                  </a:lnTo>
                  <a:lnTo>
                    <a:pt x="1660" y="1961"/>
                  </a:lnTo>
                  <a:close/>
                  <a:moveTo>
                    <a:pt x="1759" y="1961"/>
                  </a:moveTo>
                  <a:lnTo>
                    <a:pt x="1759" y="1939"/>
                  </a:lnTo>
                  <a:lnTo>
                    <a:pt x="1680" y="1939"/>
                  </a:lnTo>
                  <a:lnTo>
                    <a:pt x="1680" y="1961"/>
                  </a:lnTo>
                  <a:lnTo>
                    <a:pt x="1759" y="1961"/>
                  </a:lnTo>
                  <a:close/>
                  <a:moveTo>
                    <a:pt x="1858" y="1961"/>
                  </a:moveTo>
                  <a:lnTo>
                    <a:pt x="1858" y="1935"/>
                  </a:lnTo>
                  <a:lnTo>
                    <a:pt x="1778" y="1935"/>
                  </a:lnTo>
                  <a:lnTo>
                    <a:pt x="1778" y="1961"/>
                  </a:lnTo>
                  <a:lnTo>
                    <a:pt x="1858" y="1961"/>
                  </a:lnTo>
                  <a:close/>
                  <a:moveTo>
                    <a:pt x="1957" y="1961"/>
                  </a:moveTo>
                  <a:lnTo>
                    <a:pt x="1957" y="1939"/>
                  </a:lnTo>
                  <a:lnTo>
                    <a:pt x="1877" y="1939"/>
                  </a:lnTo>
                  <a:lnTo>
                    <a:pt x="1877" y="1961"/>
                  </a:lnTo>
                  <a:lnTo>
                    <a:pt x="1957" y="1961"/>
                  </a:lnTo>
                  <a:close/>
                  <a:moveTo>
                    <a:pt x="2055" y="1961"/>
                  </a:moveTo>
                  <a:lnTo>
                    <a:pt x="2055" y="1957"/>
                  </a:lnTo>
                  <a:lnTo>
                    <a:pt x="1976" y="1957"/>
                  </a:lnTo>
                  <a:lnTo>
                    <a:pt x="1976" y="1961"/>
                  </a:lnTo>
                  <a:lnTo>
                    <a:pt x="2055" y="1961"/>
                  </a:lnTo>
                  <a:close/>
                  <a:moveTo>
                    <a:pt x="2154" y="1961"/>
                  </a:moveTo>
                  <a:lnTo>
                    <a:pt x="2154" y="1949"/>
                  </a:lnTo>
                  <a:lnTo>
                    <a:pt x="2075" y="1949"/>
                  </a:lnTo>
                  <a:lnTo>
                    <a:pt x="2075" y="1961"/>
                  </a:lnTo>
                  <a:lnTo>
                    <a:pt x="2154" y="1961"/>
                  </a:lnTo>
                  <a:close/>
                  <a:moveTo>
                    <a:pt x="2253" y="1961"/>
                  </a:moveTo>
                  <a:lnTo>
                    <a:pt x="2253" y="1955"/>
                  </a:lnTo>
                  <a:lnTo>
                    <a:pt x="2174" y="1955"/>
                  </a:lnTo>
                  <a:lnTo>
                    <a:pt x="2174" y="1961"/>
                  </a:lnTo>
                  <a:lnTo>
                    <a:pt x="2253" y="1961"/>
                  </a:lnTo>
                  <a:close/>
                  <a:moveTo>
                    <a:pt x="2352" y="1961"/>
                  </a:moveTo>
                  <a:lnTo>
                    <a:pt x="2352" y="1957"/>
                  </a:lnTo>
                  <a:lnTo>
                    <a:pt x="2273" y="1957"/>
                  </a:lnTo>
                  <a:lnTo>
                    <a:pt x="2273" y="1961"/>
                  </a:lnTo>
                  <a:lnTo>
                    <a:pt x="2352" y="1961"/>
                  </a:lnTo>
                  <a:close/>
                  <a:moveTo>
                    <a:pt x="2451" y="1961"/>
                  </a:moveTo>
                  <a:lnTo>
                    <a:pt x="2451" y="1959"/>
                  </a:lnTo>
                  <a:lnTo>
                    <a:pt x="2372" y="1959"/>
                  </a:lnTo>
                  <a:lnTo>
                    <a:pt x="2372" y="1961"/>
                  </a:lnTo>
                  <a:lnTo>
                    <a:pt x="2451" y="1961"/>
                  </a:lnTo>
                  <a:close/>
                </a:path>
              </a:pathLst>
            </a:custGeom>
            <a:solidFill>
              <a:srgbClr val="007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ko-KR" altLang="en-US" sz="600"/>
            </a:p>
          </p:txBody>
        </p:sp>
        <p:sp>
          <p:nvSpPr>
            <p:cNvPr id="2489" name="Rectangle 474">
              <a:extLst>
                <a:ext uri="{FF2B5EF4-FFF2-40B4-BE49-F238E27FC236}">
                  <a16:creationId xmlns:a16="http://schemas.microsoft.com/office/drawing/2014/main" id="{5CFED1CF-4BAB-446E-A4EA-FBA9E8118FE2}"/>
                </a:ext>
              </a:extLst>
            </p:cNvPr>
            <p:cNvSpPr>
              <a:spLocks noChangeArrowheads="1"/>
            </p:cNvSpPr>
            <p:nvPr/>
          </p:nvSpPr>
          <p:spPr bwMode="auto">
            <a:xfrm>
              <a:off x="6917350" y="4580541"/>
              <a:ext cx="65116" cy="434381"/>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2491" name="Rectangle 475">
              <a:extLst>
                <a:ext uri="{FF2B5EF4-FFF2-40B4-BE49-F238E27FC236}">
                  <a16:creationId xmlns:a16="http://schemas.microsoft.com/office/drawing/2014/main" id="{DFFB19ED-63D0-420D-9949-FADF2A2568FE}"/>
                </a:ext>
              </a:extLst>
            </p:cNvPr>
            <p:cNvSpPr>
              <a:spLocks noChangeArrowheads="1"/>
            </p:cNvSpPr>
            <p:nvPr/>
          </p:nvSpPr>
          <p:spPr bwMode="auto">
            <a:xfrm>
              <a:off x="6998952" y="3790907"/>
              <a:ext cx="65116" cy="1224016"/>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2492" name="Rectangle 476">
              <a:extLst>
                <a:ext uri="{FF2B5EF4-FFF2-40B4-BE49-F238E27FC236}">
                  <a16:creationId xmlns:a16="http://schemas.microsoft.com/office/drawing/2014/main" id="{E183A627-4D0C-478C-8718-5738E214CCE8}"/>
                </a:ext>
              </a:extLst>
            </p:cNvPr>
            <p:cNvSpPr>
              <a:spLocks noChangeArrowheads="1"/>
            </p:cNvSpPr>
            <p:nvPr/>
          </p:nvSpPr>
          <p:spPr bwMode="auto">
            <a:xfrm>
              <a:off x="7080552" y="3398563"/>
              <a:ext cx="65116" cy="1616360"/>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2493" name="Rectangle 477">
              <a:extLst>
                <a:ext uri="{FF2B5EF4-FFF2-40B4-BE49-F238E27FC236}">
                  <a16:creationId xmlns:a16="http://schemas.microsoft.com/office/drawing/2014/main" id="{65EE5AD1-B1AF-4A5F-8FFD-A66953CD5A75}"/>
                </a:ext>
              </a:extLst>
            </p:cNvPr>
            <p:cNvSpPr>
              <a:spLocks noChangeArrowheads="1"/>
            </p:cNvSpPr>
            <p:nvPr/>
          </p:nvSpPr>
          <p:spPr bwMode="auto">
            <a:xfrm>
              <a:off x="7161329" y="3476867"/>
              <a:ext cx="65116" cy="1538056"/>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2494" name="Rectangle 478">
              <a:extLst>
                <a:ext uri="{FF2B5EF4-FFF2-40B4-BE49-F238E27FC236}">
                  <a16:creationId xmlns:a16="http://schemas.microsoft.com/office/drawing/2014/main" id="{E29CB06A-F94D-4170-9FED-04C35C007DE5}"/>
                </a:ext>
              </a:extLst>
            </p:cNvPr>
            <p:cNvSpPr>
              <a:spLocks noChangeArrowheads="1"/>
            </p:cNvSpPr>
            <p:nvPr/>
          </p:nvSpPr>
          <p:spPr bwMode="auto">
            <a:xfrm>
              <a:off x="7242930" y="3666445"/>
              <a:ext cx="65116" cy="1348478"/>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2495" name="Rectangle 479">
              <a:extLst>
                <a:ext uri="{FF2B5EF4-FFF2-40B4-BE49-F238E27FC236}">
                  <a16:creationId xmlns:a16="http://schemas.microsoft.com/office/drawing/2014/main" id="{D5C6BB79-AFAC-4305-BD7D-C64FAF80B05D}"/>
                </a:ext>
              </a:extLst>
            </p:cNvPr>
            <p:cNvSpPr>
              <a:spLocks noChangeArrowheads="1"/>
            </p:cNvSpPr>
            <p:nvPr/>
          </p:nvSpPr>
          <p:spPr bwMode="auto">
            <a:xfrm>
              <a:off x="7324531" y="3840362"/>
              <a:ext cx="65116" cy="1174561"/>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55" name="Rectangle 480">
              <a:extLst>
                <a:ext uri="{FF2B5EF4-FFF2-40B4-BE49-F238E27FC236}">
                  <a16:creationId xmlns:a16="http://schemas.microsoft.com/office/drawing/2014/main" id="{5F978CFA-9EDE-4CB2-935E-518601C2DA9F}"/>
                </a:ext>
              </a:extLst>
            </p:cNvPr>
            <p:cNvSpPr>
              <a:spLocks noChangeArrowheads="1"/>
            </p:cNvSpPr>
            <p:nvPr/>
          </p:nvSpPr>
          <p:spPr bwMode="auto">
            <a:xfrm>
              <a:off x="7406133" y="4006861"/>
              <a:ext cx="65116" cy="1008061"/>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57" name="Rectangle 481">
              <a:extLst>
                <a:ext uri="{FF2B5EF4-FFF2-40B4-BE49-F238E27FC236}">
                  <a16:creationId xmlns:a16="http://schemas.microsoft.com/office/drawing/2014/main" id="{E3C1877A-B9FC-40A9-893C-6CAAB3E39E22}"/>
                </a:ext>
              </a:extLst>
            </p:cNvPr>
            <p:cNvSpPr>
              <a:spLocks noChangeArrowheads="1"/>
            </p:cNvSpPr>
            <p:nvPr/>
          </p:nvSpPr>
          <p:spPr bwMode="auto">
            <a:xfrm>
              <a:off x="7487733" y="4289580"/>
              <a:ext cx="65116" cy="725342"/>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60" name="Rectangle 482">
              <a:extLst>
                <a:ext uri="{FF2B5EF4-FFF2-40B4-BE49-F238E27FC236}">
                  <a16:creationId xmlns:a16="http://schemas.microsoft.com/office/drawing/2014/main" id="{C0DBA53E-4CC6-416E-8685-33C5AFE73FD1}"/>
                </a:ext>
              </a:extLst>
            </p:cNvPr>
            <p:cNvSpPr>
              <a:spLocks noChangeArrowheads="1"/>
            </p:cNvSpPr>
            <p:nvPr/>
          </p:nvSpPr>
          <p:spPr bwMode="auto">
            <a:xfrm>
              <a:off x="7568510" y="4414867"/>
              <a:ext cx="65940" cy="600056"/>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61" name="Rectangle 483">
              <a:extLst>
                <a:ext uri="{FF2B5EF4-FFF2-40B4-BE49-F238E27FC236}">
                  <a16:creationId xmlns:a16="http://schemas.microsoft.com/office/drawing/2014/main" id="{318B1855-50DD-480E-9151-2F20D3808482}"/>
                </a:ext>
              </a:extLst>
            </p:cNvPr>
            <p:cNvSpPr>
              <a:spLocks noChangeArrowheads="1"/>
            </p:cNvSpPr>
            <p:nvPr/>
          </p:nvSpPr>
          <p:spPr bwMode="auto">
            <a:xfrm>
              <a:off x="7650111" y="4569826"/>
              <a:ext cx="65940" cy="445097"/>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63" name="Rectangle 484">
              <a:extLst>
                <a:ext uri="{FF2B5EF4-FFF2-40B4-BE49-F238E27FC236}">
                  <a16:creationId xmlns:a16="http://schemas.microsoft.com/office/drawing/2014/main" id="{F3CD20BF-3A52-47BB-BE24-BE6C9BFB20D7}"/>
                </a:ext>
              </a:extLst>
            </p:cNvPr>
            <p:cNvSpPr>
              <a:spLocks noChangeArrowheads="1"/>
            </p:cNvSpPr>
            <p:nvPr/>
          </p:nvSpPr>
          <p:spPr bwMode="auto">
            <a:xfrm>
              <a:off x="7731712" y="4700882"/>
              <a:ext cx="65116" cy="314041"/>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64" name="Rectangle 485">
              <a:extLst>
                <a:ext uri="{FF2B5EF4-FFF2-40B4-BE49-F238E27FC236}">
                  <a16:creationId xmlns:a16="http://schemas.microsoft.com/office/drawing/2014/main" id="{6ACF5F5B-47DC-469D-8B63-347F5D8B5D5C}"/>
                </a:ext>
              </a:extLst>
            </p:cNvPr>
            <p:cNvSpPr>
              <a:spLocks noChangeArrowheads="1"/>
            </p:cNvSpPr>
            <p:nvPr/>
          </p:nvSpPr>
          <p:spPr bwMode="auto">
            <a:xfrm>
              <a:off x="7813313" y="4772593"/>
              <a:ext cx="65116" cy="242330"/>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65" name="Rectangle 486">
              <a:extLst>
                <a:ext uri="{FF2B5EF4-FFF2-40B4-BE49-F238E27FC236}">
                  <a16:creationId xmlns:a16="http://schemas.microsoft.com/office/drawing/2014/main" id="{FECA659D-03DE-421D-903C-361D8367A755}"/>
                </a:ext>
              </a:extLst>
            </p:cNvPr>
            <p:cNvSpPr>
              <a:spLocks noChangeArrowheads="1"/>
            </p:cNvSpPr>
            <p:nvPr/>
          </p:nvSpPr>
          <p:spPr bwMode="auto">
            <a:xfrm>
              <a:off x="7894914" y="4869030"/>
              <a:ext cx="65116" cy="145893"/>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66" name="Rectangle 487">
              <a:extLst>
                <a:ext uri="{FF2B5EF4-FFF2-40B4-BE49-F238E27FC236}">
                  <a16:creationId xmlns:a16="http://schemas.microsoft.com/office/drawing/2014/main" id="{6C754F50-F145-449B-B310-C572ABF991A2}"/>
                </a:ext>
              </a:extLst>
            </p:cNvPr>
            <p:cNvSpPr>
              <a:spLocks noChangeArrowheads="1"/>
            </p:cNvSpPr>
            <p:nvPr/>
          </p:nvSpPr>
          <p:spPr bwMode="auto">
            <a:xfrm>
              <a:off x="7975691" y="4910243"/>
              <a:ext cx="65940" cy="104680"/>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67" name="Rectangle 488">
              <a:extLst>
                <a:ext uri="{FF2B5EF4-FFF2-40B4-BE49-F238E27FC236}">
                  <a16:creationId xmlns:a16="http://schemas.microsoft.com/office/drawing/2014/main" id="{16C1782C-B236-4BF0-AEE0-7E86AF3615E4}"/>
                </a:ext>
              </a:extLst>
            </p:cNvPr>
            <p:cNvSpPr>
              <a:spLocks noChangeArrowheads="1"/>
            </p:cNvSpPr>
            <p:nvPr/>
          </p:nvSpPr>
          <p:spPr bwMode="auto">
            <a:xfrm>
              <a:off x="8057292" y="4952280"/>
              <a:ext cx="65940" cy="62643"/>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68" name="Rectangle 489">
              <a:extLst>
                <a:ext uri="{FF2B5EF4-FFF2-40B4-BE49-F238E27FC236}">
                  <a16:creationId xmlns:a16="http://schemas.microsoft.com/office/drawing/2014/main" id="{31DBF90E-D478-48D4-B9AE-C3ACA6AA54B5}"/>
                </a:ext>
              </a:extLst>
            </p:cNvPr>
            <p:cNvSpPr>
              <a:spLocks noChangeArrowheads="1"/>
            </p:cNvSpPr>
            <p:nvPr/>
          </p:nvSpPr>
          <p:spPr bwMode="auto">
            <a:xfrm>
              <a:off x="8138893" y="4966292"/>
              <a:ext cx="65116" cy="48631"/>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0" name="Rectangle 490">
              <a:extLst>
                <a:ext uri="{FF2B5EF4-FFF2-40B4-BE49-F238E27FC236}">
                  <a16:creationId xmlns:a16="http://schemas.microsoft.com/office/drawing/2014/main" id="{292A8927-6636-4965-B5DE-9D7A45AD9A44}"/>
                </a:ext>
              </a:extLst>
            </p:cNvPr>
            <p:cNvSpPr>
              <a:spLocks noChangeArrowheads="1"/>
            </p:cNvSpPr>
            <p:nvPr/>
          </p:nvSpPr>
          <p:spPr bwMode="auto">
            <a:xfrm>
              <a:off x="8220494" y="4982777"/>
              <a:ext cx="65116" cy="32146"/>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1" name="Rectangle 491">
              <a:extLst>
                <a:ext uri="{FF2B5EF4-FFF2-40B4-BE49-F238E27FC236}">
                  <a16:creationId xmlns:a16="http://schemas.microsoft.com/office/drawing/2014/main" id="{3FDF855B-175C-4A4B-A3A2-7366BDA40B72}"/>
                </a:ext>
              </a:extLst>
            </p:cNvPr>
            <p:cNvSpPr>
              <a:spLocks noChangeArrowheads="1"/>
            </p:cNvSpPr>
            <p:nvPr/>
          </p:nvSpPr>
          <p:spPr bwMode="auto">
            <a:xfrm>
              <a:off x="8302095" y="4996789"/>
              <a:ext cx="65116" cy="18134"/>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2" name="Rectangle 492">
              <a:extLst>
                <a:ext uri="{FF2B5EF4-FFF2-40B4-BE49-F238E27FC236}">
                  <a16:creationId xmlns:a16="http://schemas.microsoft.com/office/drawing/2014/main" id="{E1C5053D-32C1-433A-A1C0-0198D1D22123}"/>
                </a:ext>
              </a:extLst>
            </p:cNvPr>
            <p:cNvSpPr>
              <a:spLocks noChangeArrowheads="1"/>
            </p:cNvSpPr>
            <p:nvPr/>
          </p:nvSpPr>
          <p:spPr bwMode="auto">
            <a:xfrm>
              <a:off x="8382872" y="4993492"/>
              <a:ext cx="65940" cy="21431"/>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3" name="Rectangle 493">
              <a:extLst>
                <a:ext uri="{FF2B5EF4-FFF2-40B4-BE49-F238E27FC236}">
                  <a16:creationId xmlns:a16="http://schemas.microsoft.com/office/drawing/2014/main" id="{8E406E83-54EC-40EC-8B26-30B916413BF8}"/>
                </a:ext>
              </a:extLst>
            </p:cNvPr>
            <p:cNvSpPr>
              <a:spLocks noChangeArrowheads="1"/>
            </p:cNvSpPr>
            <p:nvPr/>
          </p:nvSpPr>
          <p:spPr bwMode="auto">
            <a:xfrm>
              <a:off x="8464473" y="4996789"/>
              <a:ext cx="65940" cy="18134"/>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4" name="Rectangle 494">
              <a:extLst>
                <a:ext uri="{FF2B5EF4-FFF2-40B4-BE49-F238E27FC236}">
                  <a16:creationId xmlns:a16="http://schemas.microsoft.com/office/drawing/2014/main" id="{1F700E63-2970-4E48-8D7D-BEBC8C7F4B39}"/>
                </a:ext>
              </a:extLst>
            </p:cNvPr>
            <p:cNvSpPr>
              <a:spLocks noChangeArrowheads="1"/>
            </p:cNvSpPr>
            <p:nvPr/>
          </p:nvSpPr>
          <p:spPr bwMode="auto">
            <a:xfrm>
              <a:off x="8546074" y="5011626"/>
              <a:ext cx="65116" cy="3297"/>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5" name="Rectangle 495">
              <a:extLst>
                <a:ext uri="{FF2B5EF4-FFF2-40B4-BE49-F238E27FC236}">
                  <a16:creationId xmlns:a16="http://schemas.microsoft.com/office/drawing/2014/main" id="{20982579-4D78-4B34-AC69-8556EE66EABB}"/>
                </a:ext>
              </a:extLst>
            </p:cNvPr>
            <p:cNvSpPr>
              <a:spLocks noChangeArrowheads="1"/>
            </p:cNvSpPr>
            <p:nvPr/>
          </p:nvSpPr>
          <p:spPr bwMode="auto">
            <a:xfrm>
              <a:off x="8627675" y="5005032"/>
              <a:ext cx="65116" cy="9891"/>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6" name="Rectangle 496">
              <a:extLst>
                <a:ext uri="{FF2B5EF4-FFF2-40B4-BE49-F238E27FC236}">
                  <a16:creationId xmlns:a16="http://schemas.microsoft.com/office/drawing/2014/main" id="{E13FBA1B-89A0-4D38-A069-67E338E1204E}"/>
                </a:ext>
              </a:extLst>
            </p:cNvPr>
            <p:cNvSpPr>
              <a:spLocks noChangeArrowheads="1"/>
            </p:cNvSpPr>
            <p:nvPr/>
          </p:nvSpPr>
          <p:spPr bwMode="auto">
            <a:xfrm>
              <a:off x="8709276" y="5009977"/>
              <a:ext cx="65116" cy="4946"/>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7" name="Rectangle 497">
              <a:extLst>
                <a:ext uri="{FF2B5EF4-FFF2-40B4-BE49-F238E27FC236}">
                  <a16:creationId xmlns:a16="http://schemas.microsoft.com/office/drawing/2014/main" id="{1CC9E4A2-1D92-4283-8F1F-1E02229E0636}"/>
                </a:ext>
              </a:extLst>
            </p:cNvPr>
            <p:cNvSpPr>
              <a:spLocks noChangeArrowheads="1"/>
            </p:cNvSpPr>
            <p:nvPr/>
          </p:nvSpPr>
          <p:spPr bwMode="auto">
            <a:xfrm>
              <a:off x="8790877" y="5011626"/>
              <a:ext cx="65116" cy="3297"/>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8" name="Rectangle 498">
              <a:extLst>
                <a:ext uri="{FF2B5EF4-FFF2-40B4-BE49-F238E27FC236}">
                  <a16:creationId xmlns:a16="http://schemas.microsoft.com/office/drawing/2014/main" id="{2C56E546-9A7F-4FE0-B5C4-9962858EBE32}"/>
                </a:ext>
              </a:extLst>
            </p:cNvPr>
            <p:cNvSpPr>
              <a:spLocks noChangeArrowheads="1"/>
            </p:cNvSpPr>
            <p:nvPr/>
          </p:nvSpPr>
          <p:spPr bwMode="auto">
            <a:xfrm>
              <a:off x="8872478" y="5013274"/>
              <a:ext cx="65116" cy="1649"/>
            </a:xfrm>
            <a:prstGeom prst="rect">
              <a:avLst/>
            </a:pr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79" name="Line 499">
              <a:extLst>
                <a:ext uri="{FF2B5EF4-FFF2-40B4-BE49-F238E27FC236}">
                  <a16:creationId xmlns:a16="http://schemas.microsoft.com/office/drawing/2014/main" id="{8B51A7CC-DF7F-4DFB-92CE-89100C6E9A9D}"/>
                </a:ext>
              </a:extLst>
            </p:cNvPr>
            <p:cNvSpPr>
              <a:spLocks noChangeShapeType="1"/>
            </p:cNvSpPr>
            <p:nvPr/>
          </p:nvSpPr>
          <p:spPr bwMode="auto">
            <a:xfrm>
              <a:off x="6852235" y="5014923"/>
              <a:ext cx="2149651" cy="0"/>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0" name="Line 500">
              <a:extLst>
                <a:ext uri="{FF2B5EF4-FFF2-40B4-BE49-F238E27FC236}">
                  <a16:creationId xmlns:a16="http://schemas.microsoft.com/office/drawing/2014/main" id="{61135828-6EA1-4E73-A630-E07604D2F183}"/>
                </a:ext>
              </a:extLst>
            </p:cNvPr>
            <p:cNvSpPr>
              <a:spLocks noChangeShapeType="1"/>
            </p:cNvSpPr>
            <p:nvPr/>
          </p:nvSpPr>
          <p:spPr bwMode="auto">
            <a:xfrm>
              <a:off x="6852235" y="3314489"/>
              <a:ext cx="2149651" cy="0"/>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1" name="Line 501">
              <a:extLst>
                <a:ext uri="{FF2B5EF4-FFF2-40B4-BE49-F238E27FC236}">
                  <a16:creationId xmlns:a16="http://schemas.microsoft.com/office/drawing/2014/main" id="{FBA80DF7-C72E-4D35-998B-097B5EC5EFF5}"/>
                </a:ext>
              </a:extLst>
            </p:cNvPr>
            <p:cNvSpPr>
              <a:spLocks noChangeShapeType="1"/>
            </p:cNvSpPr>
            <p:nvPr/>
          </p:nvSpPr>
          <p:spPr bwMode="auto">
            <a:xfrm flipV="1">
              <a:off x="6868720" y="4993492"/>
              <a:ext cx="0" cy="21431"/>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2" name="Line 502">
              <a:extLst>
                <a:ext uri="{FF2B5EF4-FFF2-40B4-BE49-F238E27FC236}">
                  <a16:creationId xmlns:a16="http://schemas.microsoft.com/office/drawing/2014/main" id="{7C93145E-D42F-4984-81D6-7371FC1A40DD}"/>
                </a:ext>
              </a:extLst>
            </p:cNvPr>
            <p:cNvSpPr>
              <a:spLocks noChangeShapeType="1"/>
            </p:cNvSpPr>
            <p:nvPr/>
          </p:nvSpPr>
          <p:spPr bwMode="auto">
            <a:xfrm flipV="1">
              <a:off x="7275901" y="4993492"/>
              <a:ext cx="0" cy="21431"/>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3" name="Line 503">
              <a:extLst>
                <a:ext uri="{FF2B5EF4-FFF2-40B4-BE49-F238E27FC236}">
                  <a16:creationId xmlns:a16="http://schemas.microsoft.com/office/drawing/2014/main" id="{6866E47D-1295-4FD2-B8C7-0BAE3A26BDD9}"/>
                </a:ext>
              </a:extLst>
            </p:cNvPr>
            <p:cNvSpPr>
              <a:spLocks noChangeShapeType="1"/>
            </p:cNvSpPr>
            <p:nvPr/>
          </p:nvSpPr>
          <p:spPr bwMode="auto">
            <a:xfrm flipV="1">
              <a:off x="7683081" y="4993492"/>
              <a:ext cx="0" cy="21431"/>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4" name="Line 504">
              <a:extLst>
                <a:ext uri="{FF2B5EF4-FFF2-40B4-BE49-F238E27FC236}">
                  <a16:creationId xmlns:a16="http://schemas.microsoft.com/office/drawing/2014/main" id="{E02F7179-0C5A-4A9D-B8EA-36CDC17E494D}"/>
                </a:ext>
              </a:extLst>
            </p:cNvPr>
            <p:cNvSpPr>
              <a:spLocks noChangeShapeType="1"/>
            </p:cNvSpPr>
            <p:nvPr/>
          </p:nvSpPr>
          <p:spPr bwMode="auto">
            <a:xfrm flipV="1">
              <a:off x="8090262" y="4993492"/>
              <a:ext cx="0" cy="21431"/>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5" name="Line 505">
              <a:extLst>
                <a:ext uri="{FF2B5EF4-FFF2-40B4-BE49-F238E27FC236}">
                  <a16:creationId xmlns:a16="http://schemas.microsoft.com/office/drawing/2014/main" id="{189A054F-E084-421F-B0CD-52F64226EDDA}"/>
                </a:ext>
              </a:extLst>
            </p:cNvPr>
            <p:cNvSpPr>
              <a:spLocks noChangeShapeType="1"/>
            </p:cNvSpPr>
            <p:nvPr/>
          </p:nvSpPr>
          <p:spPr bwMode="auto">
            <a:xfrm flipV="1">
              <a:off x="8497443" y="4993492"/>
              <a:ext cx="0" cy="21431"/>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6" name="Line 506">
              <a:extLst>
                <a:ext uri="{FF2B5EF4-FFF2-40B4-BE49-F238E27FC236}">
                  <a16:creationId xmlns:a16="http://schemas.microsoft.com/office/drawing/2014/main" id="{A5969981-0BB3-4F0D-859F-5B08C330808D}"/>
                </a:ext>
              </a:extLst>
            </p:cNvPr>
            <p:cNvSpPr>
              <a:spLocks noChangeShapeType="1"/>
            </p:cNvSpPr>
            <p:nvPr/>
          </p:nvSpPr>
          <p:spPr bwMode="auto">
            <a:xfrm flipV="1">
              <a:off x="8904624" y="4993492"/>
              <a:ext cx="0" cy="21431"/>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7" name="Line 507">
              <a:extLst>
                <a:ext uri="{FF2B5EF4-FFF2-40B4-BE49-F238E27FC236}">
                  <a16:creationId xmlns:a16="http://schemas.microsoft.com/office/drawing/2014/main" id="{AF636261-0BE7-4109-9BFE-06BF81E7CBDC}"/>
                </a:ext>
              </a:extLst>
            </p:cNvPr>
            <p:cNvSpPr>
              <a:spLocks noChangeShapeType="1"/>
            </p:cNvSpPr>
            <p:nvPr/>
          </p:nvSpPr>
          <p:spPr bwMode="auto">
            <a:xfrm>
              <a:off x="6868720" y="3314489"/>
              <a:ext cx="0" cy="22255"/>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8" name="Line 508">
              <a:extLst>
                <a:ext uri="{FF2B5EF4-FFF2-40B4-BE49-F238E27FC236}">
                  <a16:creationId xmlns:a16="http://schemas.microsoft.com/office/drawing/2014/main" id="{2AD91239-5D54-4430-8830-C06A2C5CE2EB}"/>
                </a:ext>
              </a:extLst>
            </p:cNvPr>
            <p:cNvSpPr>
              <a:spLocks noChangeShapeType="1"/>
            </p:cNvSpPr>
            <p:nvPr/>
          </p:nvSpPr>
          <p:spPr bwMode="auto">
            <a:xfrm>
              <a:off x="7275901" y="3314489"/>
              <a:ext cx="0" cy="22255"/>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89" name="Line 509">
              <a:extLst>
                <a:ext uri="{FF2B5EF4-FFF2-40B4-BE49-F238E27FC236}">
                  <a16:creationId xmlns:a16="http://schemas.microsoft.com/office/drawing/2014/main" id="{99E7E6AC-4F14-4FB1-93CB-2FA14671324E}"/>
                </a:ext>
              </a:extLst>
            </p:cNvPr>
            <p:cNvSpPr>
              <a:spLocks noChangeShapeType="1"/>
            </p:cNvSpPr>
            <p:nvPr/>
          </p:nvSpPr>
          <p:spPr bwMode="auto">
            <a:xfrm>
              <a:off x="7683081" y="3314489"/>
              <a:ext cx="0" cy="22255"/>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90" name="Line 510">
              <a:extLst>
                <a:ext uri="{FF2B5EF4-FFF2-40B4-BE49-F238E27FC236}">
                  <a16:creationId xmlns:a16="http://schemas.microsoft.com/office/drawing/2014/main" id="{26E32EEF-804D-47CD-B1C7-F8D89AA5B384}"/>
                </a:ext>
              </a:extLst>
            </p:cNvPr>
            <p:cNvSpPr>
              <a:spLocks noChangeShapeType="1"/>
            </p:cNvSpPr>
            <p:nvPr/>
          </p:nvSpPr>
          <p:spPr bwMode="auto">
            <a:xfrm>
              <a:off x="8090262" y="3314489"/>
              <a:ext cx="0" cy="22255"/>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91" name="Line 511">
              <a:extLst>
                <a:ext uri="{FF2B5EF4-FFF2-40B4-BE49-F238E27FC236}">
                  <a16:creationId xmlns:a16="http://schemas.microsoft.com/office/drawing/2014/main" id="{D31F1AD3-C95B-4A87-85F8-392A9CA72473}"/>
                </a:ext>
              </a:extLst>
            </p:cNvPr>
            <p:cNvSpPr>
              <a:spLocks noChangeShapeType="1"/>
            </p:cNvSpPr>
            <p:nvPr/>
          </p:nvSpPr>
          <p:spPr bwMode="auto">
            <a:xfrm>
              <a:off x="8497443" y="3314489"/>
              <a:ext cx="0" cy="22255"/>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92" name="Line 512">
              <a:extLst>
                <a:ext uri="{FF2B5EF4-FFF2-40B4-BE49-F238E27FC236}">
                  <a16:creationId xmlns:a16="http://schemas.microsoft.com/office/drawing/2014/main" id="{F932341E-AFBA-4291-BF5E-3153D989520D}"/>
                </a:ext>
              </a:extLst>
            </p:cNvPr>
            <p:cNvSpPr>
              <a:spLocks noChangeShapeType="1"/>
            </p:cNvSpPr>
            <p:nvPr/>
          </p:nvSpPr>
          <p:spPr bwMode="auto">
            <a:xfrm>
              <a:off x="8904624" y="3314489"/>
              <a:ext cx="0" cy="22255"/>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693" name="Rectangle 513">
              <a:extLst>
                <a:ext uri="{FF2B5EF4-FFF2-40B4-BE49-F238E27FC236}">
                  <a16:creationId xmlns:a16="http://schemas.microsoft.com/office/drawing/2014/main" id="{BE36E4CC-74FE-4D2A-8C3D-5A3EF8A380D7}"/>
                </a:ext>
              </a:extLst>
            </p:cNvPr>
            <p:cNvSpPr>
              <a:spLocks noChangeArrowheads="1"/>
            </p:cNvSpPr>
            <p:nvPr/>
          </p:nvSpPr>
          <p:spPr bwMode="auto">
            <a:xfrm>
              <a:off x="6847289" y="5050366"/>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0</a:t>
              </a:r>
              <a:endParaRPr lang="ko-KR" altLang="ko-KR" sz="600"/>
            </a:p>
          </p:txBody>
        </p:sp>
        <p:sp>
          <p:nvSpPr>
            <p:cNvPr id="694" name="Rectangle 514">
              <a:extLst>
                <a:ext uri="{FF2B5EF4-FFF2-40B4-BE49-F238E27FC236}">
                  <a16:creationId xmlns:a16="http://schemas.microsoft.com/office/drawing/2014/main" id="{9D30A088-CB05-42CB-B960-FE6E686444D6}"/>
                </a:ext>
              </a:extLst>
            </p:cNvPr>
            <p:cNvSpPr>
              <a:spLocks noChangeArrowheads="1"/>
            </p:cNvSpPr>
            <p:nvPr/>
          </p:nvSpPr>
          <p:spPr bwMode="auto">
            <a:xfrm>
              <a:off x="7253645" y="5050366"/>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5</a:t>
              </a:r>
              <a:endParaRPr lang="ko-KR" altLang="ko-KR" sz="600"/>
            </a:p>
          </p:txBody>
        </p:sp>
        <p:sp>
          <p:nvSpPr>
            <p:cNvPr id="695" name="Rectangle 515">
              <a:extLst>
                <a:ext uri="{FF2B5EF4-FFF2-40B4-BE49-F238E27FC236}">
                  <a16:creationId xmlns:a16="http://schemas.microsoft.com/office/drawing/2014/main" id="{DB329AA3-8D5B-4F00-9177-350BAFF0B833}"/>
                </a:ext>
              </a:extLst>
            </p:cNvPr>
            <p:cNvSpPr>
              <a:spLocks noChangeArrowheads="1"/>
            </p:cNvSpPr>
            <p:nvPr/>
          </p:nvSpPr>
          <p:spPr bwMode="auto">
            <a:xfrm>
              <a:off x="7650111" y="5050366"/>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10</a:t>
              </a:r>
              <a:endParaRPr lang="ko-KR" altLang="ko-KR" sz="600"/>
            </a:p>
          </p:txBody>
        </p:sp>
        <p:sp>
          <p:nvSpPr>
            <p:cNvPr id="696" name="Rectangle 516">
              <a:extLst>
                <a:ext uri="{FF2B5EF4-FFF2-40B4-BE49-F238E27FC236}">
                  <a16:creationId xmlns:a16="http://schemas.microsoft.com/office/drawing/2014/main" id="{8327BCE1-3358-47FB-B2C2-6F7916307A32}"/>
                </a:ext>
              </a:extLst>
            </p:cNvPr>
            <p:cNvSpPr>
              <a:spLocks noChangeArrowheads="1"/>
            </p:cNvSpPr>
            <p:nvPr/>
          </p:nvSpPr>
          <p:spPr bwMode="auto">
            <a:xfrm>
              <a:off x="8055645" y="5050366"/>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15</a:t>
              </a:r>
              <a:endParaRPr lang="ko-KR" altLang="ko-KR" sz="600"/>
            </a:p>
          </p:txBody>
        </p:sp>
        <p:sp>
          <p:nvSpPr>
            <p:cNvPr id="697" name="Rectangle 517">
              <a:extLst>
                <a:ext uri="{FF2B5EF4-FFF2-40B4-BE49-F238E27FC236}">
                  <a16:creationId xmlns:a16="http://schemas.microsoft.com/office/drawing/2014/main" id="{0F5F7C1B-8248-4251-8D38-162C459905B6}"/>
                </a:ext>
              </a:extLst>
            </p:cNvPr>
            <p:cNvSpPr>
              <a:spLocks noChangeArrowheads="1"/>
            </p:cNvSpPr>
            <p:nvPr/>
          </p:nvSpPr>
          <p:spPr bwMode="auto">
            <a:xfrm>
              <a:off x="8462001" y="5050366"/>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20</a:t>
              </a:r>
              <a:endParaRPr lang="ko-KR" altLang="ko-KR" sz="600"/>
            </a:p>
          </p:txBody>
        </p:sp>
        <p:sp>
          <p:nvSpPr>
            <p:cNvPr id="698" name="Rectangle 518">
              <a:extLst>
                <a:ext uri="{FF2B5EF4-FFF2-40B4-BE49-F238E27FC236}">
                  <a16:creationId xmlns:a16="http://schemas.microsoft.com/office/drawing/2014/main" id="{CED830CB-7AB6-4220-8041-6A665363D99A}"/>
                </a:ext>
              </a:extLst>
            </p:cNvPr>
            <p:cNvSpPr>
              <a:spLocks noChangeArrowheads="1"/>
            </p:cNvSpPr>
            <p:nvPr/>
          </p:nvSpPr>
          <p:spPr bwMode="auto">
            <a:xfrm>
              <a:off x="8868357" y="5050366"/>
              <a:ext cx="11541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25</a:t>
              </a:r>
              <a:endParaRPr lang="ko-KR" altLang="ko-KR" sz="600"/>
            </a:p>
          </p:txBody>
        </p:sp>
        <p:sp>
          <p:nvSpPr>
            <p:cNvPr id="700" name="Line 520">
              <a:extLst>
                <a:ext uri="{FF2B5EF4-FFF2-40B4-BE49-F238E27FC236}">
                  <a16:creationId xmlns:a16="http://schemas.microsoft.com/office/drawing/2014/main" id="{3E4D2AFD-D54B-491B-92D9-77631E453207}"/>
                </a:ext>
              </a:extLst>
            </p:cNvPr>
            <p:cNvSpPr>
              <a:spLocks noChangeShapeType="1"/>
            </p:cNvSpPr>
            <p:nvPr/>
          </p:nvSpPr>
          <p:spPr bwMode="auto">
            <a:xfrm flipV="1">
              <a:off x="6852235" y="3314489"/>
              <a:ext cx="0" cy="1700434"/>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1" name="Line 521">
              <a:extLst>
                <a:ext uri="{FF2B5EF4-FFF2-40B4-BE49-F238E27FC236}">
                  <a16:creationId xmlns:a16="http://schemas.microsoft.com/office/drawing/2014/main" id="{2BFFC70A-082D-48B0-9CE3-3DB47E678288}"/>
                </a:ext>
              </a:extLst>
            </p:cNvPr>
            <p:cNvSpPr>
              <a:spLocks noChangeShapeType="1"/>
            </p:cNvSpPr>
            <p:nvPr/>
          </p:nvSpPr>
          <p:spPr bwMode="auto">
            <a:xfrm flipV="1">
              <a:off x="9001886" y="3314489"/>
              <a:ext cx="0" cy="1700434"/>
            </a:xfrm>
            <a:prstGeom prst="line">
              <a:avLst/>
            </a:prstGeom>
            <a:noFill/>
            <a:ln w="190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2" name="Line 522">
              <a:extLst>
                <a:ext uri="{FF2B5EF4-FFF2-40B4-BE49-F238E27FC236}">
                  <a16:creationId xmlns:a16="http://schemas.microsoft.com/office/drawing/2014/main" id="{755CDA76-034F-4F8C-94B0-45D9B4165BFB}"/>
                </a:ext>
              </a:extLst>
            </p:cNvPr>
            <p:cNvSpPr>
              <a:spLocks noChangeShapeType="1"/>
            </p:cNvSpPr>
            <p:nvPr/>
          </p:nvSpPr>
          <p:spPr bwMode="auto">
            <a:xfrm>
              <a:off x="6852235" y="5014923"/>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3" name="Line 523">
              <a:extLst>
                <a:ext uri="{FF2B5EF4-FFF2-40B4-BE49-F238E27FC236}">
                  <a16:creationId xmlns:a16="http://schemas.microsoft.com/office/drawing/2014/main" id="{BAD25E37-D1CC-455A-B6B3-D66FE0DF19C3}"/>
                </a:ext>
              </a:extLst>
            </p:cNvPr>
            <p:cNvSpPr>
              <a:spLocks noChangeShapeType="1"/>
            </p:cNvSpPr>
            <p:nvPr/>
          </p:nvSpPr>
          <p:spPr bwMode="auto">
            <a:xfrm>
              <a:off x="6852235" y="4845127"/>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4" name="Line 524">
              <a:extLst>
                <a:ext uri="{FF2B5EF4-FFF2-40B4-BE49-F238E27FC236}">
                  <a16:creationId xmlns:a16="http://schemas.microsoft.com/office/drawing/2014/main" id="{ADDC0B40-F058-43AF-97F5-97AA7C3E845F}"/>
                </a:ext>
              </a:extLst>
            </p:cNvPr>
            <p:cNvSpPr>
              <a:spLocks noChangeShapeType="1"/>
            </p:cNvSpPr>
            <p:nvPr/>
          </p:nvSpPr>
          <p:spPr bwMode="auto">
            <a:xfrm>
              <a:off x="6852235" y="4675331"/>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5" name="Line 525">
              <a:extLst>
                <a:ext uri="{FF2B5EF4-FFF2-40B4-BE49-F238E27FC236}">
                  <a16:creationId xmlns:a16="http://schemas.microsoft.com/office/drawing/2014/main" id="{33EFB882-96E3-4769-946A-3F5543D4D915}"/>
                </a:ext>
              </a:extLst>
            </p:cNvPr>
            <p:cNvSpPr>
              <a:spLocks noChangeShapeType="1"/>
            </p:cNvSpPr>
            <p:nvPr/>
          </p:nvSpPr>
          <p:spPr bwMode="auto">
            <a:xfrm>
              <a:off x="6852235" y="4505535"/>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6" name="Line 526">
              <a:extLst>
                <a:ext uri="{FF2B5EF4-FFF2-40B4-BE49-F238E27FC236}">
                  <a16:creationId xmlns:a16="http://schemas.microsoft.com/office/drawing/2014/main" id="{3970169D-C5C8-48CC-9403-B341DADC02BD}"/>
                </a:ext>
              </a:extLst>
            </p:cNvPr>
            <p:cNvSpPr>
              <a:spLocks noChangeShapeType="1"/>
            </p:cNvSpPr>
            <p:nvPr/>
          </p:nvSpPr>
          <p:spPr bwMode="auto">
            <a:xfrm>
              <a:off x="6852235" y="4334914"/>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7" name="Line 527">
              <a:extLst>
                <a:ext uri="{FF2B5EF4-FFF2-40B4-BE49-F238E27FC236}">
                  <a16:creationId xmlns:a16="http://schemas.microsoft.com/office/drawing/2014/main" id="{BD2A7366-5B0C-4B69-A107-D5E2B9FF1AE7}"/>
                </a:ext>
              </a:extLst>
            </p:cNvPr>
            <p:cNvSpPr>
              <a:spLocks noChangeShapeType="1"/>
            </p:cNvSpPr>
            <p:nvPr/>
          </p:nvSpPr>
          <p:spPr bwMode="auto">
            <a:xfrm>
              <a:off x="6852235" y="4165118"/>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8" name="Line 528">
              <a:extLst>
                <a:ext uri="{FF2B5EF4-FFF2-40B4-BE49-F238E27FC236}">
                  <a16:creationId xmlns:a16="http://schemas.microsoft.com/office/drawing/2014/main" id="{8C9071EF-1F40-4CC3-A3AD-F4E4F16CEF1A}"/>
                </a:ext>
              </a:extLst>
            </p:cNvPr>
            <p:cNvSpPr>
              <a:spLocks noChangeShapeType="1"/>
            </p:cNvSpPr>
            <p:nvPr/>
          </p:nvSpPr>
          <p:spPr bwMode="auto">
            <a:xfrm>
              <a:off x="6852235" y="3995322"/>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09" name="Line 529">
              <a:extLst>
                <a:ext uri="{FF2B5EF4-FFF2-40B4-BE49-F238E27FC236}">
                  <a16:creationId xmlns:a16="http://schemas.microsoft.com/office/drawing/2014/main" id="{8FCD411B-AF28-44BB-8D97-74A306DF55D8}"/>
                </a:ext>
              </a:extLst>
            </p:cNvPr>
            <p:cNvSpPr>
              <a:spLocks noChangeShapeType="1"/>
            </p:cNvSpPr>
            <p:nvPr/>
          </p:nvSpPr>
          <p:spPr bwMode="auto">
            <a:xfrm>
              <a:off x="6852235" y="3825526"/>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0" name="Line 530">
              <a:extLst>
                <a:ext uri="{FF2B5EF4-FFF2-40B4-BE49-F238E27FC236}">
                  <a16:creationId xmlns:a16="http://schemas.microsoft.com/office/drawing/2014/main" id="{518DF7B1-25BF-40D4-9FE1-21AA010C7480}"/>
                </a:ext>
              </a:extLst>
            </p:cNvPr>
            <p:cNvSpPr>
              <a:spLocks noChangeShapeType="1"/>
            </p:cNvSpPr>
            <p:nvPr/>
          </p:nvSpPr>
          <p:spPr bwMode="auto">
            <a:xfrm>
              <a:off x="6852235" y="3654906"/>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1" name="Line 531">
              <a:extLst>
                <a:ext uri="{FF2B5EF4-FFF2-40B4-BE49-F238E27FC236}">
                  <a16:creationId xmlns:a16="http://schemas.microsoft.com/office/drawing/2014/main" id="{B8FC35EE-C76A-45EF-A454-5115021EB499}"/>
                </a:ext>
              </a:extLst>
            </p:cNvPr>
            <p:cNvSpPr>
              <a:spLocks noChangeShapeType="1"/>
            </p:cNvSpPr>
            <p:nvPr/>
          </p:nvSpPr>
          <p:spPr bwMode="auto">
            <a:xfrm>
              <a:off x="6852235" y="3485110"/>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2" name="Line 532">
              <a:extLst>
                <a:ext uri="{FF2B5EF4-FFF2-40B4-BE49-F238E27FC236}">
                  <a16:creationId xmlns:a16="http://schemas.microsoft.com/office/drawing/2014/main" id="{D739978F-C719-40BF-A76E-FB1991F24D20}"/>
                </a:ext>
              </a:extLst>
            </p:cNvPr>
            <p:cNvSpPr>
              <a:spLocks noChangeShapeType="1"/>
            </p:cNvSpPr>
            <p:nvPr/>
          </p:nvSpPr>
          <p:spPr bwMode="auto">
            <a:xfrm>
              <a:off x="6852235" y="3314489"/>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3" name="Line 533">
              <a:extLst>
                <a:ext uri="{FF2B5EF4-FFF2-40B4-BE49-F238E27FC236}">
                  <a16:creationId xmlns:a16="http://schemas.microsoft.com/office/drawing/2014/main" id="{C8417244-9221-44E8-BC69-3CD902509CEA}"/>
                </a:ext>
              </a:extLst>
            </p:cNvPr>
            <p:cNvSpPr>
              <a:spLocks noChangeShapeType="1"/>
            </p:cNvSpPr>
            <p:nvPr/>
          </p:nvSpPr>
          <p:spPr bwMode="auto">
            <a:xfrm flipH="1">
              <a:off x="8980455" y="5014923"/>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4" name="Line 534">
              <a:extLst>
                <a:ext uri="{FF2B5EF4-FFF2-40B4-BE49-F238E27FC236}">
                  <a16:creationId xmlns:a16="http://schemas.microsoft.com/office/drawing/2014/main" id="{33BAD6F4-2328-4B5B-8C47-BD3AE7C7EF7F}"/>
                </a:ext>
              </a:extLst>
            </p:cNvPr>
            <p:cNvSpPr>
              <a:spLocks noChangeShapeType="1"/>
            </p:cNvSpPr>
            <p:nvPr/>
          </p:nvSpPr>
          <p:spPr bwMode="auto">
            <a:xfrm flipH="1">
              <a:off x="8980455" y="4845127"/>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5" name="Line 535">
              <a:extLst>
                <a:ext uri="{FF2B5EF4-FFF2-40B4-BE49-F238E27FC236}">
                  <a16:creationId xmlns:a16="http://schemas.microsoft.com/office/drawing/2014/main" id="{6BA1D3E9-4A3F-46CB-8444-43A6F0097A55}"/>
                </a:ext>
              </a:extLst>
            </p:cNvPr>
            <p:cNvSpPr>
              <a:spLocks noChangeShapeType="1"/>
            </p:cNvSpPr>
            <p:nvPr/>
          </p:nvSpPr>
          <p:spPr bwMode="auto">
            <a:xfrm flipH="1">
              <a:off x="8980455" y="4675331"/>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6" name="Line 536">
              <a:extLst>
                <a:ext uri="{FF2B5EF4-FFF2-40B4-BE49-F238E27FC236}">
                  <a16:creationId xmlns:a16="http://schemas.microsoft.com/office/drawing/2014/main" id="{83574F1C-24B9-4A72-BF23-425D7F2A0E74}"/>
                </a:ext>
              </a:extLst>
            </p:cNvPr>
            <p:cNvSpPr>
              <a:spLocks noChangeShapeType="1"/>
            </p:cNvSpPr>
            <p:nvPr/>
          </p:nvSpPr>
          <p:spPr bwMode="auto">
            <a:xfrm flipH="1">
              <a:off x="8980455" y="4505535"/>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7" name="Line 537">
              <a:extLst>
                <a:ext uri="{FF2B5EF4-FFF2-40B4-BE49-F238E27FC236}">
                  <a16:creationId xmlns:a16="http://schemas.microsoft.com/office/drawing/2014/main" id="{D7E28E3C-74FF-4C98-937F-D5DAEC413927}"/>
                </a:ext>
              </a:extLst>
            </p:cNvPr>
            <p:cNvSpPr>
              <a:spLocks noChangeShapeType="1"/>
            </p:cNvSpPr>
            <p:nvPr/>
          </p:nvSpPr>
          <p:spPr bwMode="auto">
            <a:xfrm flipH="1">
              <a:off x="8980455" y="4334914"/>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8" name="Line 538">
              <a:extLst>
                <a:ext uri="{FF2B5EF4-FFF2-40B4-BE49-F238E27FC236}">
                  <a16:creationId xmlns:a16="http://schemas.microsoft.com/office/drawing/2014/main" id="{F334BB31-8CAE-4180-A4DD-9E5E67B3C0EA}"/>
                </a:ext>
              </a:extLst>
            </p:cNvPr>
            <p:cNvSpPr>
              <a:spLocks noChangeShapeType="1"/>
            </p:cNvSpPr>
            <p:nvPr/>
          </p:nvSpPr>
          <p:spPr bwMode="auto">
            <a:xfrm flipH="1">
              <a:off x="8980455" y="4165118"/>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19" name="Line 539">
              <a:extLst>
                <a:ext uri="{FF2B5EF4-FFF2-40B4-BE49-F238E27FC236}">
                  <a16:creationId xmlns:a16="http://schemas.microsoft.com/office/drawing/2014/main" id="{82BC403C-E00A-4A7C-B040-C367104B1033}"/>
                </a:ext>
              </a:extLst>
            </p:cNvPr>
            <p:cNvSpPr>
              <a:spLocks noChangeShapeType="1"/>
            </p:cNvSpPr>
            <p:nvPr/>
          </p:nvSpPr>
          <p:spPr bwMode="auto">
            <a:xfrm flipH="1">
              <a:off x="8980455" y="3995322"/>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20" name="Line 540">
              <a:extLst>
                <a:ext uri="{FF2B5EF4-FFF2-40B4-BE49-F238E27FC236}">
                  <a16:creationId xmlns:a16="http://schemas.microsoft.com/office/drawing/2014/main" id="{8877032B-76FC-4BE3-B4E9-3A873678E6FC}"/>
                </a:ext>
              </a:extLst>
            </p:cNvPr>
            <p:cNvSpPr>
              <a:spLocks noChangeShapeType="1"/>
            </p:cNvSpPr>
            <p:nvPr/>
          </p:nvSpPr>
          <p:spPr bwMode="auto">
            <a:xfrm flipH="1">
              <a:off x="8980455" y="3825526"/>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21" name="Line 541">
              <a:extLst>
                <a:ext uri="{FF2B5EF4-FFF2-40B4-BE49-F238E27FC236}">
                  <a16:creationId xmlns:a16="http://schemas.microsoft.com/office/drawing/2014/main" id="{DFD23FEE-881C-44EE-90A0-7AD1DF287D58}"/>
                </a:ext>
              </a:extLst>
            </p:cNvPr>
            <p:cNvSpPr>
              <a:spLocks noChangeShapeType="1"/>
            </p:cNvSpPr>
            <p:nvPr/>
          </p:nvSpPr>
          <p:spPr bwMode="auto">
            <a:xfrm flipH="1">
              <a:off x="8980455" y="3654906"/>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22" name="Line 542">
              <a:extLst>
                <a:ext uri="{FF2B5EF4-FFF2-40B4-BE49-F238E27FC236}">
                  <a16:creationId xmlns:a16="http://schemas.microsoft.com/office/drawing/2014/main" id="{DCB3D1CE-E978-401D-B37A-EA808C26AE34}"/>
                </a:ext>
              </a:extLst>
            </p:cNvPr>
            <p:cNvSpPr>
              <a:spLocks noChangeShapeType="1"/>
            </p:cNvSpPr>
            <p:nvPr/>
          </p:nvSpPr>
          <p:spPr bwMode="auto">
            <a:xfrm flipH="1">
              <a:off x="8980455" y="3485110"/>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23" name="Line 543">
              <a:extLst>
                <a:ext uri="{FF2B5EF4-FFF2-40B4-BE49-F238E27FC236}">
                  <a16:creationId xmlns:a16="http://schemas.microsoft.com/office/drawing/2014/main" id="{58CC086D-B30A-4C32-9379-9DD5BB8B02F0}"/>
                </a:ext>
              </a:extLst>
            </p:cNvPr>
            <p:cNvSpPr>
              <a:spLocks noChangeShapeType="1"/>
            </p:cNvSpPr>
            <p:nvPr/>
          </p:nvSpPr>
          <p:spPr bwMode="auto">
            <a:xfrm flipH="1">
              <a:off x="8980455" y="3314489"/>
              <a:ext cx="21431"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ko-KR" altLang="en-US" sz="600"/>
            </a:p>
          </p:txBody>
        </p:sp>
        <p:sp>
          <p:nvSpPr>
            <p:cNvPr id="724" name="Rectangle 544">
              <a:extLst>
                <a:ext uri="{FF2B5EF4-FFF2-40B4-BE49-F238E27FC236}">
                  <a16:creationId xmlns:a16="http://schemas.microsoft.com/office/drawing/2014/main" id="{F7263CEF-DD27-4E1F-AF45-8813B64158DD}"/>
                </a:ext>
              </a:extLst>
            </p:cNvPr>
            <p:cNvSpPr>
              <a:spLocks noChangeArrowheads="1"/>
            </p:cNvSpPr>
            <p:nvPr/>
          </p:nvSpPr>
          <p:spPr bwMode="auto">
            <a:xfrm>
              <a:off x="6787943" y="4980304"/>
              <a:ext cx="5770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0</a:t>
              </a:r>
              <a:endParaRPr lang="ko-KR" altLang="ko-KR" sz="600"/>
            </a:p>
          </p:txBody>
        </p:sp>
        <p:sp>
          <p:nvSpPr>
            <p:cNvPr id="729" name="Rectangle 549">
              <a:extLst>
                <a:ext uri="{FF2B5EF4-FFF2-40B4-BE49-F238E27FC236}">
                  <a16:creationId xmlns:a16="http://schemas.microsoft.com/office/drawing/2014/main" id="{958B23AA-8E8E-4C29-83BC-FA4856156F72}"/>
                </a:ext>
              </a:extLst>
            </p:cNvPr>
            <p:cNvSpPr>
              <a:spLocks noChangeArrowheads="1"/>
            </p:cNvSpPr>
            <p:nvPr/>
          </p:nvSpPr>
          <p:spPr bwMode="auto">
            <a:xfrm>
              <a:off x="6637561" y="4113923"/>
              <a:ext cx="17312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500</a:t>
              </a:r>
              <a:endParaRPr lang="ko-KR" altLang="ko-KR" sz="600"/>
            </a:p>
          </p:txBody>
        </p:sp>
        <p:sp>
          <p:nvSpPr>
            <p:cNvPr id="737" name="Rectangle 554">
              <a:extLst>
                <a:ext uri="{FF2B5EF4-FFF2-40B4-BE49-F238E27FC236}">
                  <a16:creationId xmlns:a16="http://schemas.microsoft.com/office/drawing/2014/main" id="{DAC56A55-C4DC-4AB3-957D-9D0504096883}"/>
                </a:ext>
              </a:extLst>
            </p:cNvPr>
            <p:cNvSpPr>
              <a:spLocks noChangeArrowheads="1"/>
            </p:cNvSpPr>
            <p:nvPr/>
          </p:nvSpPr>
          <p:spPr bwMode="auto">
            <a:xfrm>
              <a:off x="6602117" y="3261645"/>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ko-KR" altLang="ko-KR" sz="600">
                  <a:solidFill>
                    <a:srgbClr val="262626"/>
                  </a:solidFill>
                </a:rPr>
                <a:t>1000</a:t>
              </a:r>
              <a:endParaRPr lang="ko-KR" altLang="ko-KR" sz="600"/>
            </a:p>
          </p:txBody>
        </p:sp>
        <p:sp>
          <p:nvSpPr>
            <p:cNvPr id="875" name="Rectangle 382">
              <a:extLst>
                <a:ext uri="{FF2B5EF4-FFF2-40B4-BE49-F238E27FC236}">
                  <a16:creationId xmlns:a16="http://schemas.microsoft.com/office/drawing/2014/main" id="{2A1E7C3A-E6E2-468E-9987-E1926822EBFD}"/>
                </a:ext>
              </a:extLst>
            </p:cNvPr>
            <p:cNvSpPr>
              <a:spLocks noChangeArrowheads="1"/>
            </p:cNvSpPr>
            <p:nvPr/>
          </p:nvSpPr>
          <p:spPr bwMode="auto">
            <a:xfrm>
              <a:off x="7634450" y="5182178"/>
              <a:ext cx="67637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en-US" altLang="ko-KR" sz="750" dirty="0">
                  <a:solidFill>
                    <a:srgbClr val="262626"/>
                  </a:solidFill>
                </a:rPr>
                <a:t>Frequency</a:t>
              </a:r>
              <a:endParaRPr lang="ko-KR" altLang="ko-KR" sz="750" dirty="0"/>
            </a:p>
          </p:txBody>
        </p:sp>
        <p:sp>
          <p:nvSpPr>
            <p:cNvPr id="876" name="Rectangle 382">
              <a:extLst>
                <a:ext uri="{FF2B5EF4-FFF2-40B4-BE49-F238E27FC236}">
                  <a16:creationId xmlns:a16="http://schemas.microsoft.com/office/drawing/2014/main" id="{B1122A71-AABF-43F9-AB5E-749505D85C39}"/>
                </a:ext>
              </a:extLst>
            </p:cNvPr>
            <p:cNvSpPr>
              <a:spLocks noChangeArrowheads="1"/>
            </p:cNvSpPr>
            <p:nvPr/>
          </p:nvSpPr>
          <p:spPr bwMode="auto">
            <a:xfrm rot="16200000">
              <a:off x="6066094" y="4037151"/>
              <a:ext cx="890987"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latinLnBrk="0"/>
              <a:r>
                <a:rPr lang="en-US" altLang="ko-KR" sz="750" dirty="0">
                  <a:solidFill>
                    <a:srgbClr val="262626"/>
                  </a:solidFill>
                </a:rPr>
                <a:t>Photon counts</a:t>
              </a:r>
              <a:endParaRPr lang="ko-KR" altLang="ko-KR" sz="750" dirty="0"/>
            </a:p>
          </p:txBody>
        </p:sp>
      </p:grpSp>
    </p:spTree>
    <p:extLst>
      <p:ext uri="{BB962C8B-B14F-4D97-AF65-F5344CB8AC3E}">
        <p14:creationId xmlns:p14="http://schemas.microsoft.com/office/powerpoint/2010/main" val="2711320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자유형: 도형 2">
            <a:extLst>
              <a:ext uri="{FF2B5EF4-FFF2-40B4-BE49-F238E27FC236}">
                <a16:creationId xmlns:a16="http://schemas.microsoft.com/office/drawing/2014/main" id="{B75712FA-C8C2-43CF-992D-0BD43B9DB8D2}"/>
              </a:ext>
            </a:extLst>
          </p:cNvPr>
          <p:cNvSpPr/>
          <p:nvPr/>
        </p:nvSpPr>
        <p:spPr>
          <a:xfrm flipV="1">
            <a:off x="-3864361" y="2798725"/>
            <a:ext cx="681183" cy="434466"/>
          </a:xfrm>
          <a:custGeom>
            <a:avLst/>
            <a:gdLst>
              <a:gd name="connsiteX0" fmla="*/ 338791 w 681183"/>
              <a:gd name="connsiteY0" fmla="*/ 0 h 434466"/>
              <a:gd name="connsiteX1" fmla="*/ 528232 w 681183"/>
              <a:gd name="connsiteY1" fmla="*/ 44694 h 434466"/>
              <a:gd name="connsiteX2" fmla="*/ 542650 w 681183"/>
              <a:gd name="connsiteY2" fmla="*/ 70112 h 434466"/>
              <a:gd name="connsiteX3" fmla="*/ 543137 w 681183"/>
              <a:gd name="connsiteY3" fmla="*/ 70112 h 434466"/>
              <a:gd name="connsiteX4" fmla="*/ 681183 w 681183"/>
              <a:gd name="connsiteY4" fmla="*/ 346071 h 434466"/>
              <a:gd name="connsiteX5" fmla="*/ 675151 w 681183"/>
              <a:gd name="connsiteY5" fmla="*/ 346071 h 434466"/>
              <a:gd name="connsiteX6" fmla="*/ 668620 w 681183"/>
              <a:gd name="connsiteY6" fmla="*/ 363300 h 434466"/>
              <a:gd name="connsiteX7" fmla="*/ 340273 w 681183"/>
              <a:gd name="connsiteY7" fmla="*/ 434466 h 434466"/>
              <a:gd name="connsiteX8" fmla="*/ 11926 w 681183"/>
              <a:gd name="connsiteY8" fmla="*/ 363300 h 434466"/>
              <a:gd name="connsiteX9" fmla="*/ 5395 w 681183"/>
              <a:gd name="connsiteY9" fmla="*/ 346071 h 434466"/>
              <a:gd name="connsiteX10" fmla="*/ 0 w 681183"/>
              <a:gd name="connsiteY10" fmla="*/ 346071 h 434466"/>
              <a:gd name="connsiteX11" fmla="*/ 134957 w 681183"/>
              <a:gd name="connsiteY11" fmla="*/ 76288 h 434466"/>
              <a:gd name="connsiteX12" fmla="*/ 133193 w 681183"/>
              <a:gd name="connsiteY12" fmla="*/ 73178 h 434466"/>
              <a:gd name="connsiteX13" fmla="*/ 338791 w 681183"/>
              <a:gd name="connsiteY13" fmla="*/ 0 h 43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1183" h="434466">
                <a:moveTo>
                  <a:pt x="338791" y="0"/>
                </a:moveTo>
                <a:cubicBezTo>
                  <a:pt x="423953" y="0"/>
                  <a:pt x="497021" y="18429"/>
                  <a:pt x="528232" y="44694"/>
                </a:cubicBezTo>
                <a:lnTo>
                  <a:pt x="542650" y="70112"/>
                </a:lnTo>
                <a:lnTo>
                  <a:pt x="543137" y="70112"/>
                </a:lnTo>
                <a:lnTo>
                  <a:pt x="681183" y="346071"/>
                </a:lnTo>
                <a:lnTo>
                  <a:pt x="675151" y="346071"/>
                </a:lnTo>
                <a:lnTo>
                  <a:pt x="668620" y="363300"/>
                </a:lnTo>
                <a:cubicBezTo>
                  <a:pt x="637368" y="403915"/>
                  <a:pt x="502237" y="434466"/>
                  <a:pt x="340273" y="434466"/>
                </a:cubicBezTo>
                <a:cubicBezTo>
                  <a:pt x="178309" y="434466"/>
                  <a:pt x="43178" y="403915"/>
                  <a:pt x="11926" y="363300"/>
                </a:cubicBezTo>
                <a:lnTo>
                  <a:pt x="5395" y="346071"/>
                </a:lnTo>
                <a:lnTo>
                  <a:pt x="0" y="346071"/>
                </a:lnTo>
                <a:lnTo>
                  <a:pt x="134957" y="76288"/>
                </a:lnTo>
                <a:lnTo>
                  <a:pt x="133193" y="73178"/>
                </a:lnTo>
                <a:cubicBezTo>
                  <a:pt x="133193" y="32763"/>
                  <a:pt x="225242" y="0"/>
                  <a:pt x="338791" y="0"/>
                </a:cubicBezTo>
                <a:close/>
              </a:path>
            </a:pathLst>
          </a:custGeom>
          <a:gradFill flip="none" rotWithShape="1">
            <a:gsLst>
              <a:gs pos="0">
                <a:srgbClr val="00B050"/>
              </a:gs>
              <a:gs pos="50000">
                <a:schemeClr val="accent6">
                  <a:lumMod val="60000"/>
                  <a:lumOff val="40000"/>
                </a:schemeClr>
              </a:gs>
              <a:gs pos="100000">
                <a:schemeClr val="bg1"/>
              </a:gs>
            </a:gsLst>
            <a:lin ang="540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pic>
        <p:nvPicPr>
          <p:cNvPr id="4" name="Picture 2" descr="D:\연구실자료\5. 논문 및 특허\@@논문 작업\2016년 3\set up figure\set-up v2.png">
            <a:extLst>
              <a:ext uri="{FF2B5EF4-FFF2-40B4-BE49-F238E27FC236}">
                <a16:creationId xmlns:a16="http://schemas.microsoft.com/office/drawing/2014/main" id="{CB8A88B1-4F0C-4338-BAF5-B9A94F2A6E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2503" y="2155119"/>
            <a:ext cx="3618220" cy="2795579"/>
          </a:xfrm>
          <a:prstGeom prst="rect">
            <a:avLst/>
          </a:prstGeom>
          <a:noFill/>
          <a:extLst>
            <a:ext uri="{909E8E84-426E-40DD-AFC4-6F175D3DCCD1}">
              <a14:hiddenFill xmlns:a14="http://schemas.microsoft.com/office/drawing/2010/main">
                <a:solidFill>
                  <a:srgbClr val="FFFFFF"/>
                </a:solidFill>
              </a14:hiddenFill>
            </a:ext>
          </a:extLst>
        </p:spPr>
      </p:pic>
      <p:sp>
        <p:nvSpPr>
          <p:cNvPr id="26" name="직사각형 25">
            <a:extLst>
              <a:ext uri="{FF2B5EF4-FFF2-40B4-BE49-F238E27FC236}">
                <a16:creationId xmlns:a16="http://schemas.microsoft.com/office/drawing/2014/main" id="{106E31E6-5C0C-4139-9BCC-1812BE2341A3}"/>
              </a:ext>
            </a:extLst>
          </p:cNvPr>
          <p:cNvSpPr/>
          <p:nvPr/>
        </p:nvSpPr>
        <p:spPr>
          <a:xfrm>
            <a:off x="-4337311" y="2003499"/>
            <a:ext cx="204956" cy="271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8397178F-78DF-4034-B8F5-FDDB9344A8C1}"/>
              </a:ext>
            </a:extLst>
          </p:cNvPr>
          <p:cNvSpPr txBox="1"/>
          <p:nvPr/>
        </p:nvSpPr>
        <p:spPr>
          <a:xfrm>
            <a:off x="-4322180" y="1978097"/>
            <a:ext cx="24760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pic>
        <p:nvPicPr>
          <p:cNvPr id="86" name="Picture 3" descr="D:\연구실자료\5. 논문 및 특허\@@논문 작업\2016년 3\set up figure\sample with focusing.png">
            <a:extLst>
              <a:ext uri="{FF2B5EF4-FFF2-40B4-BE49-F238E27FC236}">
                <a16:creationId xmlns:a16="http://schemas.microsoft.com/office/drawing/2014/main" id="{41F5C190-85C5-4C91-8116-493B6C36516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 r="31820"/>
          <a:stretch/>
        </p:blipFill>
        <p:spPr bwMode="auto">
          <a:xfrm>
            <a:off x="-3082483" y="2966692"/>
            <a:ext cx="859981" cy="974572"/>
          </a:xfrm>
          <a:prstGeom prst="rect">
            <a:avLst/>
          </a:prstGeom>
          <a:noFill/>
          <a:extLst>
            <a:ext uri="{909E8E84-426E-40DD-AFC4-6F175D3DCCD1}">
              <a14:hiddenFill xmlns:a14="http://schemas.microsoft.com/office/drawing/2010/main">
                <a:solidFill>
                  <a:srgbClr val="FFFFFF"/>
                </a:solidFill>
              </a14:hiddenFill>
            </a:ext>
          </a:extLst>
        </p:spPr>
      </p:pic>
      <p:cxnSp>
        <p:nvCxnSpPr>
          <p:cNvPr id="87" name="직선 연결선 86">
            <a:extLst>
              <a:ext uri="{FF2B5EF4-FFF2-40B4-BE49-F238E27FC236}">
                <a16:creationId xmlns:a16="http://schemas.microsoft.com/office/drawing/2014/main" id="{D803CEFF-39D6-470B-A4D3-9C92D823EC91}"/>
              </a:ext>
            </a:extLst>
          </p:cNvPr>
          <p:cNvCxnSpPr>
            <a:cxnSpLocks/>
          </p:cNvCxnSpPr>
          <p:nvPr/>
        </p:nvCxnSpPr>
        <p:spPr>
          <a:xfrm flipH="1">
            <a:off x="-3113030" y="2286824"/>
            <a:ext cx="97994" cy="189179"/>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B79658AC-9DA6-417C-A9F4-91EF8C5A57DE}"/>
              </a:ext>
            </a:extLst>
          </p:cNvPr>
          <p:cNvSpPr txBox="1"/>
          <p:nvPr/>
        </p:nvSpPr>
        <p:spPr>
          <a:xfrm>
            <a:off x="-3148021" y="2112806"/>
            <a:ext cx="697703"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Translated diffuser</a:t>
            </a:r>
            <a:endParaRPr lang="ko-KR" altLang="en-US" sz="700" dirty="0">
              <a:latin typeface="Helvetica" panose="020B0604020202020204" pitchFamily="34" charset="0"/>
              <a:cs typeface="Helvetica" panose="020B0604020202020204" pitchFamily="34" charset="0"/>
            </a:endParaRPr>
          </a:p>
        </p:txBody>
      </p:sp>
      <p:cxnSp>
        <p:nvCxnSpPr>
          <p:cNvPr id="89" name="직선 연결선 88">
            <a:extLst>
              <a:ext uri="{FF2B5EF4-FFF2-40B4-BE49-F238E27FC236}">
                <a16:creationId xmlns:a16="http://schemas.microsoft.com/office/drawing/2014/main" id="{DDB0E16B-A55C-4832-97F7-E322D7C2DCAA}"/>
              </a:ext>
            </a:extLst>
          </p:cNvPr>
          <p:cNvCxnSpPr>
            <a:cxnSpLocks/>
            <a:stCxn id="90" idx="2"/>
          </p:cNvCxnSpPr>
          <p:nvPr/>
        </p:nvCxnSpPr>
        <p:spPr>
          <a:xfrm>
            <a:off x="-3677337" y="2362406"/>
            <a:ext cx="0" cy="111722"/>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F3416452-EEA4-4D69-B621-5248B7E233D7}"/>
              </a:ext>
            </a:extLst>
          </p:cNvPr>
          <p:cNvSpPr txBox="1"/>
          <p:nvPr/>
        </p:nvSpPr>
        <p:spPr>
          <a:xfrm>
            <a:off x="-4044257" y="2162351"/>
            <a:ext cx="733840"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532 nm laser</a:t>
            </a:r>
            <a:endParaRPr lang="ko-KR" altLang="en-US" sz="700" dirty="0">
              <a:latin typeface="Helvetica" panose="020B0604020202020204" pitchFamily="34" charset="0"/>
              <a:cs typeface="Helvetica" panose="020B0604020202020204" pitchFamily="34" charset="0"/>
            </a:endParaRPr>
          </a:p>
        </p:txBody>
      </p:sp>
      <p:sp>
        <p:nvSpPr>
          <p:cNvPr id="91" name="TextBox 90">
            <a:extLst>
              <a:ext uri="{FF2B5EF4-FFF2-40B4-BE49-F238E27FC236}">
                <a16:creationId xmlns:a16="http://schemas.microsoft.com/office/drawing/2014/main" id="{94DD9D9C-AF2A-49FB-A1AA-213449D76AB4}"/>
              </a:ext>
            </a:extLst>
          </p:cNvPr>
          <p:cNvSpPr txBox="1"/>
          <p:nvPr/>
        </p:nvSpPr>
        <p:spPr>
          <a:xfrm>
            <a:off x="-2408021" y="2168376"/>
            <a:ext cx="493897"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Lens</a:t>
            </a:r>
            <a:endParaRPr lang="ko-KR" altLang="en-US" sz="700" dirty="0">
              <a:latin typeface="Helvetica" panose="020B0604020202020204" pitchFamily="34" charset="0"/>
              <a:cs typeface="Helvetica" panose="020B0604020202020204" pitchFamily="34" charset="0"/>
            </a:endParaRPr>
          </a:p>
        </p:txBody>
      </p:sp>
      <p:cxnSp>
        <p:nvCxnSpPr>
          <p:cNvPr id="92" name="직선 연결선 91">
            <a:extLst>
              <a:ext uri="{FF2B5EF4-FFF2-40B4-BE49-F238E27FC236}">
                <a16:creationId xmlns:a16="http://schemas.microsoft.com/office/drawing/2014/main" id="{8FA31C3B-CF41-4C20-8D95-D63334E1E109}"/>
              </a:ext>
            </a:extLst>
          </p:cNvPr>
          <p:cNvCxnSpPr>
            <a:cxnSpLocks/>
          </p:cNvCxnSpPr>
          <p:nvPr/>
        </p:nvCxnSpPr>
        <p:spPr>
          <a:xfrm flipH="1">
            <a:off x="-2851492" y="2345235"/>
            <a:ext cx="564756" cy="149808"/>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93" name="직선 연결선 92">
            <a:extLst>
              <a:ext uri="{FF2B5EF4-FFF2-40B4-BE49-F238E27FC236}">
                <a16:creationId xmlns:a16="http://schemas.microsoft.com/office/drawing/2014/main" id="{0523C083-B94A-45C5-830A-97CBA742252F}"/>
              </a:ext>
            </a:extLst>
          </p:cNvPr>
          <p:cNvCxnSpPr>
            <a:cxnSpLocks/>
          </p:cNvCxnSpPr>
          <p:nvPr/>
        </p:nvCxnSpPr>
        <p:spPr>
          <a:xfrm flipV="1">
            <a:off x="-2310887" y="2347266"/>
            <a:ext cx="149815" cy="150214"/>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94" name="직선 연결선 93">
            <a:extLst>
              <a:ext uri="{FF2B5EF4-FFF2-40B4-BE49-F238E27FC236}">
                <a16:creationId xmlns:a16="http://schemas.microsoft.com/office/drawing/2014/main" id="{1D9DC9F3-99A2-4413-B912-97DC9846FB89}"/>
              </a:ext>
            </a:extLst>
          </p:cNvPr>
          <p:cNvCxnSpPr>
            <a:cxnSpLocks/>
          </p:cNvCxnSpPr>
          <p:nvPr/>
        </p:nvCxnSpPr>
        <p:spPr>
          <a:xfrm>
            <a:off x="-2024731" y="2342817"/>
            <a:ext cx="288032" cy="165160"/>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40366FBB-1221-4D78-BA81-4BF224C14FC3}"/>
              </a:ext>
            </a:extLst>
          </p:cNvPr>
          <p:cNvSpPr txBox="1"/>
          <p:nvPr/>
        </p:nvSpPr>
        <p:spPr>
          <a:xfrm>
            <a:off x="-1428757" y="2375683"/>
            <a:ext cx="472376"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Mirror</a:t>
            </a:r>
            <a:endParaRPr lang="ko-KR" altLang="en-US" sz="700" dirty="0">
              <a:latin typeface="Helvetica" panose="020B0604020202020204" pitchFamily="34" charset="0"/>
              <a:cs typeface="Helvetica" panose="020B0604020202020204" pitchFamily="34" charset="0"/>
            </a:endParaRPr>
          </a:p>
        </p:txBody>
      </p:sp>
      <p:sp>
        <p:nvSpPr>
          <p:cNvPr id="96" name="TextBox 95">
            <a:extLst>
              <a:ext uri="{FF2B5EF4-FFF2-40B4-BE49-F238E27FC236}">
                <a16:creationId xmlns:a16="http://schemas.microsoft.com/office/drawing/2014/main" id="{30F01D6F-BE13-4DAF-B04A-57757EAE6D3D}"/>
              </a:ext>
            </a:extLst>
          </p:cNvPr>
          <p:cNvSpPr txBox="1"/>
          <p:nvPr/>
        </p:nvSpPr>
        <p:spPr>
          <a:xfrm>
            <a:off x="-1456423" y="4870968"/>
            <a:ext cx="485161"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Mirror</a:t>
            </a:r>
            <a:endParaRPr lang="ko-KR" altLang="en-US" sz="700" dirty="0">
              <a:latin typeface="Helvetica" panose="020B0604020202020204" pitchFamily="34" charset="0"/>
              <a:cs typeface="Helvetica" panose="020B0604020202020204" pitchFamily="34" charset="0"/>
            </a:endParaRPr>
          </a:p>
        </p:txBody>
      </p:sp>
      <p:cxnSp>
        <p:nvCxnSpPr>
          <p:cNvPr id="97" name="직선 연결선 96">
            <a:extLst>
              <a:ext uri="{FF2B5EF4-FFF2-40B4-BE49-F238E27FC236}">
                <a16:creationId xmlns:a16="http://schemas.microsoft.com/office/drawing/2014/main" id="{990BFDD3-822E-405A-B395-6A20C1211624}"/>
              </a:ext>
            </a:extLst>
          </p:cNvPr>
          <p:cNvCxnSpPr>
            <a:cxnSpLocks/>
          </p:cNvCxnSpPr>
          <p:nvPr/>
        </p:nvCxnSpPr>
        <p:spPr>
          <a:xfrm flipH="1">
            <a:off x="-1196035" y="3393554"/>
            <a:ext cx="419847" cy="69665"/>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085D4A4-D0F4-4A20-83DB-0E1E7F44DB8A}"/>
              </a:ext>
            </a:extLst>
          </p:cNvPr>
          <p:cNvSpPr txBox="1"/>
          <p:nvPr/>
        </p:nvSpPr>
        <p:spPr>
          <a:xfrm>
            <a:off x="-1080359" y="3096877"/>
            <a:ext cx="608339"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Objective</a:t>
            </a:r>
          </a:p>
          <a:p>
            <a:pPr algn="ctr"/>
            <a:r>
              <a:rPr lang="en-US" altLang="ko-KR" sz="700" dirty="0">
                <a:latin typeface="Helvetica" panose="020B0604020202020204" pitchFamily="34" charset="0"/>
                <a:cs typeface="Helvetica" panose="020B0604020202020204" pitchFamily="34" charset="0"/>
              </a:rPr>
              <a:t>lens</a:t>
            </a:r>
            <a:endParaRPr lang="ko-KR" altLang="en-US" sz="700" dirty="0">
              <a:latin typeface="Helvetica" panose="020B0604020202020204" pitchFamily="34" charset="0"/>
              <a:cs typeface="Helvetica" panose="020B0604020202020204" pitchFamily="34" charset="0"/>
            </a:endParaRPr>
          </a:p>
        </p:txBody>
      </p:sp>
      <p:cxnSp>
        <p:nvCxnSpPr>
          <p:cNvPr id="99" name="직선 연결선 98">
            <a:extLst>
              <a:ext uri="{FF2B5EF4-FFF2-40B4-BE49-F238E27FC236}">
                <a16:creationId xmlns:a16="http://schemas.microsoft.com/office/drawing/2014/main" id="{BA99EDD8-4A82-4180-87F9-DA2E663475F1}"/>
              </a:ext>
            </a:extLst>
          </p:cNvPr>
          <p:cNvCxnSpPr>
            <a:cxnSpLocks/>
          </p:cNvCxnSpPr>
          <p:nvPr/>
        </p:nvCxnSpPr>
        <p:spPr>
          <a:xfrm flipH="1" flipV="1">
            <a:off x="-1173206" y="3046866"/>
            <a:ext cx="397017" cy="5320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E4FB3640-0431-4F76-9D74-9F297DBE215A}"/>
              </a:ext>
            </a:extLst>
          </p:cNvPr>
          <p:cNvSpPr txBox="1"/>
          <p:nvPr/>
        </p:nvSpPr>
        <p:spPr>
          <a:xfrm>
            <a:off x="-1688712" y="4288630"/>
            <a:ext cx="410814"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Lens</a:t>
            </a:r>
            <a:endParaRPr lang="ko-KR" altLang="en-US" sz="700" dirty="0">
              <a:latin typeface="Helvetica" panose="020B0604020202020204" pitchFamily="34" charset="0"/>
              <a:cs typeface="Helvetica" panose="020B0604020202020204" pitchFamily="34" charset="0"/>
            </a:endParaRPr>
          </a:p>
        </p:txBody>
      </p:sp>
      <p:sp>
        <p:nvSpPr>
          <p:cNvPr id="101" name="TextBox 100">
            <a:extLst>
              <a:ext uri="{FF2B5EF4-FFF2-40B4-BE49-F238E27FC236}">
                <a16:creationId xmlns:a16="http://schemas.microsoft.com/office/drawing/2014/main" id="{C22F2D0F-2A74-4BE8-A4BE-E67900B10779}"/>
              </a:ext>
            </a:extLst>
          </p:cNvPr>
          <p:cNvSpPr txBox="1"/>
          <p:nvPr/>
        </p:nvSpPr>
        <p:spPr>
          <a:xfrm>
            <a:off x="-2462088" y="4203874"/>
            <a:ext cx="396832"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Lens</a:t>
            </a:r>
            <a:endParaRPr lang="ko-KR" altLang="en-US" sz="700" dirty="0">
              <a:latin typeface="Helvetica" panose="020B0604020202020204" pitchFamily="34" charset="0"/>
              <a:cs typeface="Helvetica" panose="020B0604020202020204" pitchFamily="34" charset="0"/>
            </a:endParaRPr>
          </a:p>
        </p:txBody>
      </p:sp>
      <p:cxnSp>
        <p:nvCxnSpPr>
          <p:cNvPr id="102" name="직선 연결선 101">
            <a:extLst>
              <a:ext uri="{FF2B5EF4-FFF2-40B4-BE49-F238E27FC236}">
                <a16:creationId xmlns:a16="http://schemas.microsoft.com/office/drawing/2014/main" id="{6BB6CBD1-C574-43BB-87C3-D16D1A703150}"/>
              </a:ext>
            </a:extLst>
          </p:cNvPr>
          <p:cNvCxnSpPr>
            <a:cxnSpLocks/>
            <a:stCxn id="101" idx="1"/>
          </p:cNvCxnSpPr>
          <p:nvPr/>
        </p:nvCxnSpPr>
        <p:spPr>
          <a:xfrm flipH="1">
            <a:off x="-2627388" y="4303902"/>
            <a:ext cx="165300" cy="46109"/>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238D22CA-0265-4EBB-B978-7A59F119B35C}"/>
              </a:ext>
            </a:extLst>
          </p:cNvPr>
          <p:cNvCxnSpPr/>
          <p:nvPr/>
        </p:nvCxnSpPr>
        <p:spPr>
          <a:xfrm>
            <a:off x="-2095944" y="4347705"/>
            <a:ext cx="247613" cy="162163"/>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9C8FF09-5F60-40CB-92E9-634144694696}"/>
              </a:ext>
            </a:extLst>
          </p:cNvPr>
          <p:cNvSpPr txBox="1"/>
          <p:nvPr/>
        </p:nvSpPr>
        <p:spPr>
          <a:xfrm>
            <a:off x="-2200376" y="4713922"/>
            <a:ext cx="474650"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Filter</a:t>
            </a:r>
            <a:endParaRPr lang="ko-KR" altLang="en-US" sz="700" dirty="0">
              <a:latin typeface="Helvetica" panose="020B0604020202020204" pitchFamily="34" charset="0"/>
              <a:cs typeface="Helvetica" panose="020B0604020202020204" pitchFamily="34" charset="0"/>
            </a:endParaRPr>
          </a:p>
        </p:txBody>
      </p:sp>
      <p:sp>
        <p:nvSpPr>
          <p:cNvPr id="105" name="TextBox 104">
            <a:extLst>
              <a:ext uri="{FF2B5EF4-FFF2-40B4-BE49-F238E27FC236}">
                <a16:creationId xmlns:a16="http://schemas.microsoft.com/office/drawing/2014/main" id="{01F75C53-069A-4B7F-AF12-A26F8EC18C48}"/>
              </a:ext>
            </a:extLst>
          </p:cNvPr>
          <p:cNvSpPr txBox="1"/>
          <p:nvPr/>
        </p:nvSpPr>
        <p:spPr>
          <a:xfrm>
            <a:off x="-1720256" y="3908615"/>
            <a:ext cx="473902"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Filter</a:t>
            </a:r>
            <a:endParaRPr lang="ko-KR" altLang="en-US" sz="700" dirty="0">
              <a:latin typeface="Helvetica" panose="020B0604020202020204" pitchFamily="34" charset="0"/>
              <a:cs typeface="Helvetica" panose="020B0604020202020204" pitchFamily="34" charset="0"/>
            </a:endParaRPr>
          </a:p>
        </p:txBody>
      </p:sp>
      <p:cxnSp>
        <p:nvCxnSpPr>
          <p:cNvPr id="106" name="직선 화살표 연결선 105">
            <a:extLst>
              <a:ext uri="{FF2B5EF4-FFF2-40B4-BE49-F238E27FC236}">
                <a16:creationId xmlns:a16="http://schemas.microsoft.com/office/drawing/2014/main" id="{C3FAD5C2-1675-4C60-B5FF-B77B8D6F5640}"/>
              </a:ext>
            </a:extLst>
          </p:cNvPr>
          <p:cNvCxnSpPr/>
          <p:nvPr/>
        </p:nvCxnSpPr>
        <p:spPr>
          <a:xfrm>
            <a:off x="-1272580" y="3597891"/>
            <a:ext cx="1191" cy="190074"/>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91F36DD7-634E-445E-9394-08DEDFF795C1}"/>
              </a:ext>
            </a:extLst>
          </p:cNvPr>
          <p:cNvSpPr txBox="1"/>
          <p:nvPr/>
        </p:nvSpPr>
        <p:spPr>
          <a:xfrm rot="16200000">
            <a:off x="-1613632" y="3544672"/>
            <a:ext cx="492042" cy="200055"/>
          </a:xfrm>
          <a:prstGeom prst="rect">
            <a:avLst/>
          </a:prstGeom>
          <a:noFill/>
        </p:spPr>
        <p:txBody>
          <a:bodyPr wrap="square" rtlCol="0">
            <a:spAutoFit/>
          </a:bodyPr>
          <a:lstStyle/>
          <a:p>
            <a:r>
              <a:rPr lang="en-US" altLang="ko-KR" sz="700" dirty="0">
                <a:latin typeface="Helvetica" panose="020B0604020202020204" pitchFamily="34" charset="0"/>
                <a:cs typeface="Helvetica" panose="020B0604020202020204" pitchFamily="34" charset="0"/>
              </a:rPr>
              <a:t>Signal</a:t>
            </a:r>
            <a:endParaRPr lang="ko-KR" altLang="en-US" sz="700" dirty="0">
              <a:latin typeface="Helvetica" panose="020B0604020202020204" pitchFamily="34" charset="0"/>
              <a:cs typeface="Helvetica" panose="020B0604020202020204" pitchFamily="34" charset="0"/>
            </a:endParaRPr>
          </a:p>
        </p:txBody>
      </p:sp>
      <p:cxnSp>
        <p:nvCxnSpPr>
          <p:cNvPr id="108" name="직선 화살표 연결선 107">
            <a:extLst>
              <a:ext uri="{FF2B5EF4-FFF2-40B4-BE49-F238E27FC236}">
                <a16:creationId xmlns:a16="http://schemas.microsoft.com/office/drawing/2014/main" id="{186C35C2-F929-48E2-8F1F-754C95D1AAE2}"/>
              </a:ext>
            </a:extLst>
          </p:cNvPr>
          <p:cNvCxnSpPr/>
          <p:nvPr/>
        </p:nvCxnSpPr>
        <p:spPr>
          <a:xfrm rot="21300000">
            <a:off x="-2733988" y="2705470"/>
            <a:ext cx="289722" cy="43563"/>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687F531D-430A-4915-AE34-89D9940D3A9E}"/>
              </a:ext>
            </a:extLst>
          </p:cNvPr>
          <p:cNvSpPr txBox="1"/>
          <p:nvPr/>
        </p:nvSpPr>
        <p:spPr>
          <a:xfrm rot="198017">
            <a:off x="-3087901" y="2730236"/>
            <a:ext cx="953856"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Speckle pattern</a:t>
            </a:r>
            <a:endParaRPr lang="ko-KR" altLang="en-US" sz="700" dirty="0">
              <a:latin typeface="Helvetica" panose="020B0604020202020204" pitchFamily="34" charset="0"/>
              <a:cs typeface="Helvetica" panose="020B0604020202020204" pitchFamily="34" charset="0"/>
            </a:endParaRPr>
          </a:p>
        </p:txBody>
      </p:sp>
      <p:sp>
        <p:nvSpPr>
          <p:cNvPr id="110" name="TextBox 109">
            <a:extLst>
              <a:ext uri="{FF2B5EF4-FFF2-40B4-BE49-F238E27FC236}">
                <a16:creationId xmlns:a16="http://schemas.microsoft.com/office/drawing/2014/main" id="{66E7AD5B-F4F9-4742-A6E4-0C6018ABF29B}"/>
              </a:ext>
            </a:extLst>
          </p:cNvPr>
          <p:cNvSpPr txBox="1"/>
          <p:nvPr/>
        </p:nvSpPr>
        <p:spPr>
          <a:xfrm rot="840000">
            <a:off x="-3823353" y="4578603"/>
            <a:ext cx="632448"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EMCCD</a:t>
            </a:r>
            <a:endParaRPr lang="ko-KR" altLang="en-US" sz="700" dirty="0">
              <a:latin typeface="Helvetica" panose="020B0604020202020204" pitchFamily="34" charset="0"/>
              <a:cs typeface="Helvetica" panose="020B0604020202020204" pitchFamily="34" charset="0"/>
            </a:endParaRPr>
          </a:p>
        </p:txBody>
      </p:sp>
      <p:sp>
        <p:nvSpPr>
          <p:cNvPr id="111" name="직사각형 110">
            <a:extLst>
              <a:ext uri="{FF2B5EF4-FFF2-40B4-BE49-F238E27FC236}">
                <a16:creationId xmlns:a16="http://schemas.microsoft.com/office/drawing/2014/main" id="{7EFE50A8-5ECE-460E-9514-2827B2E20883}"/>
              </a:ext>
            </a:extLst>
          </p:cNvPr>
          <p:cNvSpPr/>
          <p:nvPr/>
        </p:nvSpPr>
        <p:spPr>
          <a:xfrm>
            <a:off x="-1348121" y="3123515"/>
            <a:ext cx="311443" cy="264243"/>
          </a:xfrm>
          <a:prstGeom prst="rect">
            <a:avLst/>
          </a:prstGeom>
          <a:noFill/>
          <a:ln w="9525">
            <a:solidFill>
              <a:schemeClr val="tx1">
                <a:lumMod val="65000"/>
                <a:lumOff val="35000"/>
              </a:schemeClr>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p>
        </p:txBody>
      </p:sp>
      <p:cxnSp>
        <p:nvCxnSpPr>
          <p:cNvPr id="112" name="직선 연결선 111">
            <a:extLst>
              <a:ext uri="{FF2B5EF4-FFF2-40B4-BE49-F238E27FC236}">
                <a16:creationId xmlns:a16="http://schemas.microsoft.com/office/drawing/2014/main" id="{F9C3454E-689B-4B91-85C5-A9404286F4BF}"/>
              </a:ext>
            </a:extLst>
          </p:cNvPr>
          <p:cNvCxnSpPr>
            <a:cxnSpLocks/>
          </p:cNvCxnSpPr>
          <p:nvPr/>
        </p:nvCxnSpPr>
        <p:spPr>
          <a:xfrm flipH="1">
            <a:off x="-2621655" y="3135707"/>
            <a:ext cx="342674" cy="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F2624C52-9D6C-4DA2-ABD9-2117E0FE2C37}"/>
              </a:ext>
            </a:extLst>
          </p:cNvPr>
          <p:cNvSpPr txBox="1"/>
          <p:nvPr/>
        </p:nvSpPr>
        <p:spPr>
          <a:xfrm>
            <a:off x="-2343955" y="2963649"/>
            <a:ext cx="766635"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Illumination objective</a:t>
            </a:r>
            <a:endParaRPr lang="ko-KR" altLang="en-US" sz="700" dirty="0">
              <a:latin typeface="Helvetica" panose="020B0604020202020204" pitchFamily="34" charset="0"/>
              <a:cs typeface="Helvetica" panose="020B0604020202020204" pitchFamily="34" charset="0"/>
            </a:endParaRPr>
          </a:p>
        </p:txBody>
      </p:sp>
      <p:sp>
        <p:nvSpPr>
          <p:cNvPr id="114" name="TextBox 113">
            <a:extLst>
              <a:ext uri="{FF2B5EF4-FFF2-40B4-BE49-F238E27FC236}">
                <a16:creationId xmlns:a16="http://schemas.microsoft.com/office/drawing/2014/main" id="{B8EE47D6-344B-4CAD-977B-815D3032EA35}"/>
              </a:ext>
            </a:extLst>
          </p:cNvPr>
          <p:cNvSpPr txBox="1"/>
          <p:nvPr/>
        </p:nvSpPr>
        <p:spPr>
          <a:xfrm>
            <a:off x="-2356715" y="3533241"/>
            <a:ext cx="792155"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Detection objective</a:t>
            </a:r>
            <a:endParaRPr lang="ko-KR" altLang="en-US" sz="700" dirty="0">
              <a:latin typeface="Helvetica" panose="020B0604020202020204" pitchFamily="34" charset="0"/>
              <a:cs typeface="Helvetica" panose="020B0604020202020204" pitchFamily="34" charset="0"/>
            </a:endParaRPr>
          </a:p>
        </p:txBody>
      </p:sp>
      <p:cxnSp>
        <p:nvCxnSpPr>
          <p:cNvPr id="115" name="직선 연결선 114">
            <a:extLst>
              <a:ext uri="{FF2B5EF4-FFF2-40B4-BE49-F238E27FC236}">
                <a16:creationId xmlns:a16="http://schemas.microsoft.com/office/drawing/2014/main" id="{1E43C636-0341-4C40-9FBD-DFB30E16F7B0}"/>
              </a:ext>
            </a:extLst>
          </p:cNvPr>
          <p:cNvCxnSpPr>
            <a:cxnSpLocks/>
          </p:cNvCxnSpPr>
          <p:nvPr/>
        </p:nvCxnSpPr>
        <p:spPr>
          <a:xfrm flipH="1">
            <a:off x="-2298974" y="3418366"/>
            <a:ext cx="122750" cy="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3D66BD29-4F53-49DA-A195-DF1E436E83E0}"/>
              </a:ext>
            </a:extLst>
          </p:cNvPr>
          <p:cNvSpPr txBox="1"/>
          <p:nvPr/>
        </p:nvSpPr>
        <p:spPr>
          <a:xfrm>
            <a:off x="-2222009" y="3317010"/>
            <a:ext cx="522743"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Sample</a:t>
            </a:r>
            <a:endParaRPr lang="ko-KR" altLang="en-US" sz="700" dirty="0">
              <a:latin typeface="Helvetica" panose="020B0604020202020204" pitchFamily="34" charset="0"/>
              <a:cs typeface="Helvetica" panose="020B0604020202020204" pitchFamily="34" charset="0"/>
            </a:endParaRPr>
          </a:p>
        </p:txBody>
      </p:sp>
      <p:sp>
        <p:nvSpPr>
          <p:cNvPr id="117" name="직사각형 116">
            <a:extLst>
              <a:ext uri="{FF2B5EF4-FFF2-40B4-BE49-F238E27FC236}">
                <a16:creationId xmlns:a16="http://schemas.microsoft.com/office/drawing/2014/main" id="{02DB6249-BE60-4DF9-BDA0-DC536CC63740}"/>
              </a:ext>
            </a:extLst>
          </p:cNvPr>
          <p:cNvSpPr/>
          <p:nvPr/>
        </p:nvSpPr>
        <p:spPr>
          <a:xfrm>
            <a:off x="-2915116" y="2969305"/>
            <a:ext cx="1244580" cy="972225"/>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p>
        </p:txBody>
      </p:sp>
      <p:cxnSp>
        <p:nvCxnSpPr>
          <p:cNvPr id="118" name="직선 연결선 117">
            <a:extLst>
              <a:ext uri="{FF2B5EF4-FFF2-40B4-BE49-F238E27FC236}">
                <a16:creationId xmlns:a16="http://schemas.microsoft.com/office/drawing/2014/main" id="{B5C1BAF0-F202-4324-A539-D15A7B77B835}"/>
              </a:ext>
            </a:extLst>
          </p:cNvPr>
          <p:cNvCxnSpPr/>
          <p:nvPr/>
        </p:nvCxnSpPr>
        <p:spPr>
          <a:xfrm>
            <a:off x="-1667632" y="2966959"/>
            <a:ext cx="334633" cy="14483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 name="직선 연결선 118">
            <a:extLst>
              <a:ext uri="{FF2B5EF4-FFF2-40B4-BE49-F238E27FC236}">
                <a16:creationId xmlns:a16="http://schemas.microsoft.com/office/drawing/2014/main" id="{55787A15-A26C-49E0-87CA-A4CB5D82AAE9}"/>
              </a:ext>
            </a:extLst>
          </p:cNvPr>
          <p:cNvCxnSpPr/>
          <p:nvPr/>
        </p:nvCxnSpPr>
        <p:spPr>
          <a:xfrm flipV="1">
            <a:off x="-1662851" y="3355602"/>
            <a:ext cx="329853" cy="587207"/>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4" name="직사각형 123">
            <a:extLst>
              <a:ext uri="{FF2B5EF4-FFF2-40B4-BE49-F238E27FC236}">
                <a16:creationId xmlns:a16="http://schemas.microsoft.com/office/drawing/2014/main" id="{997A33CC-434E-434E-BF0B-11EC16696A79}"/>
              </a:ext>
            </a:extLst>
          </p:cNvPr>
          <p:cNvSpPr/>
          <p:nvPr/>
        </p:nvSpPr>
        <p:spPr>
          <a:xfrm>
            <a:off x="-2869546" y="3365126"/>
            <a:ext cx="609377" cy="111734"/>
          </a:xfrm>
          <a:prstGeom prst="rect">
            <a:avLst/>
          </a:prstGeom>
          <a:noFill/>
          <a:ln w="9525">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p>
        </p:txBody>
      </p:sp>
      <p:cxnSp>
        <p:nvCxnSpPr>
          <p:cNvPr id="125" name="직선 연결선 124">
            <a:extLst>
              <a:ext uri="{FF2B5EF4-FFF2-40B4-BE49-F238E27FC236}">
                <a16:creationId xmlns:a16="http://schemas.microsoft.com/office/drawing/2014/main" id="{5D2763F0-08EA-4B68-99A6-8AFE2E5D3FDE}"/>
              </a:ext>
            </a:extLst>
          </p:cNvPr>
          <p:cNvCxnSpPr>
            <a:cxnSpLocks/>
          </p:cNvCxnSpPr>
          <p:nvPr/>
        </p:nvCxnSpPr>
        <p:spPr>
          <a:xfrm>
            <a:off x="-3096095" y="2798745"/>
            <a:ext cx="229501" cy="567965"/>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6" name="직선 연결선 125">
            <a:extLst>
              <a:ext uri="{FF2B5EF4-FFF2-40B4-BE49-F238E27FC236}">
                <a16:creationId xmlns:a16="http://schemas.microsoft.com/office/drawing/2014/main" id="{71C0577B-0791-4363-AF9D-5BA9547CB7CF}"/>
              </a:ext>
            </a:extLst>
          </p:cNvPr>
          <p:cNvCxnSpPr>
            <a:cxnSpLocks/>
          </p:cNvCxnSpPr>
          <p:nvPr/>
        </p:nvCxnSpPr>
        <p:spPr>
          <a:xfrm flipV="1">
            <a:off x="-3096095" y="3466150"/>
            <a:ext cx="237203" cy="414969"/>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7" name="직사각형 126">
            <a:extLst>
              <a:ext uri="{FF2B5EF4-FFF2-40B4-BE49-F238E27FC236}">
                <a16:creationId xmlns:a16="http://schemas.microsoft.com/office/drawing/2014/main" id="{B10A2B1F-0043-42B1-B981-A5F8144A9A98}"/>
              </a:ext>
            </a:extLst>
          </p:cNvPr>
          <p:cNvSpPr/>
          <p:nvPr/>
        </p:nvSpPr>
        <p:spPr>
          <a:xfrm>
            <a:off x="-4315802" y="2777013"/>
            <a:ext cx="1219707" cy="1106317"/>
          </a:xfrm>
          <a:prstGeom prst="rect">
            <a:avLst/>
          </a:prstGeom>
          <a:noFill/>
          <a:ln w="12700">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p>
        </p:txBody>
      </p:sp>
      <p:cxnSp>
        <p:nvCxnSpPr>
          <p:cNvPr id="128" name="직선 연결선 127">
            <a:extLst>
              <a:ext uri="{FF2B5EF4-FFF2-40B4-BE49-F238E27FC236}">
                <a16:creationId xmlns:a16="http://schemas.microsoft.com/office/drawing/2014/main" id="{144C9D96-BEEE-4750-8FCC-DA7598FAFD54}"/>
              </a:ext>
            </a:extLst>
          </p:cNvPr>
          <p:cNvCxnSpPr>
            <a:cxnSpLocks/>
          </p:cNvCxnSpPr>
          <p:nvPr/>
        </p:nvCxnSpPr>
        <p:spPr>
          <a:xfrm flipH="1">
            <a:off x="-2604934" y="3688715"/>
            <a:ext cx="341262" cy="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77038C93-2AB2-438B-9637-71D2E6B78429}"/>
              </a:ext>
            </a:extLst>
          </p:cNvPr>
          <p:cNvSpPr txBox="1"/>
          <p:nvPr/>
        </p:nvSpPr>
        <p:spPr>
          <a:xfrm>
            <a:off x="-3863733" y="2793192"/>
            <a:ext cx="707321"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Illumination</a:t>
            </a:r>
            <a:endParaRPr lang="ko-KR" altLang="en-US" sz="700" dirty="0">
              <a:latin typeface="Helvetica" panose="020B0604020202020204" pitchFamily="34" charset="0"/>
              <a:cs typeface="Helvetica" panose="020B0604020202020204" pitchFamily="34" charset="0"/>
            </a:endParaRPr>
          </a:p>
        </p:txBody>
      </p:sp>
      <p:sp>
        <p:nvSpPr>
          <p:cNvPr id="134" name="TextBox 133">
            <a:extLst>
              <a:ext uri="{FF2B5EF4-FFF2-40B4-BE49-F238E27FC236}">
                <a16:creationId xmlns:a16="http://schemas.microsoft.com/office/drawing/2014/main" id="{1E190528-CE0A-4C22-B042-8C348A6CE635}"/>
              </a:ext>
            </a:extLst>
          </p:cNvPr>
          <p:cNvSpPr txBox="1"/>
          <p:nvPr/>
        </p:nvSpPr>
        <p:spPr>
          <a:xfrm>
            <a:off x="-4400422" y="3093595"/>
            <a:ext cx="541570"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Turbid medium</a:t>
            </a:r>
            <a:endParaRPr lang="ko-KR" altLang="en-US" sz="700" dirty="0">
              <a:latin typeface="Helvetica" panose="020B0604020202020204" pitchFamily="34" charset="0"/>
              <a:cs typeface="Helvetica" panose="020B0604020202020204" pitchFamily="34" charset="0"/>
            </a:endParaRPr>
          </a:p>
        </p:txBody>
      </p:sp>
      <p:sp>
        <p:nvSpPr>
          <p:cNvPr id="142" name="직사각형 141">
            <a:extLst>
              <a:ext uri="{FF2B5EF4-FFF2-40B4-BE49-F238E27FC236}">
                <a16:creationId xmlns:a16="http://schemas.microsoft.com/office/drawing/2014/main" id="{2E34F6FC-7480-4323-B56E-D1720EC556E2}"/>
              </a:ext>
            </a:extLst>
          </p:cNvPr>
          <p:cNvSpPr/>
          <p:nvPr/>
        </p:nvSpPr>
        <p:spPr>
          <a:xfrm>
            <a:off x="-3945790" y="3086290"/>
            <a:ext cx="813987" cy="303199"/>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w="63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3" name="사다리꼴 142">
            <a:extLst>
              <a:ext uri="{FF2B5EF4-FFF2-40B4-BE49-F238E27FC236}">
                <a16:creationId xmlns:a16="http://schemas.microsoft.com/office/drawing/2014/main" id="{05BCEA04-32F3-43E5-9E50-A2B6F6D380D4}"/>
              </a:ext>
            </a:extLst>
          </p:cNvPr>
          <p:cNvSpPr/>
          <p:nvPr/>
        </p:nvSpPr>
        <p:spPr>
          <a:xfrm flipV="1">
            <a:off x="-3943902" y="3387492"/>
            <a:ext cx="811195" cy="163962"/>
          </a:xfrm>
          <a:prstGeom prst="trapezoid">
            <a:avLst>
              <a:gd name="adj" fmla="val 99582"/>
            </a:avLst>
          </a:prstGeom>
          <a:blipFill dpi="0" rotWithShape="1">
            <a:blip r:embed="rId5" cstate="print">
              <a:extLst>
                <a:ext uri="{28A0092B-C50C-407E-A947-70E740481C1C}">
                  <a14:useLocalDpi xmlns:a14="http://schemas.microsoft.com/office/drawing/2010/main" val="0"/>
                </a:ext>
              </a:extLst>
            </a:blip>
            <a:srcRect/>
            <a:stretch>
              <a:fillRect/>
            </a:stretch>
          </a:blip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4" name="직선 연결선 143">
            <a:extLst>
              <a:ext uri="{FF2B5EF4-FFF2-40B4-BE49-F238E27FC236}">
                <a16:creationId xmlns:a16="http://schemas.microsoft.com/office/drawing/2014/main" id="{0B2316B6-BC1A-4956-83A4-70F31C258305}"/>
              </a:ext>
            </a:extLst>
          </p:cNvPr>
          <p:cNvCxnSpPr>
            <a:cxnSpLocks/>
          </p:cNvCxnSpPr>
          <p:nvPr/>
        </p:nvCxnSpPr>
        <p:spPr>
          <a:xfrm flipH="1">
            <a:off x="-3858813" y="3482834"/>
            <a:ext cx="128076" cy="272159"/>
          </a:xfrm>
          <a:prstGeom prst="line">
            <a:avLst/>
          </a:prstGeom>
          <a:ln w="9525">
            <a:noFill/>
          </a:ln>
        </p:spPr>
        <p:style>
          <a:lnRef idx="1">
            <a:schemeClr val="accent1"/>
          </a:lnRef>
          <a:fillRef idx="0">
            <a:schemeClr val="accent1"/>
          </a:fillRef>
          <a:effectRef idx="0">
            <a:schemeClr val="accent1"/>
          </a:effectRef>
          <a:fontRef idx="minor">
            <a:schemeClr val="tx1"/>
          </a:fontRef>
        </p:style>
      </p:cxnSp>
      <p:cxnSp>
        <p:nvCxnSpPr>
          <p:cNvPr id="145" name="직선 연결선 144">
            <a:extLst>
              <a:ext uri="{FF2B5EF4-FFF2-40B4-BE49-F238E27FC236}">
                <a16:creationId xmlns:a16="http://schemas.microsoft.com/office/drawing/2014/main" id="{4A55C764-389B-4794-B5C0-561047DDCD37}"/>
              </a:ext>
            </a:extLst>
          </p:cNvPr>
          <p:cNvCxnSpPr>
            <a:cxnSpLocks/>
          </p:cNvCxnSpPr>
          <p:nvPr/>
        </p:nvCxnSpPr>
        <p:spPr>
          <a:xfrm>
            <a:off x="-3322397" y="3468147"/>
            <a:ext cx="139784" cy="288110"/>
          </a:xfrm>
          <a:prstGeom prst="line">
            <a:avLst/>
          </a:prstGeom>
          <a:ln w="9525">
            <a:noFill/>
          </a:ln>
        </p:spPr>
        <p:style>
          <a:lnRef idx="1">
            <a:schemeClr val="accent1"/>
          </a:lnRef>
          <a:fillRef idx="0">
            <a:schemeClr val="accent1"/>
          </a:fillRef>
          <a:effectRef idx="0">
            <a:schemeClr val="accent1"/>
          </a:effectRef>
          <a:fontRef idx="minor">
            <a:schemeClr val="tx1"/>
          </a:fontRef>
        </p:style>
      </p:cxnSp>
      <p:sp>
        <p:nvSpPr>
          <p:cNvPr id="146" name="자유형: 도형 145">
            <a:extLst>
              <a:ext uri="{FF2B5EF4-FFF2-40B4-BE49-F238E27FC236}">
                <a16:creationId xmlns:a16="http://schemas.microsoft.com/office/drawing/2014/main" id="{E8DEDA5A-D5D8-4770-BB7E-6F47EF77A331}"/>
              </a:ext>
            </a:extLst>
          </p:cNvPr>
          <p:cNvSpPr/>
          <p:nvPr/>
        </p:nvSpPr>
        <p:spPr>
          <a:xfrm>
            <a:off x="-3868861" y="3408677"/>
            <a:ext cx="681183" cy="434466"/>
          </a:xfrm>
          <a:custGeom>
            <a:avLst/>
            <a:gdLst>
              <a:gd name="connsiteX0" fmla="*/ 338791 w 681183"/>
              <a:gd name="connsiteY0" fmla="*/ 0 h 434466"/>
              <a:gd name="connsiteX1" fmla="*/ 528232 w 681183"/>
              <a:gd name="connsiteY1" fmla="*/ 44694 h 434466"/>
              <a:gd name="connsiteX2" fmla="*/ 542650 w 681183"/>
              <a:gd name="connsiteY2" fmla="*/ 70112 h 434466"/>
              <a:gd name="connsiteX3" fmla="*/ 543137 w 681183"/>
              <a:gd name="connsiteY3" fmla="*/ 70112 h 434466"/>
              <a:gd name="connsiteX4" fmla="*/ 681183 w 681183"/>
              <a:gd name="connsiteY4" fmla="*/ 346071 h 434466"/>
              <a:gd name="connsiteX5" fmla="*/ 675151 w 681183"/>
              <a:gd name="connsiteY5" fmla="*/ 346071 h 434466"/>
              <a:gd name="connsiteX6" fmla="*/ 668620 w 681183"/>
              <a:gd name="connsiteY6" fmla="*/ 363300 h 434466"/>
              <a:gd name="connsiteX7" fmla="*/ 340273 w 681183"/>
              <a:gd name="connsiteY7" fmla="*/ 434466 h 434466"/>
              <a:gd name="connsiteX8" fmla="*/ 11926 w 681183"/>
              <a:gd name="connsiteY8" fmla="*/ 363300 h 434466"/>
              <a:gd name="connsiteX9" fmla="*/ 5395 w 681183"/>
              <a:gd name="connsiteY9" fmla="*/ 346071 h 434466"/>
              <a:gd name="connsiteX10" fmla="*/ 0 w 681183"/>
              <a:gd name="connsiteY10" fmla="*/ 346071 h 434466"/>
              <a:gd name="connsiteX11" fmla="*/ 134957 w 681183"/>
              <a:gd name="connsiteY11" fmla="*/ 76288 h 434466"/>
              <a:gd name="connsiteX12" fmla="*/ 133193 w 681183"/>
              <a:gd name="connsiteY12" fmla="*/ 73178 h 434466"/>
              <a:gd name="connsiteX13" fmla="*/ 338791 w 681183"/>
              <a:gd name="connsiteY13" fmla="*/ 0 h 43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1183" h="434466">
                <a:moveTo>
                  <a:pt x="338791" y="0"/>
                </a:moveTo>
                <a:cubicBezTo>
                  <a:pt x="423953" y="0"/>
                  <a:pt x="497021" y="18429"/>
                  <a:pt x="528232" y="44694"/>
                </a:cubicBezTo>
                <a:lnTo>
                  <a:pt x="542650" y="70112"/>
                </a:lnTo>
                <a:lnTo>
                  <a:pt x="543137" y="70112"/>
                </a:lnTo>
                <a:lnTo>
                  <a:pt x="681183" y="346071"/>
                </a:lnTo>
                <a:lnTo>
                  <a:pt x="675151" y="346071"/>
                </a:lnTo>
                <a:lnTo>
                  <a:pt x="668620" y="363300"/>
                </a:lnTo>
                <a:cubicBezTo>
                  <a:pt x="637368" y="403915"/>
                  <a:pt x="502237" y="434466"/>
                  <a:pt x="340273" y="434466"/>
                </a:cubicBezTo>
                <a:cubicBezTo>
                  <a:pt x="178309" y="434466"/>
                  <a:pt x="43178" y="403915"/>
                  <a:pt x="11926" y="363300"/>
                </a:cubicBezTo>
                <a:lnTo>
                  <a:pt x="5395" y="346071"/>
                </a:lnTo>
                <a:lnTo>
                  <a:pt x="0" y="346071"/>
                </a:lnTo>
                <a:lnTo>
                  <a:pt x="134957" y="76288"/>
                </a:lnTo>
                <a:lnTo>
                  <a:pt x="133193" y="73178"/>
                </a:lnTo>
                <a:cubicBezTo>
                  <a:pt x="133193" y="32763"/>
                  <a:pt x="225242" y="0"/>
                  <a:pt x="338791" y="0"/>
                </a:cubicBezTo>
                <a:close/>
              </a:path>
            </a:pathLst>
          </a:custGeom>
          <a:gradFill flip="none" rotWithShape="1">
            <a:gsLst>
              <a:gs pos="0">
                <a:srgbClr val="FF0000">
                  <a:alpha val="62000"/>
                </a:srgbClr>
              </a:gs>
              <a:gs pos="50000">
                <a:srgbClr val="FF0000">
                  <a:tint val="44500"/>
                  <a:satMod val="160000"/>
                </a:srgbClr>
              </a:gs>
              <a:gs pos="100000">
                <a:schemeClr val="bg1"/>
              </a:gs>
            </a:gsLst>
            <a:lin ang="540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7" name="타원 146">
            <a:extLst>
              <a:ext uri="{FF2B5EF4-FFF2-40B4-BE49-F238E27FC236}">
                <a16:creationId xmlns:a16="http://schemas.microsoft.com/office/drawing/2014/main" id="{CBC211DD-A74A-4645-B475-9DF7395B5AA8}"/>
              </a:ext>
            </a:extLst>
          </p:cNvPr>
          <p:cNvSpPr/>
          <p:nvPr/>
        </p:nvSpPr>
        <p:spPr>
          <a:xfrm>
            <a:off x="-3467807" y="3464932"/>
            <a:ext cx="64123" cy="64123"/>
          </a:xfrm>
          <a:prstGeom prst="ellipse">
            <a:avLst/>
          </a:prstGeom>
          <a:solidFill>
            <a:srgbClr val="FF0000"/>
          </a:solidFill>
          <a:ln>
            <a:noFill/>
          </a:ln>
          <a:effectLst>
            <a:glow rad="635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48" name="타원 147">
            <a:extLst>
              <a:ext uri="{FF2B5EF4-FFF2-40B4-BE49-F238E27FC236}">
                <a16:creationId xmlns:a16="http://schemas.microsoft.com/office/drawing/2014/main" id="{6C878B45-270E-4F88-B8D9-55A655B8E1A2}"/>
              </a:ext>
            </a:extLst>
          </p:cNvPr>
          <p:cNvSpPr/>
          <p:nvPr/>
        </p:nvSpPr>
        <p:spPr>
          <a:xfrm>
            <a:off x="-3646676" y="3442349"/>
            <a:ext cx="64123" cy="64123"/>
          </a:xfrm>
          <a:prstGeom prst="ellipse">
            <a:avLst/>
          </a:prstGeom>
          <a:solidFill>
            <a:srgbClr val="FF0000"/>
          </a:solidFill>
          <a:ln>
            <a:noFill/>
          </a:ln>
          <a:effectLst>
            <a:glow rad="635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49" name="TextBox 148">
            <a:extLst>
              <a:ext uri="{FF2B5EF4-FFF2-40B4-BE49-F238E27FC236}">
                <a16:creationId xmlns:a16="http://schemas.microsoft.com/office/drawing/2014/main" id="{8B447339-F2DD-4541-B832-6D8037610917}"/>
              </a:ext>
            </a:extLst>
          </p:cNvPr>
          <p:cNvSpPr txBox="1"/>
          <p:nvPr/>
        </p:nvSpPr>
        <p:spPr>
          <a:xfrm>
            <a:off x="-3877444" y="3594226"/>
            <a:ext cx="707321"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Detection</a:t>
            </a:r>
            <a:endParaRPr lang="ko-KR" altLang="en-US" sz="700" dirty="0">
              <a:latin typeface="Helvetica" panose="020B0604020202020204" pitchFamily="34" charset="0"/>
              <a:cs typeface="Helvetica" panose="020B0604020202020204" pitchFamily="34" charset="0"/>
            </a:endParaRPr>
          </a:p>
        </p:txBody>
      </p:sp>
      <p:pic>
        <p:nvPicPr>
          <p:cNvPr id="418" name="그림 417">
            <a:extLst>
              <a:ext uri="{FF2B5EF4-FFF2-40B4-BE49-F238E27FC236}">
                <a16:creationId xmlns:a16="http://schemas.microsoft.com/office/drawing/2014/main" id="{0DBE1C0D-DD5F-44B1-BAC2-F5F4965C0A75}"/>
              </a:ext>
            </a:extLst>
          </p:cNvPr>
          <p:cNvPicPr>
            <a:picLocks noChangeAspect="1"/>
          </p:cNvPicPr>
          <p:nvPr/>
        </p:nvPicPr>
        <p:blipFill rotWithShape="1">
          <a:blip r:embed="rId6"/>
          <a:srcRect l="54256" t="24154" r="9243" b="6329"/>
          <a:stretch/>
        </p:blipFill>
        <p:spPr>
          <a:xfrm>
            <a:off x="7782160" y="1366392"/>
            <a:ext cx="1346407" cy="1126532"/>
          </a:xfrm>
          <a:prstGeom prst="rect">
            <a:avLst/>
          </a:prstGeom>
        </p:spPr>
      </p:pic>
      <p:sp>
        <p:nvSpPr>
          <p:cNvPr id="419" name="자유형: 도형 418">
            <a:extLst>
              <a:ext uri="{FF2B5EF4-FFF2-40B4-BE49-F238E27FC236}">
                <a16:creationId xmlns:a16="http://schemas.microsoft.com/office/drawing/2014/main" id="{B3388357-36F7-4955-98E2-D1394E0E9F52}"/>
              </a:ext>
            </a:extLst>
          </p:cNvPr>
          <p:cNvSpPr/>
          <p:nvPr/>
        </p:nvSpPr>
        <p:spPr>
          <a:xfrm flipH="1">
            <a:off x="980398" y="4216345"/>
            <a:ext cx="1703676" cy="574705"/>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7">
              <a:alphaModFix amt="85000"/>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420" name="자유형: 도형 419">
            <a:extLst>
              <a:ext uri="{FF2B5EF4-FFF2-40B4-BE49-F238E27FC236}">
                <a16:creationId xmlns:a16="http://schemas.microsoft.com/office/drawing/2014/main" id="{B8B83D66-11DC-44AE-A0F1-68D10ADD0DA4}"/>
              </a:ext>
            </a:extLst>
          </p:cNvPr>
          <p:cNvSpPr/>
          <p:nvPr/>
        </p:nvSpPr>
        <p:spPr>
          <a:xfrm>
            <a:off x="1104991" y="1350688"/>
            <a:ext cx="1511897" cy="578827"/>
          </a:xfrm>
          <a:custGeom>
            <a:avLst/>
            <a:gdLst>
              <a:gd name="connsiteX0" fmla="*/ 0 w 1219200"/>
              <a:gd name="connsiteY0" fmla="*/ 0 h 388254"/>
              <a:gd name="connsiteX1" fmla="*/ 1219200 w 1219200"/>
              <a:gd name="connsiteY1" fmla="*/ 0 h 388254"/>
              <a:gd name="connsiteX2" fmla="*/ 1219200 w 1219200"/>
              <a:gd name="connsiteY2" fmla="*/ 268030 h 388254"/>
              <a:gd name="connsiteX3" fmla="*/ 1185063 w 1219200"/>
              <a:gd name="connsiteY3" fmla="*/ 266810 h 388254"/>
              <a:gd name="connsiteX4" fmla="*/ 1135057 w 1219200"/>
              <a:gd name="connsiteY4" fmla="*/ 271573 h 388254"/>
              <a:gd name="connsiteX5" fmla="*/ 1104100 w 1219200"/>
              <a:gd name="connsiteY5" fmla="*/ 283479 h 388254"/>
              <a:gd name="connsiteX6" fmla="*/ 1058857 w 1219200"/>
              <a:gd name="connsiteY6" fmla="*/ 293004 h 388254"/>
              <a:gd name="connsiteX7" fmla="*/ 1044569 w 1219200"/>
              <a:gd name="connsiteY7" fmla="*/ 295385 h 388254"/>
              <a:gd name="connsiteX8" fmla="*/ 1025519 w 1219200"/>
              <a:gd name="connsiteY8" fmla="*/ 302529 h 388254"/>
              <a:gd name="connsiteX9" fmla="*/ 1008850 w 1219200"/>
              <a:gd name="connsiteY9" fmla="*/ 304910 h 388254"/>
              <a:gd name="connsiteX10" fmla="*/ 980275 w 1219200"/>
              <a:gd name="connsiteY10" fmla="*/ 312054 h 388254"/>
              <a:gd name="connsiteX11" fmla="*/ 956463 w 1219200"/>
              <a:gd name="connsiteY11" fmla="*/ 316817 h 388254"/>
              <a:gd name="connsiteX12" fmla="*/ 930269 w 1219200"/>
              <a:gd name="connsiteY12" fmla="*/ 319198 h 388254"/>
              <a:gd name="connsiteX13" fmla="*/ 913600 w 1219200"/>
              <a:gd name="connsiteY13" fmla="*/ 321579 h 388254"/>
              <a:gd name="connsiteX14" fmla="*/ 892169 w 1219200"/>
              <a:gd name="connsiteY14" fmla="*/ 323960 h 388254"/>
              <a:gd name="connsiteX15" fmla="*/ 839782 w 1219200"/>
              <a:gd name="connsiteY15" fmla="*/ 328723 h 388254"/>
              <a:gd name="connsiteX16" fmla="*/ 832638 w 1219200"/>
              <a:gd name="connsiteY16" fmla="*/ 331104 h 388254"/>
              <a:gd name="connsiteX17" fmla="*/ 818350 w 1219200"/>
              <a:gd name="connsiteY17" fmla="*/ 333485 h 388254"/>
              <a:gd name="connsiteX18" fmla="*/ 787394 w 1219200"/>
              <a:gd name="connsiteY18" fmla="*/ 335867 h 388254"/>
              <a:gd name="connsiteX19" fmla="*/ 696907 w 1219200"/>
              <a:gd name="connsiteY19" fmla="*/ 340629 h 388254"/>
              <a:gd name="connsiteX20" fmla="*/ 677857 w 1219200"/>
              <a:gd name="connsiteY20" fmla="*/ 345392 h 388254"/>
              <a:gd name="connsiteX21" fmla="*/ 661188 w 1219200"/>
              <a:gd name="connsiteY21" fmla="*/ 347773 h 388254"/>
              <a:gd name="connsiteX22" fmla="*/ 649282 w 1219200"/>
              <a:gd name="connsiteY22" fmla="*/ 359679 h 388254"/>
              <a:gd name="connsiteX23" fmla="*/ 646900 w 1219200"/>
              <a:gd name="connsiteY23" fmla="*/ 366823 h 388254"/>
              <a:gd name="connsiteX24" fmla="*/ 642138 w 1219200"/>
              <a:gd name="connsiteY24" fmla="*/ 378729 h 388254"/>
              <a:gd name="connsiteX25" fmla="*/ 637375 w 1219200"/>
              <a:gd name="connsiteY25" fmla="*/ 385873 h 388254"/>
              <a:gd name="connsiteX26" fmla="*/ 601657 w 1219200"/>
              <a:gd name="connsiteY26" fmla="*/ 388254 h 388254"/>
              <a:gd name="connsiteX27" fmla="*/ 544507 w 1219200"/>
              <a:gd name="connsiteY27" fmla="*/ 378729 h 388254"/>
              <a:gd name="connsiteX28" fmla="*/ 534982 w 1219200"/>
              <a:gd name="connsiteY28" fmla="*/ 376348 h 388254"/>
              <a:gd name="connsiteX29" fmla="*/ 525457 w 1219200"/>
              <a:gd name="connsiteY29" fmla="*/ 371585 h 388254"/>
              <a:gd name="connsiteX30" fmla="*/ 487357 w 1219200"/>
              <a:gd name="connsiteY30" fmla="*/ 362060 h 388254"/>
              <a:gd name="connsiteX31" fmla="*/ 475450 w 1219200"/>
              <a:gd name="connsiteY31" fmla="*/ 357298 h 388254"/>
              <a:gd name="connsiteX32" fmla="*/ 461163 w 1219200"/>
              <a:gd name="connsiteY32" fmla="*/ 354917 h 388254"/>
              <a:gd name="connsiteX33" fmla="*/ 430207 w 1219200"/>
              <a:gd name="connsiteY33" fmla="*/ 343010 h 388254"/>
              <a:gd name="connsiteX34" fmla="*/ 415919 w 1219200"/>
              <a:gd name="connsiteY34" fmla="*/ 338248 h 388254"/>
              <a:gd name="connsiteX35" fmla="*/ 401632 w 1219200"/>
              <a:gd name="connsiteY35" fmla="*/ 333485 h 388254"/>
              <a:gd name="connsiteX36" fmla="*/ 277807 w 1219200"/>
              <a:gd name="connsiteY36" fmla="*/ 326342 h 388254"/>
              <a:gd name="connsiteX37" fmla="*/ 270663 w 1219200"/>
              <a:gd name="connsiteY37" fmla="*/ 319198 h 388254"/>
              <a:gd name="connsiteX38" fmla="*/ 253994 w 1219200"/>
              <a:gd name="connsiteY38" fmla="*/ 302529 h 388254"/>
              <a:gd name="connsiteX39" fmla="*/ 239707 w 1219200"/>
              <a:gd name="connsiteY39" fmla="*/ 281098 h 388254"/>
              <a:gd name="connsiteX40" fmla="*/ 232563 w 1219200"/>
              <a:gd name="connsiteY40" fmla="*/ 273954 h 388254"/>
              <a:gd name="connsiteX41" fmla="*/ 230182 w 1219200"/>
              <a:gd name="connsiteY41" fmla="*/ 266810 h 388254"/>
              <a:gd name="connsiteX42" fmla="*/ 225419 w 1219200"/>
              <a:gd name="connsiteY42" fmla="*/ 257285 h 388254"/>
              <a:gd name="connsiteX43" fmla="*/ 213513 w 1219200"/>
              <a:gd name="connsiteY43" fmla="*/ 245379 h 388254"/>
              <a:gd name="connsiteX44" fmla="*/ 194463 w 1219200"/>
              <a:gd name="connsiteY44" fmla="*/ 242998 h 388254"/>
              <a:gd name="connsiteX45" fmla="*/ 173032 w 1219200"/>
              <a:gd name="connsiteY45" fmla="*/ 254904 h 388254"/>
              <a:gd name="connsiteX46" fmla="*/ 165888 w 1219200"/>
              <a:gd name="connsiteY46" fmla="*/ 257285 h 388254"/>
              <a:gd name="connsiteX47" fmla="*/ 156363 w 1219200"/>
              <a:gd name="connsiteY47" fmla="*/ 259667 h 388254"/>
              <a:gd name="connsiteX48" fmla="*/ 149219 w 1219200"/>
              <a:gd name="connsiteY48" fmla="*/ 276335 h 388254"/>
              <a:gd name="connsiteX49" fmla="*/ 142075 w 1219200"/>
              <a:gd name="connsiteY49" fmla="*/ 285860 h 388254"/>
              <a:gd name="connsiteX50" fmla="*/ 106357 w 1219200"/>
              <a:gd name="connsiteY50" fmla="*/ 290623 h 388254"/>
              <a:gd name="connsiteX51" fmla="*/ 84925 w 1219200"/>
              <a:gd name="connsiteY51" fmla="*/ 283479 h 388254"/>
              <a:gd name="connsiteX52" fmla="*/ 77782 w 1219200"/>
              <a:gd name="connsiteY52" fmla="*/ 281098 h 388254"/>
              <a:gd name="connsiteX53" fmla="*/ 70638 w 1219200"/>
              <a:gd name="connsiteY53" fmla="*/ 276335 h 388254"/>
              <a:gd name="connsiteX54" fmla="*/ 63494 w 1219200"/>
              <a:gd name="connsiteY54" fmla="*/ 273954 h 388254"/>
              <a:gd name="connsiteX55" fmla="*/ 42063 w 1219200"/>
              <a:gd name="connsiteY55" fmla="*/ 269192 h 388254"/>
              <a:gd name="connsiteX56" fmla="*/ 3963 w 1219200"/>
              <a:gd name="connsiteY56" fmla="*/ 266810 h 388254"/>
              <a:gd name="connsiteX57" fmla="*/ 0 w 1219200"/>
              <a:gd name="connsiteY57" fmla="*/ 266244 h 38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9200" h="388254">
                <a:moveTo>
                  <a:pt x="0" y="0"/>
                </a:moveTo>
                <a:lnTo>
                  <a:pt x="1219200" y="0"/>
                </a:lnTo>
                <a:lnTo>
                  <a:pt x="1219200" y="268030"/>
                </a:lnTo>
                <a:lnTo>
                  <a:pt x="1185063" y="266810"/>
                </a:lnTo>
                <a:cubicBezTo>
                  <a:pt x="1183931" y="266891"/>
                  <a:pt x="1143710" y="268977"/>
                  <a:pt x="1135057" y="271573"/>
                </a:cubicBezTo>
                <a:cubicBezTo>
                  <a:pt x="1124467" y="274750"/>
                  <a:pt x="1114635" y="280127"/>
                  <a:pt x="1104100" y="283479"/>
                </a:cubicBezTo>
                <a:cubicBezTo>
                  <a:pt x="1098977" y="285109"/>
                  <a:pt x="1063066" y="292215"/>
                  <a:pt x="1058857" y="293004"/>
                </a:cubicBezTo>
                <a:cubicBezTo>
                  <a:pt x="1054111" y="293894"/>
                  <a:pt x="1049212" y="294059"/>
                  <a:pt x="1044569" y="295385"/>
                </a:cubicBezTo>
                <a:cubicBezTo>
                  <a:pt x="1038048" y="297248"/>
                  <a:pt x="1031869" y="300148"/>
                  <a:pt x="1025519" y="302529"/>
                </a:cubicBezTo>
                <a:cubicBezTo>
                  <a:pt x="1019963" y="303323"/>
                  <a:pt x="1014342" y="303754"/>
                  <a:pt x="1008850" y="304910"/>
                </a:cubicBezTo>
                <a:cubicBezTo>
                  <a:pt x="999242" y="306933"/>
                  <a:pt x="989800" y="309673"/>
                  <a:pt x="980275" y="312054"/>
                </a:cubicBezTo>
                <a:cubicBezTo>
                  <a:pt x="972422" y="314017"/>
                  <a:pt x="964400" y="315229"/>
                  <a:pt x="956463" y="316817"/>
                </a:cubicBezTo>
                <a:cubicBezTo>
                  <a:pt x="947732" y="317611"/>
                  <a:pt x="938983" y="318230"/>
                  <a:pt x="930269" y="319198"/>
                </a:cubicBezTo>
                <a:cubicBezTo>
                  <a:pt x="924691" y="319818"/>
                  <a:pt x="919169" y="320883"/>
                  <a:pt x="913600" y="321579"/>
                </a:cubicBezTo>
                <a:lnTo>
                  <a:pt x="892169" y="323960"/>
                </a:lnTo>
                <a:cubicBezTo>
                  <a:pt x="874742" y="325896"/>
                  <a:pt x="857191" y="326634"/>
                  <a:pt x="839782" y="328723"/>
                </a:cubicBezTo>
                <a:cubicBezTo>
                  <a:pt x="837290" y="329022"/>
                  <a:pt x="835088" y="330560"/>
                  <a:pt x="832638" y="331104"/>
                </a:cubicBezTo>
                <a:cubicBezTo>
                  <a:pt x="827925" y="332151"/>
                  <a:pt x="823152" y="332979"/>
                  <a:pt x="818350" y="333485"/>
                </a:cubicBezTo>
                <a:cubicBezTo>
                  <a:pt x="808058" y="334569"/>
                  <a:pt x="797713" y="335073"/>
                  <a:pt x="787394" y="335867"/>
                </a:cubicBezTo>
                <a:cubicBezTo>
                  <a:pt x="778818" y="336185"/>
                  <a:pt x="718099" y="337283"/>
                  <a:pt x="696907" y="340629"/>
                </a:cubicBezTo>
                <a:cubicBezTo>
                  <a:pt x="690442" y="341650"/>
                  <a:pt x="684275" y="344108"/>
                  <a:pt x="677857" y="345392"/>
                </a:cubicBezTo>
                <a:cubicBezTo>
                  <a:pt x="672353" y="346493"/>
                  <a:pt x="666208" y="345263"/>
                  <a:pt x="661188" y="347773"/>
                </a:cubicBezTo>
                <a:cubicBezTo>
                  <a:pt x="656168" y="350283"/>
                  <a:pt x="652650" y="355189"/>
                  <a:pt x="649282" y="359679"/>
                </a:cubicBezTo>
                <a:cubicBezTo>
                  <a:pt x="647776" y="361687"/>
                  <a:pt x="647781" y="364473"/>
                  <a:pt x="646900" y="366823"/>
                </a:cubicBezTo>
                <a:cubicBezTo>
                  <a:pt x="645399" y="370825"/>
                  <a:pt x="644050" y="374906"/>
                  <a:pt x="642138" y="378729"/>
                </a:cubicBezTo>
                <a:cubicBezTo>
                  <a:pt x="640858" y="381289"/>
                  <a:pt x="640161" y="385217"/>
                  <a:pt x="637375" y="385873"/>
                </a:cubicBezTo>
                <a:cubicBezTo>
                  <a:pt x="625760" y="388606"/>
                  <a:pt x="613563" y="387460"/>
                  <a:pt x="601657" y="388254"/>
                </a:cubicBezTo>
                <a:cubicBezTo>
                  <a:pt x="568409" y="384930"/>
                  <a:pt x="582976" y="387278"/>
                  <a:pt x="544507" y="378729"/>
                </a:cubicBezTo>
                <a:cubicBezTo>
                  <a:pt x="541312" y="378019"/>
                  <a:pt x="538046" y="377497"/>
                  <a:pt x="534982" y="376348"/>
                </a:cubicBezTo>
                <a:cubicBezTo>
                  <a:pt x="531658" y="375102"/>
                  <a:pt x="528632" y="373173"/>
                  <a:pt x="525457" y="371585"/>
                </a:cubicBezTo>
                <a:cubicBezTo>
                  <a:pt x="511235" y="368425"/>
                  <a:pt x="500914" y="366579"/>
                  <a:pt x="487357" y="362060"/>
                </a:cubicBezTo>
                <a:cubicBezTo>
                  <a:pt x="483302" y="360708"/>
                  <a:pt x="479419" y="358885"/>
                  <a:pt x="475450" y="357298"/>
                </a:cubicBezTo>
                <a:cubicBezTo>
                  <a:pt x="470688" y="356504"/>
                  <a:pt x="465847" y="356088"/>
                  <a:pt x="461163" y="354917"/>
                </a:cubicBezTo>
                <a:cubicBezTo>
                  <a:pt x="450485" y="352247"/>
                  <a:pt x="440238" y="347309"/>
                  <a:pt x="430207" y="343010"/>
                </a:cubicBezTo>
                <a:cubicBezTo>
                  <a:pt x="425593" y="341032"/>
                  <a:pt x="420682" y="339836"/>
                  <a:pt x="415919" y="338248"/>
                </a:cubicBezTo>
                <a:lnTo>
                  <a:pt x="401632" y="333485"/>
                </a:lnTo>
                <a:cubicBezTo>
                  <a:pt x="295129" y="330888"/>
                  <a:pt x="336029" y="336927"/>
                  <a:pt x="277807" y="326342"/>
                </a:cubicBezTo>
                <a:cubicBezTo>
                  <a:pt x="274494" y="325740"/>
                  <a:pt x="273044" y="321579"/>
                  <a:pt x="270663" y="319198"/>
                </a:cubicBezTo>
                <a:cubicBezTo>
                  <a:pt x="265107" y="313642"/>
                  <a:pt x="259280" y="308343"/>
                  <a:pt x="253994" y="302529"/>
                </a:cubicBezTo>
                <a:cubicBezTo>
                  <a:pt x="242738" y="290147"/>
                  <a:pt x="250449" y="295421"/>
                  <a:pt x="239707" y="281098"/>
                </a:cubicBezTo>
                <a:cubicBezTo>
                  <a:pt x="237686" y="278404"/>
                  <a:pt x="234431" y="276756"/>
                  <a:pt x="232563" y="273954"/>
                </a:cubicBezTo>
                <a:cubicBezTo>
                  <a:pt x="231171" y="271865"/>
                  <a:pt x="231171" y="269117"/>
                  <a:pt x="230182" y="266810"/>
                </a:cubicBezTo>
                <a:cubicBezTo>
                  <a:pt x="228784" y="263547"/>
                  <a:pt x="227180" y="260367"/>
                  <a:pt x="225419" y="257285"/>
                </a:cubicBezTo>
                <a:cubicBezTo>
                  <a:pt x="222684" y="252498"/>
                  <a:pt x="219423" y="246991"/>
                  <a:pt x="213513" y="245379"/>
                </a:cubicBezTo>
                <a:cubicBezTo>
                  <a:pt x="207339" y="243695"/>
                  <a:pt x="200813" y="243792"/>
                  <a:pt x="194463" y="242998"/>
                </a:cubicBezTo>
                <a:cubicBezTo>
                  <a:pt x="181889" y="247189"/>
                  <a:pt x="189408" y="243987"/>
                  <a:pt x="173032" y="254904"/>
                </a:cubicBezTo>
                <a:cubicBezTo>
                  <a:pt x="170651" y="255698"/>
                  <a:pt x="168302" y="256595"/>
                  <a:pt x="165888" y="257285"/>
                </a:cubicBezTo>
                <a:cubicBezTo>
                  <a:pt x="162741" y="258184"/>
                  <a:pt x="158877" y="257572"/>
                  <a:pt x="156363" y="259667"/>
                </a:cubicBezTo>
                <a:cubicBezTo>
                  <a:pt x="151209" y="263962"/>
                  <a:pt x="152205" y="271109"/>
                  <a:pt x="149219" y="276335"/>
                </a:cubicBezTo>
                <a:cubicBezTo>
                  <a:pt x="147250" y="279781"/>
                  <a:pt x="145840" y="284605"/>
                  <a:pt x="142075" y="285860"/>
                </a:cubicBezTo>
                <a:cubicBezTo>
                  <a:pt x="130680" y="289658"/>
                  <a:pt x="118263" y="289035"/>
                  <a:pt x="106357" y="290623"/>
                </a:cubicBezTo>
                <a:cubicBezTo>
                  <a:pt x="90397" y="286633"/>
                  <a:pt x="102859" y="290205"/>
                  <a:pt x="84925" y="283479"/>
                </a:cubicBezTo>
                <a:cubicBezTo>
                  <a:pt x="82575" y="282598"/>
                  <a:pt x="80027" y="282220"/>
                  <a:pt x="77782" y="281098"/>
                </a:cubicBezTo>
                <a:cubicBezTo>
                  <a:pt x="75222" y="279818"/>
                  <a:pt x="73019" y="277923"/>
                  <a:pt x="70638" y="276335"/>
                </a:cubicBezTo>
                <a:cubicBezTo>
                  <a:pt x="68257" y="275541"/>
                  <a:pt x="65944" y="274498"/>
                  <a:pt x="63494" y="273954"/>
                </a:cubicBezTo>
                <a:cubicBezTo>
                  <a:pt x="38349" y="268367"/>
                  <a:pt x="58145" y="274552"/>
                  <a:pt x="42063" y="269192"/>
                </a:cubicBezTo>
                <a:cubicBezTo>
                  <a:pt x="29363" y="268398"/>
                  <a:pt x="16640" y="267912"/>
                  <a:pt x="3963" y="266810"/>
                </a:cubicBezTo>
                <a:lnTo>
                  <a:pt x="0" y="266244"/>
                </a:lnTo>
                <a:close/>
              </a:path>
            </a:pathLst>
          </a:custGeom>
          <a:blipFill>
            <a:blip r:embed="rId8">
              <a:alphaModFix amt="85000"/>
            </a:blip>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421" name="줄무늬가 있는 오른쪽 화살표 6">
            <a:extLst>
              <a:ext uri="{FF2B5EF4-FFF2-40B4-BE49-F238E27FC236}">
                <a16:creationId xmlns:a16="http://schemas.microsoft.com/office/drawing/2014/main" id="{18BE4126-8863-4DDB-8032-B71E6C68B0B9}"/>
              </a:ext>
            </a:extLst>
          </p:cNvPr>
          <p:cNvSpPr/>
          <p:nvPr/>
        </p:nvSpPr>
        <p:spPr>
          <a:xfrm rot="16200000">
            <a:off x="1680106" y="641623"/>
            <a:ext cx="277002" cy="220474"/>
          </a:xfrm>
          <a:prstGeom prst="stripedRightArrow">
            <a:avLst>
              <a:gd name="adj1" fmla="val 50000"/>
              <a:gd name="adj2" fmla="val 60801"/>
            </a:avLst>
          </a:prstGeom>
          <a:solidFill>
            <a:schemeClr val="bg1"/>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2" name="줄무늬가 있는 오른쪽 화살표 6">
            <a:extLst>
              <a:ext uri="{FF2B5EF4-FFF2-40B4-BE49-F238E27FC236}">
                <a16:creationId xmlns:a16="http://schemas.microsoft.com/office/drawing/2014/main" id="{B359D084-B037-465D-A44D-AE99CB5737BE}"/>
              </a:ext>
            </a:extLst>
          </p:cNvPr>
          <p:cNvSpPr/>
          <p:nvPr/>
        </p:nvSpPr>
        <p:spPr>
          <a:xfrm rot="16200000">
            <a:off x="1673944" y="1243448"/>
            <a:ext cx="277002" cy="220474"/>
          </a:xfrm>
          <a:prstGeom prst="stripedRightArrow">
            <a:avLst>
              <a:gd name="adj1" fmla="val 50000"/>
              <a:gd name="adj2" fmla="val 60801"/>
            </a:avLst>
          </a:prstGeom>
          <a:solidFill>
            <a:schemeClr val="bg1"/>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3" name="줄무늬가 있는 오른쪽 화살표 6">
            <a:extLst>
              <a:ext uri="{FF2B5EF4-FFF2-40B4-BE49-F238E27FC236}">
                <a16:creationId xmlns:a16="http://schemas.microsoft.com/office/drawing/2014/main" id="{176F1BF4-DA20-4C06-B35B-28ED951562B1}"/>
              </a:ext>
            </a:extLst>
          </p:cNvPr>
          <p:cNvSpPr/>
          <p:nvPr/>
        </p:nvSpPr>
        <p:spPr>
          <a:xfrm rot="16200000">
            <a:off x="1698031" y="3536916"/>
            <a:ext cx="277002" cy="220474"/>
          </a:xfrm>
          <a:prstGeom prst="stripedRightArrow">
            <a:avLst>
              <a:gd name="adj1" fmla="val 50000"/>
              <a:gd name="adj2" fmla="val 60801"/>
            </a:avLst>
          </a:prstGeom>
          <a:solidFill>
            <a:schemeClr val="bg1"/>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4" name="줄무늬가 있는 오른쪽 화살표 6">
            <a:extLst>
              <a:ext uri="{FF2B5EF4-FFF2-40B4-BE49-F238E27FC236}">
                <a16:creationId xmlns:a16="http://schemas.microsoft.com/office/drawing/2014/main" id="{922DE490-A382-4DBA-91C2-54E241BD3A79}"/>
              </a:ext>
            </a:extLst>
          </p:cNvPr>
          <p:cNvSpPr/>
          <p:nvPr/>
        </p:nvSpPr>
        <p:spPr>
          <a:xfrm rot="16200000">
            <a:off x="1691869" y="4138741"/>
            <a:ext cx="277002" cy="220474"/>
          </a:xfrm>
          <a:prstGeom prst="stripedRightArrow">
            <a:avLst>
              <a:gd name="adj1" fmla="val 50000"/>
              <a:gd name="adj2" fmla="val 60801"/>
            </a:avLst>
          </a:prstGeom>
          <a:solidFill>
            <a:schemeClr val="bg1"/>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25" name="그룹 424">
            <a:extLst>
              <a:ext uri="{FF2B5EF4-FFF2-40B4-BE49-F238E27FC236}">
                <a16:creationId xmlns:a16="http://schemas.microsoft.com/office/drawing/2014/main" id="{D21AC0EB-F12A-4078-8A81-11C60F1FC99D}"/>
              </a:ext>
            </a:extLst>
          </p:cNvPr>
          <p:cNvGrpSpPr/>
          <p:nvPr/>
        </p:nvGrpSpPr>
        <p:grpSpPr>
          <a:xfrm>
            <a:off x="1659772" y="460454"/>
            <a:ext cx="312584" cy="141413"/>
            <a:chOff x="1844251" y="1200818"/>
            <a:chExt cx="312584" cy="141413"/>
          </a:xfrm>
        </p:grpSpPr>
        <p:sp>
          <p:nvSpPr>
            <p:cNvPr id="512" name="타원 511">
              <a:extLst>
                <a:ext uri="{FF2B5EF4-FFF2-40B4-BE49-F238E27FC236}">
                  <a16:creationId xmlns:a16="http://schemas.microsoft.com/office/drawing/2014/main" id="{F7451B65-62A8-4B4D-8376-8EAC85AB81D9}"/>
                </a:ext>
              </a:extLst>
            </p:cNvPr>
            <p:cNvSpPr/>
            <p:nvPr/>
          </p:nvSpPr>
          <p:spPr>
            <a:xfrm>
              <a:off x="1844251" y="1200818"/>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513" name="타원 512">
              <a:extLst>
                <a:ext uri="{FF2B5EF4-FFF2-40B4-BE49-F238E27FC236}">
                  <a16:creationId xmlns:a16="http://schemas.microsoft.com/office/drawing/2014/main" id="{D9F06C47-5872-4A11-B774-A4E9839803EB}"/>
                </a:ext>
              </a:extLst>
            </p:cNvPr>
            <p:cNvSpPr/>
            <p:nvPr/>
          </p:nvSpPr>
          <p:spPr>
            <a:xfrm>
              <a:off x="2051810" y="1237206"/>
              <a:ext cx="105025" cy="105025"/>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grpSp>
      <p:cxnSp>
        <p:nvCxnSpPr>
          <p:cNvPr id="426" name="직선 화살표 연결선 425">
            <a:extLst>
              <a:ext uri="{FF2B5EF4-FFF2-40B4-BE49-F238E27FC236}">
                <a16:creationId xmlns:a16="http://schemas.microsoft.com/office/drawing/2014/main" id="{807F0D6B-E19B-4EE4-A81F-A7EA64351A1B}"/>
              </a:ext>
            </a:extLst>
          </p:cNvPr>
          <p:cNvCxnSpPr>
            <a:cxnSpLocks/>
          </p:cNvCxnSpPr>
          <p:nvPr/>
        </p:nvCxnSpPr>
        <p:spPr>
          <a:xfrm>
            <a:off x="3775640" y="2601558"/>
            <a:ext cx="34036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7" name="직사각형 426">
                <a:extLst>
                  <a:ext uri="{FF2B5EF4-FFF2-40B4-BE49-F238E27FC236}">
                    <a16:creationId xmlns:a16="http://schemas.microsoft.com/office/drawing/2014/main" id="{3FA679FC-C794-44A7-9CFB-03DD825E4B5E}"/>
                  </a:ext>
                </a:extLst>
              </p:cNvPr>
              <p:cNvSpPr/>
              <p:nvPr/>
            </p:nvSpPr>
            <p:spPr>
              <a:xfrm>
                <a:off x="6658673" y="2579361"/>
                <a:ext cx="911256"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600" b="0" i="1" smtClean="0">
                          <a:latin typeface="Cambria Math" panose="02040503050406030204" pitchFamily="18" charset="0"/>
                          <a:cs typeface="Times New Roman" panose="02020603050405020304" pitchFamily="18" charset="0"/>
                        </a:rPr>
                        <m:t>𝑡</m:t>
                      </m:r>
                    </m:oMath>
                  </m:oMathPara>
                </a14:m>
                <a:endParaRPr lang="ko-KR" altLang="en-US" sz="1600" dirty="0"/>
              </a:p>
            </p:txBody>
          </p:sp>
        </mc:Choice>
        <mc:Fallback>
          <p:sp>
            <p:nvSpPr>
              <p:cNvPr id="427" name="직사각형 426">
                <a:extLst>
                  <a:ext uri="{FF2B5EF4-FFF2-40B4-BE49-F238E27FC236}">
                    <a16:creationId xmlns:a16="http://schemas.microsoft.com/office/drawing/2014/main" id="{3FA679FC-C794-44A7-9CFB-03DD825E4B5E}"/>
                  </a:ext>
                </a:extLst>
              </p:cNvPr>
              <p:cNvSpPr>
                <a:spLocks noRot="1" noChangeAspect="1" noMove="1" noResize="1" noEditPoints="1" noAdjustHandles="1" noChangeArrowheads="1" noChangeShapeType="1" noTextEdit="1"/>
              </p:cNvSpPr>
              <p:nvPr/>
            </p:nvSpPr>
            <p:spPr>
              <a:xfrm>
                <a:off x="6658673" y="2579361"/>
                <a:ext cx="911256" cy="338554"/>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28" name="직사각형 427">
                <a:extLst>
                  <a:ext uri="{FF2B5EF4-FFF2-40B4-BE49-F238E27FC236}">
                    <a16:creationId xmlns:a16="http://schemas.microsoft.com/office/drawing/2014/main" id="{E395AFFD-F23F-4640-8D3C-E98E534C1C3F}"/>
                  </a:ext>
                </a:extLst>
              </p:cNvPr>
              <p:cNvSpPr/>
              <p:nvPr/>
            </p:nvSpPr>
            <p:spPr>
              <a:xfrm>
                <a:off x="3084734" y="254481"/>
                <a:ext cx="657592"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600" i="1">
                          <a:latin typeface="Cambria Math" panose="02040503050406030204" pitchFamily="18" charset="0"/>
                          <a:cs typeface="Times New Roman" panose="02020603050405020304" pitchFamily="18" charset="0"/>
                        </a:rPr>
                        <m:t>𝐼</m:t>
                      </m:r>
                      <m:r>
                        <a:rPr lang="en-US" altLang="ko-KR" sz="1600" i="1">
                          <a:latin typeface="Cambria Math" panose="02040503050406030204" pitchFamily="18" charset="0"/>
                          <a:cs typeface="Times New Roman" panose="02020603050405020304" pitchFamily="18" charset="0"/>
                        </a:rPr>
                        <m:t>(</m:t>
                      </m:r>
                      <m:r>
                        <a:rPr lang="en-US" altLang="ko-KR" sz="1600" b="1" i="1" smtClean="0">
                          <a:latin typeface="Cambria Math" panose="02040503050406030204" pitchFamily="18" charset="0"/>
                          <a:cs typeface="Times New Roman" panose="02020603050405020304" pitchFamily="18" charset="0"/>
                        </a:rPr>
                        <m:t>𝒓</m:t>
                      </m:r>
                      <m:r>
                        <a:rPr lang="en-US" altLang="ko-KR" sz="1600" i="1" smtClean="0">
                          <a:latin typeface="Cambria Math" panose="02040503050406030204" pitchFamily="18" charset="0"/>
                          <a:cs typeface="Times New Roman" panose="02020603050405020304" pitchFamily="18" charset="0"/>
                        </a:rPr>
                        <m:t>,</m:t>
                      </m:r>
                      <m:r>
                        <a:rPr lang="en-US" altLang="ko-KR" sz="1600" i="1" smtClean="0">
                          <a:latin typeface="Cambria Math" panose="02040503050406030204" pitchFamily="18" charset="0"/>
                          <a:cs typeface="Times New Roman" panose="02020603050405020304" pitchFamily="18" charset="0"/>
                        </a:rPr>
                        <m:t>𝑡</m:t>
                      </m:r>
                      <m:r>
                        <a:rPr lang="en-US" altLang="ko-KR" sz="1600" i="1">
                          <a:latin typeface="Cambria Math" panose="02040503050406030204" pitchFamily="18" charset="0"/>
                          <a:cs typeface="Times New Roman" panose="02020603050405020304" pitchFamily="18" charset="0"/>
                        </a:rPr>
                        <m:t>)</m:t>
                      </m:r>
                    </m:oMath>
                  </m:oMathPara>
                </a14:m>
                <a:endParaRPr lang="ko-KR" altLang="en-US" sz="1600" i="1" dirty="0">
                  <a:latin typeface="Times New Roman" panose="02020603050405020304" pitchFamily="18" charset="0"/>
                  <a:cs typeface="Times New Roman" panose="02020603050405020304" pitchFamily="18" charset="0"/>
                </a:endParaRPr>
              </a:p>
            </p:txBody>
          </p:sp>
        </mc:Choice>
        <mc:Fallback>
          <p:sp>
            <p:nvSpPr>
              <p:cNvPr id="428" name="직사각형 427">
                <a:extLst>
                  <a:ext uri="{FF2B5EF4-FFF2-40B4-BE49-F238E27FC236}">
                    <a16:creationId xmlns:a16="http://schemas.microsoft.com/office/drawing/2014/main" id="{E395AFFD-F23F-4640-8D3C-E98E534C1C3F}"/>
                  </a:ext>
                </a:extLst>
              </p:cNvPr>
              <p:cNvSpPr>
                <a:spLocks noRot="1" noChangeAspect="1" noMove="1" noResize="1" noEditPoints="1" noAdjustHandles="1" noChangeArrowheads="1" noChangeShapeType="1" noTextEdit="1"/>
              </p:cNvSpPr>
              <p:nvPr/>
            </p:nvSpPr>
            <p:spPr>
              <a:xfrm>
                <a:off x="3084734" y="254481"/>
                <a:ext cx="657592" cy="338554"/>
              </a:xfrm>
              <a:prstGeom prst="rect">
                <a:avLst/>
              </a:prstGeom>
              <a:blipFill>
                <a:blip r:embed="rId10"/>
                <a:stretch>
                  <a:fillRect l="-4630" b="-12727"/>
                </a:stretch>
              </a:blipFill>
            </p:spPr>
            <p:txBody>
              <a:bodyPr/>
              <a:lstStyle/>
              <a:p>
                <a:r>
                  <a:rPr lang="ko-KR" altLang="en-US">
                    <a:noFill/>
                  </a:rPr>
                  <a:t> </a:t>
                </a:r>
              </a:p>
            </p:txBody>
          </p:sp>
        </mc:Fallback>
      </mc:AlternateContent>
      <p:grpSp>
        <p:nvGrpSpPr>
          <p:cNvPr id="429" name="그룹 428">
            <a:extLst>
              <a:ext uri="{FF2B5EF4-FFF2-40B4-BE49-F238E27FC236}">
                <a16:creationId xmlns:a16="http://schemas.microsoft.com/office/drawing/2014/main" id="{65C3C0D1-C2C4-4C09-BFD4-5563CC015145}"/>
              </a:ext>
            </a:extLst>
          </p:cNvPr>
          <p:cNvGrpSpPr/>
          <p:nvPr/>
        </p:nvGrpSpPr>
        <p:grpSpPr>
          <a:xfrm>
            <a:off x="2604022" y="1154111"/>
            <a:ext cx="1069444" cy="990548"/>
            <a:chOff x="2194491" y="2430227"/>
            <a:chExt cx="1401062" cy="1297702"/>
          </a:xfrm>
        </p:grpSpPr>
        <p:grpSp>
          <p:nvGrpSpPr>
            <p:cNvPr id="504" name="그룹 503">
              <a:extLst>
                <a:ext uri="{FF2B5EF4-FFF2-40B4-BE49-F238E27FC236}">
                  <a16:creationId xmlns:a16="http://schemas.microsoft.com/office/drawing/2014/main" id="{098982C6-AE7A-46E5-95DA-EDE323352C5C}"/>
                </a:ext>
              </a:extLst>
            </p:cNvPr>
            <p:cNvGrpSpPr/>
            <p:nvPr/>
          </p:nvGrpSpPr>
          <p:grpSpPr>
            <a:xfrm>
              <a:off x="2521623" y="3165690"/>
              <a:ext cx="668819" cy="221281"/>
              <a:chOff x="6204600" y="4165600"/>
              <a:chExt cx="2610610" cy="863729"/>
            </a:xfrm>
            <a:noFill/>
            <a:scene3d>
              <a:camera prst="isometricOffAxis1Top">
                <a:rot lat="19722016" lon="3375994" rev="17414914"/>
              </a:camera>
              <a:lightRig rig="threePt" dir="t"/>
            </a:scene3d>
          </p:grpSpPr>
          <p:sp>
            <p:nvSpPr>
              <p:cNvPr id="509" name="직사각형 508">
                <a:extLst>
                  <a:ext uri="{FF2B5EF4-FFF2-40B4-BE49-F238E27FC236}">
                    <a16:creationId xmlns:a16="http://schemas.microsoft.com/office/drawing/2014/main" id="{21A26D40-718B-4DB7-A106-9E7E50B04E8E}"/>
                  </a:ext>
                </a:extLst>
              </p:cNvPr>
              <p:cNvSpPr/>
              <p:nvPr/>
            </p:nvSpPr>
            <p:spPr>
              <a:xfrm>
                <a:off x="620460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0" name="직사각형 509">
                <a:extLst>
                  <a:ext uri="{FF2B5EF4-FFF2-40B4-BE49-F238E27FC236}">
                    <a16:creationId xmlns:a16="http://schemas.microsoft.com/office/drawing/2014/main" id="{5178BD77-7A0C-4A93-A26B-D59E3CBD2AE4}"/>
                  </a:ext>
                </a:extLst>
              </p:cNvPr>
              <p:cNvSpPr/>
              <p:nvPr/>
            </p:nvSpPr>
            <p:spPr>
              <a:xfrm>
                <a:off x="707673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1" name="직사각형 510">
                <a:extLst>
                  <a:ext uri="{FF2B5EF4-FFF2-40B4-BE49-F238E27FC236}">
                    <a16:creationId xmlns:a16="http://schemas.microsoft.com/office/drawing/2014/main" id="{2CC84EFF-17CA-492E-9789-99A4F073F200}"/>
                  </a:ext>
                </a:extLst>
              </p:cNvPr>
              <p:cNvSpPr/>
              <p:nvPr/>
            </p:nvSpPr>
            <p:spPr>
              <a:xfrm>
                <a:off x="7951481"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05" name="자유형: 도형 504">
              <a:extLst>
                <a:ext uri="{FF2B5EF4-FFF2-40B4-BE49-F238E27FC236}">
                  <a16:creationId xmlns:a16="http://schemas.microsoft.com/office/drawing/2014/main" id="{0C4D4F39-E357-4A67-8BED-2FC2D38F552F}"/>
                </a:ext>
              </a:extLst>
            </p:cNvPr>
            <p:cNvSpPr/>
            <p:nvPr/>
          </p:nvSpPr>
          <p:spPr>
            <a:xfrm>
              <a:off x="2194491" y="2430227"/>
              <a:ext cx="1152145" cy="1140359"/>
            </a:xfrm>
            <a:custGeom>
              <a:avLst/>
              <a:gdLst>
                <a:gd name="connsiteX0" fmla="*/ 427635 w 906780"/>
                <a:gd name="connsiteY0" fmla="*/ 0 h 897504"/>
                <a:gd name="connsiteX1" fmla="*/ 484785 w 906780"/>
                <a:gd name="connsiteY1" fmla="*/ 4762 h 897504"/>
                <a:gd name="connsiteX2" fmla="*/ 494310 w 906780"/>
                <a:gd name="connsiteY2" fmla="*/ 19050 h 897504"/>
                <a:gd name="connsiteX3" fmla="*/ 508597 w 906780"/>
                <a:gd name="connsiteY3" fmla="*/ 42862 h 897504"/>
                <a:gd name="connsiteX4" fmla="*/ 518122 w 906780"/>
                <a:gd name="connsiteY4" fmla="*/ 80962 h 897504"/>
                <a:gd name="connsiteX5" fmla="*/ 527647 w 906780"/>
                <a:gd name="connsiteY5" fmla="*/ 119062 h 897504"/>
                <a:gd name="connsiteX6" fmla="*/ 537172 w 906780"/>
                <a:gd name="connsiteY6" fmla="*/ 152400 h 897504"/>
                <a:gd name="connsiteX7" fmla="*/ 546697 w 906780"/>
                <a:gd name="connsiteY7" fmla="*/ 209550 h 897504"/>
                <a:gd name="connsiteX8" fmla="*/ 556222 w 906780"/>
                <a:gd name="connsiteY8" fmla="*/ 247650 h 897504"/>
                <a:gd name="connsiteX9" fmla="*/ 560985 w 906780"/>
                <a:gd name="connsiteY9" fmla="*/ 261937 h 897504"/>
                <a:gd name="connsiteX10" fmla="*/ 565747 w 906780"/>
                <a:gd name="connsiteY10" fmla="*/ 285750 h 897504"/>
                <a:gd name="connsiteX11" fmla="*/ 580035 w 906780"/>
                <a:gd name="connsiteY11" fmla="*/ 319087 h 897504"/>
                <a:gd name="connsiteX12" fmla="*/ 584797 w 906780"/>
                <a:gd name="connsiteY12" fmla="*/ 342900 h 897504"/>
                <a:gd name="connsiteX13" fmla="*/ 594322 w 906780"/>
                <a:gd name="connsiteY13" fmla="*/ 357187 h 897504"/>
                <a:gd name="connsiteX14" fmla="*/ 599085 w 906780"/>
                <a:gd name="connsiteY14" fmla="*/ 381000 h 897504"/>
                <a:gd name="connsiteX15" fmla="*/ 613372 w 906780"/>
                <a:gd name="connsiteY15" fmla="*/ 419100 h 897504"/>
                <a:gd name="connsiteX16" fmla="*/ 622897 w 906780"/>
                <a:gd name="connsiteY16" fmla="*/ 452437 h 897504"/>
                <a:gd name="connsiteX17" fmla="*/ 632422 w 906780"/>
                <a:gd name="connsiteY17" fmla="*/ 466725 h 897504"/>
                <a:gd name="connsiteX18" fmla="*/ 651472 w 906780"/>
                <a:gd name="connsiteY18" fmla="*/ 500062 h 897504"/>
                <a:gd name="connsiteX19" fmla="*/ 665760 w 906780"/>
                <a:gd name="connsiteY19" fmla="*/ 509587 h 897504"/>
                <a:gd name="connsiteX20" fmla="*/ 684810 w 906780"/>
                <a:gd name="connsiteY20" fmla="*/ 519112 h 897504"/>
                <a:gd name="connsiteX21" fmla="*/ 713385 w 906780"/>
                <a:gd name="connsiteY21" fmla="*/ 533400 h 897504"/>
                <a:gd name="connsiteX22" fmla="*/ 727672 w 906780"/>
                <a:gd name="connsiteY22" fmla="*/ 547687 h 897504"/>
                <a:gd name="connsiteX23" fmla="*/ 741960 w 906780"/>
                <a:gd name="connsiteY23" fmla="*/ 557212 h 897504"/>
                <a:gd name="connsiteX24" fmla="*/ 770535 w 906780"/>
                <a:gd name="connsiteY24" fmla="*/ 585787 h 897504"/>
                <a:gd name="connsiteX25" fmla="*/ 789585 w 906780"/>
                <a:gd name="connsiteY25" fmla="*/ 604837 h 897504"/>
                <a:gd name="connsiteX26" fmla="*/ 818160 w 906780"/>
                <a:gd name="connsiteY26" fmla="*/ 623887 h 897504"/>
                <a:gd name="connsiteX27" fmla="*/ 841972 w 906780"/>
                <a:gd name="connsiteY27" fmla="*/ 642937 h 897504"/>
                <a:gd name="connsiteX28" fmla="*/ 851497 w 906780"/>
                <a:gd name="connsiteY28" fmla="*/ 657225 h 897504"/>
                <a:gd name="connsiteX29" fmla="*/ 870547 w 906780"/>
                <a:gd name="connsiteY29" fmla="*/ 661987 h 897504"/>
                <a:gd name="connsiteX30" fmla="*/ 900665 w 906780"/>
                <a:gd name="connsiteY30" fmla="*/ 673119 h 897504"/>
                <a:gd name="connsiteX31" fmla="*/ 906780 w 906780"/>
                <a:gd name="connsiteY31" fmla="*/ 674633 h 897504"/>
                <a:gd name="connsiteX32" fmla="*/ 906780 w 906780"/>
                <a:gd name="connsiteY32" fmla="*/ 685080 h 897504"/>
                <a:gd name="connsiteX33" fmla="*/ 887702 w 906780"/>
                <a:gd name="connsiteY33" fmla="*/ 691062 h 897504"/>
                <a:gd name="connsiteX34" fmla="*/ 861022 w 906780"/>
                <a:gd name="connsiteY34" fmla="*/ 700087 h 897504"/>
                <a:gd name="connsiteX35" fmla="*/ 846735 w 906780"/>
                <a:gd name="connsiteY35" fmla="*/ 709612 h 897504"/>
                <a:gd name="connsiteX36" fmla="*/ 818160 w 906780"/>
                <a:gd name="connsiteY36" fmla="*/ 719137 h 897504"/>
                <a:gd name="connsiteX37" fmla="*/ 803872 w 906780"/>
                <a:gd name="connsiteY37" fmla="*/ 728662 h 897504"/>
                <a:gd name="connsiteX38" fmla="*/ 770535 w 906780"/>
                <a:gd name="connsiteY38" fmla="*/ 742950 h 897504"/>
                <a:gd name="connsiteX39" fmla="*/ 751485 w 906780"/>
                <a:gd name="connsiteY39" fmla="*/ 747712 h 897504"/>
                <a:gd name="connsiteX40" fmla="*/ 727672 w 906780"/>
                <a:gd name="connsiteY40" fmla="*/ 752475 h 897504"/>
                <a:gd name="connsiteX41" fmla="*/ 713385 w 906780"/>
                <a:gd name="connsiteY41" fmla="*/ 766762 h 897504"/>
                <a:gd name="connsiteX42" fmla="*/ 675285 w 906780"/>
                <a:gd name="connsiteY42" fmla="*/ 776287 h 897504"/>
                <a:gd name="connsiteX43" fmla="*/ 641947 w 906780"/>
                <a:gd name="connsiteY43" fmla="*/ 785812 h 897504"/>
                <a:gd name="connsiteX44" fmla="*/ 603847 w 906780"/>
                <a:gd name="connsiteY44" fmla="*/ 795337 h 897504"/>
                <a:gd name="connsiteX45" fmla="*/ 584797 w 906780"/>
                <a:gd name="connsiteY45" fmla="*/ 804862 h 897504"/>
                <a:gd name="connsiteX46" fmla="*/ 560985 w 906780"/>
                <a:gd name="connsiteY46" fmla="*/ 814387 h 897504"/>
                <a:gd name="connsiteX47" fmla="*/ 522885 w 906780"/>
                <a:gd name="connsiteY47" fmla="*/ 833437 h 897504"/>
                <a:gd name="connsiteX48" fmla="*/ 475260 w 906780"/>
                <a:gd name="connsiteY48" fmla="*/ 857250 h 897504"/>
                <a:gd name="connsiteX49" fmla="*/ 446685 w 906780"/>
                <a:gd name="connsiteY49" fmla="*/ 871537 h 897504"/>
                <a:gd name="connsiteX50" fmla="*/ 437160 w 906780"/>
                <a:gd name="connsiteY50" fmla="*/ 885825 h 897504"/>
                <a:gd name="connsiteX51" fmla="*/ 413801 w 906780"/>
                <a:gd name="connsiteY51" fmla="*/ 897504 h 897504"/>
                <a:gd name="connsiteX52" fmla="*/ 400557 w 906780"/>
                <a:gd name="connsiteY52" fmla="*/ 897504 h 897504"/>
                <a:gd name="connsiteX53" fmla="*/ 394164 w 906780"/>
                <a:gd name="connsiteY53" fmla="*/ 895427 h 897504"/>
                <a:gd name="connsiteX54" fmla="*/ 380010 w 906780"/>
                <a:gd name="connsiteY54" fmla="*/ 885825 h 897504"/>
                <a:gd name="connsiteX55" fmla="*/ 365722 w 906780"/>
                <a:gd name="connsiteY55" fmla="*/ 881062 h 897504"/>
                <a:gd name="connsiteX56" fmla="*/ 351435 w 906780"/>
                <a:gd name="connsiteY56" fmla="*/ 866775 h 897504"/>
                <a:gd name="connsiteX57" fmla="*/ 332385 w 906780"/>
                <a:gd name="connsiteY57" fmla="*/ 857250 h 897504"/>
                <a:gd name="connsiteX58" fmla="*/ 308572 w 906780"/>
                <a:gd name="connsiteY58" fmla="*/ 842962 h 897504"/>
                <a:gd name="connsiteX59" fmla="*/ 279997 w 906780"/>
                <a:gd name="connsiteY59" fmla="*/ 819150 h 897504"/>
                <a:gd name="connsiteX60" fmla="*/ 260947 w 906780"/>
                <a:gd name="connsiteY60" fmla="*/ 809625 h 897504"/>
                <a:gd name="connsiteX61" fmla="*/ 213322 w 906780"/>
                <a:gd name="connsiteY61" fmla="*/ 776287 h 897504"/>
                <a:gd name="connsiteX62" fmla="*/ 194272 w 906780"/>
                <a:gd name="connsiteY62" fmla="*/ 766762 h 897504"/>
                <a:gd name="connsiteX63" fmla="*/ 151410 w 906780"/>
                <a:gd name="connsiteY63" fmla="*/ 738187 h 897504"/>
                <a:gd name="connsiteX64" fmla="*/ 137122 w 906780"/>
                <a:gd name="connsiteY64" fmla="*/ 733425 h 897504"/>
                <a:gd name="connsiteX65" fmla="*/ 103785 w 906780"/>
                <a:gd name="connsiteY65" fmla="*/ 714375 h 897504"/>
                <a:gd name="connsiteX66" fmla="*/ 89497 w 906780"/>
                <a:gd name="connsiteY66" fmla="*/ 709612 h 897504"/>
                <a:gd name="connsiteX67" fmla="*/ 70447 w 906780"/>
                <a:gd name="connsiteY67" fmla="*/ 690562 h 897504"/>
                <a:gd name="connsiteX68" fmla="*/ 51397 w 906780"/>
                <a:gd name="connsiteY68" fmla="*/ 681037 h 897504"/>
                <a:gd name="connsiteX69" fmla="*/ 37110 w 906780"/>
                <a:gd name="connsiteY69" fmla="*/ 666750 h 897504"/>
                <a:gd name="connsiteX70" fmla="*/ 18060 w 906780"/>
                <a:gd name="connsiteY70" fmla="*/ 657225 h 897504"/>
                <a:gd name="connsiteX71" fmla="*/ 0 w 906780"/>
                <a:gd name="connsiteY71" fmla="*/ 643680 h 897504"/>
                <a:gd name="connsiteX72" fmla="*/ 0 w 906780"/>
                <a:gd name="connsiteY72" fmla="*/ 616248 h 897504"/>
                <a:gd name="connsiteX73" fmla="*/ 41872 w 906780"/>
                <a:gd name="connsiteY73" fmla="*/ 595312 h 897504"/>
                <a:gd name="connsiteX74" fmla="*/ 65685 w 906780"/>
                <a:gd name="connsiteY74" fmla="*/ 581025 h 897504"/>
                <a:gd name="connsiteX75" fmla="*/ 89497 w 906780"/>
                <a:gd name="connsiteY75" fmla="*/ 571500 h 897504"/>
                <a:gd name="connsiteX76" fmla="*/ 122835 w 906780"/>
                <a:gd name="connsiteY76" fmla="*/ 547687 h 897504"/>
                <a:gd name="connsiteX77" fmla="*/ 137122 w 906780"/>
                <a:gd name="connsiteY77" fmla="*/ 542925 h 897504"/>
                <a:gd name="connsiteX78" fmla="*/ 156172 w 906780"/>
                <a:gd name="connsiteY78" fmla="*/ 533400 h 897504"/>
                <a:gd name="connsiteX79" fmla="*/ 227610 w 906780"/>
                <a:gd name="connsiteY79" fmla="*/ 523875 h 897504"/>
                <a:gd name="connsiteX80" fmla="*/ 246660 w 906780"/>
                <a:gd name="connsiteY80" fmla="*/ 500062 h 897504"/>
                <a:gd name="connsiteX81" fmla="*/ 260947 w 906780"/>
                <a:gd name="connsiteY81" fmla="*/ 447675 h 897504"/>
                <a:gd name="connsiteX82" fmla="*/ 265710 w 906780"/>
                <a:gd name="connsiteY82" fmla="*/ 433387 h 897504"/>
                <a:gd name="connsiteX83" fmla="*/ 270472 w 906780"/>
                <a:gd name="connsiteY83" fmla="*/ 414337 h 897504"/>
                <a:gd name="connsiteX84" fmla="*/ 279997 w 906780"/>
                <a:gd name="connsiteY84" fmla="*/ 395287 h 897504"/>
                <a:gd name="connsiteX85" fmla="*/ 284760 w 906780"/>
                <a:gd name="connsiteY85" fmla="*/ 323850 h 897504"/>
                <a:gd name="connsiteX86" fmla="*/ 289522 w 906780"/>
                <a:gd name="connsiteY86" fmla="*/ 309562 h 897504"/>
                <a:gd name="connsiteX87" fmla="*/ 294285 w 906780"/>
                <a:gd name="connsiteY87" fmla="*/ 290512 h 897504"/>
                <a:gd name="connsiteX88" fmla="*/ 308572 w 906780"/>
                <a:gd name="connsiteY88" fmla="*/ 252412 h 897504"/>
                <a:gd name="connsiteX89" fmla="*/ 327622 w 906780"/>
                <a:gd name="connsiteY89" fmla="*/ 209550 h 897504"/>
                <a:gd name="connsiteX90" fmla="*/ 356197 w 906780"/>
                <a:gd name="connsiteY90" fmla="*/ 133350 h 897504"/>
                <a:gd name="connsiteX91" fmla="*/ 375247 w 906780"/>
                <a:gd name="connsiteY91" fmla="*/ 95250 h 897504"/>
                <a:gd name="connsiteX92" fmla="*/ 384772 w 906780"/>
                <a:gd name="connsiteY92" fmla="*/ 61912 h 897504"/>
                <a:gd name="connsiteX93" fmla="*/ 389535 w 906780"/>
                <a:gd name="connsiteY93" fmla="*/ 42862 h 897504"/>
                <a:gd name="connsiteX94" fmla="*/ 399060 w 906780"/>
                <a:gd name="connsiteY94" fmla="*/ 14287 h 897504"/>
                <a:gd name="connsiteX95" fmla="*/ 427635 w 906780"/>
                <a:gd name="connsiteY95" fmla="*/ 0 h 897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906780" h="897504">
                  <a:moveTo>
                    <a:pt x="427635" y="0"/>
                  </a:moveTo>
                  <a:cubicBezTo>
                    <a:pt x="446685" y="1587"/>
                    <a:pt x="466404" y="-490"/>
                    <a:pt x="484785" y="4762"/>
                  </a:cubicBezTo>
                  <a:cubicBezTo>
                    <a:pt x="490289" y="6334"/>
                    <a:pt x="491276" y="14196"/>
                    <a:pt x="494310" y="19050"/>
                  </a:cubicBezTo>
                  <a:cubicBezTo>
                    <a:pt x="499216" y="26899"/>
                    <a:pt x="503835" y="34925"/>
                    <a:pt x="508597" y="42862"/>
                  </a:cubicBezTo>
                  <a:cubicBezTo>
                    <a:pt x="520249" y="101118"/>
                    <a:pt x="507139" y="40689"/>
                    <a:pt x="518122" y="80962"/>
                  </a:cubicBezTo>
                  <a:cubicBezTo>
                    <a:pt x="521566" y="93592"/>
                    <a:pt x="524051" y="106475"/>
                    <a:pt x="527647" y="119062"/>
                  </a:cubicBezTo>
                  <a:cubicBezTo>
                    <a:pt x="530822" y="130175"/>
                    <a:pt x="534791" y="141091"/>
                    <a:pt x="537172" y="152400"/>
                  </a:cubicBezTo>
                  <a:cubicBezTo>
                    <a:pt x="541151" y="171299"/>
                    <a:pt x="540589" y="191229"/>
                    <a:pt x="546697" y="209550"/>
                  </a:cubicBezTo>
                  <a:cubicBezTo>
                    <a:pt x="557585" y="242208"/>
                    <a:pt x="544728" y="201674"/>
                    <a:pt x="556222" y="247650"/>
                  </a:cubicBezTo>
                  <a:cubicBezTo>
                    <a:pt x="557440" y="252520"/>
                    <a:pt x="559767" y="257067"/>
                    <a:pt x="560985" y="261937"/>
                  </a:cubicBezTo>
                  <a:cubicBezTo>
                    <a:pt x="562948" y="269790"/>
                    <a:pt x="563784" y="277897"/>
                    <a:pt x="565747" y="285750"/>
                  </a:cubicBezTo>
                  <a:cubicBezTo>
                    <a:pt x="569250" y="299761"/>
                    <a:pt x="573223" y="305463"/>
                    <a:pt x="580035" y="319087"/>
                  </a:cubicBezTo>
                  <a:cubicBezTo>
                    <a:pt x="581622" y="327025"/>
                    <a:pt x="581955" y="335321"/>
                    <a:pt x="584797" y="342900"/>
                  </a:cubicBezTo>
                  <a:cubicBezTo>
                    <a:pt x="586807" y="348259"/>
                    <a:pt x="592312" y="351828"/>
                    <a:pt x="594322" y="357187"/>
                  </a:cubicBezTo>
                  <a:cubicBezTo>
                    <a:pt x="597164" y="364766"/>
                    <a:pt x="597122" y="373147"/>
                    <a:pt x="599085" y="381000"/>
                  </a:cubicBezTo>
                  <a:cubicBezTo>
                    <a:pt x="602430" y="394379"/>
                    <a:pt x="609000" y="405984"/>
                    <a:pt x="613372" y="419100"/>
                  </a:cubicBezTo>
                  <a:cubicBezTo>
                    <a:pt x="616422" y="428249"/>
                    <a:pt x="618313" y="443269"/>
                    <a:pt x="622897" y="452437"/>
                  </a:cubicBezTo>
                  <a:cubicBezTo>
                    <a:pt x="625457" y="457557"/>
                    <a:pt x="629862" y="461605"/>
                    <a:pt x="632422" y="466725"/>
                  </a:cubicBezTo>
                  <a:cubicBezTo>
                    <a:pt x="643319" y="488518"/>
                    <a:pt x="628444" y="477034"/>
                    <a:pt x="651472" y="500062"/>
                  </a:cubicBezTo>
                  <a:cubicBezTo>
                    <a:pt x="655519" y="504109"/>
                    <a:pt x="660790" y="506747"/>
                    <a:pt x="665760" y="509587"/>
                  </a:cubicBezTo>
                  <a:cubicBezTo>
                    <a:pt x="671924" y="513109"/>
                    <a:pt x="678285" y="516315"/>
                    <a:pt x="684810" y="519112"/>
                  </a:cubicBezTo>
                  <a:cubicBezTo>
                    <a:pt x="702497" y="526692"/>
                    <a:pt x="697235" y="519942"/>
                    <a:pt x="713385" y="533400"/>
                  </a:cubicBezTo>
                  <a:cubicBezTo>
                    <a:pt x="718559" y="537712"/>
                    <a:pt x="722498" y="543375"/>
                    <a:pt x="727672" y="547687"/>
                  </a:cubicBezTo>
                  <a:cubicBezTo>
                    <a:pt x="732069" y="551351"/>
                    <a:pt x="737682" y="553409"/>
                    <a:pt x="741960" y="557212"/>
                  </a:cubicBezTo>
                  <a:cubicBezTo>
                    <a:pt x="752028" y="566161"/>
                    <a:pt x="761010" y="576262"/>
                    <a:pt x="770535" y="585787"/>
                  </a:cubicBezTo>
                  <a:cubicBezTo>
                    <a:pt x="776885" y="592137"/>
                    <a:pt x="782113" y="599856"/>
                    <a:pt x="789585" y="604837"/>
                  </a:cubicBezTo>
                  <a:lnTo>
                    <a:pt x="818160" y="623887"/>
                  </a:lnTo>
                  <a:cubicBezTo>
                    <a:pt x="845458" y="664836"/>
                    <a:pt x="809109" y="616646"/>
                    <a:pt x="841972" y="642937"/>
                  </a:cubicBezTo>
                  <a:cubicBezTo>
                    <a:pt x="846442" y="646513"/>
                    <a:pt x="846734" y="654050"/>
                    <a:pt x="851497" y="657225"/>
                  </a:cubicBezTo>
                  <a:cubicBezTo>
                    <a:pt x="856943" y="660856"/>
                    <a:pt x="864337" y="659917"/>
                    <a:pt x="870547" y="661987"/>
                  </a:cubicBezTo>
                  <a:cubicBezTo>
                    <a:pt x="917637" y="677683"/>
                    <a:pt x="880176" y="668109"/>
                    <a:pt x="900665" y="673119"/>
                  </a:cubicBezTo>
                  <a:lnTo>
                    <a:pt x="906780" y="674633"/>
                  </a:lnTo>
                  <a:lnTo>
                    <a:pt x="906780" y="685080"/>
                  </a:lnTo>
                  <a:lnTo>
                    <a:pt x="887702" y="691062"/>
                  </a:lnTo>
                  <a:cubicBezTo>
                    <a:pt x="877825" y="694248"/>
                    <a:pt x="868454" y="697385"/>
                    <a:pt x="861022" y="700087"/>
                  </a:cubicBezTo>
                  <a:cubicBezTo>
                    <a:pt x="855643" y="702043"/>
                    <a:pt x="851497" y="706437"/>
                    <a:pt x="846735" y="709612"/>
                  </a:cubicBezTo>
                  <a:cubicBezTo>
                    <a:pt x="838381" y="715181"/>
                    <a:pt x="827335" y="715059"/>
                    <a:pt x="818160" y="719137"/>
                  </a:cubicBezTo>
                  <a:cubicBezTo>
                    <a:pt x="812929" y="721462"/>
                    <a:pt x="809133" y="726407"/>
                    <a:pt x="803872" y="728662"/>
                  </a:cubicBezTo>
                  <a:cubicBezTo>
                    <a:pt x="760820" y="747113"/>
                    <a:pt x="806401" y="719039"/>
                    <a:pt x="770535" y="742950"/>
                  </a:cubicBezTo>
                  <a:cubicBezTo>
                    <a:pt x="764185" y="744537"/>
                    <a:pt x="757875" y="746292"/>
                    <a:pt x="751485" y="747712"/>
                  </a:cubicBezTo>
                  <a:cubicBezTo>
                    <a:pt x="743583" y="749468"/>
                    <a:pt x="734912" y="748855"/>
                    <a:pt x="727672" y="752475"/>
                  </a:cubicBezTo>
                  <a:cubicBezTo>
                    <a:pt x="721648" y="755487"/>
                    <a:pt x="718147" y="762000"/>
                    <a:pt x="713385" y="766762"/>
                  </a:cubicBezTo>
                  <a:cubicBezTo>
                    <a:pt x="687851" y="775274"/>
                    <a:pt x="709771" y="768623"/>
                    <a:pt x="675285" y="776287"/>
                  </a:cubicBezTo>
                  <a:cubicBezTo>
                    <a:pt x="657353" y="780272"/>
                    <a:pt x="657852" y="780511"/>
                    <a:pt x="641947" y="785812"/>
                  </a:cubicBezTo>
                  <a:cubicBezTo>
                    <a:pt x="629528" y="789951"/>
                    <a:pt x="616266" y="791197"/>
                    <a:pt x="603847" y="795337"/>
                  </a:cubicBezTo>
                  <a:cubicBezTo>
                    <a:pt x="597112" y="797582"/>
                    <a:pt x="591285" y="801979"/>
                    <a:pt x="584797" y="804862"/>
                  </a:cubicBezTo>
                  <a:cubicBezTo>
                    <a:pt x="576985" y="808334"/>
                    <a:pt x="568922" y="811212"/>
                    <a:pt x="560985" y="814387"/>
                  </a:cubicBezTo>
                  <a:cubicBezTo>
                    <a:pt x="547802" y="819660"/>
                    <a:pt x="535992" y="827976"/>
                    <a:pt x="522885" y="833437"/>
                  </a:cubicBezTo>
                  <a:cubicBezTo>
                    <a:pt x="472627" y="854378"/>
                    <a:pt x="544439" y="811131"/>
                    <a:pt x="475260" y="857250"/>
                  </a:cubicBezTo>
                  <a:cubicBezTo>
                    <a:pt x="463639" y="861123"/>
                    <a:pt x="455918" y="862304"/>
                    <a:pt x="446685" y="871537"/>
                  </a:cubicBezTo>
                  <a:cubicBezTo>
                    <a:pt x="442638" y="875585"/>
                    <a:pt x="441739" y="882391"/>
                    <a:pt x="437160" y="885825"/>
                  </a:cubicBezTo>
                  <a:lnTo>
                    <a:pt x="413801" y="897504"/>
                  </a:lnTo>
                  <a:lnTo>
                    <a:pt x="400557" y="897504"/>
                  </a:lnTo>
                  <a:lnTo>
                    <a:pt x="394164" y="895427"/>
                  </a:lnTo>
                  <a:cubicBezTo>
                    <a:pt x="389732" y="894053"/>
                    <a:pt x="407702" y="899671"/>
                    <a:pt x="380010" y="885825"/>
                  </a:cubicBezTo>
                  <a:cubicBezTo>
                    <a:pt x="375520" y="883580"/>
                    <a:pt x="369899" y="883847"/>
                    <a:pt x="365722" y="881062"/>
                  </a:cubicBezTo>
                  <a:cubicBezTo>
                    <a:pt x="360118" y="877326"/>
                    <a:pt x="356915" y="870690"/>
                    <a:pt x="351435" y="866775"/>
                  </a:cubicBezTo>
                  <a:cubicBezTo>
                    <a:pt x="345658" y="862649"/>
                    <a:pt x="338591" y="860698"/>
                    <a:pt x="332385" y="857250"/>
                  </a:cubicBezTo>
                  <a:cubicBezTo>
                    <a:pt x="324293" y="852754"/>
                    <a:pt x="316422" y="847868"/>
                    <a:pt x="308572" y="842962"/>
                  </a:cubicBezTo>
                  <a:cubicBezTo>
                    <a:pt x="248094" y="805163"/>
                    <a:pt x="346092" y="866359"/>
                    <a:pt x="279997" y="819150"/>
                  </a:cubicBezTo>
                  <a:cubicBezTo>
                    <a:pt x="274220" y="815024"/>
                    <a:pt x="267297" y="812800"/>
                    <a:pt x="260947" y="809625"/>
                  </a:cubicBezTo>
                  <a:cubicBezTo>
                    <a:pt x="231987" y="795145"/>
                    <a:pt x="237218" y="791222"/>
                    <a:pt x="213322" y="776287"/>
                  </a:cubicBezTo>
                  <a:cubicBezTo>
                    <a:pt x="207302" y="772524"/>
                    <a:pt x="200179" y="770700"/>
                    <a:pt x="194272" y="766762"/>
                  </a:cubicBezTo>
                  <a:cubicBezTo>
                    <a:pt x="160568" y="744292"/>
                    <a:pt x="182589" y="751549"/>
                    <a:pt x="151410" y="738187"/>
                  </a:cubicBezTo>
                  <a:cubicBezTo>
                    <a:pt x="146796" y="736210"/>
                    <a:pt x="141612" y="735670"/>
                    <a:pt x="137122" y="733425"/>
                  </a:cubicBezTo>
                  <a:cubicBezTo>
                    <a:pt x="89270" y="709500"/>
                    <a:pt x="162261" y="739437"/>
                    <a:pt x="103785" y="714375"/>
                  </a:cubicBezTo>
                  <a:cubicBezTo>
                    <a:pt x="99171" y="712397"/>
                    <a:pt x="93582" y="712530"/>
                    <a:pt x="89497" y="709612"/>
                  </a:cubicBezTo>
                  <a:cubicBezTo>
                    <a:pt x="82189" y="704392"/>
                    <a:pt x="77631" y="695950"/>
                    <a:pt x="70447" y="690562"/>
                  </a:cubicBezTo>
                  <a:cubicBezTo>
                    <a:pt x="64767" y="686302"/>
                    <a:pt x="57174" y="685163"/>
                    <a:pt x="51397" y="681037"/>
                  </a:cubicBezTo>
                  <a:cubicBezTo>
                    <a:pt x="45917" y="677122"/>
                    <a:pt x="42590" y="670665"/>
                    <a:pt x="37110" y="666750"/>
                  </a:cubicBezTo>
                  <a:cubicBezTo>
                    <a:pt x="31333" y="662624"/>
                    <a:pt x="24224" y="660747"/>
                    <a:pt x="18060" y="657225"/>
                  </a:cubicBezTo>
                  <a:lnTo>
                    <a:pt x="0" y="643680"/>
                  </a:lnTo>
                  <a:lnTo>
                    <a:pt x="0" y="616248"/>
                  </a:lnTo>
                  <a:lnTo>
                    <a:pt x="41872" y="595312"/>
                  </a:lnTo>
                  <a:cubicBezTo>
                    <a:pt x="50151" y="591172"/>
                    <a:pt x="57406" y="585165"/>
                    <a:pt x="65685" y="581025"/>
                  </a:cubicBezTo>
                  <a:cubicBezTo>
                    <a:pt x="73331" y="577202"/>
                    <a:pt x="81851" y="575323"/>
                    <a:pt x="89497" y="571500"/>
                  </a:cubicBezTo>
                  <a:cubicBezTo>
                    <a:pt x="104251" y="564123"/>
                    <a:pt x="107719" y="556325"/>
                    <a:pt x="122835" y="547687"/>
                  </a:cubicBezTo>
                  <a:cubicBezTo>
                    <a:pt x="127193" y="545196"/>
                    <a:pt x="132508" y="544902"/>
                    <a:pt x="137122" y="542925"/>
                  </a:cubicBezTo>
                  <a:cubicBezTo>
                    <a:pt x="143648" y="540128"/>
                    <a:pt x="149323" y="535268"/>
                    <a:pt x="156172" y="533400"/>
                  </a:cubicBezTo>
                  <a:cubicBezTo>
                    <a:pt x="161741" y="531881"/>
                    <a:pt x="224478" y="524266"/>
                    <a:pt x="227610" y="523875"/>
                  </a:cubicBezTo>
                  <a:cubicBezTo>
                    <a:pt x="233960" y="515937"/>
                    <a:pt x="241792" y="508986"/>
                    <a:pt x="246660" y="500062"/>
                  </a:cubicBezTo>
                  <a:cubicBezTo>
                    <a:pt x="256093" y="482769"/>
                    <a:pt x="256354" y="466046"/>
                    <a:pt x="260947" y="447675"/>
                  </a:cubicBezTo>
                  <a:cubicBezTo>
                    <a:pt x="262165" y="442805"/>
                    <a:pt x="264331" y="438214"/>
                    <a:pt x="265710" y="433387"/>
                  </a:cubicBezTo>
                  <a:cubicBezTo>
                    <a:pt x="267508" y="427093"/>
                    <a:pt x="268174" y="420466"/>
                    <a:pt x="270472" y="414337"/>
                  </a:cubicBezTo>
                  <a:cubicBezTo>
                    <a:pt x="272965" y="407689"/>
                    <a:pt x="276822" y="401637"/>
                    <a:pt x="279997" y="395287"/>
                  </a:cubicBezTo>
                  <a:cubicBezTo>
                    <a:pt x="281585" y="371475"/>
                    <a:pt x="282125" y="347569"/>
                    <a:pt x="284760" y="323850"/>
                  </a:cubicBezTo>
                  <a:cubicBezTo>
                    <a:pt x="285314" y="318860"/>
                    <a:pt x="288143" y="314389"/>
                    <a:pt x="289522" y="309562"/>
                  </a:cubicBezTo>
                  <a:cubicBezTo>
                    <a:pt x="291320" y="303268"/>
                    <a:pt x="292487" y="296806"/>
                    <a:pt x="294285" y="290512"/>
                  </a:cubicBezTo>
                  <a:cubicBezTo>
                    <a:pt x="299005" y="273993"/>
                    <a:pt x="301858" y="270874"/>
                    <a:pt x="308572" y="252412"/>
                  </a:cubicBezTo>
                  <a:cubicBezTo>
                    <a:pt x="322174" y="215007"/>
                    <a:pt x="311235" y="234129"/>
                    <a:pt x="327622" y="209550"/>
                  </a:cubicBezTo>
                  <a:cubicBezTo>
                    <a:pt x="335866" y="184819"/>
                    <a:pt x="344808" y="156129"/>
                    <a:pt x="356197" y="133350"/>
                  </a:cubicBezTo>
                  <a:cubicBezTo>
                    <a:pt x="362547" y="120650"/>
                    <a:pt x="371346" y="108903"/>
                    <a:pt x="375247" y="95250"/>
                  </a:cubicBezTo>
                  <a:cubicBezTo>
                    <a:pt x="378422" y="84137"/>
                    <a:pt x="381731" y="73062"/>
                    <a:pt x="384772" y="61912"/>
                  </a:cubicBezTo>
                  <a:cubicBezTo>
                    <a:pt x="386494" y="55597"/>
                    <a:pt x="387654" y="49131"/>
                    <a:pt x="389535" y="42862"/>
                  </a:cubicBezTo>
                  <a:cubicBezTo>
                    <a:pt x="392420" y="33245"/>
                    <a:pt x="390706" y="19856"/>
                    <a:pt x="399060" y="14287"/>
                  </a:cubicBezTo>
                  <a:cubicBezTo>
                    <a:pt x="417524" y="1977"/>
                    <a:pt x="407917" y="6572"/>
                    <a:pt x="427635" y="0"/>
                  </a:cubicBezTo>
                  <a:close/>
                </a:path>
              </a:pathLst>
            </a:custGeom>
            <a:blipFill dpi="0" rotWithShape="1">
              <a:blip r:embed="rId11">
                <a:alphaModFix amt="45000"/>
              </a:blip>
              <a:srcRect/>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506" name="타원 505">
              <a:extLst>
                <a:ext uri="{FF2B5EF4-FFF2-40B4-BE49-F238E27FC236}">
                  <a16:creationId xmlns:a16="http://schemas.microsoft.com/office/drawing/2014/main" id="{08945291-BE22-45FF-A5DA-0F291BE4B366}"/>
                </a:ext>
              </a:extLst>
            </p:cNvPr>
            <p:cNvSpPr/>
            <p:nvPr/>
          </p:nvSpPr>
          <p:spPr>
            <a:xfrm>
              <a:off x="2693673" y="3139233"/>
              <a:ext cx="81718" cy="81718"/>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507" name="타원 506">
              <a:extLst>
                <a:ext uri="{FF2B5EF4-FFF2-40B4-BE49-F238E27FC236}">
                  <a16:creationId xmlns:a16="http://schemas.microsoft.com/office/drawing/2014/main" id="{0472BBBA-31AD-4BF2-BEE9-43949422E399}"/>
                </a:ext>
              </a:extLst>
            </p:cNvPr>
            <p:cNvSpPr/>
            <p:nvPr/>
          </p:nvSpPr>
          <p:spPr>
            <a:xfrm>
              <a:off x="2942524" y="3294789"/>
              <a:ext cx="96160" cy="96160"/>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508" name="자유형: 도형 507">
              <a:extLst>
                <a:ext uri="{FF2B5EF4-FFF2-40B4-BE49-F238E27FC236}">
                  <a16:creationId xmlns:a16="http://schemas.microsoft.com/office/drawing/2014/main" id="{6DAB8414-34B0-4CE0-89D0-B13D4AF01DEA}"/>
                </a:ext>
              </a:extLst>
            </p:cNvPr>
            <p:cNvSpPr/>
            <p:nvPr/>
          </p:nvSpPr>
          <p:spPr>
            <a:xfrm>
              <a:off x="2441042" y="2567195"/>
              <a:ext cx="1154511" cy="1160734"/>
            </a:xfrm>
            <a:custGeom>
              <a:avLst/>
              <a:gdLst>
                <a:gd name="connsiteX0" fmla="*/ 414470 w 861475"/>
                <a:gd name="connsiteY0" fmla="*/ 0 h 866120"/>
                <a:gd name="connsiteX1" fmla="*/ 471620 w 861475"/>
                <a:gd name="connsiteY1" fmla="*/ 4762 h 866120"/>
                <a:gd name="connsiteX2" fmla="*/ 481145 w 861475"/>
                <a:gd name="connsiteY2" fmla="*/ 19050 h 866120"/>
                <a:gd name="connsiteX3" fmla="*/ 495432 w 861475"/>
                <a:gd name="connsiteY3" fmla="*/ 42862 h 866120"/>
                <a:gd name="connsiteX4" fmla="*/ 504957 w 861475"/>
                <a:gd name="connsiteY4" fmla="*/ 80962 h 866120"/>
                <a:gd name="connsiteX5" fmla="*/ 514482 w 861475"/>
                <a:gd name="connsiteY5" fmla="*/ 119062 h 866120"/>
                <a:gd name="connsiteX6" fmla="*/ 524007 w 861475"/>
                <a:gd name="connsiteY6" fmla="*/ 152400 h 866120"/>
                <a:gd name="connsiteX7" fmla="*/ 533532 w 861475"/>
                <a:gd name="connsiteY7" fmla="*/ 209550 h 866120"/>
                <a:gd name="connsiteX8" fmla="*/ 543057 w 861475"/>
                <a:gd name="connsiteY8" fmla="*/ 247650 h 866120"/>
                <a:gd name="connsiteX9" fmla="*/ 547820 w 861475"/>
                <a:gd name="connsiteY9" fmla="*/ 261937 h 866120"/>
                <a:gd name="connsiteX10" fmla="*/ 552582 w 861475"/>
                <a:gd name="connsiteY10" fmla="*/ 285750 h 866120"/>
                <a:gd name="connsiteX11" fmla="*/ 566870 w 861475"/>
                <a:gd name="connsiteY11" fmla="*/ 319087 h 866120"/>
                <a:gd name="connsiteX12" fmla="*/ 571632 w 861475"/>
                <a:gd name="connsiteY12" fmla="*/ 342900 h 866120"/>
                <a:gd name="connsiteX13" fmla="*/ 581157 w 861475"/>
                <a:gd name="connsiteY13" fmla="*/ 357187 h 866120"/>
                <a:gd name="connsiteX14" fmla="*/ 585920 w 861475"/>
                <a:gd name="connsiteY14" fmla="*/ 381000 h 866120"/>
                <a:gd name="connsiteX15" fmla="*/ 600207 w 861475"/>
                <a:gd name="connsiteY15" fmla="*/ 419100 h 866120"/>
                <a:gd name="connsiteX16" fmla="*/ 609732 w 861475"/>
                <a:gd name="connsiteY16" fmla="*/ 452437 h 866120"/>
                <a:gd name="connsiteX17" fmla="*/ 619257 w 861475"/>
                <a:gd name="connsiteY17" fmla="*/ 466725 h 866120"/>
                <a:gd name="connsiteX18" fmla="*/ 638307 w 861475"/>
                <a:gd name="connsiteY18" fmla="*/ 500062 h 866120"/>
                <a:gd name="connsiteX19" fmla="*/ 652595 w 861475"/>
                <a:gd name="connsiteY19" fmla="*/ 509587 h 866120"/>
                <a:gd name="connsiteX20" fmla="*/ 671645 w 861475"/>
                <a:gd name="connsiteY20" fmla="*/ 519112 h 866120"/>
                <a:gd name="connsiteX21" fmla="*/ 700220 w 861475"/>
                <a:gd name="connsiteY21" fmla="*/ 533400 h 866120"/>
                <a:gd name="connsiteX22" fmla="*/ 714507 w 861475"/>
                <a:gd name="connsiteY22" fmla="*/ 547687 h 866120"/>
                <a:gd name="connsiteX23" fmla="*/ 728795 w 861475"/>
                <a:gd name="connsiteY23" fmla="*/ 557212 h 866120"/>
                <a:gd name="connsiteX24" fmla="*/ 757370 w 861475"/>
                <a:gd name="connsiteY24" fmla="*/ 585787 h 866120"/>
                <a:gd name="connsiteX25" fmla="*/ 776420 w 861475"/>
                <a:gd name="connsiteY25" fmla="*/ 604837 h 866120"/>
                <a:gd name="connsiteX26" fmla="*/ 804995 w 861475"/>
                <a:gd name="connsiteY26" fmla="*/ 623887 h 866120"/>
                <a:gd name="connsiteX27" fmla="*/ 828807 w 861475"/>
                <a:gd name="connsiteY27" fmla="*/ 642937 h 866120"/>
                <a:gd name="connsiteX28" fmla="*/ 838332 w 861475"/>
                <a:gd name="connsiteY28" fmla="*/ 657225 h 866120"/>
                <a:gd name="connsiteX29" fmla="*/ 857382 w 861475"/>
                <a:gd name="connsiteY29" fmla="*/ 661987 h 866120"/>
                <a:gd name="connsiteX30" fmla="*/ 861475 w 861475"/>
                <a:gd name="connsiteY30" fmla="*/ 663393 h 866120"/>
                <a:gd name="connsiteX31" fmla="*/ 853487 w 861475"/>
                <a:gd name="connsiteY31" fmla="*/ 666095 h 866120"/>
                <a:gd name="connsiteX32" fmla="*/ 839200 w 861475"/>
                <a:gd name="connsiteY32" fmla="*/ 675620 h 866120"/>
                <a:gd name="connsiteX33" fmla="*/ 810625 w 861475"/>
                <a:gd name="connsiteY33" fmla="*/ 685145 h 866120"/>
                <a:gd name="connsiteX34" fmla="*/ 796337 w 861475"/>
                <a:gd name="connsiteY34" fmla="*/ 694670 h 866120"/>
                <a:gd name="connsiteX35" fmla="*/ 763000 w 861475"/>
                <a:gd name="connsiteY35" fmla="*/ 708958 h 866120"/>
                <a:gd name="connsiteX36" fmla="*/ 743950 w 861475"/>
                <a:gd name="connsiteY36" fmla="*/ 713720 h 866120"/>
                <a:gd name="connsiteX37" fmla="*/ 720137 w 861475"/>
                <a:gd name="connsiteY37" fmla="*/ 718483 h 866120"/>
                <a:gd name="connsiteX38" fmla="*/ 705850 w 861475"/>
                <a:gd name="connsiteY38" fmla="*/ 732770 h 866120"/>
                <a:gd name="connsiteX39" fmla="*/ 667750 w 861475"/>
                <a:gd name="connsiteY39" fmla="*/ 742295 h 866120"/>
                <a:gd name="connsiteX40" fmla="*/ 634412 w 861475"/>
                <a:gd name="connsiteY40" fmla="*/ 751820 h 866120"/>
                <a:gd name="connsiteX41" fmla="*/ 596312 w 861475"/>
                <a:gd name="connsiteY41" fmla="*/ 761345 h 866120"/>
                <a:gd name="connsiteX42" fmla="*/ 577262 w 861475"/>
                <a:gd name="connsiteY42" fmla="*/ 770870 h 866120"/>
                <a:gd name="connsiteX43" fmla="*/ 553450 w 861475"/>
                <a:gd name="connsiteY43" fmla="*/ 780395 h 866120"/>
                <a:gd name="connsiteX44" fmla="*/ 515350 w 861475"/>
                <a:gd name="connsiteY44" fmla="*/ 799445 h 866120"/>
                <a:gd name="connsiteX45" fmla="*/ 467725 w 861475"/>
                <a:gd name="connsiteY45" fmla="*/ 823258 h 866120"/>
                <a:gd name="connsiteX46" fmla="*/ 439150 w 861475"/>
                <a:gd name="connsiteY46" fmla="*/ 837545 h 866120"/>
                <a:gd name="connsiteX47" fmla="*/ 429625 w 861475"/>
                <a:gd name="connsiteY47" fmla="*/ 851833 h 866120"/>
                <a:gd name="connsiteX48" fmla="*/ 401050 w 861475"/>
                <a:gd name="connsiteY48" fmla="*/ 866120 h 866120"/>
                <a:gd name="connsiteX49" fmla="*/ 372475 w 861475"/>
                <a:gd name="connsiteY49" fmla="*/ 851833 h 866120"/>
                <a:gd name="connsiteX50" fmla="*/ 358187 w 861475"/>
                <a:gd name="connsiteY50" fmla="*/ 847070 h 866120"/>
                <a:gd name="connsiteX51" fmla="*/ 343900 w 861475"/>
                <a:gd name="connsiteY51" fmla="*/ 832783 h 866120"/>
                <a:gd name="connsiteX52" fmla="*/ 324850 w 861475"/>
                <a:gd name="connsiteY52" fmla="*/ 823258 h 866120"/>
                <a:gd name="connsiteX53" fmla="*/ 301037 w 861475"/>
                <a:gd name="connsiteY53" fmla="*/ 808970 h 866120"/>
                <a:gd name="connsiteX54" fmla="*/ 272462 w 861475"/>
                <a:gd name="connsiteY54" fmla="*/ 785158 h 866120"/>
                <a:gd name="connsiteX55" fmla="*/ 253412 w 861475"/>
                <a:gd name="connsiteY55" fmla="*/ 775633 h 866120"/>
                <a:gd name="connsiteX56" fmla="*/ 205787 w 861475"/>
                <a:gd name="connsiteY56" fmla="*/ 742295 h 866120"/>
                <a:gd name="connsiteX57" fmla="*/ 186737 w 861475"/>
                <a:gd name="connsiteY57" fmla="*/ 732770 h 866120"/>
                <a:gd name="connsiteX58" fmla="*/ 143875 w 861475"/>
                <a:gd name="connsiteY58" fmla="*/ 704195 h 866120"/>
                <a:gd name="connsiteX59" fmla="*/ 129587 w 861475"/>
                <a:gd name="connsiteY59" fmla="*/ 699433 h 866120"/>
                <a:gd name="connsiteX60" fmla="*/ 96250 w 861475"/>
                <a:gd name="connsiteY60" fmla="*/ 680383 h 866120"/>
                <a:gd name="connsiteX61" fmla="*/ 81962 w 861475"/>
                <a:gd name="connsiteY61" fmla="*/ 675620 h 866120"/>
                <a:gd name="connsiteX62" fmla="*/ 62912 w 861475"/>
                <a:gd name="connsiteY62" fmla="*/ 656570 h 866120"/>
                <a:gd name="connsiteX63" fmla="*/ 43862 w 861475"/>
                <a:gd name="connsiteY63" fmla="*/ 647045 h 866120"/>
                <a:gd name="connsiteX64" fmla="*/ 29575 w 861475"/>
                <a:gd name="connsiteY64" fmla="*/ 632758 h 866120"/>
                <a:gd name="connsiteX65" fmla="*/ 10525 w 861475"/>
                <a:gd name="connsiteY65" fmla="*/ 623233 h 866120"/>
                <a:gd name="connsiteX66" fmla="*/ 0 w 861475"/>
                <a:gd name="connsiteY66" fmla="*/ 615339 h 866120"/>
                <a:gd name="connsiteX67" fmla="*/ 0 w 861475"/>
                <a:gd name="connsiteY67" fmla="*/ 609666 h 866120"/>
                <a:gd name="connsiteX68" fmla="*/ 28707 w 861475"/>
                <a:gd name="connsiteY68" fmla="*/ 595312 h 866120"/>
                <a:gd name="connsiteX69" fmla="*/ 52520 w 861475"/>
                <a:gd name="connsiteY69" fmla="*/ 581025 h 866120"/>
                <a:gd name="connsiteX70" fmla="*/ 76332 w 861475"/>
                <a:gd name="connsiteY70" fmla="*/ 571500 h 866120"/>
                <a:gd name="connsiteX71" fmla="*/ 109670 w 861475"/>
                <a:gd name="connsiteY71" fmla="*/ 547687 h 866120"/>
                <a:gd name="connsiteX72" fmla="*/ 123957 w 861475"/>
                <a:gd name="connsiteY72" fmla="*/ 542925 h 866120"/>
                <a:gd name="connsiteX73" fmla="*/ 143007 w 861475"/>
                <a:gd name="connsiteY73" fmla="*/ 533400 h 866120"/>
                <a:gd name="connsiteX74" fmla="*/ 214445 w 861475"/>
                <a:gd name="connsiteY74" fmla="*/ 523875 h 866120"/>
                <a:gd name="connsiteX75" fmla="*/ 233495 w 861475"/>
                <a:gd name="connsiteY75" fmla="*/ 500062 h 866120"/>
                <a:gd name="connsiteX76" fmla="*/ 242454 w 861475"/>
                <a:gd name="connsiteY76" fmla="*/ 474273 h 866120"/>
                <a:gd name="connsiteX77" fmla="*/ 246154 w 861475"/>
                <a:gd name="connsiteY77" fmla="*/ 455801 h 866120"/>
                <a:gd name="connsiteX78" fmla="*/ 256956 w 861475"/>
                <a:gd name="connsiteY78" fmla="*/ 441761 h 866120"/>
                <a:gd name="connsiteX79" fmla="*/ 261719 w 861475"/>
                <a:gd name="connsiteY79" fmla="*/ 427473 h 866120"/>
                <a:gd name="connsiteX80" fmla="*/ 276006 w 861475"/>
                <a:gd name="connsiteY80" fmla="*/ 413186 h 866120"/>
                <a:gd name="connsiteX81" fmla="*/ 285531 w 861475"/>
                <a:gd name="connsiteY81" fmla="*/ 341748 h 866120"/>
                <a:gd name="connsiteX82" fmla="*/ 299819 w 861475"/>
                <a:gd name="connsiteY82" fmla="*/ 308411 h 866120"/>
                <a:gd name="connsiteX83" fmla="*/ 304581 w 861475"/>
                <a:gd name="connsiteY83" fmla="*/ 284598 h 866120"/>
                <a:gd name="connsiteX84" fmla="*/ 314106 w 861475"/>
                <a:gd name="connsiteY84" fmla="*/ 260786 h 866120"/>
                <a:gd name="connsiteX85" fmla="*/ 320716 w 861475"/>
                <a:gd name="connsiteY85" fmla="*/ 207301 h 866120"/>
                <a:gd name="connsiteX86" fmla="*/ 322803 w 861475"/>
                <a:gd name="connsiteY86" fmla="*/ 184827 h 866120"/>
                <a:gd name="connsiteX87" fmla="*/ 327565 w 861475"/>
                <a:gd name="connsiteY87" fmla="*/ 170718 h 866120"/>
                <a:gd name="connsiteX88" fmla="*/ 343032 w 861475"/>
                <a:gd name="connsiteY88" fmla="*/ 133350 h 866120"/>
                <a:gd name="connsiteX89" fmla="*/ 362082 w 861475"/>
                <a:gd name="connsiteY89" fmla="*/ 95250 h 866120"/>
                <a:gd name="connsiteX90" fmla="*/ 371607 w 861475"/>
                <a:gd name="connsiteY90" fmla="*/ 61912 h 866120"/>
                <a:gd name="connsiteX91" fmla="*/ 376370 w 861475"/>
                <a:gd name="connsiteY91" fmla="*/ 42862 h 866120"/>
                <a:gd name="connsiteX92" fmla="*/ 385895 w 861475"/>
                <a:gd name="connsiteY92" fmla="*/ 14287 h 866120"/>
                <a:gd name="connsiteX93" fmla="*/ 414470 w 861475"/>
                <a:gd name="connsiteY93" fmla="*/ 0 h 8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61475" h="866120">
                  <a:moveTo>
                    <a:pt x="414470" y="0"/>
                  </a:moveTo>
                  <a:cubicBezTo>
                    <a:pt x="433520" y="1587"/>
                    <a:pt x="453239" y="-490"/>
                    <a:pt x="471620" y="4762"/>
                  </a:cubicBezTo>
                  <a:cubicBezTo>
                    <a:pt x="477124" y="6334"/>
                    <a:pt x="478111" y="14196"/>
                    <a:pt x="481145" y="19050"/>
                  </a:cubicBezTo>
                  <a:cubicBezTo>
                    <a:pt x="486051" y="26899"/>
                    <a:pt x="490670" y="34925"/>
                    <a:pt x="495432" y="42862"/>
                  </a:cubicBezTo>
                  <a:cubicBezTo>
                    <a:pt x="507084" y="101118"/>
                    <a:pt x="493974" y="40689"/>
                    <a:pt x="504957" y="80962"/>
                  </a:cubicBezTo>
                  <a:cubicBezTo>
                    <a:pt x="508401" y="93592"/>
                    <a:pt x="510886" y="106475"/>
                    <a:pt x="514482" y="119062"/>
                  </a:cubicBezTo>
                  <a:cubicBezTo>
                    <a:pt x="517657" y="130175"/>
                    <a:pt x="521626" y="141091"/>
                    <a:pt x="524007" y="152400"/>
                  </a:cubicBezTo>
                  <a:cubicBezTo>
                    <a:pt x="527986" y="171299"/>
                    <a:pt x="527424" y="191229"/>
                    <a:pt x="533532" y="209550"/>
                  </a:cubicBezTo>
                  <a:cubicBezTo>
                    <a:pt x="544420" y="242208"/>
                    <a:pt x="531563" y="201674"/>
                    <a:pt x="543057" y="247650"/>
                  </a:cubicBezTo>
                  <a:cubicBezTo>
                    <a:pt x="544275" y="252520"/>
                    <a:pt x="546602" y="257067"/>
                    <a:pt x="547820" y="261937"/>
                  </a:cubicBezTo>
                  <a:cubicBezTo>
                    <a:pt x="549783" y="269790"/>
                    <a:pt x="550619" y="277897"/>
                    <a:pt x="552582" y="285750"/>
                  </a:cubicBezTo>
                  <a:cubicBezTo>
                    <a:pt x="556085" y="299761"/>
                    <a:pt x="560058" y="305463"/>
                    <a:pt x="566870" y="319087"/>
                  </a:cubicBezTo>
                  <a:cubicBezTo>
                    <a:pt x="568457" y="327025"/>
                    <a:pt x="568790" y="335321"/>
                    <a:pt x="571632" y="342900"/>
                  </a:cubicBezTo>
                  <a:cubicBezTo>
                    <a:pt x="573642" y="348259"/>
                    <a:pt x="579147" y="351828"/>
                    <a:pt x="581157" y="357187"/>
                  </a:cubicBezTo>
                  <a:cubicBezTo>
                    <a:pt x="583999" y="364766"/>
                    <a:pt x="583957" y="373147"/>
                    <a:pt x="585920" y="381000"/>
                  </a:cubicBezTo>
                  <a:cubicBezTo>
                    <a:pt x="589265" y="394379"/>
                    <a:pt x="595835" y="405984"/>
                    <a:pt x="600207" y="419100"/>
                  </a:cubicBezTo>
                  <a:cubicBezTo>
                    <a:pt x="603257" y="428249"/>
                    <a:pt x="605148" y="443269"/>
                    <a:pt x="609732" y="452437"/>
                  </a:cubicBezTo>
                  <a:cubicBezTo>
                    <a:pt x="612292" y="457557"/>
                    <a:pt x="616697" y="461605"/>
                    <a:pt x="619257" y="466725"/>
                  </a:cubicBezTo>
                  <a:cubicBezTo>
                    <a:pt x="630154" y="488518"/>
                    <a:pt x="615279" y="477034"/>
                    <a:pt x="638307" y="500062"/>
                  </a:cubicBezTo>
                  <a:cubicBezTo>
                    <a:pt x="642354" y="504109"/>
                    <a:pt x="647625" y="506747"/>
                    <a:pt x="652595" y="509587"/>
                  </a:cubicBezTo>
                  <a:cubicBezTo>
                    <a:pt x="658759" y="513109"/>
                    <a:pt x="665120" y="516315"/>
                    <a:pt x="671645" y="519112"/>
                  </a:cubicBezTo>
                  <a:cubicBezTo>
                    <a:pt x="689332" y="526692"/>
                    <a:pt x="684070" y="519942"/>
                    <a:pt x="700220" y="533400"/>
                  </a:cubicBezTo>
                  <a:cubicBezTo>
                    <a:pt x="705394" y="537712"/>
                    <a:pt x="709333" y="543375"/>
                    <a:pt x="714507" y="547687"/>
                  </a:cubicBezTo>
                  <a:cubicBezTo>
                    <a:pt x="718904" y="551351"/>
                    <a:pt x="724517" y="553409"/>
                    <a:pt x="728795" y="557212"/>
                  </a:cubicBezTo>
                  <a:cubicBezTo>
                    <a:pt x="738863" y="566161"/>
                    <a:pt x="747845" y="576262"/>
                    <a:pt x="757370" y="585787"/>
                  </a:cubicBezTo>
                  <a:cubicBezTo>
                    <a:pt x="763720" y="592137"/>
                    <a:pt x="768948" y="599856"/>
                    <a:pt x="776420" y="604837"/>
                  </a:cubicBezTo>
                  <a:lnTo>
                    <a:pt x="804995" y="623887"/>
                  </a:lnTo>
                  <a:cubicBezTo>
                    <a:pt x="832293" y="664836"/>
                    <a:pt x="795944" y="616646"/>
                    <a:pt x="828807" y="642937"/>
                  </a:cubicBezTo>
                  <a:cubicBezTo>
                    <a:pt x="833277" y="646513"/>
                    <a:pt x="833569" y="654050"/>
                    <a:pt x="838332" y="657225"/>
                  </a:cubicBezTo>
                  <a:cubicBezTo>
                    <a:pt x="843778" y="660856"/>
                    <a:pt x="851172" y="659917"/>
                    <a:pt x="857382" y="661987"/>
                  </a:cubicBezTo>
                  <a:lnTo>
                    <a:pt x="861475" y="663393"/>
                  </a:lnTo>
                  <a:lnTo>
                    <a:pt x="853487" y="666095"/>
                  </a:lnTo>
                  <a:cubicBezTo>
                    <a:pt x="848108" y="668051"/>
                    <a:pt x="843962" y="672445"/>
                    <a:pt x="839200" y="675620"/>
                  </a:cubicBezTo>
                  <a:cubicBezTo>
                    <a:pt x="830846" y="681189"/>
                    <a:pt x="819800" y="681067"/>
                    <a:pt x="810625" y="685145"/>
                  </a:cubicBezTo>
                  <a:cubicBezTo>
                    <a:pt x="805394" y="687470"/>
                    <a:pt x="801598" y="692415"/>
                    <a:pt x="796337" y="694670"/>
                  </a:cubicBezTo>
                  <a:cubicBezTo>
                    <a:pt x="753285" y="713121"/>
                    <a:pt x="798866" y="685047"/>
                    <a:pt x="763000" y="708958"/>
                  </a:cubicBezTo>
                  <a:cubicBezTo>
                    <a:pt x="756650" y="710545"/>
                    <a:pt x="750340" y="712300"/>
                    <a:pt x="743950" y="713720"/>
                  </a:cubicBezTo>
                  <a:cubicBezTo>
                    <a:pt x="736048" y="715476"/>
                    <a:pt x="727377" y="714863"/>
                    <a:pt x="720137" y="718483"/>
                  </a:cubicBezTo>
                  <a:cubicBezTo>
                    <a:pt x="714113" y="721495"/>
                    <a:pt x="710612" y="728008"/>
                    <a:pt x="705850" y="732770"/>
                  </a:cubicBezTo>
                  <a:cubicBezTo>
                    <a:pt x="680316" y="741282"/>
                    <a:pt x="702236" y="734631"/>
                    <a:pt x="667750" y="742295"/>
                  </a:cubicBezTo>
                  <a:cubicBezTo>
                    <a:pt x="649818" y="746280"/>
                    <a:pt x="650317" y="746519"/>
                    <a:pt x="634412" y="751820"/>
                  </a:cubicBezTo>
                  <a:cubicBezTo>
                    <a:pt x="621993" y="755959"/>
                    <a:pt x="608731" y="757205"/>
                    <a:pt x="596312" y="761345"/>
                  </a:cubicBezTo>
                  <a:cubicBezTo>
                    <a:pt x="589577" y="763590"/>
                    <a:pt x="583750" y="767987"/>
                    <a:pt x="577262" y="770870"/>
                  </a:cubicBezTo>
                  <a:cubicBezTo>
                    <a:pt x="569450" y="774342"/>
                    <a:pt x="561387" y="777220"/>
                    <a:pt x="553450" y="780395"/>
                  </a:cubicBezTo>
                  <a:cubicBezTo>
                    <a:pt x="540267" y="785668"/>
                    <a:pt x="528457" y="793984"/>
                    <a:pt x="515350" y="799445"/>
                  </a:cubicBezTo>
                  <a:cubicBezTo>
                    <a:pt x="465092" y="820386"/>
                    <a:pt x="536904" y="777139"/>
                    <a:pt x="467725" y="823258"/>
                  </a:cubicBezTo>
                  <a:cubicBezTo>
                    <a:pt x="456104" y="827131"/>
                    <a:pt x="448383" y="828312"/>
                    <a:pt x="439150" y="837545"/>
                  </a:cubicBezTo>
                  <a:cubicBezTo>
                    <a:pt x="435103" y="841593"/>
                    <a:pt x="434204" y="848399"/>
                    <a:pt x="429625" y="851833"/>
                  </a:cubicBezTo>
                  <a:cubicBezTo>
                    <a:pt x="421106" y="858223"/>
                    <a:pt x="410575" y="861358"/>
                    <a:pt x="401050" y="866120"/>
                  </a:cubicBezTo>
                  <a:cubicBezTo>
                    <a:pt x="365143" y="854153"/>
                    <a:pt x="409397" y="870294"/>
                    <a:pt x="372475" y="851833"/>
                  </a:cubicBezTo>
                  <a:cubicBezTo>
                    <a:pt x="367985" y="849588"/>
                    <a:pt x="362364" y="849855"/>
                    <a:pt x="358187" y="847070"/>
                  </a:cubicBezTo>
                  <a:cubicBezTo>
                    <a:pt x="352583" y="843334"/>
                    <a:pt x="349380" y="836698"/>
                    <a:pt x="343900" y="832783"/>
                  </a:cubicBezTo>
                  <a:cubicBezTo>
                    <a:pt x="338123" y="828657"/>
                    <a:pt x="331056" y="826706"/>
                    <a:pt x="324850" y="823258"/>
                  </a:cubicBezTo>
                  <a:cubicBezTo>
                    <a:pt x="316758" y="818762"/>
                    <a:pt x="308887" y="813876"/>
                    <a:pt x="301037" y="808970"/>
                  </a:cubicBezTo>
                  <a:cubicBezTo>
                    <a:pt x="240559" y="771171"/>
                    <a:pt x="338557" y="832367"/>
                    <a:pt x="272462" y="785158"/>
                  </a:cubicBezTo>
                  <a:cubicBezTo>
                    <a:pt x="266685" y="781032"/>
                    <a:pt x="259762" y="778808"/>
                    <a:pt x="253412" y="775633"/>
                  </a:cubicBezTo>
                  <a:cubicBezTo>
                    <a:pt x="224452" y="761153"/>
                    <a:pt x="229683" y="757230"/>
                    <a:pt x="205787" y="742295"/>
                  </a:cubicBezTo>
                  <a:cubicBezTo>
                    <a:pt x="199767" y="738532"/>
                    <a:pt x="192644" y="736708"/>
                    <a:pt x="186737" y="732770"/>
                  </a:cubicBezTo>
                  <a:cubicBezTo>
                    <a:pt x="153033" y="710300"/>
                    <a:pt x="175054" y="717557"/>
                    <a:pt x="143875" y="704195"/>
                  </a:cubicBezTo>
                  <a:cubicBezTo>
                    <a:pt x="139261" y="702218"/>
                    <a:pt x="134077" y="701678"/>
                    <a:pt x="129587" y="699433"/>
                  </a:cubicBezTo>
                  <a:cubicBezTo>
                    <a:pt x="81735" y="675508"/>
                    <a:pt x="154726" y="705445"/>
                    <a:pt x="96250" y="680383"/>
                  </a:cubicBezTo>
                  <a:cubicBezTo>
                    <a:pt x="91636" y="678405"/>
                    <a:pt x="86047" y="678538"/>
                    <a:pt x="81962" y="675620"/>
                  </a:cubicBezTo>
                  <a:cubicBezTo>
                    <a:pt x="74654" y="670400"/>
                    <a:pt x="70096" y="661958"/>
                    <a:pt x="62912" y="656570"/>
                  </a:cubicBezTo>
                  <a:cubicBezTo>
                    <a:pt x="57232" y="652310"/>
                    <a:pt x="49639" y="651171"/>
                    <a:pt x="43862" y="647045"/>
                  </a:cubicBezTo>
                  <a:cubicBezTo>
                    <a:pt x="38382" y="643130"/>
                    <a:pt x="35055" y="636673"/>
                    <a:pt x="29575" y="632758"/>
                  </a:cubicBezTo>
                  <a:cubicBezTo>
                    <a:pt x="23798" y="628632"/>
                    <a:pt x="16689" y="626755"/>
                    <a:pt x="10525" y="623233"/>
                  </a:cubicBezTo>
                  <a:lnTo>
                    <a:pt x="0" y="615339"/>
                  </a:lnTo>
                  <a:lnTo>
                    <a:pt x="0" y="609666"/>
                  </a:lnTo>
                  <a:lnTo>
                    <a:pt x="28707" y="595312"/>
                  </a:lnTo>
                  <a:cubicBezTo>
                    <a:pt x="36986" y="591172"/>
                    <a:pt x="44241" y="585165"/>
                    <a:pt x="52520" y="581025"/>
                  </a:cubicBezTo>
                  <a:cubicBezTo>
                    <a:pt x="60166" y="577202"/>
                    <a:pt x="68686" y="575323"/>
                    <a:pt x="76332" y="571500"/>
                  </a:cubicBezTo>
                  <a:cubicBezTo>
                    <a:pt x="91086" y="564123"/>
                    <a:pt x="94554" y="556325"/>
                    <a:pt x="109670" y="547687"/>
                  </a:cubicBezTo>
                  <a:cubicBezTo>
                    <a:pt x="114028" y="545196"/>
                    <a:pt x="119343" y="544902"/>
                    <a:pt x="123957" y="542925"/>
                  </a:cubicBezTo>
                  <a:cubicBezTo>
                    <a:pt x="130483" y="540128"/>
                    <a:pt x="136158" y="535268"/>
                    <a:pt x="143007" y="533400"/>
                  </a:cubicBezTo>
                  <a:cubicBezTo>
                    <a:pt x="148576" y="531881"/>
                    <a:pt x="211313" y="524266"/>
                    <a:pt x="214445" y="523875"/>
                  </a:cubicBezTo>
                  <a:cubicBezTo>
                    <a:pt x="220795" y="515937"/>
                    <a:pt x="228627" y="508986"/>
                    <a:pt x="233495" y="500062"/>
                  </a:cubicBezTo>
                  <a:cubicBezTo>
                    <a:pt x="238212" y="491416"/>
                    <a:pt x="240635" y="482912"/>
                    <a:pt x="242454" y="474273"/>
                  </a:cubicBezTo>
                  <a:lnTo>
                    <a:pt x="246154" y="455801"/>
                  </a:lnTo>
                  <a:lnTo>
                    <a:pt x="256956" y="441761"/>
                  </a:lnTo>
                  <a:cubicBezTo>
                    <a:pt x="260223" y="437949"/>
                    <a:pt x="258934" y="431650"/>
                    <a:pt x="261719" y="427473"/>
                  </a:cubicBezTo>
                  <a:cubicBezTo>
                    <a:pt x="265455" y="421869"/>
                    <a:pt x="271244" y="417948"/>
                    <a:pt x="276006" y="413186"/>
                  </a:cubicBezTo>
                  <a:cubicBezTo>
                    <a:pt x="278981" y="383444"/>
                    <a:pt x="278957" y="368045"/>
                    <a:pt x="285531" y="341748"/>
                  </a:cubicBezTo>
                  <a:cubicBezTo>
                    <a:pt x="289034" y="327737"/>
                    <a:pt x="293007" y="322035"/>
                    <a:pt x="299819" y="308411"/>
                  </a:cubicBezTo>
                  <a:cubicBezTo>
                    <a:pt x="301406" y="300473"/>
                    <a:pt x="302255" y="292351"/>
                    <a:pt x="304581" y="284598"/>
                  </a:cubicBezTo>
                  <a:cubicBezTo>
                    <a:pt x="307037" y="276410"/>
                    <a:pt x="312641" y="269208"/>
                    <a:pt x="314106" y="260786"/>
                  </a:cubicBezTo>
                  <a:cubicBezTo>
                    <a:pt x="316569" y="246623"/>
                    <a:pt x="318950" y="225192"/>
                    <a:pt x="320716" y="207301"/>
                  </a:cubicBezTo>
                  <a:lnTo>
                    <a:pt x="322803" y="184827"/>
                  </a:lnTo>
                  <a:lnTo>
                    <a:pt x="327565" y="170718"/>
                  </a:lnTo>
                  <a:cubicBezTo>
                    <a:pt x="332255" y="157607"/>
                    <a:pt x="337338" y="144740"/>
                    <a:pt x="343032" y="133350"/>
                  </a:cubicBezTo>
                  <a:cubicBezTo>
                    <a:pt x="349382" y="120650"/>
                    <a:pt x="358181" y="108903"/>
                    <a:pt x="362082" y="95250"/>
                  </a:cubicBezTo>
                  <a:cubicBezTo>
                    <a:pt x="365257" y="84137"/>
                    <a:pt x="368566" y="73062"/>
                    <a:pt x="371607" y="61912"/>
                  </a:cubicBezTo>
                  <a:cubicBezTo>
                    <a:pt x="373329" y="55597"/>
                    <a:pt x="374489" y="49131"/>
                    <a:pt x="376370" y="42862"/>
                  </a:cubicBezTo>
                  <a:cubicBezTo>
                    <a:pt x="379255" y="33245"/>
                    <a:pt x="377541" y="19856"/>
                    <a:pt x="385895" y="14287"/>
                  </a:cubicBezTo>
                  <a:cubicBezTo>
                    <a:pt x="404359" y="1977"/>
                    <a:pt x="394752" y="6572"/>
                    <a:pt x="414470" y="0"/>
                  </a:cubicBezTo>
                  <a:close/>
                </a:path>
              </a:pathLst>
            </a:custGeom>
            <a:blipFill>
              <a:blip r:embed="rId12">
                <a:alphaModFix amt="45000"/>
              </a:blip>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cxnSp>
        <p:nvCxnSpPr>
          <p:cNvPr id="430" name="연결선: 꺾임 429">
            <a:extLst>
              <a:ext uri="{FF2B5EF4-FFF2-40B4-BE49-F238E27FC236}">
                <a16:creationId xmlns:a16="http://schemas.microsoft.com/office/drawing/2014/main" id="{76EF852A-DEDC-4BAC-AF89-093E89A5D850}"/>
              </a:ext>
            </a:extLst>
          </p:cNvPr>
          <p:cNvCxnSpPr>
            <a:cxnSpLocks/>
            <a:stCxn id="506" idx="0"/>
          </p:cNvCxnSpPr>
          <p:nvPr/>
        </p:nvCxnSpPr>
        <p:spPr>
          <a:xfrm rot="5400000" flipH="1" flipV="1">
            <a:off x="3015346" y="937126"/>
            <a:ext cx="759071" cy="757282"/>
          </a:xfrm>
          <a:prstGeom prst="bentConnector3">
            <a:avLst>
              <a:gd name="adj1" fmla="val 100193"/>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1" name="연결선: 꺾임 430">
            <a:extLst>
              <a:ext uri="{FF2B5EF4-FFF2-40B4-BE49-F238E27FC236}">
                <a16:creationId xmlns:a16="http://schemas.microsoft.com/office/drawing/2014/main" id="{5220F236-830F-485E-B239-8D05F34925FE}"/>
              </a:ext>
            </a:extLst>
          </p:cNvPr>
          <p:cNvCxnSpPr>
            <a:cxnSpLocks/>
          </p:cNvCxnSpPr>
          <p:nvPr/>
        </p:nvCxnSpPr>
        <p:spPr>
          <a:xfrm>
            <a:off x="3210826" y="1867998"/>
            <a:ext cx="534731" cy="312137"/>
          </a:xfrm>
          <a:prstGeom prst="bentConnector3">
            <a:avLst>
              <a:gd name="adj1" fmla="val -1063"/>
            </a:avLst>
          </a:prstGeom>
          <a:ln>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2" name="직선 화살표 연결선 431">
            <a:extLst>
              <a:ext uri="{FF2B5EF4-FFF2-40B4-BE49-F238E27FC236}">
                <a16:creationId xmlns:a16="http://schemas.microsoft.com/office/drawing/2014/main" id="{676D8424-DDAA-468C-9742-CA2253DA1B28}"/>
              </a:ext>
            </a:extLst>
          </p:cNvPr>
          <p:cNvCxnSpPr>
            <a:cxnSpLocks/>
          </p:cNvCxnSpPr>
          <p:nvPr/>
        </p:nvCxnSpPr>
        <p:spPr>
          <a:xfrm flipV="1">
            <a:off x="3776602" y="337537"/>
            <a:ext cx="0" cy="22640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3" name="연결선: 꺾임 432">
            <a:extLst>
              <a:ext uri="{FF2B5EF4-FFF2-40B4-BE49-F238E27FC236}">
                <a16:creationId xmlns:a16="http://schemas.microsoft.com/office/drawing/2014/main" id="{26C78300-4420-4C41-BEBE-64A1AD330FC7}"/>
              </a:ext>
            </a:extLst>
          </p:cNvPr>
          <p:cNvCxnSpPr>
            <a:cxnSpLocks/>
          </p:cNvCxnSpPr>
          <p:nvPr/>
        </p:nvCxnSpPr>
        <p:spPr>
          <a:xfrm flipV="1">
            <a:off x="3113385" y="1537298"/>
            <a:ext cx="630566" cy="250143"/>
          </a:xfrm>
          <a:prstGeom prst="bentConnector3">
            <a:avLst>
              <a:gd name="adj1" fmla="val 907"/>
            </a:avLst>
          </a:prstGeom>
          <a:ln>
            <a:solidFill>
              <a:srgbClr val="CC00FF"/>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4" name="직사각형 433">
            <a:extLst>
              <a:ext uri="{FF2B5EF4-FFF2-40B4-BE49-F238E27FC236}">
                <a16:creationId xmlns:a16="http://schemas.microsoft.com/office/drawing/2014/main" id="{E07365A9-0089-43DA-99D9-0995DDDA5D2C}"/>
              </a:ext>
            </a:extLst>
          </p:cNvPr>
          <p:cNvSpPr/>
          <p:nvPr/>
        </p:nvSpPr>
        <p:spPr>
          <a:xfrm>
            <a:off x="3982097" y="1598455"/>
            <a:ext cx="2981183" cy="284693"/>
          </a:xfrm>
          <a:prstGeom prst="rect">
            <a:avLst/>
          </a:prstGeom>
          <a:noFill/>
        </p:spPr>
        <p:txBody>
          <a:bodyPr wrap="square">
            <a:spAutoFit/>
          </a:bodyPr>
          <a:lstStyle/>
          <a:p>
            <a:pPr algn="ctr"/>
            <a:r>
              <a:rPr lang="en-US" altLang="ko-KR" sz="1250" dirty="0">
                <a:latin typeface="Helvetica" panose="020B0604020202020204" pitchFamily="34" charset="0"/>
                <a:cs typeface="Helvetica" panose="020B0604020202020204" pitchFamily="34" charset="0"/>
              </a:rPr>
              <a:t>(Mid-point) Spurious correlation</a:t>
            </a:r>
            <a:endParaRPr lang="ko-KR" altLang="en-US" sz="1250" dirty="0">
              <a:latin typeface="Helvetica" panose="020B0604020202020204" pitchFamily="34" charset="0"/>
              <a:cs typeface="Helvetica" panose="020B0604020202020204" pitchFamily="34" charset="0"/>
            </a:endParaRPr>
          </a:p>
        </p:txBody>
      </p:sp>
      <p:sp>
        <p:nvSpPr>
          <p:cNvPr id="435" name="자유형: 도형 434">
            <a:extLst>
              <a:ext uri="{FF2B5EF4-FFF2-40B4-BE49-F238E27FC236}">
                <a16:creationId xmlns:a16="http://schemas.microsoft.com/office/drawing/2014/main" id="{072E2EC6-35F4-42CC-9E09-C3BB53ED5DFE}"/>
              </a:ext>
            </a:extLst>
          </p:cNvPr>
          <p:cNvSpPr/>
          <p:nvPr/>
        </p:nvSpPr>
        <p:spPr>
          <a:xfrm flipH="1">
            <a:off x="1041788" y="777818"/>
            <a:ext cx="1562234" cy="598099"/>
          </a:xfrm>
          <a:custGeom>
            <a:avLst/>
            <a:gdLst>
              <a:gd name="connsiteX0" fmla="*/ 0 w 1219200"/>
              <a:gd name="connsiteY0" fmla="*/ 0 h 388254"/>
              <a:gd name="connsiteX1" fmla="*/ 1219200 w 1219200"/>
              <a:gd name="connsiteY1" fmla="*/ 0 h 388254"/>
              <a:gd name="connsiteX2" fmla="*/ 1219200 w 1219200"/>
              <a:gd name="connsiteY2" fmla="*/ 268030 h 388254"/>
              <a:gd name="connsiteX3" fmla="*/ 1185063 w 1219200"/>
              <a:gd name="connsiteY3" fmla="*/ 266810 h 388254"/>
              <a:gd name="connsiteX4" fmla="*/ 1135057 w 1219200"/>
              <a:gd name="connsiteY4" fmla="*/ 271573 h 388254"/>
              <a:gd name="connsiteX5" fmla="*/ 1104100 w 1219200"/>
              <a:gd name="connsiteY5" fmla="*/ 283479 h 388254"/>
              <a:gd name="connsiteX6" fmla="*/ 1058857 w 1219200"/>
              <a:gd name="connsiteY6" fmla="*/ 293004 h 388254"/>
              <a:gd name="connsiteX7" fmla="*/ 1044569 w 1219200"/>
              <a:gd name="connsiteY7" fmla="*/ 295385 h 388254"/>
              <a:gd name="connsiteX8" fmla="*/ 1025519 w 1219200"/>
              <a:gd name="connsiteY8" fmla="*/ 302529 h 388254"/>
              <a:gd name="connsiteX9" fmla="*/ 1008850 w 1219200"/>
              <a:gd name="connsiteY9" fmla="*/ 304910 h 388254"/>
              <a:gd name="connsiteX10" fmla="*/ 980275 w 1219200"/>
              <a:gd name="connsiteY10" fmla="*/ 312054 h 388254"/>
              <a:gd name="connsiteX11" fmla="*/ 956463 w 1219200"/>
              <a:gd name="connsiteY11" fmla="*/ 316817 h 388254"/>
              <a:gd name="connsiteX12" fmla="*/ 930269 w 1219200"/>
              <a:gd name="connsiteY12" fmla="*/ 319198 h 388254"/>
              <a:gd name="connsiteX13" fmla="*/ 913600 w 1219200"/>
              <a:gd name="connsiteY13" fmla="*/ 321579 h 388254"/>
              <a:gd name="connsiteX14" fmla="*/ 892169 w 1219200"/>
              <a:gd name="connsiteY14" fmla="*/ 323960 h 388254"/>
              <a:gd name="connsiteX15" fmla="*/ 839782 w 1219200"/>
              <a:gd name="connsiteY15" fmla="*/ 328723 h 388254"/>
              <a:gd name="connsiteX16" fmla="*/ 832638 w 1219200"/>
              <a:gd name="connsiteY16" fmla="*/ 331104 h 388254"/>
              <a:gd name="connsiteX17" fmla="*/ 818350 w 1219200"/>
              <a:gd name="connsiteY17" fmla="*/ 333485 h 388254"/>
              <a:gd name="connsiteX18" fmla="*/ 787394 w 1219200"/>
              <a:gd name="connsiteY18" fmla="*/ 335867 h 388254"/>
              <a:gd name="connsiteX19" fmla="*/ 696907 w 1219200"/>
              <a:gd name="connsiteY19" fmla="*/ 340629 h 388254"/>
              <a:gd name="connsiteX20" fmla="*/ 677857 w 1219200"/>
              <a:gd name="connsiteY20" fmla="*/ 345392 h 388254"/>
              <a:gd name="connsiteX21" fmla="*/ 661188 w 1219200"/>
              <a:gd name="connsiteY21" fmla="*/ 347773 h 388254"/>
              <a:gd name="connsiteX22" fmla="*/ 649282 w 1219200"/>
              <a:gd name="connsiteY22" fmla="*/ 359679 h 388254"/>
              <a:gd name="connsiteX23" fmla="*/ 646900 w 1219200"/>
              <a:gd name="connsiteY23" fmla="*/ 366823 h 388254"/>
              <a:gd name="connsiteX24" fmla="*/ 642138 w 1219200"/>
              <a:gd name="connsiteY24" fmla="*/ 378729 h 388254"/>
              <a:gd name="connsiteX25" fmla="*/ 637375 w 1219200"/>
              <a:gd name="connsiteY25" fmla="*/ 385873 h 388254"/>
              <a:gd name="connsiteX26" fmla="*/ 601657 w 1219200"/>
              <a:gd name="connsiteY26" fmla="*/ 388254 h 388254"/>
              <a:gd name="connsiteX27" fmla="*/ 544507 w 1219200"/>
              <a:gd name="connsiteY27" fmla="*/ 378729 h 388254"/>
              <a:gd name="connsiteX28" fmla="*/ 534982 w 1219200"/>
              <a:gd name="connsiteY28" fmla="*/ 376348 h 388254"/>
              <a:gd name="connsiteX29" fmla="*/ 525457 w 1219200"/>
              <a:gd name="connsiteY29" fmla="*/ 371585 h 388254"/>
              <a:gd name="connsiteX30" fmla="*/ 487357 w 1219200"/>
              <a:gd name="connsiteY30" fmla="*/ 362060 h 388254"/>
              <a:gd name="connsiteX31" fmla="*/ 475450 w 1219200"/>
              <a:gd name="connsiteY31" fmla="*/ 357298 h 388254"/>
              <a:gd name="connsiteX32" fmla="*/ 461163 w 1219200"/>
              <a:gd name="connsiteY32" fmla="*/ 354917 h 388254"/>
              <a:gd name="connsiteX33" fmla="*/ 430207 w 1219200"/>
              <a:gd name="connsiteY33" fmla="*/ 343010 h 388254"/>
              <a:gd name="connsiteX34" fmla="*/ 415919 w 1219200"/>
              <a:gd name="connsiteY34" fmla="*/ 338248 h 388254"/>
              <a:gd name="connsiteX35" fmla="*/ 401632 w 1219200"/>
              <a:gd name="connsiteY35" fmla="*/ 333485 h 388254"/>
              <a:gd name="connsiteX36" fmla="*/ 277807 w 1219200"/>
              <a:gd name="connsiteY36" fmla="*/ 326342 h 388254"/>
              <a:gd name="connsiteX37" fmla="*/ 270663 w 1219200"/>
              <a:gd name="connsiteY37" fmla="*/ 319198 h 388254"/>
              <a:gd name="connsiteX38" fmla="*/ 253994 w 1219200"/>
              <a:gd name="connsiteY38" fmla="*/ 302529 h 388254"/>
              <a:gd name="connsiteX39" fmla="*/ 239707 w 1219200"/>
              <a:gd name="connsiteY39" fmla="*/ 281098 h 388254"/>
              <a:gd name="connsiteX40" fmla="*/ 232563 w 1219200"/>
              <a:gd name="connsiteY40" fmla="*/ 273954 h 388254"/>
              <a:gd name="connsiteX41" fmla="*/ 230182 w 1219200"/>
              <a:gd name="connsiteY41" fmla="*/ 266810 h 388254"/>
              <a:gd name="connsiteX42" fmla="*/ 225419 w 1219200"/>
              <a:gd name="connsiteY42" fmla="*/ 257285 h 388254"/>
              <a:gd name="connsiteX43" fmla="*/ 213513 w 1219200"/>
              <a:gd name="connsiteY43" fmla="*/ 245379 h 388254"/>
              <a:gd name="connsiteX44" fmla="*/ 194463 w 1219200"/>
              <a:gd name="connsiteY44" fmla="*/ 242998 h 388254"/>
              <a:gd name="connsiteX45" fmla="*/ 173032 w 1219200"/>
              <a:gd name="connsiteY45" fmla="*/ 254904 h 388254"/>
              <a:gd name="connsiteX46" fmla="*/ 165888 w 1219200"/>
              <a:gd name="connsiteY46" fmla="*/ 257285 h 388254"/>
              <a:gd name="connsiteX47" fmla="*/ 156363 w 1219200"/>
              <a:gd name="connsiteY47" fmla="*/ 259667 h 388254"/>
              <a:gd name="connsiteX48" fmla="*/ 149219 w 1219200"/>
              <a:gd name="connsiteY48" fmla="*/ 276335 h 388254"/>
              <a:gd name="connsiteX49" fmla="*/ 142075 w 1219200"/>
              <a:gd name="connsiteY49" fmla="*/ 285860 h 388254"/>
              <a:gd name="connsiteX50" fmla="*/ 106357 w 1219200"/>
              <a:gd name="connsiteY50" fmla="*/ 290623 h 388254"/>
              <a:gd name="connsiteX51" fmla="*/ 84925 w 1219200"/>
              <a:gd name="connsiteY51" fmla="*/ 283479 h 388254"/>
              <a:gd name="connsiteX52" fmla="*/ 77782 w 1219200"/>
              <a:gd name="connsiteY52" fmla="*/ 281098 h 388254"/>
              <a:gd name="connsiteX53" fmla="*/ 70638 w 1219200"/>
              <a:gd name="connsiteY53" fmla="*/ 276335 h 388254"/>
              <a:gd name="connsiteX54" fmla="*/ 63494 w 1219200"/>
              <a:gd name="connsiteY54" fmla="*/ 273954 h 388254"/>
              <a:gd name="connsiteX55" fmla="*/ 42063 w 1219200"/>
              <a:gd name="connsiteY55" fmla="*/ 269192 h 388254"/>
              <a:gd name="connsiteX56" fmla="*/ 3963 w 1219200"/>
              <a:gd name="connsiteY56" fmla="*/ 266810 h 388254"/>
              <a:gd name="connsiteX57" fmla="*/ 0 w 1219200"/>
              <a:gd name="connsiteY57" fmla="*/ 266244 h 38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9200" h="388254">
                <a:moveTo>
                  <a:pt x="0" y="0"/>
                </a:moveTo>
                <a:lnTo>
                  <a:pt x="1219200" y="0"/>
                </a:lnTo>
                <a:lnTo>
                  <a:pt x="1219200" y="268030"/>
                </a:lnTo>
                <a:lnTo>
                  <a:pt x="1185063" y="266810"/>
                </a:lnTo>
                <a:cubicBezTo>
                  <a:pt x="1183931" y="266891"/>
                  <a:pt x="1143710" y="268977"/>
                  <a:pt x="1135057" y="271573"/>
                </a:cubicBezTo>
                <a:cubicBezTo>
                  <a:pt x="1124467" y="274750"/>
                  <a:pt x="1114635" y="280127"/>
                  <a:pt x="1104100" y="283479"/>
                </a:cubicBezTo>
                <a:cubicBezTo>
                  <a:pt x="1098977" y="285109"/>
                  <a:pt x="1063066" y="292215"/>
                  <a:pt x="1058857" y="293004"/>
                </a:cubicBezTo>
                <a:cubicBezTo>
                  <a:pt x="1054111" y="293894"/>
                  <a:pt x="1049212" y="294059"/>
                  <a:pt x="1044569" y="295385"/>
                </a:cubicBezTo>
                <a:cubicBezTo>
                  <a:pt x="1038048" y="297248"/>
                  <a:pt x="1031869" y="300148"/>
                  <a:pt x="1025519" y="302529"/>
                </a:cubicBezTo>
                <a:cubicBezTo>
                  <a:pt x="1019963" y="303323"/>
                  <a:pt x="1014342" y="303754"/>
                  <a:pt x="1008850" y="304910"/>
                </a:cubicBezTo>
                <a:cubicBezTo>
                  <a:pt x="999242" y="306933"/>
                  <a:pt x="989800" y="309673"/>
                  <a:pt x="980275" y="312054"/>
                </a:cubicBezTo>
                <a:cubicBezTo>
                  <a:pt x="972422" y="314017"/>
                  <a:pt x="964400" y="315229"/>
                  <a:pt x="956463" y="316817"/>
                </a:cubicBezTo>
                <a:cubicBezTo>
                  <a:pt x="947732" y="317611"/>
                  <a:pt x="938983" y="318230"/>
                  <a:pt x="930269" y="319198"/>
                </a:cubicBezTo>
                <a:cubicBezTo>
                  <a:pt x="924691" y="319818"/>
                  <a:pt x="919169" y="320883"/>
                  <a:pt x="913600" y="321579"/>
                </a:cubicBezTo>
                <a:lnTo>
                  <a:pt x="892169" y="323960"/>
                </a:lnTo>
                <a:cubicBezTo>
                  <a:pt x="874742" y="325896"/>
                  <a:pt x="857191" y="326634"/>
                  <a:pt x="839782" y="328723"/>
                </a:cubicBezTo>
                <a:cubicBezTo>
                  <a:pt x="837290" y="329022"/>
                  <a:pt x="835088" y="330560"/>
                  <a:pt x="832638" y="331104"/>
                </a:cubicBezTo>
                <a:cubicBezTo>
                  <a:pt x="827925" y="332151"/>
                  <a:pt x="823152" y="332979"/>
                  <a:pt x="818350" y="333485"/>
                </a:cubicBezTo>
                <a:cubicBezTo>
                  <a:pt x="808058" y="334569"/>
                  <a:pt x="797713" y="335073"/>
                  <a:pt x="787394" y="335867"/>
                </a:cubicBezTo>
                <a:cubicBezTo>
                  <a:pt x="778818" y="336185"/>
                  <a:pt x="718099" y="337283"/>
                  <a:pt x="696907" y="340629"/>
                </a:cubicBezTo>
                <a:cubicBezTo>
                  <a:pt x="690442" y="341650"/>
                  <a:pt x="684275" y="344108"/>
                  <a:pt x="677857" y="345392"/>
                </a:cubicBezTo>
                <a:cubicBezTo>
                  <a:pt x="672353" y="346493"/>
                  <a:pt x="666208" y="345263"/>
                  <a:pt x="661188" y="347773"/>
                </a:cubicBezTo>
                <a:cubicBezTo>
                  <a:pt x="656168" y="350283"/>
                  <a:pt x="652650" y="355189"/>
                  <a:pt x="649282" y="359679"/>
                </a:cubicBezTo>
                <a:cubicBezTo>
                  <a:pt x="647776" y="361687"/>
                  <a:pt x="647781" y="364473"/>
                  <a:pt x="646900" y="366823"/>
                </a:cubicBezTo>
                <a:cubicBezTo>
                  <a:pt x="645399" y="370825"/>
                  <a:pt x="644050" y="374906"/>
                  <a:pt x="642138" y="378729"/>
                </a:cubicBezTo>
                <a:cubicBezTo>
                  <a:pt x="640858" y="381289"/>
                  <a:pt x="640161" y="385217"/>
                  <a:pt x="637375" y="385873"/>
                </a:cubicBezTo>
                <a:cubicBezTo>
                  <a:pt x="625760" y="388606"/>
                  <a:pt x="613563" y="387460"/>
                  <a:pt x="601657" y="388254"/>
                </a:cubicBezTo>
                <a:cubicBezTo>
                  <a:pt x="568409" y="384930"/>
                  <a:pt x="582976" y="387278"/>
                  <a:pt x="544507" y="378729"/>
                </a:cubicBezTo>
                <a:cubicBezTo>
                  <a:pt x="541312" y="378019"/>
                  <a:pt x="538046" y="377497"/>
                  <a:pt x="534982" y="376348"/>
                </a:cubicBezTo>
                <a:cubicBezTo>
                  <a:pt x="531658" y="375102"/>
                  <a:pt x="528632" y="373173"/>
                  <a:pt x="525457" y="371585"/>
                </a:cubicBezTo>
                <a:cubicBezTo>
                  <a:pt x="511235" y="368425"/>
                  <a:pt x="500914" y="366579"/>
                  <a:pt x="487357" y="362060"/>
                </a:cubicBezTo>
                <a:cubicBezTo>
                  <a:pt x="483302" y="360708"/>
                  <a:pt x="479419" y="358885"/>
                  <a:pt x="475450" y="357298"/>
                </a:cubicBezTo>
                <a:cubicBezTo>
                  <a:pt x="470688" y="356504"/>
                  <a:pt x="465847" y="356088"/>
                  <a:pt x="461163" y="354917"/>
                </a:cubicBezTo>
                <a:cubicBezTo>
                  <a:pt x="450485" y="352247"/>
                  <a:pt x="440238" y="347309"/>
                  <a:pt x="430207" y="343010"/>
                </a:cubicBezTo>
                <a:cubicBezTo>
                  <a:pt x="425593" y="341032"/>
                  <a:pt x="420682" y="339836"/>
                  <a:pt x="415919" y="338248"/>
                </a:cubicBezTo>
                <a:lnTo>
                  <a:pt x="401632" y="333485"/>
                </a:lnTo>
                <a:cubicBezTo>
                  <a:pt x="295129" y="330888"/>
                  <a:pt x="336029" y="336927"/>
                  <a:pt x="277807" y="326342"/>
                </a:cubicBezTo>
                <a:cubicBezTo>
                  <a:pt x="274494" y="325740"/>
                  <a:pt x="273044" y="321579"/>
                  <a:pt x="270663" y="319198"/>
                </a:cubicBezTo>
                <a:cubicBezTo>
                  <a:pt x="265107" y="313642"/>
                  <a:pt x="259280" y="308343"/>
                  <a:pt x="253994" y="302529"/>
                </a:cubicBezTo>
                <a:cubicBezTo>
                  <a:pt x="242738" y="290147"/>
                  <a:pt x="250449" y="295421"/>
                  <a:pt x="239707" y="281098"/>
                </a:cubicBezTo>
                <a:cubicBezTo>
                  <a:pt x="237686" y="278404"/>
                  <a:pt x="234431" y="276756"/>
                  <a:pt x="232563" y="273954"/>
                </a:cubicBezTo>
                <a:cubicBezTo>
                  <a:pt x="231171" y="271865"/>
                  <a:pt x="231171" y="269117"/>
                  <a:pt x="230182" y="266810"/>
                </a:cubicBezTo>
                <a:cubicBezTo>
                  <a:pt x="228784" y="263547"/>
                  <a:pt x="227180" y="260367"/>
                  <a:pt x="225419" y="257285"/>
                </a:cubicBezTo>
                <a:cubicBezTo>
                  <a:pt x="222684" y="252498"/>
                  <a:pt x="219423" y="246991"/>
                  <a:pt x="213513" y="245379"/>
                </a:cubicBezTo>
                <a:cubicBezTo>
                  <a:pt x="207339" y="243695"/>
                  <a:pt x="200813" y="243792"/>
                  <a:pt x="194463" y="242998"/>
                </a:cubicBezTo>
                <a:cubicBezTo>
                  <a:pt x="181889" y="247189"/>
                  <a:pt x="189408" y="243987"/>
                  <a:pt x="173032" y="254904"/>
                </a:cubicBezTo>
                <a:cubicBezTo>
                  <a:pt x="170651" y="255698"/>
                  <a:pt x="168302" y="256595"/>
                  <a:pt x="165888" y="257285"/>
                </a:cubicBezTo>
                <a:cubicBezTo>
                  <a:pt x="162741" y="258184"/>
                  <a:pt x="158877" y="257572"/>
                  <a:pt x="156363" y="259667"/>
                </a:cubicBezTo>
                <a:cubicBezTo>
                  <a:pt x="151209" y="263962"/>
                  <a:pt x="152205" y="271109"/>
                  <a:pt x="149219" y="276335"/>
                </a:cubicBezTo>
                <a:cubicBezTo>
                  <a:pt x="147250" y="279781"/>
                  <a:pt x="145840" y="284605"/>
                  <a:pt x="142075" y="285860"/>
                </a:cubicBezTo>
                <a:cubicBezTo>
                  <a:pt x="130680" y="289658"/>
                  <a:pt x="118263" y="289035"/>
                  <a:pt x="106357" y="290623"/>
                </a:cubicBezTo>
                <a:cubicBezTo>
                  <a:pt x="90397" y="286633"/>
                  <a:pt x="102859" y="290205"/>
                  <a:pt x="84925" y="283479"/>
                </a:cubicBezTo>
                <a:cubicBezTo>
                  <a:pt x="82575" y="282598"/>
                  <a:pt x="80027" y="282220"/>
                  <a:pt x="77782" y="281098"/>
                </a:cubicBezTo>
                <a:cubicBezTo>
                  <a:pt x="75222" y="279818"/>
                  <a:pt x="73019" y="277923"/>
                  <a:pt x="70638" y="276335"/>
                </a:cubicBezTo>
                <a:cubicBezTo>
                  <a:pt x="68257" y="275541"/>
                  <a:pt x="65944" y="274498"/>
                  <a:pt x="63494" y="273954"/>
                </a:cubicBezTo>
                <a:cubicBezTo>
                  <a:pt x="38349" y="268367"/>
                  <a:pt x="58145" y="274552"/>
                  <a:pt x="42063" y="269192"/>
                </a:cubicBezTo>
                <a:cubicBezTo>
                  <a:pt x="29363" y="268398"/>
                  <a:pt x="16640" y="267912"/>
                  <a:pt x="3963" y="266810"/>
                </a:cubicBezTo>
                <a:lnTo>
                  <a:pt x="0" y="266244"/>
                </a:lnTo>
                <a:close/>
              </a:path>
            </a:pathLst>
          </a:custGeom>
          <a:blipFill>
            <a:blip r:embed="rId8">
              <a:alphaModFix amt="85000"/>
            </a:blip>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cxnSp>
        <p:nvCxnSpPr>
          <p:cNvPr id="436" name="직선 화살표 연결선 435">
            <a:extLst>
              <a:ext uri="{FF2B5EF4-FFF2-40B4-BE49-F238E27FC236}">
                <a16:creationId xmlns:a16="http://schemas.microsoft.com/office/drawing/2014/main" id="{71C57A83-4560-4979-86E7-9061C7ABBEC0}"/>
              </a:ext>
            </a:extLst>
          </p:cNvPr>
          <p:cNvCxnSpPr>
            <a:cxnSpLocks/>
          </p:cNvCxnSpPr>
          <p:nvPr/>
        </p:nvCxnSpPr>
        <p:spPr>
          <a:xfrm>
            <a:off x="3780003" y="5432758"/>
            <a:ext cx="34036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37" name="직사각형 436">
                <a:extLst>
                  <a:ext uri="{FF2B5EF4-FFF2-40B4-BE49-F238E27FC236}">
                    <a16:creationId xmlns:a16="http://schemas.microsoft.com/office/drawing/2014/main" id="{A4C44B61-F18D-4F5B-907E-91A13352153E}"/>
                  </a:ext>
                </a:extLst>
              </p:cNvPr>
              <p:cNvSpPr/>
              <p:nvPr/>
            </p:nvSpPr>
            <p:spPr>
              <a:xfrm>
                <a:off x="6683840" y="5408261"/>
                <a:ext cx="911256"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600" b="0" i="1" smtClean="0">
                          <a:latin typeface="Cambria Math" panose="02040503050406030204" pitchFamily="18" charset="0"/>
                          <a:cs typeface="Times New Roman" panose="02020603050405020304" pitchFamily="18" charset="0"/>
                        </a:rPr>
                        <m:t>𝑡</m:t>
                      </m:r>
                    </m:oMath>
                  </m:oMathPara>
                </a14:m>
                <a:endParaRPr lang="ko-KR" altLang="en-US" sz="1600" dirty="0"/>
              </a:p>
            </p:txBody>
          </p:sp>
        </mc:Choice>
        <mc:Fallback>
          <p:sp>
            <p:nvSpPr>
              <p:cNvPr id="437" name="직사각형 436">
                <a:extLst>
                  <a:ext uri="{FF2B5EF4-FFF2-40B4-BE49-F238E27FC236}">
                    <a16:creationId xmlns:a16="http://schemas.microsoft.com/office/drawing/2014/main" id="{A4C44B61-F18D-4F5B-907E-91A13352153E}"/>
                  </a:ext>
                </a:extLst>
              </p:cNvPr>
              <p:cNvSpPr>
                <a:spLocks noRot="1" noChangeAspect="1" noMove="1" noResize="1" noEditPoints="1" noAdjustHandles="1" noChangeArrowheads="1" noChangeShapeType="1" noTextEdit="1"/>
              </p:cNvSpPr>
              <p:nvPr/>
            </p:nvSpPr>
            <p:spPr>
              <a:xfrm>
                <a:off x="6683840" y="5408261"/>
                <a:ext cx="911256" cy="338554"/>
              </a:xfrm>
              <a:prstGeom prst="rect">
                <a:avLst/>
              </a:prstGeom>
              <a:blipFill>
                <a:blip r:embed="rId13"/>
                <a:stretch>
                  <a:fillRect/>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38" name="직사각형 437">
                <a:extLst>
                  <a:ext uri="{FF2B5EF4-FFF2-40B4-BE49-F238E27FC236}">
                    <a16:creationId xmlns:a16="http://schemas.microsoft.com/office/drawing/2014/main" id="{8B8895E1-ADB6-4003-AEB1-102E6EEC3F54}"/>
                  </a:ext>
                </a:extLst>
              </p:cNvPr>
              <p:cNvSpPr/>
              <p:nvPr/>
            </p:nvSpPr>
            <p:spPr>
              <a:xfrm>
                <a:off x="3122411" y="3093214"/>
                <a:ext cx="657592"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600" i="1">
                          <a:latin typeface="Cambria Math" panose="02040503050406030204" pitchFamily="18" charset="0"/>
                          <a:cs typeface="Times New Roman" panose="02020603050405020304" pitchFamily="18" charset="0"/>
                        </a:rPr>
                        <m:t>𝐼</m:t>
                      </m:r>
                      <m:r>
                        <a:rPr lang="en-US" altLang="ko-KR" sz="1600" i="1">
                          <a:latin typeface="Cambria Math" panose="02040503050406030204" pitchFamily="18" charset="0"/>
                          <a:cs typeface="Times New Roman" panose="02020603050405020304" pitchFamily="18" charset="0"/>
                        </a:rPr>
                        <m:t>(</m:t>
                      </m:r>
                      <m:r>
                        <a:rPr lang="en-US" altLang="ko-KR" sz="1600" b="1" i="1" smtClean="0">
                          <a:latin typeface="Cambria Math" panose="02040503050406030204" pitchFamily="18" charset="0"/>
                          <a:cs typeface="Times New Roman" panose="02020603050405020304" pitchFamily="18" charset="0"/>
                        </a:rPr>
                        <m:t>𝒓</m:t>
                      </m:r>
                      <m:r>
                        <a:rPr lang="en-US" altLang="ko-KR" sz="1600" i="1" smtClean="0">
                          <a:latin typeface="Cambria Math" panose="02040503050406030204" pitchFamily="18" charset="0"/>
                          <a:cs typeface="Times New Roman" panose="02020603050405020304" pitchFamily="18" charset="0"/>
                        </a:rPr>
                        <m:t>,</m:t>
                      </m:r>
                      <m:r>
                        <a:rPr lang="en-US" altLang="ko-KR" sz="1600" i="1" smtClean="0">
                          <a:latin typeface="Cambria Math" panose="02040503050406030204" pitchFamily="18" charset="0"/>
                          <a:cs typeface="Times New Roman" panose="02020603050405020304" pitchFamily="18" charset="0"/>
                        </a:rPr>
                        <m:t>𝑡</m:t>
                      </m:r>
                      <m:r>
                        <a:rPr lang="en-US" altLang="ko-KR" sz="1600" i="1">
                          <a:latin typeface="Cambria Math" panose="02040503050406030204" pitchFamily="18" charset="0"/>
                          <a:cs typeface="Times New Roman" panose="02020603050405020304" pitchFamily="18" charset="0"/>
                        </a:rPr>
                        <m:t>)</m:t>
                      </m:r>
                    </m:oMath>
                  </m:oMathPara>
                </a14:m>
                <a:endParaRPr lang="ko-KR" altLang="en-US" sz="1600" i="1" dirty="0">
                  <a:latin typeface="Times New Roman" panose="02020603050405020304" pitchFamily="18" charset="0"/>
                  <a:cs typeface="Times New Roman" panose="02020603050405020304" pitchFamily="18" charset="0"/>
                </a:endParaRPr>
              </a:p>
            </p:txBody>
          </p:sp>
        </mc:Choice>
        <mc:Fallback>
          <p:sp>
            <p:nvSpPr>
              <p:cNvPr id="438" name="직사각형 437">
                <a:extLst>
                  <a:ext uri="{FF2B5EF4-FFF2-40B4-BE49-F238E27FC236}">
                    <a16:creationId xmlns:a16="http://schemas.microsoft.com/office/drawing/2014/main" id="{8B8895E1-ADB6-4003-AEB1-102E6EEC3F54}"/>
                  </a:ext>
                </a:extLst>
              </p:cNvPr>
              <p:cNvSpPr>
                <a:spLocks noRot="1" noChangeAspect="1" noMove="1" noResize="1" noEditPoints="1" noAdjustHandles="1" noChangeArrowheads="1" noChangeShapeType="1" noTextEdit="1"/>
              </p:cNvSpPr>
              <p:nvPr/>
            </p:nvSpPr>
            <p:spPr>
              <a:xfrm>
                <a:off x="3122411" y="3093214"/>
                <a:ext cx="657592" cy="338554"/>
              </a:xfrm>
              <a:prstGeom prst="rect">
                <a:avLst/>
              </a:prstGeom>
              <a:blipFill>
                <a:blip r:embed="rId14"/>
                <a:stretch>
                  <a:fillRect l="-3704" r="-926" b="-10714"/>
                </a:stretch>
              </a:blipFill>
            </p:spPr>
            <p:txBody>
              <a:bodyPr/>
              <a:lstStyle/>
              <a:p>
                <a:r>
                  <a:rPr lang="ko-KR" altLang="en-US">
                    <a:noFill/>
                  </a:rPr>
                  <a:t> </a:t>
                </a:r>
              </a:p>
            </p:txBody>
          </p:sp>
        </mc:Fallback>
      </mc:AlternateContent>
      <p:grpSp>
        <p:nvGrpSpPr>
          <p:cNvPr id="439" name="그룹 438">
            <a:extLst>
              <a:ext uri="{FF2B5EF4-FFF2-40B4-BE49-F238E27FC236}">
                <a16:creationId xmlns:a16="http://schemas.microsoft.com/office/drawing/2014/main" id="{7C3B3D5E-AFF4-4E48-8396-C25F00071F5E}"/>
              </a:ext>
            </a:extLst>
          </p:cNvPr>
          <p:cNvGrpSpPr/>
          <p:nvPr/>
        </p:nvGrpSpPr>
        <p:grpSpPr>
          <a:xfrm>
            <a:off x="2609998" y="3977097"/>
            <a:ext cx="1069444" cy="990548"/>
            <a:chOff x="2194491" y="2430227"/>
            <a:chExt cx="1401062" cy="1297702"/>
          </a:xfrm>
        </p:grpSpPr>
        <p:grpSp>
          <p:nvGrpSpPr>
            <p:cNvPr id="496" name="그룹 495">
              <a:extLst>
                <a:ext uri="{FF2B5EF4-FFF2-40B4-BE49-F238E27FC236}">
                  <a16:creationId xmlns:a16="http://schemas.microsoft.com/office/drawing/2014/main" id="{92E290C0-9461-4A12-BE42-83981BD5248E}"/>
                </a:ext>
              </a:extLst>
            </p:cNvPr>
            <p:cNvGrpSpPr/>
            <p:nvPr/>
          </p:nvGrpSpPr>
          <p:grpSpPr>
            <a:xfrm>
              <a:off x="2521623" y="3165690"/>
              <a:ext cx="668819" cy="221281"/>
              <a:chOff x="6204600" y="4165600"/>
              <a:chExt cx="2610610" cy="863729"/>
            </a:xfrm>
            <a:noFill/>
            <a:scene3d>
              <a:camera prst="isometricOffAxis1Top">
                <a:rot lat="19722016" lon="3375994" rev="17414914"/>
              </a:camera>
              <a:lightRig rig="threePt" dir="t"/>
            </a:scene3d>
          </p:grpSpPr>
          <p:sp>
            <p:nvSpPr>
              <p:cNvPr id="501" name="직사각형 500">
                <a:extLst>
                  <a:ext uri="{FF2B5EF4-FFF2-40B4-BE49-F238E27FC236}">
                    <a16:creationId xmlns:a16="http://schemas.microsoft.com/office/drawing/2014/main" id="{86D15F99-A1DC-4B0F-8208-07EA730E77B0}"/>
                  </a:ext>
                </a:extLst>
              </p:cNvPr>
              <p:cNvSpPr/>
              <p:nvPr/>
            </p:nvSpPr>
            <p:spPr>
              <a:xfrm>
                <a:off x="620460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2" name="직사각형 501">
                <a:extLst>
                  <a:ext uri="{FF2B5EF4-FFF2-40B4-BE49-F238E27FC236}">
                    <a16:creationId xmlns:a16="http://schemas.microsoft.com/office/drawing/2014/main" id="{7A2D018D-C98A-4FC0-9326-FFD8E7D73501}"/>
                  </a:ext>
                </a:extLst>
              </p:cNvPr>
              <p:cNvSpPr/>
              <p:nvPr/>
            </p:nvSpPr>
            <p:spPr>
              <a:xfrm>
                <a:off x="707673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3" name="직사각형 502">
                <a:extLst>
                  <a:ext uri="{FF2B5EF4-FFF2-40B4-BE49-F238E27FC236}">
                    <a16:creationId xmlns:a16="http://schemas.microsoft.com/office/drawing/2014/main" id="{150F7E21-8EF3-4421-8B8A-FE5EC09687C6}"/>
                  </a:ext>
                </a:extLst>
              </p:cNvPr>
              <p:cNvSpPr/>
              <p:nvPr/>
            </p:nvSpPr>
            <p:spPr>
              <a:xfrm>
                <a:off x="7951481"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97" name="자유형: 도형 496">
              <a:extLst>
                <a:ext uri="{FF2B5EF4-FFF2-40B4-BE49-F238E27FC236}">
                  <a16:creationId xmlns:a16="http://schemas.microsoft.com/office/drawing/2014/main" id="{CA3E5D23-FF1C-4EA8-A634-BEF7B2A03DBD}"/>
                </a:ext>
              </a:extLst>
            </p:cNvPr>
            <p:cNvSpPr/>
            <p:nvPr/>
          </p:nvSpPr>
          <p:spPr>
            <a:xfrm>
              <a:off x="2194491" y="2430227"/>
              <a:ext cx="1152145" cy="1140359"/>
            </a:xfrm>
            <a:custGeom>
              <a:avLst/>
              <a:gdLst>
                <a:gd name="connsiteX0" fmla="*/ 427635 w 906780"/>
                <a:gd name="connsiteY0" fmla="*/ 0 h 897504"/>
                <a:gd name="connsiteX1" fmla="*/ 484785 w 906780"/>
                <a:gd name="connsiteY1" fmla="*/ 4762 h 897504"/>
                <a:gd name="connsiteX2" fmla="*/ 494310 w 906780"/>
                <a:gd name="connsiteY2" fmla="*/ 19050 h 897504"/>
                <a:gd name="connsiteX3" fmla="*/ 508597 w 906780"/>
                <a:gd name="connsiteY3" fmla="*/ 42862 h 897504"/>
                <a:gd name="connsiteX4" fmla="*/ 518122 w 906780"/>
                <a:gd name="connsiteY4" fmla="*/ 80962 h 897504"/>
                <a:gd name="connsiteX5" fmla="*/ 527647 w 906780"/>
                <a:gd name="connsiteY5" fmla="*/ 119062 h 897504"/>
                <a:gd name="connsiteX6" fmla="*/ 537172 w 906780"/>
                <a:gd name="connsiteY6" fmla="*/ 152400 h 897504"/>
                <a:gd name="connsiteX7" fmla="*/ 546697 w 906780"/>
                <a:gd name="connsiteY7" fmla="*/ 209550 h 897504"/>
                <a:gd name="connsiteX8" fmla="*/ 556222 w 906780"/>
                <a:gd name="connsiteY8" fmla="*/ 247650 h 897504"/>
                <a:gd name="connsiteX9" fmla="*/ 560985 w 906780"/>
                <a:gd name="connsiteY9" fmla="*/ 261937 h 897504"/>
                <a:gd name="connsiteX10" fmla="*/ 565747 w 906780"/>
                <a:gd name="connsiteY10" fmla="*/ 285750 h 897504"/>
                <a:gd name="connsiteX11" fmla="*/ 580035 w 906780"/>
                <a:gd name="connsiteY11" fmla="*/ 319087 h 897504"/>
                <a:gd name="connsiteX12" fmla="*/ 584797 w 906780"/>
                <a:gd name="connsiteY12" fmla="*/ 342900 h 897504"/>
                <a:gd name="connsiteX13" fmla="*/ 594322 w 906780"/>
                <a:gd name="connsiteY13" fmla="*/ 357187 h 897504"/>
                <a:gd name="connsiteX14" fmla="*/ 599085 w 906780"/>
                <a:gd name="connsiteY14" fmla="*/ 381000 h 897504"/>
                <a:gd name="connsiteX15" fmla="*/ 613372 w 906780"/>
                <a:gd name="connsiteY15" fmla="*/ 419100 h 897504"/>
                <a:gd name="connsiteX16" fmla="*/ 622897 w 906780"/>
                <a:gd name="connsiteY16" fmla="*/ 452437 h 897504"/>
                <a:gd name="connsiteX17" fmla="*/ 632422 w 906780"/>
                <a:gd name="connsiteY17" fmla="*/ 466725 h 897504"/>
                <a:gd name="connsiteX18" fmla="*/ 651472 w 906780"/>
                <a:gd name="connsiteY18" fmla="*/ 500062 h 897504"/>
                <a:gd name="connsiteX19" fmla="*/ 665760 w 906780"/>
                <a:gd name="connsiteY19" fmla="*/ 509587 h 897504"/>
                <a:gd name="connsiteX20" fmla="*/ 684810 w 906780"/>
                <a:gd name="connsiteY20" fmla="*/ 519112 h 897504"/>
                <a:gd name="connsiteX21" fmla="*/ 713385 w 906780"/>
                <a:gd name="connsiteY21" fmla="*/ 533400 h 897504"/>
                <a:gd name="connsiteX22" fmla="*/ 727672 w 906780"/>
                <a:gd name="connsiteY22" fmla="*/ 547687 h 897504"/>
                <a:gd name="connsiteX23" fmla="*/ 741960 w 906780"/>
                <a:gd name="connsiteY23" fmla="*/ 557212 h 897504"/>
                <a:gd name="connsiteX24" fmla="*/ 770535 w 906780"/>
                <a:gd name="connsiteY24" fmla="*/ 585787 h 897504"/>
                <a:gd name="connsiteX25" fmla="*/ 789585 w 906780"/>
                <a:gd name="connsiteY25" fmla="*/ 604837 h 897504"/>
                <a:gd name="connsiteX26" fmla="*/ 818160 w 906780"/>
                <a:gd name="connsiteY26" fmla="*/ 623887 h 897504"/>
                <a:gd name="connsiteX27" fmla="*/ 841972 w 906780"/>
                <a:gd name="connsiteY27" fmla="*/ 642937 h 897504"/>
                <a:gd name="connsiteX28" fmla="*/ 851497 w 906780"/>
                <a:gd name="connsiteY28" fmla="*/ 657225 h 897504"/>
                <a:gd name="connsiteX29" fmla="*/ 870547 w 906780"/>
                <a:gd name="connsiteY29" fmla="*/ 661987 h 897504"/>
                <a:gd name="connsiteX30" fmla="*/ 900665 w 906780"/>
                <a:gd name="connsiteY30" fmla="*/ 673119 h 897504"/>
                <a:gd name="connsiteX31" fmla="*/ 906780 w 906780"/>
                <a:gd name="connsiteY31" fmla="*/ 674633 h 897504"/>
                <a:gd name="connsiteX32" fmla="*/ 906780 w 906780"/>
                <a:gd name="connsiteY32" fmla="*/ 685080 h 897504"/>
                <a:gd name="connsiteX33" fmla="*/ 887702 w 906780"/>
                <a:gd name="connsiteY33" fmla="*/ 691062 h 897504"/>
                <a:gd name="connsiteX34" fmla="*/ 861022 w 906780"/>
                <a:gd name="connsiteY34" fmla="*/ 700087 h 897504"/>
                <a:gd name="connsiteX35" fmla="*/ 846735 w 906780"/>
                <a:gd name="connsiteY35" fmla="*/ 709612 h 897504"/>
                <a:gd name="connsiteX36" fmla="*/ 818160 w 906780"/>
                <a:gd name="connsiteY36" fmla="*/ 719137 h 897504"/>
                <a:gd name="connsiteX37" fmla="*/ 803872 w 906780"/>
                <a:gd name="connsiteY37" fmla="*/ 728662 h 897504"/>
                <a:gd name="connsiteX38" fmla="*/ 770535 w 906780"/>
                <a:gd name="connsiteY38" fmla="*/ 742950 h 897504"/>
                <a:gd name="connsiteX39" fmla="*/ 751485 w 906780"/>
                <a:gd name="connsiteY39" fmla="*/ 747712 h 897504"/>
                <a:gd name="connsiteX40" fmla="*/ 727672 w 906780"/>
                <a:gd name="connsiteY40" fmla="*/ 752475 h 897504"/>
                <a:gd name="connsiteX41" fmla="*/ 713385 w 906780"/>
                <a:gd name="connsiteY41" fmla="*/ 766762 h 897504"/>
                <a:gd name="connsiteX42" fmla="*/ 675285 w 906780"/>
                <a:gd name="connsiteY42" fmla="*/ 776287 h 897504"/>
                <a:gd name="connsiteX43" fmla="*/ 641947 w 906780"/>
                <a:gd name="connsiteY43" fmla="*/ 785812 h 897504"/>
                <a:gd name="connsiteX44" fmla="*/ 603847 w 906780"/>
                <a:gd name="connsiteY44" fmla="*/ 795337 h 897504"/>
                <a:gd name="connsiteX45" fmla="*/ 584797 w 906780"/>
                <a:gd name="connsiteY45" fmla="*/ 804862 h 897504"/>
                <a:gd name="connsiteX46" fmla="*/ 560985 w 906780"/>
                <a:gd name="connsiteY46" fmla="*/ 814387 h 897504"/>
                <a:gd name="connsiteX47" fmla="*/ 522885 w 906780"/>
                <a:gd name="connsiteY47" fmla="*/ 833437 h 897504"/>
                <a:gd name="connsiteX48" fmla="*/ 475260 w 906780"/>
                <a:gd name="connsiteY48" fmla="*/ 857250 h 897504"/>
                <a:gd name="connsiteX49" fmla="*/ 446685 w 906780"/>
                <a:gd name="connsiteY49" fmla="*/ 871537 h 897504"/>
                <a:gd name="connsiteX50" fmla="*/ 437160 w 906780"/>
                <a:gd name="connsiteY50" fmla="*/ 885825 h 897504"/>
                <a:gd name="connsiteX51" fmla="*/ 413801 w 906780"/>
                <a:gd name="connsiteY51" fmla="*/ 897504 h 897504"/>
                <a:gd name="connsiteX52" fmla="*/ 400557 w 906780"/>
                <a:gd name="connsiteY52" fmla="*/ 897504 h 897504"/>
                <a:gd name="connsiteX53" fmla="*/ 394164 w 906780"/>
                <a:gd name="connsiteY53" fmla="*/ 895427 h 897504"/>
                <a:gd name="connsiteX54" fmla="*/ 380010 w 906780"/>
                <a:gd name="connsiteY54" fmla="*/ 885825 h 897504"/>
                <a:gd name="connsiteX55" fmla="*/ 365722 w 906780"/>
                <a:gd name="connsiteY55" fmla="*/ 881062 h 897504"/>
                <a:gd name="connsiteX56" fmla="*/ 351435 w 906780"/>
                <a:gd name="connsiteY56" fmla="*/ 866775 h 897504"/>
                <a:gd name="connsiteX57" fmla="*/ 332385 w 906780"/>
                <a:gd name="connsiteY57" fmla="*/ 857250 h 897504"/>
                <a:gd name="connsiteX58" fmla="*/ 308572 w 906780"/>
                <a:gd name="connsiteY58" fmla="*/ 842962 h 897504"/>
                <a:gd name="connsiteX59" fmla="*/ 279997 w 906780"/>
                <a:gd name="connsiteY59" fmla="*/ 819150 h 897504"/>
                <a:gd name="connsiteX60" fmla="*/ 260947 w 906780"/>
                <a:gd name="connsiteY60" fmla="*/ 809625 h 897504"/>
                <a:gd name="connsiteX61" fmla="*/ 213322 w 906780"/>
                <a:gd name="connsiteY61" fmla="*/ 776287 h 897504"/>
                <a:gd name="connsiteX62" fmla="*/ 194272 w 906780"/>
                <a:gd name="connsiteY62" fmla="*/ 766762 h 897504"/>
                <a:gd name="connsiteX63" fmla="*/ 151410 w 906780"/>
                <a:gd name="connsiteY63" fmla="*/ 738187 h 897504"/>
                <a:gd name="connsiteX64" fmla="*/ 137122 w 906780"/>
                <a:gd name="connsiteY64" fmla="*/ 733425 h 897504"/>
                <a:gd name="connsiteX65" fmla="*/ 103785 w 906780"/>
                <a:gd name="connsiteY65" fmla="*/ 714375 h 897504"/>
                <a:gd name="connsiteX66" fmla="*/ 89497 w 906780"/>
                <a:gd name="connsiteY66" fmla="*/ 709612 h 897504"/>
                <a:gd name="connsiteX67" fmla="*/ 70447 w 906780"/>
                <a:gd name="connsiteY67" fmla="*/ 690562 h 897504"/>
                <a:gd name="connsiteX68" fmla="*/ 51397 w 906780"/>
                <a:gd name="connsiteY68" fmla="*/ 681037 h 897504"/>
                <a:gd name="connsiteX69" fmla="*/ 37110 w 906780"/>
                <a:gd name="connsiteY69" fmla="*/ 666750 h 897504"/>
                <a:gd name="connsiteX70" fmla="*/ 18060 w 906780"/>
                <a:gd name="connsiteY70" fmla="*/ 657225 h 897504"/>
                <a:gd name="connsiteX71" fmla="*/ 0 w 906780"/>
                <a:gd name="connsiteY71" fmla="*/ 643680 h 897504"/>
                <a:gd name="connsiteX72" fmla="*/ 0 w 906780"/>
                <a:gd name="connsiteY72" fmla="*/ 616248 h 897504"/>
                <a:gd name="connsiteX73" fmla="*/ 41872 w 906780"/>
                <a:gd name="connsiteY73" fmla="*/ 595312 h 897504"/>
                <a:gd name="connsiteX74" fmla="*/ 65685 w 906780"/>
                <a:gd name="connsiteY74" fmla="*/ 581025 h 897504"/>
                <a:gd name="connsiteX75" fmla="*/ 89497 w 906780"/>
                <a:gd name="connsiteY75" fmla="*/ 571500 h 897504"/>
                <a:gd name="connsiteX76" fmla="*/ 122835 w 906780"/>
                <a:gd name="connsiteY76" fmla="*/ 547687 h 897504"/>
                <a:gd name="connsiteX77" fmla="*/ 137122 w 906780"/>
                <a:gd name="connsiteY77" fmla="*/ 542925 h 897504"/>
                <a:gd name="connsiteX78" fmla="*/ 156172 w 906780"/>
                <a:gd name="connsiteY78" fmla="*/ 533400 h 897504"/>
                <a:gd name="connsiteX79" fmla="*/ 227610 w 906780"/>
                <a:gd name="connsiteY79" fmla="*/ 523875 h 897504"/>
                <a:gd name="connsiteX80" fmla="*/ 246660 w 906780"/>
                <a:gd name="connsiteY80" fmla="*/ 500062 h 897504"/>
                <a:gd name="connsiteX81" fmla="*/ 260947 w 906780"/>
                <a:gd name="connsiteY81" fmla="*/ 447675 h 897504"/>
                <a:gd name="connsiteX82" fmla="*/ 265710 w 906780"/>
                <a:gd name="connsiteY82" fmla="*/ 433387 h 897504"/>
                <a:gd name="connsiteX83" fmla="*/ 270472 w 906780"/>
                <a:gd name="connsiteY83" fmla="*/ 414337 h 897504"/>
                <a:gd name="connsiteX84" fmla="*/ 279997 w 906780"/>
                <a:gd name="connsiteY84" fmla="*/ 395287 h 897504"/>
                <a:gd name="connsiteX85" fmla="*/ 284760 w 906780"/>
                <a:gd name="connsiteY85" fmla="*/ 323850 h 897504"/>
                <a:gd name="connsiteX86" fmla="*/ 289522 w 906780"/>
                <a:gd name="connsiteY86" fmla="*/ 309562 h 897504"/>
                <a:gd name="connsiteX87" fmla="*/ 294285 w 906780"/>
                <a:gd name="connsiteY87" fmla="*/ 290512 h 897504"/>
                <a:gd name="connsiteX88" fmla="*/ 308572 w 906780"/>
                <a:gd name="connsiteY88" fmla="*/ 252412 h 897504"/>
                <a:gd name="connsiteX89" fmla="*/ 327622 w 906780"/>
                <a:gd name="connsiteY89" fmla="*/ 209550 h 897504"/>
                <a:gd name="connsiteX90" fmla="*/ 356197 w 906780"/>
                <a:gd name="connsiteY90" fmla="*/ 133350 h 897504"/>
                <a:gd name="connsiteX91" fmla="*/ 375247 w 906780"/>
                <a:gd name="connsiteY91" fmla="*/ 95250 h 897504"/>
                <a:gd name="connsiteX92" fmla="*/ 384772 w 906780"/>
                <a:gd name="connsiteY92" fmla="*/ 61912 h 897504"/>
                <a:gd name="connsiteX93" fmla="*/ 389535 w 906780"/>
                <a:gd name="connsiteY93" fmla="*/ 42862 h 897504"/>
                <a:gd name="connsiteX94" fmla="*/ 399060 w 906780"/>
                <a:gd name="connsiteY94" fmla="*/ 14287 h 897504"/>
                <a:gd name="connsiteX95" fmla="*/ 427635 w 906780"/>
                <a:gd name="connsiteY95" fmla="*/ 0 h 897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906780" h="897504">
                  <a:moveTo>
                    <a:pt x="427635" y="0"/>
                  </a:moveTo>
                  <a:cubicBezTo>
                    <a:pt x="446685" y="1587"/>
                    <a:pt x="466404" y="-490"/>
                    <a:pt x="484785" y="4762"/>
                  </a:cubicBezTo>
                  <a:cubicBezTo>
                    <a:pt x="490289" y="6334"/>
                    <a:pt x="491276" y="14196"/>
                    <a:pt x="494310" y="19050"/>
                  </a:cubicBezTo>
                  <a:cubicBezTo>
                    <a:pt x="499216" y="26899"/>
                    <a:pt x="503835" y="34925"/>
                    <a:pt x="508597" y="42862"/>
                  </a:cubicBezTo>
                  <a:cubicBezTo>
                    <a:pt x="520249" y="101118"/>
                    <a:pt x="507139" y="40689"/>
                    <a:pt x="518122" y="80962"/>
                  </a:cubicBezTo>
                  <a:cubicBezTo>
                    <a:pt x="521566" y="93592"/>
                    <a:pt x="524051" y="106475"/>
                    <a:pt x="527647" y="119062"/>
                  </a:cubicBezTo>
                  <a:cubicBezTo>
                    <a:pt x="530822" y="130175"/>
                    <a:pt x="534791" y="141091"/>
                    <a:pt x="537172" y="152400"/>
                  </a:cubicBezTo>
                  <a:cubicBezTo>
                    <a:pt x="541151" y="171299"/>
                    <a:pt x="540589" y="191229"/>
                    <a:pt x="546697" y="209550"/>
                  </a:cubicBezTo>
                  <a:cubicBezTo>
                    <a:pt x="557585" y="242208"/>
                    <a:pt x="544728" y="201674"/>
                    <a:pt x="556222" y="247650"/>
                  </a:cubicBezTo>
                  <a:cubicBezTo>
                    <a:pt x="557440" y="252520"/>
                    <a:pt x="559767" y="257067"/>
                    <a:pt x="560985" y="261937"/>
                  </a:cubicBezTo>
                  <a:cubicBezTo>
                    <a:pt x="562948" y="269790"/>
                    <a:pt x="563784" y="277897"/>
                    <a:pt x="565747" y="285750"/>
                  </a:cubicBezTo>
                  <a:cubicBezTo>
                    <a:pt x="569250" y="299761"/>
                    <a:pt x="573223" y="305463"/>
                    <a:pt x="580035" y="319087"/>
                  </a:cubicBezTo>
                  <a:cubicBezTo>
                    <a:pt x="581622" y="327025"/>
                    <a:pt x="581955" y="335321"/>
                    <a:pt x="584797" y="342900"/>
                  </a:cubicBezTo>
                  <a:cubicBezTo>
                    <a:pt x="586807" y="348259"/>
                    <a:pt x="592312" y="351828"/>
                    <a:pt x="594322" y="357187"/>
                  </a:cubicBezTo>
                  <a:cubicBezTo>
                    <a:pt x="597164" y="364766"/>
                    <a:pt x="597122" y="373147"/>
                    <a:pt x="599085" y="381000"/>
                  </a:cubicBezTo>
                  <a:cubicBezTo>
                    <a:pt x="602430" y="394379"/>
                    <a:pt x="609000" y="405984"/>
                    <a:pt x="613372" y="419100"/>
                  </a:cubicBezTo>
                  <a:cubicBezTo>
                    <a:pt x="616422" y="428249"/>
                    <a:pt x="618313" y="443269"/>
                    <a:pt x="622897" y="452437"/>
                  </a:cubicBezTo>
                  <a:cubicBezTo>
                    <a:pt x="625457" y="457557"/>
                    <a:pt x="629862" y="461605"/>
                    <a:pt x="632422" y="466725"/>
                  </a:cubicBezTo>
                  <a:cubicBezTo>
                    <a:pt x="643319" y="488518"/>
                    <a:pt x="628444" y="477034"/>
                    <a:pt x="651472" y="500062"/>
                  </a:cubicBezTo>
                  <a:cubicBezTo>
                    <a:pt x="655519" y="504109"/>
                    <a:pt x="660790" y="506747"/>
                    <a:pt x="665760" y="509587"/>
                  </a:cubicBezTo>
                  <a:cubicBezTo>
                    <a:pt x="671924" y="513109"/>
                    <a:pt x="678285" y="516315"/>
                    <a:pt x="684810" y="519112"/>
                  </a:cubicBezTo>
                  <a:cubicBezTo>
                    <a:pt x="702497" y="526692"/>
                    <a:pt x="697235" y="519942"/>
                    <a:pt x="713385" y="533400"/>
                  </a:cubicBezTo>
                  <a:cubicBezTo>
                    <a:pt x="718559" y="537712"/>
                    <a:pt x="722498" y="543375"/>
                    <a:pt x="727672" y="547687"/>
                  </a:cubicBezTo>
                  <a:cubicBezTo>
                    <a:pt x="732069" y="551351"/>
                    <a:pt x="737682" y="553409"/>
                    <a:pt x="741960" y="557212"/>
                  </a:cubicBezTo>
                  <a:cubicBezTo>
                    <a:pt x="752028" y="566161"/>
                    <a:pt x="761010" y="576262"/>
                    <a:pt x="770535" y="585787"/>
                  </a:cubicBezTo>
                  <a:cubicBezTo>
                    <a:pt x="776885" y="592137"/>
                    <a:pt x="782113" y="599856"/>
                    <a:pt x="789585" y="604837"/>
                  </a:cubicBezTo>
                  <a:lnTo>
                    <a:pt x="818160" y="623887"/>
                  </a:lnTo>
                  <a:cubicBezTo>
                    <a:pt x="845458" y="664836"/>
                    <a:pt x="809109" y="616646"/>
                    <a:pt x="841972" y="642937"/>
                  </a:cubicBezTo>
                  <a:cubicBezTo>
                    <a:pt x="846442" y="646513"/>
                    <a:pt x="846734" y="654050"/>
                    <a:pt x="851497" y="657225"/>
                  </a:cubicBezTo>
                  <a:cubicBezTo>
                    <a:pt x="856943" y="660856"/>
                    <a:pt x="864337" y="659917"/>
                    <a:pt x="870547" y="661987"/>
                  </a:cubicBezTo>
                  <a:cubicBezTo>
                    <a:pt x="917637" y="677683"/>
                    <a:pt x="880176" y="668109"/>
                    <a:pt x="900665" y="673119"/>
                  </a:cubicBezTo>
                  <a:lnTo>
                    <a:pt x="906780" y="674633"/>
                  </a:lnTo>
                  <a:lnTo>
                    <a:pt x="906780" y="685080"/>
                  </a:lnTo>
                  <a:lnTo>
                    <a:pt x="887702" y="691062"/>
                  </a:lnTo>
                  <a:cubicBezTo>
                    <a:pt x="877825" y="694248"/>
                    <a:pt x="868454" y="697385"/>
                    <a:pt x="861022" y="700087"/>
                  </a:cubicBezTo>
                  <a:cubicBezTo>
                    <a:pt x="855643" y="702043"/>
                    <a:pt x="851497" y="706437"/>
                    <a:pt x="846735" y="709612"/>
                  </a:cubicBezTo>
                  <a:cubicBezTo>
                    <a:pt x="838381" y="715181"/>
                    <a:pt x="827335" y="715059"/>
                    <a:pt x="818160" y="719137"/>
                  </a:cubicBezTo>
                  <a:cubicBezTo>
                    <a:pt x="812929" y="721462"/>
                    <a:pt x="809133" y="726407"/>
                    <a:pt x="803872" y="728662"/>
                  </a:cubicBezTo>
                  <a:cubicBezTo>
                    <a:pt x="760820" y="747113"/>
                    <a:pt x="806401" y="719039"/>
                    <a:pt x="770535" y="742950"/>
                  </a:cubicBezTo>
                  <a:cubicBezTo>
                    <a:pt x="764185" y="744537"/>
                    <a:pt x="757875" y="746292"/>
                    <a:pt x="751485" y="747712"/>
                  </a:cubicBezTo>
                  <a:cubicBezTo>
                    <a:pt x="743583" y="749468"/>
                    <a:pt x="734912" y="748855"/>
                    <a:pt x="727672" y="752475"/>
                  </a:cubicBezTo>
                  <a:cubicBezTo>
                    <a:pt x="721648" y="755487"/>
                    <a:pt x="718147" y="762000"/>
                    <a:pt x="713385" y="766762"/>
                  </a:cubicBezTo>
                  <a:cubicBezTo>
                    <a:pt x="687851" y="775274"/>
                    <a:pt x="709771" y="768623"/>
                    <a:pt x="675285" y="776287"/>
                  </a:cubicBezTo>
                  <a:cubicBezTo>
                    <a:pt x="657353" y="780272"/>
                    <a:pt x="657852" y="780511"/>
                    <a:pt x="641947" y="785812"/>
                  </a:cubicBezTo>
                  <a:cubicBezTo>
                    <a:pt x="629528" y="789951"/>
                    <a:pt x="616266" y="791197"/>
                    <a:pt x="603847" y="795337"/>
                  </a:cubicBezTo>
                  <a:cubicBezTo>
                    <a:pt x="597112" y="797582"/>
                    <a:pt x="591285" y="801979"/>
                    <a:pt x="584797" y="804862"/>
                  </a:cubicBezTo>
                  <a:cubicBezTo>
                    <a:pt x="576985" y="808334"/>
                    <a:pt x="568922" y="811212"/>
                    <a:pt x="560985" y="814387"/>
                  </a:cubicBezTo>
                  <a:cubicBezTo>
                    <a:pt x="547802" y="819660"/>
                    <a:pt x="535992" y="827976"/>
                    <a:pt x="522885" y="833437"/>
                  </a:cubicBezTo>
                  <a:cubicBezTo>
                    <a:pt x="472627" y="854378"/>
                    <a:pt x="544439" y="811131"/>
                    <a:pt x="475260" y="857250"/>
                  </a:cubicBezTo>
                  <a:cubicBezTo>
                    <a:pt x="463639" y="861123"/>
                    <a:pt x="455918" y="862304"/>
                    <a:pt x="446685" y="871537"/>
                  </a:cubicBezTo>
                  <a:cubicBezTo>
                    <a:pt x="442638" y="875585"/>
                    <a:pt x="441739" y="882391"/>
                    <a:pt x="437160" y="885825"/>
                  </a:cubicBezTo>
                  <a:lnTo>
                    <a:pt x="413801" y="897504"/>
                  </a:lnTo>
                  <a:lnTo>
                    <a:pt x="400557" y="897504"/>
                  </a:lnTo>
                  <a:lnTo>
                    <a:pt x="394164" y="895427"/>
                  </a:lnTo>
                  <a:cubicBezTo>
                    <a:pt x="389732" y="894053"/>
                    <a:pt x="407702" y="899671"/>
                    <a:pt x="380010" y="885825"/>
                  </a:cubicBezTo>
                  <a:cubicBezTo>
                    <a:pt x="375520" y="883580"/>
                    <a:pt x="369899" y="883847"/>
                    <a:pt x="365722" y="881062"/>
                  </a:cubicBezTo>
                  <a:cubicBezTo>
                    <a:pt x="360118" y="877326"/>
                    <a:pt x="356915" y="870690"/>
                    <a:pt x="351435" y="866775"/>
                  </a:cubicBezTo>
                  <a:cubicBezTo>
                    <a:pt x="345658" y="862649"/>
                    <a:pt x="338591" y="860698"/>
                    <a:pt x="332385" y="857250"/>
                  </a:cubicBezTo>
                  <a:cubicBezTo>
                    <a:pt x="324293" y="852754"/>
                    <a:pt x="316422" y="847868"/>
                    <a:pt x="308572" y="842962"/>
                  </a:cubicBezTo>
                  <a:cubicBezTo>
                    <a:pt x="248094" y="805163"/>
                    <a:pt x="346092" y="866359"/>
                    <a:pt x="279997" y="819150"/>
                  </a:cubicBezTo>
                  <a:cubicBezTo>
                    <a:pt x="274220" y="815024"/>
                    <a:pt x="267297" y="812800"/>
                    <a:pt x="260947" y="809625"/>
                  </a:cubicBezTo>
                  <a:cubicBezTo>
                    <a:pt x="231987" y="795145"/>
                    <a:pt x="237218" y="791222"/>
                    <a:pt x="213322" y="776287"/>
                  </a:cubicBezTo>
                  <a:cubicBezTo>
                    <a:pt x="207302" y="772524"/>
                    <a:pt x="200179" y="770700"/>
                    <a:pt x="194272" y="766762"/>
                  </a:cubicBezTo>
                  <a:cubicBezTo>
                    <a:pt x="160568" y="744292"/>
                    <a:pt x="182589" y="751549"/>
                    <a:pt x="151410" y="738187"/>
                  </a:cubicBezTo>
                  <a:cubicBezTo>
                    <a:pt x="146796" y="736210"/>
                    <a:pt x="141612" y="735670"/>
                    <a:pt x="137122" y="733425"/>
                  </a:cubicBezTo>
                  <a:cubicBezTo>
                    <a:pt x="89270" y="709500"/>
                    <a:pt x="162261" y="739437"/>
                    <a:pt x="103785" y="714375"/>
                  </a:cubicBezTo>
                  <a:cubicBezTo>
                    <a:pt x="99171" y="712397"/>
                    <a:pt x="93582" y="712530"/>
                    <a:pt x="89497" y="709612"/>
                  </a:cubicBezTo>
                  <a:cubicBezTo>
                    <a:pt x="82189" y="704392"/>
                    <a:pt x="77631" y="695950"/>
                    <a:pt x="70447" y="690562"/>
                  </a:cubicBezTo>
                  <a:cubicBezTo>
                    <a:pt x="64767" y="686302"/>
                    <a:pt x="57174" y="685163"/>
                    <a:pt x="51397" y="681037"/>
                  </a:cubicBezTo>
                  <a:cubicBezTo>
                    <a:pt x="45917" y="677122"/>
                    <a:pt x="42590" y="670665"/>
                    <a:pt x="37110" y="666750"/>
                  </a:cubicBezTo>
                  <a:cubicBezTo>
                    <a:pt x="31333" y="662624"/>
                    <a:pt x="24224" y="660747"/>
                    <a:pt x="18060" y="657225"/>
                  </a:cubicBezTo>
                  <a:lnTo>
                    <a:pt x="0" y="643680"/>
                  </a:lnTo>
                  <a:lnTo>
                    <a:pt x="0" y="616248"/>
                  </a:lnTo>
                  <a:lnTo>
                    <a:pt x="41872" y="595312"/>
                  </a:lnTo>
                  <a:cubicBezTo>
                    <a:pt x="50151" y="591172"/>
                    <a:pt x="57406" y="585165"/>
                    <a:pt x="65685" y="581025"/>
                  </a:cubicBezTo>
                  <a:cubicBezTo>
                    <a:pt x="73331" y="577202"/>
                    <a:pt x="81851" y="575323"/>
                    <a:pt x="89497" y="571500"/>
                  </a:cubicBezTo>
                  <a:cubicBezTo>
                    <a:pt x="104251" y="564123"/>
                    <a:pt x="107719" y="556325"/>
                    <a:pt x="122835" y="547687"/>
                  </a:cubicBezTo>
                  <a:cubicBezTo>
                    <a:pt x="127193" y="545196"/>
                    <a:pt x="132508" y="544902"/>
                    <a:pt x="137122" y="542925"/>
                  </a:cubicBezTo>
                  <a:cubicBezTo>
                    <a:pt x="143648" y="540128"/>
                    <a:pt x="149323" y="535268"/>
                    <a:pt x="156172" y="533400"/>
                  </a:cubicBezTo>
                  <a:cubicBezTo>
                    <a:pt x="161741" y="531881"/>
                    <a:pt x="224478" y="524266"/>
                    <a:pt x="227610" y="523875"/>
                  </a:cubicBezTo>
                  <a:cubicBezTo>
                    <a:pt x="233960" y="515937"/>
                    <a:pt x="241792" y="508986"/>
                    <a:pt x="246660" y="500062"/>
                  </a:cubicBezTo>
                  <a:cubicBezTo>
                    <a:pt x="256093" y="482769"/>
                    <a:pt x="256354" y="466046"/>
                    <a:pt x="260947" y="447675"/>
                  </a:cubicBezTo>
                  <a:cubicBezTo>
                    <a:pt x="262165" y="442805"/>
                    <a:pt x="264331" y="438214"/>
                    <a:pt x="265710" y="433387"/>
                  </a:cubicBezTo>
                  <a:cubicBezTo>
                    <a:pt x="267508" y="427093"/>
                    <a:pt x="268174" y="420466"/>
                    <a:pt x="270472" y="414337"/>
                  </a:cubicBezTo>
                  <a:cubicBezTo>
                    <a:pt x="272965" y="407689"/>
                    <a:pt x="276822" y="401637"/>
                    <a:pt x="279997" y="395287"/>
                  </a:cubicBezTo>
                  <a:cubicBezTo>
                    <a:pt x="281585" y="371475"/>
                    <a:pt x="282125" y="347569"/>
                    <a:pt x="284760" y="323850"/>
                  </a:cubicBezTo>
                  <a:cubicBezTo>
                    <a:pt x="285314" y="318860"/>
                    <a:pt x="288143" y="314389"/>
                    <a:pt x="289522" y="309562"/>
                  </a:cubicBezTo>
                  <a:cubicBezTo>
                    <a:pt x="291320" y="303268"/>
                    <a:pt x="292487" y="296806"/>
                    <a:pt x="294285" y="290512"/>
                  </a:cubicBezTo>
                  <a:cubicBezTo>
                    <a:pt x="299005" y="273993"/>
                    <a:pt x="301858" y="270874"/>
                    <a:pt x="308572" y="252412"/>
                  </a:cubicBezTo>
                  <a:cubicBezTo>
                    <a:pt x="322174" y="215007"/>
                    <a:pt x="311235" y="234129"/>
                    <a:pt x="327622" y="209550"/>
                  </a:cubicBezTo>
                  <a:cubicBezTo>
                    <a:pt x="335866" y="184819"/>
                    <a:pt x="344808" y="156129"/>
                    <a:pt x="356197" y="133350"/>
                  </a:cubicBezTo>
                  <a:cubicBezTo>
                    <a:pt x="362547" y="120650"/>
                    <a:pt x="371346" y="108903"/>
                    <a:pt x="375247" y="95250"/>
                  </a:cubicBezTo>
                  <a:cubicBezTo>
                    <a:pt x="378422" y="84137"/>
                    <a:pt x="381731" y="73062"/>
                    <a:pt x="384772" y="61912"/>
                  </a:cubicBezTo>
                  <a:cubicBezTo>
                    <a:pt x="386494" y="55597"/>
                    <a:pt x="387654" y="49131"/>
                    <a:pt x="389535" y="42862"/>
                  </a:cubicBezTo>
                  <a:cubicBezTo>
                    <a:pt x="392420" y="33245"/>
                    <a:pt x="390706" y="19856"/>
                    <a:pt x="399060" y="14287"/>
                  </a:cubicBezTo>
                  <a:cubicBezTo>
                    <a:pt x="417524" y="1977"/>
                    <a:pt x="407917" y="6572"/>
                    <a:pt x="427635" y="0"/>
                  </a:cubicBezTo>
                  <a:close/>
                </a:path>
              </a:pathLst>
            </a:custGeom>
            <a:blipFill dpi="0" rotWithShape="1">
              <a:blip r:embed="rId11">
                <a:alphaModFix amt="45000"/>
              </a:blip>
              <a:srcRect/>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498" name="타원 497">
              <a:extLst>
                <a:ext uri="{FF2B5EF4-FFF2-40B4-BE49-F238E27FC236}">
                  <a16:creationId xmlns:a16="http://schemas.microsoft.com/office/drawing/2014/main" id="{BE3B6CC0-DB91-4ED3-B117-AEE3FFC8724A}"/>
                </a:ext>
              </a:extLst>
            </p:cNvPr>
            <p:cNvSpPr/>
            <p:nvPr/>
          </p:nvSpPr>
          <p:spPr>
            <a:xfrm>
              <a:off x="2693673" y="3139233"/>
              <a:ext cx="81718" cy="81718"/>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499" name="타원 498">
              <a:extLst>
                <a:ext uri="{FF2B5EF4-FFF2-40B4-BE49-F238E27FC236}">
                  <a16:creationId xmlns:a16="http://schemas.microsoft.com/office/drawing/2014/main" id="{BD53280E-CE0E-4A40-8F6E-7C5701EE34E2}"/>
                </a:ext>
              </a:extLst>
            </p:cNvPr>
            <p:cNvSpPr/>
            <p:nvPr/>
          </p:nvSpPr>
          <p:spPr>
            <a:xfrm>
              <a:off x="2942524" y="3294789"/>
              <a:ext cx="96160" cy="96160"/>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500" name="자유형: 도형 499">
              <a:extLst>
                <a:ext uri="{FF2B5EF4-FFF2-40B4-BE49-F238E27FC236}">
                  <a16:creationId xmlns:a16="http://schemas.microsoft.com/office/drawing/2014/main" id="{5AB84407-772B-4167-95B6-A5A929908B8F}"/>
                </a:ext>
              </a:extLst>
            </p:cNvPr>
            <p:cNvSpPr/>
            <p:nvPr/>
          </p:nvSpPr>
          <p:spPr>
            <a:xfrm>
              <a:off x="2441042" y="2567195"/>
              <a:ext cx="1154511" cy="1160734"/>
            </a:xfrm>
            <a:custGeom>
              <a:avLst/>
              <a:gdLst>
                <a:gd name="connsiteX0" fmla="*/ 414470 w 861475"/>
                <a:gd name="connsiteY0" fmla="*/ 0 h 866120"/>
                <a:gd name="connsiteX1" fmla="*/ 471620 w 861475"/>
                <a:gd name="connsiteY1" fmla="*/ 4762 h 866120"/>
                <a:gd name="connsiteX2" fmla="*/ 481145 w 861475"/>
                <a:gd name="connsiteY2" fmla="*/ 19050 h 866120"/>
                <a:gd name="connsiteX3" fmla="*/ 495432 w 861475"/>
                <a:gd name="connsiteY3" fmla="*/ 42862 h 866120"/>
                <a:gd name="connsiteX4" fmla="*/ 504957 w 861475"/>
                <a:gd name="connsiteY4" fmla="*/ 80962 h 866120"/>
                <a:gd name="connsiteX5" fmla="*/ 514482 w 861475"/>
                <a:gd name="connsiteY5" fmla="*/ 119062 h 866120"/>
                <a:gd name="connsiteX6" fmla="*/ 524007 w 861475"/>
                <a:gd name="connsiteY6" fmla="*/ 152400 h 866120"/>
                <a:gd name="connsiteX7" fmla="*/ 533532 w 861475"/>
                <a:gd name="connsiteY7" fmla="*/ 209550 h 866120"/>
                <a:gd name="connsiteX8" fmla="*/ 543057 w 861475"/>
                <a:gd name="connsiteY8" fmla="*/ 247650 h 866120"/>
                <a:gd name="connsiteX9" fmla="*/ 547820 w 861475"/>
                <a:gd name="connsiteY9" fmla="*/ 261937 h 866120"/>
                <a:gd name="connsiteX10" fmla="*/ 552582 w 861475"/>
                <a:gd name="connsiteY10" fmla="*/ 285750 h 866120"/>
                <a:gd name="connsiteX11" fmla="*/ 566870 w 861475"/>
                <a:gd name="connsiteY11" fmla="*/ 319087 h 866120"/>
                <a:gd name="connsiteX12" fmla="*/ 571632 w 861475"/>
                <a:gd name="connsiteY12" fmla="*/ 342900 h 866120"/>
                <a:gd name="connsiteX13" fmla="*/ 581157 w 861475"/>
                <a:gd name="connsiteY13" fmla="*/ 357187 h 866120"/>
                <a:gd name="connsiteX14" fmla="*/ 585920 w 861475"/>
                <a:gd name="connsiteY14" fmla="*/ 381000 h 866120"/>
                <a:gd name="connsiteX15" fmla="*/ 600207 w 861475"/>
                <a:gd name="connsiteY15" fmla="*/ 419100 h 866120"/>
                <a:gd name="connsiteX16" fmla="*/ 609732 w 861475"/>
                <a:gd name="connsiteY16" fmla="*/ 452437 h 866120"/>
                <a:gd name="connsiteX17" fmla="*/ 619257 w 861475"/>
                <a:gd name="connsiteY17" fmla="*/ 466725 h 866120"/>
                <a:gd name="connsiteX18" fmla="*/ 638307 w 861475"/>
                <a:gd name="connsiteY18" fmla="*/ 500062 h 866120"/>
                <a:gd name="connsiteX19" fmla="*/ 652595 w 861475"/>
                <a:gd name="connsiteY19" fmla="*/ 509587 h 866120"/>
                <a:gd name="connsiteX20" fmla="*/ 671645 w 861475"/>
                <a:gd name="connsiteY20" fmla="*/ 519112 h 866120"/>
                <a:gd name="connsiteX21" fmla="*/ 700220 w 861475"/>
                <a:gd name="connsiteY21" fmla="*/ 533400 h 866120"/>
                <a:gd name="connsiteX22" fmla="*/ 714507 w 861475"/>
                <a:gd name="connsiteY22" fmla="*/ 547687 h 866120"/>
                <a:gd name="connsiteX23" fmla="*/ 728795 w 861475"/>
                <a:gd name="connsiteY23" fmla="*/ 557212 h 866120"/>
                <a:gd name="connsiteX24" fmla="*/ 757370 w 861475"/>
                <a:gd name="connsiteY24" fmla="*/ 585787 h 866120"/>
                <a:gd name="connsiteX25" fmla="*/ 776420 w 861475"/>
                <a:gd name="connsiteY25" fmla="*/ 604837 h 866120"/>
                <a:gd name="connsiteX26" fmla="*/ 804995 w 861475"/>
                <a:gd name="connsiteY26" fmla="*/ 623887 h 866120"/>
                <a:gd name="connsiteX27" fmla="*/ 828807 w 861475"/>
                <a:gd name="connsiteY27" fmla="*/ 642937 h 866120"/>
                <a:gd name="connsiteX28" fmla="*/ 838332 w 861475"/>
                <a:gd name="connsiteY28" fmla="*/ 657225 h 866120"/>
                <a:gd name="connsiteX29" fmla="*/ 857382 w 861475"/>
                <a:gd name="connsiteY29" fmla="*/ 661987 h 866120"/>
                <a:gd name="connsiteX30" fmla="*/ 861475 w 861475"/>
                <a:gd name="connsiteY30" fmla="*/ 663393 h 866120"/>
                <a:gd name="connsiteX31" fmla="*/ 853487 w 861475"/>
                <a:gd name="connsiteY31" fmla="*/ 666095 h 866120"/>
                <a:gd name="connsiteX32" fmla="*/ 839200 w 861475"/>
                <a:gd name="connsiteY32" fmla="*/ 675620 h 866120"/>
                <a:gd name="connsiteX33" fmla="*/ 810625 w 861475"/>
                <a:gd name="connsiteY33" fmla="*/ 685145 h 866120"/>
                <a:gd name="connsiteX34" fmla="*/ 796337 w 861475"/>
                <a:gd name="connsiteY34" fmla="*/ 694670 h 866120"/>
                <a:gd name="connsiteX35" fmla="*/ 763000 w 861475"/>
                <a:gd name="connsiteY35" fmla="*/ 708958 h 866120"/>
                <a:gd name="connsiteX36" fmla="*/ 743950 w 861475"/>
                <a:gd name="connsiteY36" fmla="*/ 713720 h 866120"/>
                <a:gd name="connsiteX37" fmla="*/ 720137 w 861475"/>
                <a:gd name="connsiteY37" fmla="*/ 718483 h 866120"/>
                <a:gd name="connsiteX38" fmla="*/ 705850 w 861475"/>
                <a:gd name="connsiteY38" fmla="*/ 732770 h 866120"/>
                <a:gd name="connsiteX39" fmla="*/ 667750 w 861475"/>
                <a:gd name="connsiteY39" fmla="*/ 742295 h 866120"/>
                <a:gd name="connsiteX40" fmla="*/ 634412 w 861475"/>
                <a:gd name="connsiteY40" fmla="*/ 751820 h 866120"/>
                <a:gd name="connsiteX41" fmla="*/ 596312 w 861475"/>
                <a:gd name="connsiteY41" fmla="*/ 761345 h 866120"/>
                <a:gd name="connsiteX42" fmla="*/ 577262 w 861475"/>
                <a:gd name="connsiteY42" fmla="*/ 770870 h 866120"/>
                <a:gd name="connsiteX43" fmla="*/ 553450 w 861475"/>
                <a:gd name="connsiteY43" fmla="*/ 780395 h 866120"/>
                <a:gd name="connsiteX44" fmla="*/ 515350 w 861475"/>
                <a:gd name="connsiteY44" fmla="*/ 799445 h 866120"/>
                <a:gd name="connsiteX45" fmla="*/ 467725 w 861475"/>
                <a:gd name="connsiteY45" fmla="*/ 823258 h 866120"/>
                <a:gd name="connsiteX46" fmla="*/ 439150 w 861475"/>
                <a:gd name="connsiteY46" fmla="*/ 837545 h 866120"/>
                <a:gd name="connsiteX47" fmla="*/ 429625 w 861475"/>
                <a:gd name="connsiteY47" fmla="*/ 851833 h 866120"/>
                <a:gd name="connsiteX48" fmla="*/ 401050 w 861475"/>
                <a:gd name="connsiteY48" fmla="*/ 866120 h 866120"/>
                <a:gd name="connsiteX49" fmla="*/ 372475 w 861475"/>
                <a:gd name="connsiteY49" fmla="*/ 851833 h 866120"/>
                <a:gd name="connsiteX50" fmla="*/ 358187 w 861475"/>
                <a:gd name="connsiteY50" fmla="*/ 847070 h 866120"/>
                <a:gd name="connsiteX51" fmla="*/ 343900 w 861475"/>
                <a:gd name="connsiteY51" fmla="*/ 832783 h 866120"/>
                <a:gd name="connsiteX52" fmla="*/ 324850 w 861475"/>
                <a:gd name="connsiteY52" fmla="*/ 823258 h 866120"/>
                <a:gd name="connsiteX53" fmla="*/ 301037 w 861475"/>
                <a:gd name="connsiteY53" fmla="*/ 808970 h 866120"/>
                <a:gd name="connsiteX54" fmla="*/ 272462 w 861475"/>
                <a:gd name="connsiteY54" fmla="*/ 785158 h 866120"/>
                <a:gd name="connsiteX55" fmla="*/ 253412 w 861475"/>
                <a:gd name="connsiteY55" fmla="*/ 775633 h 866120"/>
                <a:gd name="connsiteX56" fmla="*/ 205787 w 861475"/>
                <a:gd name="connsiteY56" fmla="*/ 742295 h 866120"/>
                <a:gd name="connsiteX57" fmla="*/ 186737 w 861475"/>
                <a:gd name="connsiteY57" fmla="*/ 732770 h 866120"/>
                <a:gd name="connsiteX58" fmla="*/ 143875 w 861475"/>
                <a:gd name="connsiteY58" fmla="*/ 704195 h 866120"/>
                <a:gd name="connsiteX59" fmla="*/ 129587 w 861475"/>
                <a:gd name="connsiteY59" fmla="*/ 699433 h 866120"/>
                <a:gd name="connsiteX60" fmla="*/ 96250 w 861475"/>
                <a:gd name="connsiteY60" fmla="*/ 680383 h 866120"/>
                <a:gd name="connsiteX61" fmla="*/ 81962 w 861475"/>
                <a:gd name="connsiteY61" fmla="*/ 675620 h 866120"/>
                <a:gd name="connsiteX62" fmla="*/ 62912 w 861475"/>
                <a:gd name="connsiteY62" fmla="*/ 656570 h 866120"/>
                <a:gd name="connsiteX63" fmla="*/ 43862 w 861475"/>
                <a:gd name="connsiteY63" fmla="*/ 647045 h 866120"/>
                <a:gd name="connsiteX64" fmla="*/ 29575 w 861475"/>
                <a:gd name="connsiteY64" fmla="*/ 632758 h 866120"/>
                <a:gd name="connsiteX65" fmla="*/ 10525 w 861475"/>
                <a:gd name="connsiteY65" fmla="*/ 623233 h 866120"/>
                <a:gd name="connsiteX66" fmla="*/ 0 w 861475"/>
                <a:gd name="connsiteY66" fmla="*/ 615339 h 866120"/>
                <a:gd name="connsiteX67" fmla="*/ 0 w 861475"/>
                <a:gd name="connsiteY67" fmla="*/ 609666 h 866120"/>
                <a:gd name="connsiteX68" fmla="*/ 28707 w 861475"/>
                <a:gd name="connsiteY68" fmla="*/ 595312 h 866120"/>
                <a:gd name="connsiteX69" fmla="*/ 52520 w 861475"/>
                <a:gd name="connsiteY69" fmla="*/ 581025 h 866120"/>
                <a:gd name="connsiteX70" fmla="*/ 76332 w 861475"/>
                <a:gd name="connsiteY70" fmla="*/ 571500 h 866120"/>
                <a:gd name="connsiteX71" fmla="*/ 109670 w 861475"/>
                <a:gd name="connsiteY71" fmla="*/ 547687 h 866120"/>
                <a:gd name="connsiteX72" fmla="*/ 123957 w 861475"/>
                <a:gd name="connsiteY72" fmla="*/ 542925 h 866120"/>
                <a:gd name="connsiteX73" fmla="*/ 143007 w 861475"/>
                <a:gd name="connsiteY73" fmla="*/ 533400 h 866120"/>
                <a:gd name="connsiteX74" fmla="*/ 214445 w 861475"/>
                <a:gd name="connsiteY74" fmla="*/ 523875 h 866120"/>
                <a:gd name="connsiteX75" fmla="*/ 233495 w 861475"/>
                <a:gd name="connsiteY75" fmla="*/ 500062 h 866120"/>
                <a:gd name="connsiteX76" fmla="*/ 242454 w 861475"/>
                <a:gd name="connsiteY76" fmla="*/ 474273 h 866120"/>
                <a:gd name="connsiteX77" fmla="*/ 246154 w 861475"/>
                <a:gd name="connsiteY77" fmla="*/ 455801 h 866120"/>
                <a:gd name="connsiteX78" fmla="*/ 256956 w 861475"/>
                <a:gd name="connsiteY78" fmla="*/ 441761 h 866120"/>
                <a:gd name="connsiteX79" fmla="*/ 261719 w 861475"/>
                <a:gd name="connsiteY79" fmla="*/ 427473 h 866120"/>
                <a:gd name="connsiteX80" fmla="*/ 276006 w 861475"/>
                <a:gd name="connsiteY80" fmla="*/ 413186 h 866120"/>
                <a:gd name="connsiteX81" fmla="*/ 285531 w 861475"/>
                <a:gd name="connsiteY81" fmla="*/ 341748 h 866120"/>
                <a:gd name="connsiteX82" fmla="*/ 299819 w 861475"/>
                <a:gd name="connsiteY82" fmla="*/ 308411 h 866120"/>
                <a:gd name="connsiteX83" fmla="*/ 304581 w 861475"/>
                <a:gd name="connsiteY83" fmla="*/ 284598 h 866120"/>
                <a:gd name="connsiteX84" fmla="*/ 314106 w 861475"/>
                <a:gd name="connsiteY84" fmla="*/ 260786 h 866120"/>
                <a:gd name="connsiteX85" fmla="*/ 320716 w 861475"/>
                <a:gd name="connsiteY85" fmla="*/ 207301 h 866120"/>
                <a:gd name="connsiteX86" fmla="*/ 322803 w 861475"/>
                <a:gd name="connsiteY86" fmla="*/ 184827 h 866120"/>
                <a:gd name="connsiteX87" fmla="*/ 327565 w 861475"/>
                <a:gd name="connsiteY87" fmla="*/ 170718 h 866120"/>
                <a:gd name="connsiteX88" fmla="*/ 343032 w 861475"/>
                <a:gd name="connsiteY88" fmla="*/ 133350 h 866120"/>
                <a:gd name="connsiteX89" fmla="*/ 362082 w 861475"/>
                <a:gd name="connsiteY89" fmla="*/ 95250 h 866120"/>
                <a:gd name="connsiteX90" fmla="*/ 371607 w 861475"/>
                <a:gd name="connsiteY90" fmla="*/ 61912 h 866120"/>
                <a:gd name="connsiteX91" fmla="*/ 376370 w 861475"/>
                <a:gd name="connsiteY91" fmla="*/ 42862 h 866120"/>
                <a:gd name="connsiteX92" fmla="*/ 385895 w 861475"/>
                <a:gd name="connsiteY92" fmla="*/ 14287 h 866120"/>
                <a:gd name="connsiteX93" fmla="*/ 414470 w 861475"/>
                <a:gd name="connsiteY93" fmla="*/ 0 h 8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61475" h="866120">
                  <a:moveTo>
                    <a:pt x="414470" y="0"/>
                  </a:moveTo>
                  <a:cubicBezTo>
                    <a:pt x="433520" y="1587"/>
                    <a:pt x="453239" y="-490"/>
                    <a:pt x="471620" y="4762"/>
                  </a:cubicBezTo>
                  <a:cubicBezTo>
                    <a:pt x="477124" y="6334"/>
                    <a:pt x="478111" y="14196"/>
                    <a:pt x="481145" y="19050"/>
                  </a:cubicBezTo>
                  <a:cubicBezTo>
                    <a:pt x="486051" y="26899"/>
                    <a:pt x="490670" y="34925"/>
                    <a:pt x="495432" y="42862"/>
                  </a:cubicBezTo>
                  <a:cubicBezTo>
                    <a:pt x="507084" y="101118"/>
                    <a:pt x="493974" y="40689"/>
                    <a:pt x="504957" y="80962"/>
                  </a:cubicBezTo>
                  <a:cubicBezTo>
                    <a:pt x="508401" y="93592"/>
                    <a:pt x="510886" y="106475"/>
                    <a:pt x="514482" y="119062"/>
                  </a:cubicBezTo>
                  <a:cubicBezTo>
                    <a:pt x="517657" y="130175"/>
                    <a:pt x="521626" y="141091"/>
                    <a:pt x="524007" y="152400"/>
                  </a:cubicBezTo>
                  <a:cubicBezTo>
                    <a:pt x="527986" y="171299"/>
                    <a:pt x="527424" y="191229"/>
                    <a:pt x="533532" y="209550"/>
                  </a:cubicBezTo>
                  <a:cubicBezTo>
                    <a:pt x="544420" y="242208"/>
                    <a:pt x="531563" y="201674"/>
                    <a:pt x="543057" y="247650"/>
                  </a:cubicBezTo>
                  <a:cubicBezTo>
                    <a:pt x="544275" y="252520"/>
                    <a:pt x="546602" y="257067"/>
                    <a:pt x="547820" y="261937"/>
                  </a:cubicBezTo>
                  <a:cubicBezTo>
                    <a:pt x="549783" y="269790"/>
                    <a:pt x="550619" y="277897"/>
                    <a:pt x="552582" y="285750"/>
                  </a:cubicBezTo>
                  <a:cubicBezTo>
                    <a:pt x="556085" y="299761"/>
                    <a:pt x="560058" y="305463"/>
                    <a:pt x="566870" y="319087"/>
                  </a:cubicBezTo>
                  <a:cubicBezTo>
                    <a:pt x="568457" y="327025"/>
                    <a:pt x="568790" y="335321"/>
                    <a:pt x="571632" y="342900"/>
                  </a:cubicBezTo>
                  <a:cubicBezTo>
                    <a:pt x="573642" y="348259"/>
                    <a:pt x="579147" y="351828"/>
                    <a:pt x="581157" y="357187"/>
                  </a:cubicBezTo>
                  <a:cubicBezTo>
                    <a:pt x="583999" y="364766"/>
                    <a:pt x="583957" y="373147"/>
                    <a:pt x="585920" y="381000"/>
                  </a:cubicBezTo>
                  <a:cubicBezTo>
                    <a:pt x="589265" y="394379"/>
                    <a:pt x="595835" y="405984"/>
                    <a:pt x="600207" y="419100"/>
                  </a:cubicBezTo>
                  <a:cubicBezTo>
                    <a:pt x="603257" y="428249"/>
                    <a:pt x="605148" y="443269"/>
                    <a:pt x="609732" y="452437"/>
                  </a:cubicBezTo>
                  <a:cubicBezTo>
                    <a:pt x="612292" y="457557"/>
                    <a:pt x="616697" y="461605"/>
                    <a:pt x="619257" y="466725"/>
                  </a:cubicBezTo>
                  <a:cubicBezTo>
                    <a:pt x="630154" y="488518"/>
                    <a:pt x="615279" y="477034"/>
                    <a:pt x="638307" y="500062"/>
                  </a:cubicBezTo>
                  <a:cubicBezTo>
                    <a:pt x="642354" y="504109"/>
                    <a:pt x="647625" y="506747"/>
                    <a:pt x="652595" y="509587"/>
                  </a:cubicBezTo>
                  <a:cubicBezTo>
                    <a:pt x="658759" y="513109"/>
                    <a:pt x="665120" y="516315"/>
                    <a:pt x="671645" y="519112"/>
                  </a:cubicBezTo>
                  <a:cubicBezTo>
                    <a:pt x="689332" y="526692"/>
                    <a:pt x="684070" y="519942"/>
                    <a:pt x="700220" y="533400"/>
                  </a:cubicBezTo>
                  <a:cubicBezTo>
                    <a:pt x="705394" y="537712"/>
                    <a:pt x="709333" y="543375"/>
                    <a:pt x="714507" y="547687"/>
                  </a:cubicBezTo>
                  <a:cubicBezTo>
                    <a:pt x="718904" y="551351"/>
                    <a:pt x="724517" y="553409"/>
                    <a:pt x="728795" y="557212"/>
                  </a:cubicBezTo>
                  <a:cubicBezTo>
                    <a:pt x="738863" y="566161"/>
                    <a:pt x="747845" y="576262"/>
                    <a:pt x="757370" y="585787"/>
                  </a:cubicBezTo>
                  <a:cubicBezTo>
                    <a:pt x="763720" y="592137"/>
                    <a:pt x="768948" y="599856"/>
                    <a:pt x="776420" y="604837"/>
                  </a:cubicBezTo>
                  <a:lnTo>
                    <a:pt x="804995" y="623887"/>
                  </a:lnTo>
                  <a:cubicBezTo>
                    <a:pt x="832293" y="664836"/>
                    <a:pt x="795944" y="616646"/>
                    <a:pt x="828807" y="642937"/>
                  </a:cubicBezTo>
                  <a:cubicBezTo>
                    <a:pt x="833277" y="646513"/>
                    <a:pt x="833569" y="654050"/>
                    <a:pt x="838332" y="657225"/>
                  </a:cubicBezTo>
                  <a:cubicBezTo>
                    <a:pt x="843778" y="660856"/>
                    <a:pt x="851172" y="659917"/>
                    <a:pt x="857382" y="661987"/>
                  </a:cubicBezTo>
                  <a:lnTo>
                    <a:pt x="861475" y="663393"/>
                  </a:lnTo>
                  <a:lnTo>
                    <a:pt x="853487" y="666095"/>
                  </a:lnTo>
                  <a:cubicBezTo>
                    <a:pt x="848108" y="668051"/>
                    <a:pt x="843962" y="672445"/>
                    <a:pt x="839200" y="675620"/>
                  </a:cubicBezTo>
                  <a:cubicBezTo>
                    <a:pt x="830846" y="681189"/>
                    <a:pt x="819800" y="681067"/>
                    <a:pt x="810625" y="685145"/>
                  </a:cubicBezTo>
                  <a:cubicBezTo>
                    <a:pt x="805394" y="687470"/>
                    <a:pt x="801598" y="692415"/>
                    <a:pt x="796337" y="694670"/>
                  </a:cubicBezTo>
                  <a:cubicBezTo>
                    <a:pt x="753285" y="713121"/>
                    <a:pt x="798866" y="685047"/>
                    <a:pt x="763000" y="708958"/>
                  </a:cubicBezTo>
                  <a:cubicBezTo>
                    <a:pt x="756650" y="710545"/>
                    <a:pt x="750340" y="712300"/>
                    <a:pt x="743950" y="713720"/>
                  </a:cubicBezTo>
                  <a:cubicBezTo>
                    <a:pt x="736048" y="715476"/>
                    <a:pt x="727377" y="714863"/>
                    <a:pt x="720137" y="718483"/>
                  </a:cubicBezTo>
                  <a:cubicBezTo>
                    <a:pt x="714113" y="721495"/>
                    <a:pt x="710612" y="728008"/>
                    <a:pt x="705850" y="732770"/>
                  </a:cubicBezTo>
                  <a:cubicBezTo>
                    <a:pt x="680316" y="741282"/>
                    <a:pt x="702236" y="734631"/>
                    <a:pt x="667750" y="742295"/>
                  </a:cubicBezTo>
                  <a:cubicBezTo>
                    <a:pt x="649818" y="746280"/>
                    <a:pt x="650317" y="746519"/>
                    <a:pt x="634412" y="751820"/>
                  </a:cubicBezTo>
                  <a:cubicBezTo>
                    <a:pt x="621993" y="755959"/>
                    <a:pt x="608731" y="757205"/>
                    <a:pt x="596312" y="761345"/>
                  </a:cubicBezTo>
                  <a:cubicBezTo>
                    <a:pt x="589577" y="763590"/>
                    <a:pt x="583750" y="767987"/>
                    <a:pt x="577262" y="770870"/>
                  </a:cubicBezTo>
                  <a:cubicBezTo>
                    <a:pt x="569450" y="774342"/>
                    <a:pt x="561387" y="777220"/>
                    <a:pt x="553450" y="780395"/>
                  </a:cubicBezTo>
                  <a:cubicBezTo>
                    <a:pt x="540267" y="785668"/>
                    <a:pt x="528457" y="793984"/>
                    <a:pt x="515350" y="799445"/>
                  </a:cubicBezTo>
                  <a:cubicBezTo>
                    <a:pt x="465092" y="820386"/>
                    <a:pt x="536904" y="777139"/>
                    <a:pt x="467725" y="823258"/>
                  </a:cubicBezTo>
                  <a:cubicBezTo>
                    <a:pt x="456104" y="827131"/>
                    <a:pt x="448383" y="828312"/>
                    <a:pt x="439150" y="837545"/>
                  </a:cubicBezTo>
                  <a:cubicBezTo>
                    <a:pt x="435103" y="841593"/>
                    <a:pt x="434204" y="848399"/>
                    <a:pt x="429625" y="851833"/>
                  </a:cubicBezTo>
                  <a:cubicBezTo>
                    <a:pt x="421106" y="858223"/>
                    <a:pt x="410575" y="861358"/>
                    <a:pt x="401050" y="866120"/>
                  </a:cubicBezTo>
                  <a:cubicBezTo>
                    <a:pt x="365143" y="854153"/>
                    <a:pt x="409397" y="870294"/>
                    <a:pt x="372475" y="851833"/>
                  </a:cubicBezTo>
                  <a:cubicBezTo>
                    <a:pt x="367985" y="849588"/>
                    <a:pt x="362364" y="849855"/>
                    <a:pt x="358187" y="847070"/>
                  </a:cubicBezTo>
                  <a:cubicBezTo>
                    <a:pt x="352583" y="843334"/>
                    <a:pt x="349380" y="836698"/>
                    <a:pt x="343900" y="832783"/>
                  </a:cubicBezTo>
                  <a:cubicBezTo>
                    <a:pt x="338123" y="828657"/>
                    <a:pt x="331056" y="826706"/>
                    <a:pt x="324850" y="823258"/>
                  </a:cubicBezTo>
                  <a:cubicBezTo>
                    <a:pt x="316758" y="818762"/>
                    <a:pt x="308887" y="813876"/>
                    <a:pt x="301037" y="808970"/>
                  </a:cubicBezTo>
                  <a:cubicBezTo>
                    <a:pt x="240559" y="771171"/>
                    <a:pt x="338557" y="832367"/>
                    <a:pt x="272462" y="785158"/>
                  </a:cubicBezTo>
                  <a:cubicBezTo>
                    <a:pt x="266685" y="781032"/>
                    <a:pt x="259762" y="778808"/>
                    <a:pt x="253412" y="775633"/>
                  </a:cubicBezTo>
                  <a:cubicBezTo>
                    <a:pt x="224452" y="761153"/>
                    <a:pt x="229683" y="757230"/>
                    <a:pt x="205787" y="742295"/>
                  </a:cubicBezTo>
                  <a:cubicBezTo>
                    <a:pt x="199767" y="738532"/>
                    <a:pt x="192644" y="736708"/>
                    <a:pt x="186737" y="732770"/>
                  </a:cubicBezTo>
                  <a:cubicBezTo>
                    <a:pt x="153033" y="710300"/>
                    <a:pt x="175054" y="717557"/>
                    <a:pt x="143875" y="704195"/>
                  </a:cubicBezTo>
                  <a:cubicBezTo>
                    <a:pt x="139261" y="702218"/>
                    <a:pt x="134077" y="701678"/>
                    <a:pt x="129587" y="699433"/>
                  </a:cubicBezTo>
                  <a:cubicBezTo>
                    <a:pt x="81735" y="675508"/>
                    <a:pt x="154726" y="705445"/>
                    <a:pt x="96250" y="680383"/>
                  </a:cubicBezTo>
                  <a:cubicBezTo>
                    <a:pt x="91636" y="678405"/>
                    <a:pt x="86047" y="678538"/>
                    <a:pt x="81962" y="675620"/>
                  </a:cubicBezTo>
                  <a:cubicBezTo>
                    <a:pt x="74654" y="670400"/>
                    <a:pt x="70096" y="661958"/>
                    <a:pt x="62912" y="656570"/>
                  </a:cubicBezTo>
                  <a:cubicBezTo>
                    <a:pt x="57232" y="652310"/>
                    <a:pt x="49639" y="651171"/>
                    <a:pt x="43862" y="647045"/>
                  </a:cubicBezTo>
                  <a:cubicBezTo>
                    <a:pt x="38382" y="643130"/>
                    <a:pt x="35055" y="636673"/>
                    <a:pt x="29575" y="632758"/>
                  </a:cubicBezTo>
                  <a:cubicBezTo>
                    <a:pt x="23798" y="628632"/>
                    <a:pt x="16689" y="626755"/>
                    <a:pt x="10525" y="623233"/>
                  </a:cubicBezTo>
                  <a:lnTo>
                    <a:pt x="0" y="615339"/>
                  </a:lnTo>
                  <a:lnTo>
                    <a:pt x="0" y="609666"/>
                  </a:lnTo>
                  <a:lnTo>
                    <a:pt x="28707" y="595312"/>
                  </a:lnTo>
                  <a:cubicBezTo>
                    <a:pt x="36986" y="591172"/>
                    <a:pt x="44241" y="585165"/>
                    <a:pt x="52520" y="581025"/>
                  </a:cubicBezTo>
                  <a:cubicBezTo>
                    <a:pt x="60166" y="577202"/>
                    <a:pt x="68686" y="575323"/>
                    <a:pt x="76332" y="571500"/>
                  </a:cubicBezTo>
                  <a:cubicBezTo>
                    <a:pt x="91086" y="564123"/>
                    <a:pt x="94554" y="556325"/>
                    <a:pt x="109670" y="547687"/>
                  </a:cubicBezTo>
                  <a:cubicBezTo>
                    <a:pt x="114028" y="545196"/>
                    <a:pt x="119343" y="544902"/>
                    <a:pt x="123957" y="542925"/>
                  </a:cubicBezTo>
                  <a:cubicBezTo>
                    <a:pt x="130483" y="540128"/>
                    <a:pt x="136158" y="535268"/>
                    <a:pt x="143007" y="533400"/>
                  </a:cubicBezTo>
                  <a:cubicBezTo>
                    <a:pt x="148576" y="531881"/>
                    <a:pt x="211313" y="524266"/>
                    <a:pt x="214445" y="523875"/>
                  </a:cubicBezTo>
                  <a:cubicBezTo>
                    <a:pt x="220795" y="515937"/>
                    <a:pt x="228627" y="508986"/>
                    <a:pt x="233495" y="500062"/>
                  </a:cubicBezTo>
                  <a:cubicBezTo>
                    <a:pt x="238212" y="491416"/>
                    <a:pt x="240635" y="482912"/>
                    <a:pt x="242454" y="474273"/>
                  </a:cubicBezTo>
                  <a:lnTo>
                    <a:pt x="246154" y="455801"/>
                  </a:lnTo>
                  <a:lnTo>
                    <a:pt x="256956" y="441761"/>
                  </a:lnTo>
                  <a:cubicBezTo>
                    <a:pt x="260223" y="437949"/>
                    <a:pt x="258934" y="431650"/>
                    <a:pt x="261719" y="427473"/>
                  </a:cubicBezTo>
                  <a:cubicBezTo>
                    <a:pt x="265455" y="421869"/>
                    <a:pt x="271244" y="417948"/>
                    <a:pt x="276006" y="413186"/>
                  </a:cubicBezTo>
                  <a:cubicBezTo>
                    <a:pt x="278981" y="383444"/>
                    <a:pt x="278957" y="368045"/>
                    <a:pt x="285531" y="341748"/>
                  </a:cubicBezTo>
                  <a:cubicBezTo>
                    <a:pt x="289034" y="327737"/>
                    <a:pt x="293007" y="322035"/>
                    <a:pt x="299819" y="308411"/>
                  </a:cubicBezTo>
                  <a:cubicBezTo>
                    <a:pt x="301406" y="300473"/>
                    <a:pt x="302255" y="292351"/>
                    <a:pt x="304581" y="284598"/>
                  </a:cubicBezTo>
                  <a:cubicBezTo>
                    <a:pt x="307037" y="276410"/>
                    <a:pt x="312641" y="269208"/>
                    <a:pt x="314106" y="260786"/>
                  </a:cubicBezTo>
                  <a:cubicBezTo>
                    <a:pt x="316569" y="246623"/>
                    <a:pt x="318950" y="225192"/>
                    <a:pt x="320716" y="207301"/>
                  </a:cubicBezTo>
                  <a:lnTo>
                    <a:pt x="322803" y="184827"/>
                  </a:lnTo>
                  <a:lnTo>
                    <a:pt x="327565" y="170718"/>
                  </a:lnTo>
                  <a:cubicBezTo>
                    <a:pt x="332255" y="157607"/>
                    <a:pt x="337338" y="144740"/>
                    <a:pt x="343032" y="133350"/>
                  </a:cubicBezTo>
                  <a:cubicBezTo>
                    <a:pt x="349382" y="120650"/>
                    <a:pt x="358181" y="108903"/>
                    <a:pt x="362082" y="95250"/>
                  </a:cubicBezTo>
                  <a:cubicBezTo>
                    <a:pt x="365257" y="84137"/>
                    <a:pt x="368566" y="73062"/>
                    <a:pt x="371607" y="61912"/>
                  </a:cubicBezTo>
                  <a:cubicBezTo>
                    <a:pt x="373329" y="55597"/>
                    <a:pt x="374489" y="49131"/>
                    <a:pt x="376370" y="42862"/>
                  </a:cubicBezTo>
                  <a:cubicBezTo>
                    <a:pt x="379255" y="33245"/>
                    <a:pt x="377541" y="19856"/>
                    <a:pt x="385895" y="14287"/>
                  </a:cubicBezTo>
                  <a:cubicBezTo>
                    <a:pt x="404359" y="1977"/>
                    <a:pt x="394752" y="6572"/>
                    <a:pt x="414470" y="0"/>
                  </a:cubicBezTo>
                  <a:close/>
                </a:path>
              </a:pathLst>
            </a:custGeom>
            <a:blipFill>
              <a:blip r:embed="rId12">
                <a:alphaModFix amt="45000"/>
              </a:blip>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cxnSp>
        <p:nvCxnSpPr>
          <p:cNvPr id="440" name="연결선: 꺾임 439">
            <a:extLst>
              <a:ext uri="{FF2B5EF4-FFF2-40B4-BE49-F238E27FC236}">
                <a16:creationId xmlns:a16="http://schemas.microsoft.com/office/drawing/2014/main" id="{006BB540-6BC1-44A6-BAC3-3002D1647C1F}"/>
              </a:ext>
            </a:extLst>
          </p:cNvPr>
          <p:cNvCxnSpPr>
            <a:cxnSpLocks/>
            <a:stCxn id="498" idx="0"/>
          </p:cNvCxnSpPr>
          <p:nvPr/>
        </p:nvCxnSpPr>
        <p:spPr>
          <a:xfrm rot="5400000" flipH="1" flipV="1">
            <a:off x="3021322" y="3760112"/>
            <a:ext cx="759071" cy="757282"/>
          </a:xfrm>
          <a:prstGeom prst="bentConnector3">
            <a:avLst>
              <a:gd name="adj1" fmla="val 100193"/>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1" name="연결선: 꺾임 440">
            <a:extLst>
              <a:ext uri="{FF2B5EF4-FFF2-40B4-BE49-F238E27FC236}">
                <a16:creationId xmlns:a16="http://schemas.microsoft.com/office/drawing/2014/main" id="{D31510D4-7064-4DA3-BE66-7B39D16B908A}"/>
              </a:ext>
            </a:extLst>
          </p:cNvPr>
          <p:cNvCxnSpPr>
            <a:cxnSpLocks/>
          </p:cNvCxnSpPr>
          <p:nvPr/>
        </p:nvCxnSpPr>
        <p:spPr>
          <a:xfrm>
            <a:off x="3216802" y="4690984"/>
            <a:ext cx="534731" cy="312137"/>
          </a:xfrm>
          <a:prstGeom prst="bentConnector3">
            <a:avLst>
              <a:gd name="adj1" fmla="val -1063"/>
            </a:avLst>
          </a:prstGeom>
          <a:ln>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2" name="직선 화살표 연결선 441">
            <a:extLst>
              <a:ext uri="{FF2B5EF4-FFF2-40B4-BE49-F238E27FC236}">
                <a16:creationId xmlns:a16="http://schemas.microsoft.com/office/drawing/2014/main" id="{7C3FB2D2-5462-41A6-85DB-9CA7E971A3A8}"/>
              </a:ext>
            </a:extLst>
          </p:cNvPr>
          <p:cNvCxnSpPr>
            <a:cxnSpLocks/>
          </p:cNvCxnSpPr>
          <p:nvPr/>
        </p:nvCxnSpPr>
        <p:spPr>
          <a:xfrm flipV="1">
            <a:off x="3782578" y="3160522"/>
            <a:ext cx="0" cy="22722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3" name="연결선: 꺾임 442">
            <a:extLst>
              <a:ext uri="{FF2B5EF4-FFF2-40B4-BE49-F238E27FC236}">
                <a16:creationId xmlns:a16="http://schemas.microsoft.com/office/drawing/2014/main" id="{AC9C4632-F796-40C7-AF79-487C1892054F}"/>
              </a:ext>
            </a:extLst>
          </p:cNvPr>
          <p:cNvCxnSpPr>
            <a:cxnSpLocks/>
          </p:cNvCxnSpPr>
          <p:nvPr/>
        </p:nvCxnSpPr>
        <p:spPr>
          <a:xfrm flipV="1">
            <a:off x="3119361" y="4360284"/>
            <a:ext cx="630566" cy="250143"/>
          </a:xfrm>
          <a:prstGeom prst="bentConnector3">
            <a:avLst>
              <a:gd name="adj1" fmla="val 907"/>
            </a:avLst>
          </a:prstGeom>
          <a:ln>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44" name="자유형: 도형 443">
            <a:extLst>
              <a:ext uri="{FF2B5EF4-FFF2-40B4-BE49-F238E27FC236}">
                <a16:creationId xmlns:a16="http://schemas.microsoft.com/office/drawing/2014/main" id="{4F89DFF2-68F6-49FD-B46A-5B2D4CD4CB4C}"/>
              </a:ext>
            </a:extLst>
          </p:cNvPr>
          <p:cNvSpPr/>
          <p:nvPr/>
        </p:nvSpPr>
        <p:spPr>
          <a:xfrm>
            <a:off x="1047369" y="3637993"/>
            <a:ext cx="1715892" cy="578826"/>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7">
              <a:alphaModFix amt="85000"/>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445" name="직사각형 444">
            <a:extLst>
              <a:ext uri="{FF2B5EF4-FFF2-40B4-BE49-F238E27FC236}">
                <a16:creationId xmlns:a16="http://schemas.microsoft.com/office/drawing/2014/main" id="{EC12F590-CDF2-4B80-AF04-CA92BBAB371A}"/>
              </a:ext>
            </a:extLst>
          </p:cNvPr>
          <p:cNvSpPr/>
          <p:nvPr/>
        </p:nvSpPr>
        <p:spPr>
          <a:xfrm>
            <a:off x="929724" y="4935381"/>
            <a:ext cx="1722436" cy="523220"/>
          </a:xfrm>
          <a:prstGeom prst="rect">
            <a:avLst/>
          </a:prstGeom>
          <a:noFill/>
        </p:spPr>
        <p:txBody>
          <a:bodyPr wrap="square">
            <a:spAutoFit/>
          </a:bodyPr>
          <a:lstStyle/>
          <a:p>
            <a:pPr algn="ctr"/>
            <a:r>
              <a:rPr lang="en-US" altLang="ko-KR" sz="1400" dirty="0">
                <a:latin typeface="Helvetica" panose="020B0604020202020204" pitchFamily="34" charset="0"/>
                <a:cs typeface="Helvetica" panose="020B0604020202020204" pitchFamily="34" charset="0"/>
              </a:rPr>
              <a:t>Dynamic </a:t>
            </a:r>
            <a:r>
              <a:rPr lang="en-US" altLang="ko-KR" sz="1400" b="1" dirty="0">
                <a:latin typeface="Helvetica" panose="020B0604020202020204" pitchFamily="34" charset="0"/>
                <a:cs typeface="Helvetica" panose="020B0604020202020204" pitchFamily="34" charset="0"/>
              </a:rPr>
              <a:t>near-field</a:t>
            </a:r>
            <a:r>
              <a:rPr lang="en-US" altLang="ko-KR" sz="1400" dirty="0">
                <a:latin typeface="Helvetica" panose="020B0604020202020204" pitchFamily="34" charset="0"/>
                <a:cs typeface="Helvetica" panose="020B0604020202020204" pitchFamily="34" charset="0"/>
              </a:rPr>
              <a:t> </a:t>
            </a:r>
          </a:p>
          <a:p>
            <a:pPr algn="ctr"/>
            <a:r>
              <a:rPr lang="en-US" altLang="ko-KR" sz="1400" dirty="0">
                <a:latin typeface="Helvetica" panose="020B0604020202020204" pitchFamily="34" charset="0"/>
                <a:cs typeface="Helvetica" panose="020B0604020202020204" pitchFamily="34" charset="0"/>
              </a:rPr>
              <a:t>speckle illumination</a:t>
            </a:r>
            <a:endParaRPr lang="ko-KR" altLang="en-US" sz="1400" dirty="0">
              <a:latin typeface="Helvetica" panose="020B0604020202020204" pitchFamily="34" charset="0"/>
              <a:cs typeface="Helvetica" panose="020B0604020202020204" pitchFamily="34" charset="0"/>
            </a:endParaRPr>
          </a:p>
        </p:txBody>
      </p:sp>
      <p:cxnSp>
        <p:nvCxnSpPr>
          <p:cNvPr id="446" name="직선 화살표 연결선 445">
            <a:extLst>
              <a:ext uri="{FF2B5EF4-FFF2-40B4-BE49-F238E27FC236}">
                <a16:creationId xmlns:a16="http://schemas.microsoft.com/office/drawing/2014/main" id="{BB98F7AF-3194-497D-BE67-EF88DA59BA36}"/>
              </a:ext>
            </a:extLst>
          </p:cNvPr>
          <p:cNvCxnSpPr>
            <a:cxnSpLocks/>
          </p:cNvCxnSpPr>
          <p:nvPr/>
        </p:nvCxnSpPr>
        <p:spPr>
          <a:xfrm flipV="1">
            <a:off x="1129265" y="3485592"/>
            <a:ext cx="0" cy="10834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47" name="직사각형 446">
                <a:extLst>
                  <a:ext uri="{FF2B5EF4-FFF2-40B4-BE49-F238E27FC236}">
                    <a16:creationId xmlns:a16="http://schemas.microsoft.com/office/drawing/2014/main" id="{67CF1A69-507F-4074-9C70-EE599E575003}"/>
                  </a:ext>
                </a:extLst>
              </p:cNvPr>
              <p:cNvSpPr/>
              <p:nvPr/>
            </p:nvSpPr>
            <p:spPr>
              <a:xfrm>
                <a:off x="143474" y="3779252"/>
                <a:ext cx="1075216"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latin typeface="Cambria Math" panose="02040503050406030204" pitchFamily="18" charset="0"/>
                          <a:cs typeface="Times New Roman" panose="02020603050405020304" pitchFamily="18" charset="0"/>
                        </a:rPr>
                        <m:t>𝑁𝑆</m:t>
                      </m:r>
                      <m:r>
                        <a:rPr lang="en-US" altLang="ko-KR" sz="1200" i="1">
                          <a:latin typeface="Cambria Math" panose="02040503050406030204" pitchFamily="18" charset="0"/>
                          <a:cs typeface="Times New Roman" panose="02020603050405020304" pitchFamily="18" charset="0"/>
                        </a:rPr>
                        <m:t>(</m:t>
                      </m:r>
                      <m:r>
                        <a:rPr lang="en-US" altLang="ko-KR" sz="1200" b="1" i="1" smtClean="0">
                          <a:latin typeface="Cambria Math" panose="02040503050406030204" pitchFamily="18" charset="0"/>
                          <a:cs typeface="Times New Roman" panose="02020603050405020304" pitchFamily="18" charset="0"/>
                        </a:rPr>
                        <m:t>𝒓</m:t>
                      </m:r>
                      <m:r>
                        <a:rPr lang="en-US" altLang="ko-KR" sz="1200" i="1" smtClean="0">
                          <a:latin typeface="Cambria Math" panose="02040503050406030204" pitchFamily="18" charset="0"/>
                          <a:cs typeface="Times New Roman" panose="02020603050405020304" pitchFamily="18" charset="0"/>
                        </a:rPr>
                        <m:t>,</m:t>
                      </m:r>
                      <m:r>
                        <a:rPr lang="en-US" altLang="ko-KR" sz="1200" b="0" i="1" smtClean="0">
                          <a:latin typeface="Cambria Math" panose="02040503050406030204" pitchFamily="18" charset="0"/>
                          <a:cs typeface="Times New Roman" panose="02020603050405020304" pitchFamily="18" charset="0"/>
                        </a:rPr>
                        <m:t>𝑡</m:t>
                      </m:r>
                      <m:r>
                        <a:rPr lang="en-US" altLang="ko-KR" sz="1200" b="0" i="1" smtClean="0">
                          <a:latin typeface="Cambria Math" panose="02040503050406030204" pitchFamily="18" charset="0"/>
                          <a:cs typeface="Times New Roman" panose="02020603050405020304" pitchFamily="18" charset="0"/>
                        </a:rPr>
                        <m:t>+</m:t>
                      </m:r>
                      <m:r>
                        <m:rPr>
                          <m:sty m:val="p"/>
                        </m:rPr>
                        <a:rPr lang="en-US" altLang="ko-KR" sz="1200" b="0" i="0" smtClean="0">
                          <a:latin typeface="Cambria Math" panose="02040503050406030204" pitchFamily="18" charset="0"/>
                          <a:cs typeface="Times New Roman" panose="02020603050405020304" pitchFamily="18" charset="0"/>
                        </a:rPr>
                        <m:t>Δ</m:t>
                      </m:r>
                      <m:r>
                        <a:rPr lang="en-US" altLang="ko-KR" sz="1200" b="0" i="1" smtClean="0">
                          <a:latin typeface="Cambria Math" panose="02040503050406030204" pitchFamily="18" charset="0"/>
                          <a:cs typeface="Times New Roman" panose="02020603050405020304" pitchFamily="18" charset="0"/>
                        </a:rPr>
                        <m:t>𝑡</m:t>
                      </m:r>
                      <m:r>
                        <a:rPr lang="en-US" altLang="ko-KR" sz="1200" i="1">
                          <a:latin typeface="Cambria Math" panose="02040503050406030204" pitchFamily="18" charset="0"/>
                          <a:cs typeface="Times New Roman" panose="02020603050405020304" pitchFamily="18" charset="0"/>
                        </a:rPr>
                        <m:t>)</m:t>
                      </m:r>
                    </m:oMath>
                  </m:oMathPara>
                </a14:m>
                <a:endParaRPr lang="ko-KR" altLang="en-US" sz="1200" i="1" dirty="0">
                  <a:latin typeface="Times New Roman" panose="02020603050405020304" pitchFamily="18" charset="0"/>
                  <a:cs typeface="Times New Roman" panose="02020603050405020304" pitchFamily="18" charset="0"/>
                </a:endParaRPr>
              </a:p>
            </p:txBody>
          </p:sp>
        </mc:Choice>
        <mc:Fallback>
          <p:sp>
            <p:nvSpPr>
              <p:cNvPr id="447" name="직사각형 446">
                <a:extLst>
                  <a:ext uri="{FF2B5EF4-FFF2-40B4-BE49-F238E27FC236}">
                    <a16:creationId xmlns:a16="http://schemas.microsoft.com/office/drawing/2014/main" id="{67CF1A69-507F-4074-9C70-EE599E575003}"/>
                  </a:ext>
                </a:extLst>
              </p:cNvPr>
              <p:cNvSpPr>
                <a:spLocks noRot="1" noChangeAspect="1" noMove="1" noResize="1" noEditPoints="1" noAdjustHandles="1" noChangeArrowheads="1" noChangeShapeType="1" noTextEdit="1"/>
              </p:cNvSpPr>
              <p:nvPr/>
            </p:nvSpPr>
            <p:spPr>
              <a:xfrm>
                <a:off x="143474" y="3779252"/>
                <a:ext cx="1075216" cy="276999"/>
              </a:xfrm>
              <a:prstGeom prst="rect">
                <a:avLst/>
              </a:prstGeom>
              <a:blipFill>
                <a:blip r:embed="rId15"/>
                <a:stretch>
                  <a:fillRect b="-11111"/>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48" name="직사각형 447">
                <a:extLst>
                  <a:ext uri="{FF2B5EF4-FFF2-40B4-BE49-F238E27FC236}">
                    <a16:creationId xmlns:a16="http://schemas.microsoft.com/office/drawing/2014/main" id="{B9D07D2C-2B0B-4482-9017-DDBBC7D32C7E}"/>
                  </a:ext>
                </a:extLst>
              </p:cNvPr>
              <p:cNvSpPr/>
              <p:nvPr/>
            </p:nvSpPr>
            <p:spPr>
              <a:xfrm>
                <a:off x="501257" y="4393611"/>
                <a:ext cx="658165"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latin typeface="Cambria Math" panose="02040503050406030204" pitchFamily="18" charset="0"/>
                          <a:cs typeface="Times New Roman" panose="02020603050405020304" pitchFamily="18" charset="0"/>
                        </a:rPr>
                        <m:t>𝑁𝑆</m:t>
                      </m:r>
                      <m:r>
                        <a:rPr lang="en-US" altLang="ko-KR" sz="1200" i="1">
                          <a:latin typeface="Cambria Math" panose="02040503050406030204" pitchFamily="18" charset="0"/>
                          <a:cs typeface="Times New Roman" panose="02020603050405020304" pitchFamily="18" charset="0"/>
                        </a:rPr>
                        <m:t>(</m:t>
                      </m:r>
                      <m:r>
                        <a:rPr lang="en-US" altLang="ko-KR" sz="1200" b="1" i="1" smtClean="0">
                          <a:latin typeface="Cambria Math" panose="02040503050406030204" pitchFamily="18" charset="0"/>
                          <a:cs typeface="Times New Roman" panose="02020603050405020304" pitchFamily="18" charset="0"/>
                        </a:rPr>
                        <m:t>𝒓</m:t>
                      </m:r>
                      <m:r>
                        <a:rPr lang="en-US" altLang="ko-KR" sz="1200" i="1" smtClean="0">
                          <a:latin typeface="Cambria Math" panose="02040503050406030204" pitchFamily="18" charset="0"/>
                          <a:cs typeface="Times New Roman" panose="02020603050405020304" pitchFamily="18" charset="0"/>
                        </a:rPr>
                        <m:t>,</m:t>
                      </m:r>
                      <m:r>
                        <a:rPr lang="en-US" altLang="ko-KR" sz="1200" b="0" i="1" smtClean="0">
                          <a:latin typeface="Cambria Math" panose="02040503050406030204" pitchFamily="18" charset="0"/>
                          <a:cs typeface="Times New Roman" panose="02020603050405020304" pitchFamily="18" charset="0"/>
                        </a:rPr>
                        <m:t>𝑡</m:t>
                      </m:r>
                      <m:r>
                        <a:rPr lang="en-US" altLang="ko-KR" sz="1200" i="1">
                          <a:latin typeface="Cambria Math" panose="02040503050406030204" pitchFamily="18" charset="0"/>
                          <a:cs typeface="Times New Roman" panose="02020603050405020304" pitchFamily="18" charset="0"/>
                        </a:rPr>
                        <m:t>)</m:t>
                      </m:r>
                    </m:oMath>
                  </m:oMathPara>
                </a14:m>
                <a:endParaRPr lang="ko-KR" altLang="en-US" sz="1200" i="1" dirty="0">
                  <a:latin typeface="Times New Roman" panose="02020603050405020304" pitchFamily="18" charset="0"/>
                  <a:cs typeface="Times New Roman" panose="02020603050405020304" pitchFamily="18" charset="0"/>
                </a:endParaRPr>
              </a:p>
            </p:txBody>
          </p:sp>
        </mc:Choice>
        <mc:Fallback>
          <p:sp>
            <p:nvSpPr>
              <p:cNvPr id="448" name="직사각형 447">
                <a:extLst>
                  <a:ext uri="{FF2B5EF4-FFF2-40B4-BE49-F238E27FC236}">
                    <a16:creationId xmlns:a16="http://schemas.microsoft.com/office/drawing/2014/main" id="{B9D07D2C-2B0B-4482-9017-DDBBC7D32C7E}"/>
                  </a:ext>
                </a:extLst>
              </p:cNvPr>
              <p:cNvSpPr>
                <a:spLocks noRot="1" noChangeAspect="1" noMove="1" noResize="1" noEditPoints="1" noAdjustHandles="1" noChangeArrowheads="1" noChangeShapeType="1" noTextEdit="1"/>
              </p:cNvSpPr>
              <p:nvPr/>
            </p:nvSpPr>
            <p:spPr>
              <a:xfrm>
                <a:off x="501257" y="4393611"/>
                <a:ext cx="658165" cy="276999"/>
              </a:xfrm>
              <a:prstGeom prst="rect">
                <a:avLst/>
              </a:prstGeom>
              <a:blipFill>
                <a:blip r:embed="rId16"/>
                <a:stretch>
                  <a:fillRect l="-926" b="-11111"/>
                </a:stretch>
              </a:blipFill>
            </p:spPr>
            <p:txBody>
              <a:bodyPr/>
              <a:lstStyle/>
              <a:p>
                <a:r>
                  <a:rPr lang="ko-KR" altLang="en-US">
                    <a:noFill/>
                  </a:rPr>
                  <a:t> </a:t>
                </a:r>
              </a:p>
            </p:txBody>
          </p:sp>
        </mc:Fallback>
      </mc:AlternateContent>
      <p:cxnSp>
        <p:nvCxnSpPr>
          <p:cNvPr id="449" name="직선 화살표 연결선 448">
            <a:extLst>
              <a:ext uri="{FF2B5EF4-FFF2-40B4-BE49-F238E27FC236}">
                <a16:creationId xmlns:a16="http://schemas.microsoft.com/office/drawing/2014/main" id="{672DA08A-F95F-4757-88DB-812AF0FF25EE}"/>
              </a:ext>
            </a:extLst>
          </p:cNvPr>
          <p:cNvCxnSpPr>
            <a:cxnSpLocks/>
          </p:cNvCxnSpPr>
          <p:nvPr/>
        </p:nvCxnSpPr>
        <p:spPr>
          <a:xfrm>
            <a:off x="1129265" y="4561205"/>
            <a:ext cx="1010169" cy="25580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0" name="TextBox 449">
                <a:extLst>
                  <a:ext uri="{FF2B5EF4-FFF2-40B4-BE49-F238E27FC236}">
                    <a16:creationId xmlns:a16="http://schemas.microsoft.com/office/drawing/2014/main" id="{A507F836-6F73-4230-B14A-5935BB18B630}"/>
                  </a:ext>
                </a:extLst>
              </p:cNvPr>
              <p:cNvSpPr txBox="1"/>
              <p:nvPr/>
            </p:nvSpPr>
            <p:spPr>
              <a:xfrm>
                <a:off x="837507" y="3301550"/>
                <a:ext cx="34454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600" b="0" i="1" smtClean="0">
                          <a:latin typeface="Cambria Math" panose="02040503050406030204" pitchFamily="18" charset="0"/>
                          <a:cs typeface="Times New Roman" panose="02020603050405020304" pitchFamily="18" charset="0"/>
                        </a:rPr>
                        <m:t>𝑡</m:t>
                      </m:r>
                    </m:oMath>
                  </m:oMathPara>
                </a14:m>
                <a:endParaRPr lang="ko-KR" altLang="en-US" sz="1600" dirty="0"/>
              </a:p>
            </p:txBody>
          </p:sp>
        </mc:Choice>
        <mc:Fallback>
          <p:sp>
            <p:nvSpPr>
              <p:cNvPr id="450" name="TextBox 449">
                <a:extLst>
                  <a:ext uri="{FF2B5EF4-FFF2-40B4-BE49-F238E27FC236}">
                    <a16:creationId xmlns:a16="http://schemas.microsoft.com/office/drawing/2014/main" id="{A507F836-6F73-4230-B14A-5935BB18B630}"/>
                  </a:ext>
                </a:extLst>
              </p:cNvPr>
              <p:cNvSpPr txBox="1">
                <a:spLocks noRot="1" noChangeAspect="1" noMove="1" noResize="1" noEditPoints="1" noAdjustHandles="1" noChangeArrowheads="1" noChangeShapeType="1" noTextEdit="1"/>
              </p:cNvSpPr>
              <p:nvPr/>
            </p:nvSpPr>
            <p:spPr>
              <a:xfrm>
                <a:off x="837507" y="3301550"/>
                <a:ext cx="344540" cy="338554"/>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51" name="TextBox 450">
                <a:extLst>
                  <a:ext uri="{FF2B5EF4-FFF2-40B4-BE49-F238E27FC236}">
                    <a16:creationId xmlns:a16="http://schemas.microsoft.com/office/drawing/2014/main" id="{664D2DCD-9123-4440-B63B-B4FEA7F87EDE}"/>
                  </a:ext>
                </a:extLst>
              </p:cNvPr>
              <p:cNvSpPr txBox="1"/>
              <p:nvPr/>
            </p:nvSpPr>
            <p:spPr>
              <a:xfrm>
                <a:off x="2096953" y="4635117"/>
                <a:ext cx="34454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600" b="1" i="1" smtClean="0">
                          <a:latin typeface="Cambria Math" panose="02040503050406030204" pitchFamily="18" charset="0"/>
                          <a:cs typeface="Times New Roman" panose="02020603050405020304" pitchFamily="18" charset="0"/>
                        </a:rPr>
                        <m:t>𝒓</m:t>
                      </m:r>
                    </m:oMath>
                  </m:oMathPara>
                </a14:m>
                <a:endParaRPr lang="ko-KR" altLang="en-US" sz="1600" dirty="0"/>
              </a:p>
            </p:txBody>
          </p:sp>
        </mc:Choice>
        <mc:Fallback>
          <p:sp>
            <p:nvSpPr>
              <p:cNvPr id="451" name="TextBox 450">
                <a:extLst>
                  <a:ext uri="{FF2B5EF4-FFF2-40B4-BE49-F238E27FC236}">
                    <a16:creationId xmlns:a16="http://schemas.microsoft.com/office/drawing/2014/main" id="{664D2DCD-9123-4440-B63B-B4FEA7F87EDE}"/>
                  </a:ext>
                </a:extLst>
              </p:cNvPr>
              <p:cNvSpPr txBox="1">
                <a:spLocks noRot="1" noChangeAspect="1" noMove="1" noResize="1" noEditPoints="1" noAdjustHandles="1" noChangeArrowheads="1" noChangeShapeType="1" noTextEdit="1"/>
              </p:cNvSpPr>
              <p:nvPr/>
            </p:nvSpPr>
            <p:spPr>
              <a:xfrm>
                <a:off x="2096953" y="4635117"/>
                <a:ext cx="344540" cy="338554"/>
              </a:xfrm>
              <a:prstGeom prst="rect">
                <a:avLst/>
              </a:prstGeom>
              <a:blipFill>
                <a:blip r:embed="rId18"/>
                <a:stretch>
                  <a:fillRect/>
                </a:stretch>
              </a:blipFill>
            </p:spPr>
            <p:txBody>
              <a:bodyPr/>
              <a:lstStyle/>
              <a:p>
                <a:r>
                  <a:rPr lang="ko-KR" altLang="en-US">
                    <a:noFill/>
                  </a:rPr>
                  <a:t> </a:t>
                </a:r>
              </a:p>
            </p:txBody>
          </p:sp>
        </mc:Fallback>
      </mc:AlternateContent>
      <p:cxnSp>
        <p:nvCxnSpPr>
          <p:cNvPr id="452" name="직선 화살표 연결선 451">
            <a:extLst>
              <a:ext uri="{FF2B5EF4-FFF2-40B4-BE49-F238E27FC236}">
                <a16:creationId xmlns:a16="http://schemas.microsoft.com/office/drawing/2014/main" id="{A60556B7-D6F5-46AE-9E1B-3B3DFF23E50F}"/>
              </a:ext>
            </a:extLst>
          </p:cNvPr>
          <p:cNvCxnSpPr>
            <a:cxnSpLocks/>
          </p:cNvCxnSpPr>
          <p:nvPr/>
        </p:nvCxnSpPr>
        <p:spPr>
          <a:xfrm flipV="1">
            <a:off x="1118391" y="634791"/>
            <a:ext cx="0" cy="10834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3" name="직사각형 452">
                <a:extLst>
                  <a:ext uri="{FF2B5EF4-FFF2-40B4-BE49-F238E27FC236}">
                    <a16:creationId xmlns:a16="http://schemas.microsoft.com/office/drawing/2014/main" id="{8949B364-17A3-4758-B6A9-63D443A43C81}"/>
                  </a:ext>
                </a:extLst>
              </p:cNvPr>
              <p:cNvSpPr/>
              <p:nvPr/>
            </p:nvSpPr>
            <p:spPr>
              <a:xfrm>
                <a:off x="-9122" y="986216"/>
                <a:ext cx="1340820"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latin typeface="Cambria Math" panose="02040503050406030204" pitchFamily="18" charset="0"/>
                          <a:cs typeface="Times New Roman" panose="02020603050405020304" pitchFamily="18" charset="0"/>
                        </a:rPr>
                        <m:t>𝐹𝑆</m:t>
                      </m:r>
                      <m:r>
                        <a:rPr lang="en-US" altLang="ko-KR" sz="1200" i="1">
                          <a:latin typeface="Cambria Math" panose="02040503050406030204" pitchFamily="18" charset="0"/>
                          <a:cs typeface="Times New Roman" panose="02020603050405020304" pitchFamily="18" charset="0"/>
                        </a:rPr>
                        <m:t>(</m:t>
                      </m:r>
                      <m:r>
                        <a:rPr lang="en-US" altLang="ko-KR" sz="1200" b="1" i="1" smtClean="0">
                          <a:latin typeface="Cambria Math" panose="02040503050406030204" pitchFamily="18" charset="0"/>
                          <a:cs typeface="Times New Roman" panose="02020603050405020304" pitchFamily="18" charset="0"/>
                        </a:rPr>
                        <m:t>𝒓</m:t>
                      </m:r>
                      <m:r>
                        <a:rPr lang="en-US" altLang="ko-KR" sz="1200" i="1" smtClean="0">
                          <a:latin typeface="Cambria Math" panose="02040503050406030204" pitchFamily="18" charset="0"/>
                          <a:cs typeface="Times New Roman" panose="02020603050405020304" pitchFamily="18" charset="0"/>
                        </a:rPr>
                        <m:t>,</m:t>
                      </m:r>
                      <m:r>
                        <a:rPr lang="en-US" altLang="ko-KR" sz="1200" b="0" i="1" smtClean="0">
                          <a:latin typeface="Cambria Math" panose="02040503050406030204" pitchFamily="18" charset="0"/>
                          <a:cs typeface="Times New Roman" panose="02020603050405020304" pitchFamily="18" charset="0"/>
                        </a:rPr>
                        <m:t>𝑡</m:t>
                      </m:r>
                      <m:r>
                        <a:rPr lang="en-US" altLang="ko-KR" sz="1200" b="0" i="1" smtClean="0">
                          <a:latin typeface="Cambria Math" panose="02040503050406030204" pitchFamily="18" charset="0"/>
                          <a:cs typeface="Times New Roman" panose="02020603050405020304" pitchFamily="18" charset="0"/>
                        </a:rPr>
                        <m:t>+</m:t>
                      </m:r>
                      <m:r>
                        <m:rPr>
                          <m:sty m:val="p"/>
                        </m:rPr>
                        <a:rPr lang="en-US" altLang="ko-KR" sz="1200" b="0" i="0" smtClean="0">
                          <a:latin typeface="Cambria Math" panose="02040503050406030204" pitchFamily="18" charset="0"/>
                          <a:cs typeface="Times New Roman" panose="02020603050405020304" pitchFamily="18" charset="0"/>
                        </a:rPr>
                        <m:t>Δ</m:t>
                      </m:r>
                      <m:r>
                        <a:rPr lang="en-US" altLang="ko-KR" sz="1200" b="0" i="1" smtClean="0">
                          <a:latin typeface="Cambria Math" panose="02040503050406030204" pitchFamily="18" charset="0"/>
                          <a:cs typeface="Times New Roman" panose="02020603050405020304" pitchFamily="18" charset="0"/>
                        </a:rPr>
                        <m:t>𝑡</m:t>
                      </m:r>
                      <m:r>
                        <a:rPr lang="en-US" altLang="ko-KR" sz="1200" i="1">
                          <a:latin typeface="Cambria Math" panose="02040503050406030204" pitchFamily="18" charset="0"/>
                          <a:cs typeface="Times New Roman" panose="02020603050405020304" pitchFamily="18" charset="0"/>
                        </a:rPr>
                        <m:t>)</m:t>
                      </m:r>
                    </m:oMath>
                  </m:oMathPara>
                </a14:m>
                <a:endParaRPr lang="ko-KR" altLang="en-US" sz="1200" i="1" dirty="0">
                  <a:latin typeface="Times New Roman" panose="02020603050405020304" pitchFamily="18" charset="0"/>
                  <a:cs typeface="Times New Roman" panose="02020603050405020304" pitchFamily="18" charset="0"/>
                </a:endParaRPr>
              </a:p>
            </p:txBody>
          </p:sp>
        </mc:Choice>
        <mc:Fallback>
          <p:sp>
            <p:nvSpPr>
              <p:cNvPr id="453" name="직사각형 452">
                <a:extLst>
                  <a:ext uri="{FF2B5EF4-FFF2-40B4-BE49-F238E27FC236}">
                    <a16:creationId xmlns:a16="http://schemas.microsoft.com/office/drawing/2014/main" id="{8949B364-17A3-4758-B6A9-63D443A43C81}"/>
                  </a:ext>
                </a:extLst>
              </p:cNvPr>
              <p:cNvSpPr>
                <a:spLocks noRot="1" noChangeAspect="1" noMove="1" noResize="1" noEditPoints="1" noAdjustHandles="1" noChangeArrowheads="1" noChangeShapeType="1" noTextEdit="1"/>
              </p:cNvSpPr>
              <p:nvPr/>
            </p:nvSpPr>
            <p:spPr>
              <a:xfrm>
                <a:off x="-9122" y="986216"/>
                <a:ext cx="1340820" cy="276999"/>
              </a:xfrm>
              <a:prstGeom prst="rect">
                <a:avLst/>
              </a:prstGeom>
              <a:blipFill>
                <a:blip r:embed="rId19"/>
                <a:stretch>
                  <a:fillRect b="-11111"/>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54" name="직사각형 453">
                <a:extLst>
                  <a:ext uri="{FF2B5EF4-FFF2-40B4-BE49-F238E27FC236}">
                    <a16:creationId xmlns:a16="http://schemas.microsoft.com/office/drawing/2014/main" id="{9905A652-1650-4AF8-BF58-6F8C92031FE3}"/>
                  </a:ext>
                </a:extLst>
              </p:cNvPr>
              <p:cNvSpPr/>
              <p:nvPr/>
            </p:nvSpPr>
            <p:spPr>
              <a:xfrm>
                <a:off x="312680" y="1527087"/>
                <a:ext cx="1027407"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latin typeface="Cambria Math" panose="02040503050406030204" pitchFamily="18" charset="0"/>
                          <a:cs typeface="Times New Roman" panose="02020603050405020304" pitchFamily="18" charset="0"/>
                        </a:rPr>
                        <m:t>𝐹𝑆</m:t>
                      </m:r>
                      <m:r>
                        <a:rPr lang="en-US" altLang="ko-KR" sz="1200" i="1">
                          <a:latin typeface="Cambria Math" panose="02040503050406030204" pitchFamily="18" charset="0"/>
                          <a:cs typeface="Times New Roman" panose="02020603050405020304" pitchFamily="18" charset="0"/>
                        </a:rPr>
                        <m:t>(</m:t>
                      </m:r>
                      <m:r>
                        <a:rPr lang="en-US" altLang="ko-KR" sz="1200" b="1" i="1" smtClean="0">
                          <a:latin typeface="Cambria Math" panose="02040503050406030204" pitchFamily="18" charset="0"/>
                          <a:cs typeface="Times New Roman" panose="02020603050405020304" pitchFamily="18" charset="0"/>
                        </a:rPr>
                        <m:t>𝒓</m:t>
                      </m:r>
                      <m:r>
                        <a:rPr lang="en-US" altLang="ko-KR" sz="1200" i="1" smtClean="0">
                          <a:latin typeface="Cambria Math" panose="02040503050406030204" pitchFamily="18" charset="0"/>
                          <a:cs typeface="Times New Roman" panose="02020603050405020304" pitchFamily="18" charset="0"/>
                        </a:rPr>
                        <m:t>,</m:t>
                      </m:r>
                      <m:r>
                        <a:rPr lang="en-US" altLang="ko-KR" sz="1200" b="0" i="1" smtClean="0">
                          <a:latin typeface="Cambria Math" panose="02040503050406030204" pitchFamily="18" charset="0"/>
                          <a:cs typeface="Times New Roman" panose="02020603050405020304" pitchFamily="18" charset="0"/>
                        </a:rPr>
                        <m:t>𝑡</m:t>
                      </m:r>
                      <m:r>
                        <a:rPr lang="en-US" altLang="ko-KR" sz="1200" i="1">
                          <a:latin typeface="Cambria Math" panose="02040503050406030204" pitchFamily="18" charset="0"/>
                          <a:cs typeface="Times New Roman" panose="02020603050405020304" pitchFamily="18" charset="0"/>
                        </a:rPr>
                        <m:t>)</m:t>
                      </m:r>
                    </m:oMath>
                  </m:oMathPara>
                </a14:m>
                <a:endParaRPr lang="ko-KR" altLang="en-US" sz="1200" i="1" dirty="0">
                  <a:latin typeface="Times New Roman" panose="02020603050405020304" pitchFamily="18" charset="0"/>
                  <a:cs typeface="Times New Roman" panose="02020603050405020304" pitchFamily="18" charset="0"/>
                </a:endParaRPr>
              </a:p>
            </p:txBody>
          </p:sp>
        </mc:Choice>
        <mc:Fallback>
          <p:sp>
            <p:nvSpPr>
              <p:cNvPr id="454" name="직사각형 453">
                <a:extLst>
                  <a:ext uri="{FF2B5EF4-FFF2-40B4-BE49-F238E27FC236}">
                    <a16:creationId xmlns:a16="http://schemas.microsoft.com/office/drawing/2014/main" id="{9905A652-1650-4AF8-BF58-6F8C92031FE3}"/>
                  </a:ext>
                </a:extLst>
              </p:cNvPr>
              <p:cNvSpPr>
                <a:spLocks noRot="1" noChangeAspect="1" noMove="1" noResize="1" noEditPoints="1" noAdjustHandles="1" noChangeArrowheads="1" noChangeShapeType="1" noTextEdit="1"/>
              </p:cNvSpPr>
              <p:nvPr/>
            </p:nvSpPr>
            <p:spPr>
              <a:xfrm>
                <a:off x="312680" y="1527087"/>
                <a:ext cx="1027407" cy="276999"/>
              </a:xfrm>
              <a:prstGeom prst="rect">
                <a:avLst/>
              </a:prstGeom>
              <a:blipFill>
                <a:blip r:embed="rId20"/>
                <a:stretch>
                  <a:fillRect b="-11111"/>
                </a:stretch>
              </a:blipFill>
            </p:spPr>
            <p:txBody>
              <a:bodyPr/>
              <a:lstStyle/>
              <a:p>
                <a:r>
                  <a:rPr lang="ko-KR" altLang="en-US">
                    <a:noFill/>
                  </a:rPr>
                  <a:t> </a:t>
                </a:r>
              </a:p>
            </p:txBody>
          </p:sp>
        </mc:Fallback>
      </mc:AlternateContent>
      <p:cxnSp>
        <p:nvCxnSpPr>
          <p:cNvPr id="455" name="직선 화살표 연결선 454">
            <a:extLst>
              <a:ext uri="{FF2B5EF4-FFF2-40B4-BE49-F238E27FC236}">
                <a16:creationId xmlns:a16="http://schemas.microsoft.com/office/drawing/2014/main" id="{32AB3EBA-F5CB-4A64-B281-89D7CF8CE763}"/>
              </a:ext>
            </a:extLst>
          </p:cNvPr>
          <p:cNvCxnSpPr>
            <a:cxnSpLocks/>
          </p:cNvCxnSpPr>
          <p:nvPr/>
        </p:nvCxnSpPr>
        <p:spPr>
          <a:xfrm>
            <a:off x="1118391" y="1710404"/>
            <a:ext cx="1010169" cy="25580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6" name="TextBox 455">
                <a:extLst>
                  <a:ext uri="{FF2B5EF4-FFF2-40B4-BE49-F238E27FC236}">
                    <a16:creationId xmlns:a16="http://schemas.microsoft.com/office/drawing/2014/main" id="{ED4C5163-05C9-4C23-8C44-9965B0831F32}"/>
                  </a:ext>
                </a:extLst>
              </p:cNvPr>
              <p:cNvSpPr txBox="1"/>
              <p:nvPr/>
            </p:nvSpPr>
            <p:spPr>
              <a:xfrm>
                <a:off x="826633" y="450749"/>
                <a:ext cx="34454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600" b="0" i="1" smtClean="0">
                          <a:latin typeface="Cambria Math" panose="02040503050406030204" pitchFamily="18" charset="0"/>
                          <a:cs typeface="Times New Roman" panose="02020603050405020304" pitchFamily="18" charset="0"/>
                        </a:rPr>
                        <m:t>𝑡</m:t>
                      </m:r>
                    </m:oMath>
                  </m:oMathPara>
                </a14:m>
                <a:endParaRPr lang="ko-KR" altLang="en-US" sz="1600" dirty="0"/>
              </a:p>
            </p:txBody>
          </p:sp>
        </mc:Choice>
        <mc:Fallback>
          <p:sp>
            <p:nvSpPr>
              <p:cNvPr id="456" name="TextBox 455">
                <a:extLst>
                  <a:ext uri="{FF2B5EF4-FFF2-40B4-BE49-F238E27FC236}">
                    <a16:creationId xmlns:a16="http://schemas.microsoft.com/office/drawing/2014/main" id="{ED4C5163-05C9-4C23-8C44-9965B0831F32}"/>
                  </a:ext>
                </a:extLst>
              </p:cNvPr>
              <p:cNvSpPr txBox="1">
                <a:spLocks noRot="1" noChangeAspect="1" noMove="1" noResize="1" noEditPoints="1" noAdjustHandles="1" noChangeArrowheads="1" noChangeShapeType="1" noTextEdit="1"/>
              </p:cNvSpPr>
              <p:nvPr/>
            </p:nvSpPr>
            <p:spPr>
              <a:xfrm>
                <a:off x="826633" y="450749"/>
                <a:ext cx="344540" cy="338554"/>
              </a:xfrm>
              <a:prstGeom prst="rect">
                <a:avLst/>
              </a:prstGeom>
              <a:blipFill>
                <a:blip r:embed="rId21"/>
                <a:stretch>
                  <a:fillRect/>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57" name="TextBox 456">
                <a:extLst>
                  <a:ext uri="{FF2B5EF4-FFF2-40B4-BE49-F238E27FC236}">
                    <a16:creationId xmlns:a16="http://schemas.microsoft.com/office/drawing/2014/main" id="{9F6F6B0A-01DA-45D8-91C7-B84302E8AD98}"/>
                  </a:ext>
                </a:extLst>
              </p:cNvPr>
              <p:cNvSpPr txBox="1"/>
              <p:nvPr/>
            </p:nvSpPr>
            <p:spPr>
              <a:xfrm>
                <a:off x="2086079" y="1784316"/>
                <a:ext cx="34454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600" b="1" i="1" smtClean="0">
                          <a:latin typeface="Cambria Math" panose="02040503050406030204" pitchFamily="18" charset="0"/>
                          <a:cs typeface="Times New Roman" panose="02020603050405020304" pitchFamily="18" charset="0"/>
                        </a:rPr>
                        <m:t>𝒓</m:t>
                      </m:r>
                    </m:oMath>
                  </m:oMathPara>
                </a14:m>
                <a:endParaRPr lang="ko-KR" altLang="en-US" sz="1600" dirty="0"/>
              </a:p>
            </p:txBody>
          </p:sp>
        </mc:Choice>
        <mc:Fallback>
          <p:sp>
            <p:nvSpPr>
              <p:cNvPr id="457" name="TextBox 456">
                <a:extLst>
                  <a:ext uri="{FF2B5EF4-FFF2-40B4-BE49-F238E27FC236}">
                    <a16:creationId xmlns:a16="http://schemas.microsoft.com/office/drawing/2014/main" id="{9F6F6B0A-01DA-45D8-91C7-B84302E8AD98}"/>
                  </a:ext>
                </a:extLst>
              </p:cNvPr>
              <p:cNvSpPr txBox="1">
                <a:spLocks noRot="1" noChangeAspect="1" noMove="1" noResize="1" noEditPoints="1" noAdjustHandles="1" noChangeArrowheads="1" noChangeShapeType="1" noTextEdit="1"/>
              </p:cNvSpPr>
              <p:nvPr/>
            </p:nvSpPr>
            <p:spPr>
              <a:xfrm>
                <a:off x="2086079" y="1784316"/>
                <a:ext cx="344540" cy="338554"/>
              </a:xfrm>
              <a:prstGeom prst="rect">
                <a:avLst/>
              </a:prstGeom>
              <a:blipFill>
                <a:blip r:embed="rId22"/>
                <a:stretch>
                  <a:fillRect/>
                </a:stretch>
              </a:blipFill>
            </p:spPr>
            <p:txBody>
              <a:bodyPr/>
              <a:lstStyle/>
              <a:p>
                <a:r>
                  <a:rPr lang="ko-KR" altLang="en-US">
                    <a:noFill/>
                  </a:rPr>
                  <a:t> </a:t>
                </a:r>
              </a:p>
            </p:txBody>
          </p:sp>
        </mc:Fallback>
      </mc:AlternateContent>
      <p:sp>
        <p:nvSpPr>
          <p:cNvPr id="458" name="직사각형 457">
            <a:extLst>
              <a:ext uri="{FF2B5EF4-FFF2-40B4-BE49-F238E27FC236}">
                <a16:creationId xmlns:a16="http://schemas.microsoft.com/office/drawing/2014/main" id="{4DECE0E3-D077-43F4-B3C2-EE50E66F5856}"/>
              </a:ext>
            </a:extLst>
          </p:cNvPr>
          <p:cNvSpPr/>
          <p:nvPr/>
        </p:nvSpPr>
        <p:spPr>
          <a:xfrm>
            <a:off x="872325" y="2081916"/>
            <a:ext cx="1837235" cy="523220"/>
          </a:xfrm>
          <a:prstGeom prst="rect">
            <a:avLst/>
          </a:prstGeom>
          <a:noFill/>
        </p:spPr>
        <p:txBody>
          <a:bodyPr wrap="square">
            <a:spAutoFit/>
          </a:bodyPr>
          <a:lstStyle/>
          <a:p>
            <a:pPr algn="ctr"/>
            <a:r>
              <a:rPr lang="en-US" altLang="ko-KR" sz="1400" dirty="0">
                <a:latin typeface="Helvetica" panose="020B0604020202020204" pitchFamily="34" charset="0"/>
                <a:cs typeface="Helvetica" panose="020B0604020202020204" pitchFamily="34" charset="0"/>
              </a:rPr>
              <a:t>Dynamic </a:t>
            </a:r>
            <a:r>
              <a:rPr lang="en-US" altLang="ko-KR" sz="1400" b="1" dirty="0">
                <a:latin typeface="Helvetica" panose="020B0604020202020204" pitchFamily="34" charset="0"/>
                <a:cs typeface="Helvetica" panose="020B0604020202020204" pitchFamily="34" charset="0"/>
              </a:rPr>
              <a:t>far-field</a:t>
            </a:r>
            <a:r>
              <a:rPr lang="en-US" altLang="ko-KR" sz="1400" dirty="0">
                <a:latin typeface="Helvetica" panose="020B0604020202020204" pitchFamily="34" charset="0"/>
                <a:cs typeface="Helvetica" panose="020B0604020202020204" pitchFamily="34" charset="0"/>
              </a:rPr>
              <a:t> </a:t>
            </a:r>
          </a:p>
          <a:p>
            <a:pPr algn="ctr"/>
            <a:r>
              <a:rPr lang="en-US" altLang="ko-KR" sz="1400" dirty="0">
                <a:latin typeface="Helvetica" panose="020B0604020202020204" pitchFamily="34" charset="0"/>
                <a:cs typeface="Helvetica" panose="020B0604020202020204" pitchFamily="34" charset="0"/>
              </a:rPr>
              <a:t>speckle illumination</a:t>
            </a:r>
            <a:endParaRPr lang="ko-KR" altLang="en-US" sz="1400" dirty="0">
              <a:latin typeface="Helvetica" panose="020B0604020202020204" pitchFamily="34" charset="0"/>
              <a:cs typeface="Helvetica" panose="020B0604020202020204" pitchFamily="34" charset="0"/>
            </a:endParaRPr>
          </a:p>
        </p:txBody>
      </p:sp>
      <p:sp>
        <p:nvSpPr>
          <p:cNvPr id="459" name="Freeform 43">
            <a:extLst>
              <a:ext uri="{FF2B5EF4-FFF2-40B4-BE49-F238E27FC236}">
                <a16:creationId xmlns:a16="http://schemas.microsoft.com/office/drawing/2014/main" id="{02E377BA-8334-4134-ABF8-0A35BD5CCFE6}"/>
              </a:ext>
            </a:extLst>
          </p:cNvPr>
          <p:cNvSpPr>
            <a:spLocks/>
          </p:cNvSpPr>
          <p:nvPr/>
        </p:nvSpPr>
        <p:spPr bwMode="auto">
          <a:xfrm>
            <a:off x="3795863" y="406344"/>
            <a:ext cx="3307092" cy="584454"/>
          </a:xfrm>
          <a:custGeom>
            <a:avLst/>
            <a:gdLst>
              <a:gd name="T0" fmla="*/ 47 w 3512"/>
              <a:gd name="T1" fmla="*/ 415 h 717"/>
              <a:gd name="T2" fmla="*/ 105 w 3512"/>
              <a:gd name="T3" fmla="*/ 618 h 717"/>
              <a:gd name="T4" fmla="*/ 164 w 3512"/>
              <a:gd name="T5" fmla="*/ 544 h 717"/>
              <a:gd name="T6" fmla="*/ 223 w 3512"/>
              <a:gd name="T7" fmla="*/ 622 h 717"/>
              <a:gd name="T8" fmla="*/ 282 w 3512"/>
              <a:gd name="T9" fmla="*/ 717 h 717"/>
              <a:gd name="T10" fmla="*/ 340 w 3512"/>
              <a:gd name="T11" fmla="*/ 0 h 717"/>
              <a:gd name="T12" fmla="*/ 399 w 3512"/>
              <a:gd name="T13" fmla="*/ 695 h 717"/>
              <a:gd name="T14" fmla="*/ 458 w 3512"/>
              <a:gd name="T15" fmla="*/ 597 h 717"/>
              <a:gd name="T16" fmla="*/ 517 w 3512"/>
              <a:gd name="T17" fmla="*/ 416 h 717"/>
              <a:gd name="T18" fmla="*/ 575 w 3512"/>
              <a:gd name="T19" fmla="*/ 663 h 717"/>
              <a:gd name="T20" fmla="*/ 634 w 3512"/>
              <a:gd name="T21" fmla="*/ 303 h 717"/>
              <a:gd name="T22" fmla="*/ 693 w 3512"/>
              <a:gd name="T23" fmla="*/ 698 h 717"/>
              <a:gd name="T24" fmla="*/ 752 w 3512"/>
              <a:gd name="T25" fmla="*/ 714 h 717"/>
              <a:gd name="T26" fmla="*/ 810 w 3512"/>
              <a:gd name="T27" fmla="*/ 336 h 717"/>
              <a:gd name="T28" fmla="*/ 869 w 3512"/>
              <a:gd name="T29" fmla="*/ 452 h 717"/>
              <a:gd name="T30" fmla="*/ 928 w 3512"/>
              <a:gd name="T31" fmla="*/ 518 h 717"/>
              <a:gd name="T32" fmla="*/ 986 w 3512"/>
              <a:gd name="T33" fmla="*/ 539 h 717"/>
              <a:gd name="T34" fmla="*/ 1045 w 3512"/>
              <a:gd name="T35" fmla="*/ 663 h 717"/>
              <a:gd name="T36" fmla="*/ 1104 w 3512"/>
              <a:gd name="T37" fmla="*/ 673 h 717"/>
              <a:gd name="T38" fmla="*/ 1163 w 3512"/>
              <a:gd name="T39" fmla="*/ 584 h 717"/>
              <a:gd name="T40" fmla="*/ 1221 w 3512"/>
              <a:gd name="T41" fmla="*/ 570 h 717"/>
              <a:gd name="T42" fmla="*/ 1280 w 3512"/>
              <a:gd name="T43" fmla="*/ 421 h 717"/>
              <a:gd name="T44" fmla="*/ 1339 w 3512"/>
              <a:gd name="T45" fmla="*/ 497 h 717"/>
              <a:gd name="T46" fmla="*/ 1398 w 3512"/>
              <a:gd name="T47" fmla="*/ 207 h 717"/>
              <a:gd name="T48" fmla="*/ 1456 w 3512"/>
              <a:gd name="T49" fmla="*/ 576 h 717"/>
              <a:gd name="T50" fmla="*/ 1515 w 3512"/>
              <a:gd name="T51" fmla="*/ 564 h 717"/>
              <a:gd name="T52" fmla="*/ 1574 w 3512"/>
              <a:gd name="T53" fmla="*/ 654 h 717"/>
              <a:gd name="T54" fmla="*/ 1633 w 3512"/>
              <a:gd name="T55" fmla="*/ 707 h 717"/>
              <a:gd name="T56" fmla="*/ 1691 w 3512"/>
              <a:gd name="T57" fmla="*/ 709 h 717"/>
              <a:gd name="T58" fmla="*/ 1750 w 3512"/>
              <a:gd name="T59" fmla="*/ 472 h 717"/>
              <a:gd name="T60" fmla="*/ 1809 w 3512"/>
              <a:gd name="T61" fmla="*/ 478 h 717"/>
              <a:gd name="T62" fmla="*/ 1867 w 3512"/>
              <a:gd name="T63" fmla="*/ 411 h 717"/>
              <a:gd name="T64" fmla="*/ 1926 w 3512"/>
              <a:gd name="T65" fmla="*/ 691 h 717"/>
              <a:gd name="T66" fmla="*/ 1985 w 3512"/>
              <a:gd name="T67" fmla="*/ 499 h 717"/>
              <a:gd name="T68" fmla="*/ 2044 w 3512"/>
              <a:gd name="T69" fmla="*/ 648 h 717"/>
              <a:gd name="T70" fmla="*/ 2102 w 3512"/>
              <a:gd name="T71" fmla="*/ 708 h 717"/>
              <a:gd name="T72" fmla="*/ 2161 w 3512"/>
              <a:gd name="T73" fmla="*/ 711 h 717"/>
              <a:gd name="T74" fmla="*/ 2220 w 3512"/>
              <a:gd name="T75" fmla="*/ 495 h 717"/>
              <a:gd name="T76" fmla="*/ 2279 w 3512"/>
              <a:gd name="T77" fmla="*/ 527 h 717"/>
              <a:gd name="T78" fmla="*/ 2337 w 3512"/>
              <a:gd name="T79" fmla="*/ 654 h 717"/>
              <a:gd name="T80" fmla="*/ 2396 w 3512"/>
              <a:gd name="T81" fmla="*/ 561 h 717"/>
              <a:gd name="T82" fmla="*/ 2455 w 3512"/>
              <a:gd name="T83" fmla="*/ 568 h 717"/>
              <a:gd name="T84" fmla="*/ 2514 w 3512"/>
              <a:gd name="T85" fmla="*/ 655 h 717"/>
              <a:gd name="T86" fmla="*/ 2572 w 3512"/>
              <a:gd name="T87" fmla="*/ 430 h 717"/>
              <a:gd name="T88" fmla="*/ 2631 w 3512"/>
              <a:gd name="T89" fmla="*/ 151 h 717"/>
              <a:gd name="T90" fmla="*/ 2690 w 3512"/>
              <a:gd name="T91" fmla="*/ 416 h 717"/>
              <a:gd name="T92" fmla="*/ 2748 w 3512"/>
              <a:gd name="T93" fmla="*/ 474 h 717"/>
              <a:gd name="T94" fmla="*/ 2807 w 3512"/>
              <a:gd name="T95" fmla="*/ 603 h 717"/>
              <a:gd name="T96" fmla="*/ 2866 w 3512"/>
              <a:gd name="T97" fmla="*/ 482 h 717"/>
              <a:gd name="T98" fmla="*/ 2925 w 3512"/>
              <a:gd name="T99" fmla="*/ 485 h 717"/>
              <a:gd name="T100" fmla="*/ 2983 w 3512"/>
              <a:gd name="T101" fmla="*/ 709 h 717"/>
              <a:gd name="T102" fmla="*/ 3042 w 3512"/>
              <a:gd name="T103" fmla="*/ 715 h 717"/>
              <a:gd name="T104" fmla="*/ 3101 w 3512"/>
              <a:gd name="T105" fmla="*/ 384 h 717"/>
              <a:gd name="T106" fmla="*/ 3160 w 3512"/>
              <a:gd name="T107" fmla="*/ 495 h 717"/>
              <a:gd name="T108" fmla="*/ 3218 w 3512"/>
              <a:gd name="T109" fmla="*/ 465 h 717"/>
              <a:gd name="T110" fmla="*/ 3277 w 3512"/>
              <a:gd name="T111" fmla="*/ 509 h 717"/>
              <a:gd name="T112" fmla="*/ 3336 w 3512"/>
              <a:gd name="T113" fmla="*/ 650 h 717"/>
              <a:gd name="T114" fmla="*/ 3395 w 3512"/>
              <a:gd name="T115" fmla="*/ 570 h 717"/>
              <a:gd name="T116" fmla="*/ 3453 w 3512"/>
              <a:gd name="T117" fmla="*/ 188 h 717"/>
              <a:gd name="T118" fmla="*/ 3512 w 3512"/>
              <a:gd name="T119" fmla="*/ 646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12" h="717">
                <a:moveTo>
                  <a:pt x="0" y="670"/>
                </a:moveTo>
                <a:lnTo>
                  <a:pt x="12" y="585"/>
                </a:lnTo>
                <a:lnTo>
                  <a:pt x="23" y="638"/>
                </a:lnTo>
                <a:lnTo>
                  <a:pt x="35" y="534"/>
                </a:lnTo>
                <a:lnTo>
                  <a:pt x="47" y="415"/>
                </a:lnTo>
                <a:lnTo>
                  <a:pt x="59" y="533"/>
                </a:lnTo>
                <a:lnTo>
                  <a:pt x="70" y="423"/>
                </a:lnTo>
                <a:lnTo>
                  <a:pt x="82" y="693"/>
                </a:lnTo>
                <a:lnTo>
                  <a:pt x="94" y="715"/>
                </a:lnTo>
                <a:lnTo>
                  <a:pt x="105" y="618"/>
                </a:lnTo>
                <a:lnTo>
                  <a:pt x="117" y="685"/>
                </a:lnTo>
                <a:lnTo>
                  <a:pt x="129" y="528"/>
                </a:lnTo>
                <a:lnTo>
                  <a:pt x="141" y="498"/>
                </a:lnTo>
                <a:lnTo>
                  <a:pt x="153" y="677"/>
                </a:lnTo>
                <a:lnTo>
                  <a:pt x="164" y="544"/>
                </a:lnTo>
                <a:lnTo>
                  <a:pt x="176" y="628"/>
                </a:lnTo>
                <a:lnTo>
                  <a:pt x="188" y="618"/>
                </a:lnTo>
                <a:lnTo>
                  <a:pt x="200" y="559"/>
                </a:lnTo>
                <a:lnTo>
                  <a:pt x="211" y="568"/>
                </a:lnTo>
                <a:lnTo>
                  <a:pt x="223" y="622"/>
                </a:lnTo>
                <a:lnTo>
                  <a:pt x="235" y="610"/>
                </a:lnTo>
                <a:lnTo>
                  <a:pt x="246" y="604"/>
                </a:lnTo>
                <a:lnTo>
                  <a:pt x="258" y="499"/>
                </a:lnTo>
                <a:lnTo>
                  <a:pt x="270" y="709"/>
                </a:lnTo>
                <a:lnTo>
                  <a:pt x="282" y="717"/>
                </a:lnTo>
                <a:lnTo>
                  <a:pt x="294" y="177"/>
                </a:lnTo>
                <a:lnTo>
                  <a:pt x="305" y="457"/>
                </a:lnTo>
                <a:lnTo>
                  <a:pt x="317" y="671"/>
                </a:lnTo>
                <a:lnTo>
                  <a:pt x="329" y="646"/>
                </a:lnTo>
                <a:lnTo>
                  <a:pt x="340" y="0"/>
                </a:lnTo>
                <a:lnTo>
                  <a:pt x="352" y="660"/>
                </a:lnTo>
                <a:lnTo>
                  <a:pt x="364" y="665"/>
                </a:lnTo>
                <a:lnTo>
                  <a:pt x="376" y="341"/>
                </a:lnTo>
                <a:lnTo>
                  <a:pt x="388" y="299"/>
                </a:lnTo>
                <a:lnTo>
                  <a:pt x="399" y="695"/>
                </a:lnTo>
                <a:lnTo>
                  <a:pt x="411" y="686"/>
                </a:lnTo>
                <a:lnTo>
                  <a:pt x="423" y="596"/>
                </a:lnTo>
                <a:lnTo>
                  <a:pt x="435" y="649"/>
                </a:lnTo>
                <a:lnTo>
                  <a:pt x="446" y="390"/>
                </a:lnTo>
                <a:lnTo>
                  <a:pt x="458" y="597"/>
                </a:lnTo>
                <a:lnTo>
                  <a:pt x="470" y="664"/>
                </a:lnTo>
                <a:lnTo>
                  <a:pt x="481" y="713"/>
                </a:lnTo>
                <a:lnTo>
                  <a:pt x="493" y="330"/>
                </a:lnTo>
                <a:lnTo>
                  <a:pt x="505" y="684"/>
                </a:lnTo>
                <a:lnTo>
                  <a:pt x="517" y="416"/>
                </a:lnTo>
                <a:lnTo>
                  <a:pt x="529" y="683"/>
                </a:lnTo>
                <a:lnTo>
                  <a:pt x="540" y="710"/>
                </a:lnTo>
                <a:lnTo>
                  <a:pt x="552" y="616"/>
                </a:lnTo>
                <a:lnTo>
                  <a:pt x="564" y="688"/>
                </a:lnTo>
                <a:lnTo>
                  <a:pt x="575" y="663"/>
                </a:lnTo>
                <a:lnTo>
                  <a:pt x="587" y="632"/>
                </a:lnTo>
                <a:lnTo>
                  <a:pt x="599" y="621"/>
                </a:lnTo>
                <a:lnTo>
                  <a:pt x="611" y="539"/>
                </a:lnTo>
                <a:lnTo>
                  <a:pt x="622" y="488"/>
                </a:lnTo>
                <a:lnTo>
                  <a:pt x="634" y="303"/>
                </a:lnTo>
                <a:lnTo>
                  <a:pt x="646" y="702"/>
                </a:lnTo>
                <a:lnTo>
                  <a:pt x="658" y="652"/>
                </a:lnTo>
                <a:lnTo>
                  <a:pt x="670" y="482"/>
                </a:lnTo>
                <a:lnTo>
                  <a:pt x="681" y="713"/>
                </a:lnTo>
                <a:lnTo>
                  <a:pt x="693" y="698"/>
                </a:lnTo>
                <a:lnTo>
                  <a:pt x="705" y="605"/>
                </a:lnTo>
                <a:lnTo>
                  <a:pt x="716" y="493"/>
                </a:lnTo>
                <a:lnTo>
                  <a:pt x="728" y="703"/>
                </a:lnTo>
                <a:lnTo>
                  <a:pt x="740" y="608"/>
                </a:lnTo>
                <a:lnTo>
                  <a:pt x="752" y="714"/>
                </a:lnTo>
                <a:lnTo>
                  <a:pt x="763" y="636"/>
                </a:lnTo>
                <a:lnTo>
                  <a:pt x="775" y="680"/>
                </a:lnTo>
                <a:lnTo>
                  <a:pt x="787" y="660"/>
                </a:lnTo>
                <a:lnTo>
                  <a:pt x="799" y="580"/>
                </a:lnTo>
                <a:lnTo>
                  <a:pt x="810" y="336"/>
                </a:lnTo>
                <a:lnTo>
                  <a:pt x="822" y="713"/>
                </a:lnTo>
                <a:lnTo>
                  <a:pt x="834" y="421"/>
                </a:lnTo>
                <a:lnTo>
                  <a:pt x="846" y="570"/>
                </a:lnTo>
                <a:lnTo>
                  <a:pt x="857" y="515"/>
                </a:lnTo>
                <a:lnTo>
                  <a:pt x="869" y="452"/>
                </a:lnTo>
                <a:lnTo>
                  <a:pt x="881" y="454"/>
                </a:lnTo>
                <a:lnTo>
                  <a:pt x="893" y="646"/>
                </a:lnTo>
                <a:lnTo>
                  <a:pt x="904" y="582"/>
                </a:lnTo>
                <a:lnTo>
                  <a:pt x="916" y="629"/>
                </a:lnTo>
                <a:lnTo>
                  <a:pt x="928" y="518"/>
                </a:lnTo>
                <a:lnTo>
                  <a:pt x="940" y="502"/>
                </a:lnTo>
                <a:lnTo>
                  <a:pt x="951" y="637"/>
                </a:lnTo>
                <a:lnTo>
                  <a:pt x="963" y="694"/>
                </a:lnTo>
                <a:lnTo>
                  <a:pt x="975" y="684"/>
                </a:lnTo>
                <a:lnTo>
                  <a:pt x="986" y="539"/>
                </a:lnTo>
                <a:lnTo>
                  <a:pt x="998" y="654"/>
                </a:lnTo>
                <a:lnTo>
                  <a:pt x="1010" y="369"/>
                </a:lnTo>
                <a:lnTo>
                  <a:pt x="1022" y="541"/>
                </a:lnTo>
                <a:lnTo>
                  <a:pt x="1034" y="594"/>
                </a:lnTo>
                <a:lnTo>
                  <a:pt x="1045" y="663"/>
                </a:lnTo>
                <a:lnTo>
                  <a:pt x="1057" y="314"/>
                </a:lnTo>
                <a:lnTo>
                  <a:pt x="1069" y="445"/>
                </a:lnTo>
                <a:lnTo>
                  <a:pt x="1081" y="610"/>
                </a:lnTo>
                <a:lnTo>
                  <a:pt x="1092" y="241"/>
                </a:lnTo>
                <a:lnTo>
                  <a:pt x="1104" y="673"/>
                </a:lnTo>
                <a:lnTo>
                  <a:pt x="1116" y="686"/>
                </a:lnTo>
                <a:lnTo>
                  <a:pt x="1127" y="610"/>
                </a:lnTo>
                <a:lnTo>
                  <a:pt x="1139" y="501"/>
                </a:lnTo>
                <a:lnTo>
                  <a:pt x="1151" y="663"/>
                </a:lnTo>
                <a:lnTo>
                  <a:pt x="1163" y="584"/>
                </a:lnTo>
                <a:lnTo>
                  <a:pt x="1175" y="526"/>
                </a:lnTo>
                <a:lnTo>
                  <a:pt x="1186" y="542"/>
                </a:lnTo>
                <a:lnTo>
                  <a:pt x="1198" y="553"/>
                </a:lnTo>
                <a:lnTo>
                  <a:pt x="1210" y="332"/>
                </a:lnTo>
                <a:lnTo>
                  <a:pt x="1221" y="570"/>
                </a:lnTo>
                <a:lnTo>
                  <a:pt x="1233" y="646"/>
                </a:lnTo>
                <a:lnTo>
                  <a:pt x="1245" y="678"/>
                </a:lnTo>
                <a:lnTo>
                  <a:pt x="1257" y="471"/>
                </a:lnTo>
                <a:lnTo>
                  <a:pt x="1269" y="656"/>
                </a:lnTo>
                <a:lnTo>
                  <a:pt x="1280" y="421"/>
                </a:lnTo>
                <a:lnTo>
                  <a:pt x="1292" y="283"/>
                </a:lnTo>
                <a:lnTo>
                  <a:pt x="1304" y="483"/>
                </a:lnTo>
                <a:lnTo>
                  <a:pt x="1316" y="683"/>
                </a:lnTo>
                <a:lnTo>
                  <a:pt x="1327" y="636"/>
                </a:lnTo>
                <a:lnTo>
                  <a:pt x="1339" y="497"/>
                </a:lnTo>
                <a:lnTo>
                  <a:pt x="1351" y="604"/>
                </a:lnTo>
                <a:lnTo>
                  <a:pt x="1362" y="605"/>
                </a:lnTo>
                <a:lnTo>
                  <a:pt x="1374" y="709"/>
                </a:lnTo>
                <a:lnTo>
                  <a:pt x="1386" y="696"/>
                </a:lnTo>
                <a:lnTo>
                  <a:pt x="1398" y="207"/>
                </a:lnTo>
                <a:lnTo>
                  <a:pt x="1410" y="665"/>
                </a:lnTo>
                <a:lnTo>
                  <a:pt x="1421" y="402"/>
                </a:lnTo>
                <a:lnTo>
                  <a:pt x="1433" y="657"/>
                </a:lnTo>
                <a:lnTo>
                  <a:pt x="1445" y="717"/>
                </a:lnTo>
                <a:lnTo>
                  <a:pt x="1456" y="576"/>
                </a:lnTo>
                <a:lnTo>
                  <a:pt x="1468" y="476"/>
                </a:lnTo>
                <a:lnTo>
                  <a:pt x="1480" y="556"/>
                </a:lnTo>
                <a:lnTo>
                  <a:pt x="1492" y="552"/>
                </a:lnTo>
                <a:lnTo>
                  <a:pt x="1503" y="226"/>
                </a:lnTo>
                <a:lnTo>
                  <a:pt x="1515" y="564"/>
                </a:lnTo>
                <a:lnTo>
                  <a:pt x="1527" y="627"/>
                </a:lnTo>
                <a:lnTo>
                  <a:pt x="1539" y="289"/>
                </a:lnTo>
                <a:lnTo>
                  <a:pt x="1551" y="668"/>
                </a:lnTo>
                <a:lnTo>
                  <a:pt x="1562" y="459"/>
                </a:lnTo>
                <a:lnTo>
                  <a:pt x="1574" y="654"/>
                </a:lnTo>
                <a:lnTo>
                  <a:pt x="1586" y="539"/>
                </a:lnTo>
                <a:lnTo>
                  <a:pt x="1597" y="510"/>
                </a:lnTo>
                <a:lnTo>
                  <a:pt x="1609" y="382"/>
                </a:lnTo>
                <a:lnTo>
                  <a:pt x="1621" y="411"/>
                </a:lnTo>
                <a:lnTo>
                  <a:pt x="1633" y="707"/>
                </a:lnTo>
                <a:lnTo>
                  <a:pt x="1644" y="604"/>
                </a:lnTo>
                <a:lnTo>
                  <a:pt x="1656" y="612"/>
                </a:lnTo>
                <a:lnTo>
                  <a:pt x="1668" y="680"/>
                </a:lnTo>
                <a:lnTo>
                  <a:pt x="1680" y="663"/>
                </a:lnTo>
                <a:lnTo>
                  <a:pt x="1691" y="709"/>
                </a:lnTo>
                <a:lnTo>
                  <a:pt x="1703" y="651"/>
                </a:lnTo>
                <a:lnTo>
                  <a:pt x="1715" y="710"/>
                </a:lnTo>
                <a:lnTo>
                  <a:pt x="1727" y="442"/>
                </a:lnTo>
                <a:lnTo>
                  <a:pt x="1738" y="675"/>
                </a:lnTo>
                <a:lnTo>
                  <a:pt x="1750" y="472"/>
                </a:lnTo>
                <a:lnTo>
                  <a:pt x="1762" y="626"/>
                </a:lnTo>
                <a:lnTo>
                  <a:pt x="1774" y="535"/>
                </a:lnTo>
                <a:lnTo>
                  <a:pt x="1785" y="712"/>
                </a:lnTo>
                <a:lnTo>
                  <a:pt x="1797" y="528"/>
                </a:lnTo>
                <a:lnTo>
                  <a:pt x="1809" y="478"/>
                </a:lnTo>
                <a:lnTo>
                  <a:pt x="1821" y="685"/>
                </a:lnTo>
                <a:lnTo>
                  <a:pt x="1832" y="561"/>
                </a:lnTo>
                <a:lnTo>
                  <a:pt x="1844" y="622"/>
                </a:lnTo>
                <a:lnTo>
                  <a:pt x="1856" y="628"/>
                </a:lnTo>
                <a:lnTo>
                  <a:pt x="1867" y="411"/>
                </a:lnTo>
                <a:lnTo>
                  <a:pt x="1879" y="641"/>
                </a:lnTo>
                <a:lnTo>
                  <a:pt x="1891" y="612"/>
                </a:lnTo>
                <a:lnTo>
                  <a:pt x="1903" y="690"/>
                </a:lnTo>
                <a:lnTo>
                  <a:pt x="1915" y="614"/>
                </a:lnTo>
                <a:lnTo>
                  <a:pt x="1926" y="691"/>
                </a:lnTo>
                <a:lnTo>
                  <a:pt x="1938" y="570"/>
                </a:lnTo>
                <a:lnTo>
                  <a:pt x="1950" y="648"/>
                </a:lnTo>
                <a:lnTo>
                  <a:pt x="1962" y="644"/>
                </a:lnTo>
                <a:lnTo>
                  <a:pt x="1973" y="667"/>
                </a:lnTo>
                <a:lnTo>
                  <a:pt x="1985" y="499"/>
                </a:lnTo>
                <a:lnTo>
                  <a:pt x="1997" y="630"/>
                </a:lnTo>
                <a:lnTo>
                  <a:pt x="2008" y="588"/>
                </a:lnTo>
                <a:lnTo>
                  <a:pt x="2020" y="649"/>
                </a:lnTo>
                <a:lnTo>
                  <a:pt x="2032" y="702"/>
                </a:lnTo>
                <a:lnTo>
                  <a:pt x="2044" y="648"/>
                </a:lnTo>
                <a:lnTo>
                  <a:pt x="2056" y="600"/>
                </a:lnTo>
                <a:lnTo>
                  <a:pt x="2067" y="714"/>
                </a:lnTo>
                <a:lnTo>
                  <a:pt x="2079" y="555"/>
                </a:lnTo>
                <a:lnTo>
                  <a:pt x="2091" y="504"/>
                </a:lnTo>
                <a:lnTo>
                  <a:pt x="2102" y="708"/>
                </a:lnTo>
                <a:lnTo>
                  <a:pt x="2114" y="516"/>
                </a:lnTo>
                <a:lnTo>
                  <a:pt x="2126" y="663"/>
                </a:lnTo>
                <a:lnTo>
                  <a:pt x="2138" y="687"/>
                </a:lnTo>
                <a:lnTo>
                  <a:pt x="2150" y="569"/>
                </a:lnTo>
                <a:lnTo>
                  <a:pt x="2161" y="711"/>
                </a:lnTo>
                <a:lnTo>
                  <a:pt x="2173" y="701"/>
                </a:lnTo>
                <a:lnTo>
                  <a:pt x="2185" y="689"/>
                </a:lnTo>
                <a:lnTo>
                  <a:pt x="2197" y="546"/>
                </a:lnTo>
                <a:lnTo>
                  <a:pt x="2208" y="620"/>
                </a:lnTo>
                <a:lnTo>
                  <a:pt x="2220" y="495"/>
                </a:lnTo>
                <a:lnTo>
                  <a:pt x="2232" y="672"/>
                </a:lnTo>
                <a:lnTo>
                  <a:pt x="2243" y="620"/>
                </a:lnTo>
                <a:lnTo>
                  <a:pt x="2255" y="579"/>
                </a:lnTo>
                <a:lnTo>
                  <a:pt x="2267" y="628"/>
                </a:lnTo>
                <a:lnTo>
                  <a:pt x="2279" y="527"/>
                </a:lnTo>
                <a:lnTo>
                  <a:pt x="2291" y="695"/>
                </a:lnTo>
                <a:lnTo>
                  <a:pt x="2302" y="677"/>
                </a:lnTo>
                <a:lnTo>
                  <a:pt x="2314" y="672"/>
                </a:lnTo>
                <a:lnTo>
                  <a:pt x="2326" y="707"/>
                </a:lnTo>
                <a:lnTo>
                  <a:pt x="2337" y="654"/>
                </a:lnTo>
                <a:lnTo>
                  <a:pt x="2349" y="712"/>
                </a:lnTo>
                <a:lnTo>
                  <a:pt x="2361" y="694"/>
                </a:lnTo>
                <a:lnTo>
                  <a:pt x="2373" y="667"/>
                </a:lnTo>
                <a:lnTo>
                  <a:pt x="2384" y="485"/>
                </a:lnTo>
                <a:lnTo>
                  <a:pt x="2396" y="561"/>
                </a:lnTo>
                <a:lnTo>
                  <a:pt x="2408" y="607"/>
                </a:lnTo>
                <a:lnTo>
                  <a:pt x="2420" y="709"/>
                </a:lnTo>
                <a:lnTo>
                  <a:pt x="2432" y="388"/>
                </a:lnTo>
                <a:lnTo>
                  <a:pt x="2443" y="683"/>
                </a:lnTo>
                <a:lnTo>
                  <a:pt x="2455" y="568"/>
                </a:lnTo>
                <a:lnTo>
                  <a:pt x="2467" y="552"/>
                </a:lnTo>
                <a:lnTo>
                  <a:pt x="2478" y="645"/>
                </a:lnTo>
                <a:lnTo>
                  <a:pt x="2490" y="621"/>
                </a:lnTo>
                <a:lnTo>
                  <a:pt x="2502" y="564"/>
                </a:lnTo>
                <a:lnTo>
                  <a:pt x="2514" y="655"/>
                </a:lnTo>
                <a:lnTo>
                  <a:pt x="2525" y="355"/>
                </a:lnTo>
                <a:lnTo>
                  <a:pt x="2537" y="549"/>
                </a:lnTo>
                <a:lnTo>
                  <a:pt x="2549" y="542"/>
                </a:lnTo>
                <a:lnTo>
                  <a:pt x="2561" y="660"/>
                </a:lnTo>
                <a:lnTo>
                  <a:pt x="2572" y="430"/>
                </a:lnTo>
                <a:lnTo>
                  <a:pt x="2584" y="638"/>
                </a:lnTo>
                <a:lnTo>
                  <a:pt x="2596" y="657"/>
                </a:lnTo>
                <a:lnTo>
                  <a:pt x="2608" y="390"/>
                </a:lnTo>
                <a:lnTo>
                  <a:pt x="2619" y="630"/>
                </a:lnTo>
                <a:lnTo>
                  <a:pt x="2631" y="151"/>
                </a:lnTo>
                <a:lnTo>
                  <a:pt x="2643" y="608"/>
                </a:lnTo>
                <a:lnTo>
                  <a:pt x="2655" y="669"/>
                </a:lnTo>
                <a:lnTo>
                  <a:pt x="2666" y="688"/>
                </a:lnTo>
                <a:lnTo>
                  <a:pt x="2678" y="587"/>
                </a:lnTo>
                <a:lnTo>
                  <a:pt x="2690" y="416"/>
                </a:lnTo>
                <a:lnTo>
                  <a:pt x="2702" y="626"/>
                </a:lnTo>
                <a:lnTo>
                  <a:pt x="2713" y="659"/>
                </a:lnTo>
                <a:lnTo>
                  <a:pt x="2725" y="620"/>
                </a:lnTo>
                <a:lnTo>
                  <a:pt x="2737" y="546"/>
                </a:lnTo>
                <a:lnTo>
                  <a:pt x="2748" y="474"/>
                </a:lnTo>
                <a:lnTo>
                  <a:pt x="2760" y="651"/>
                </a:lnTo>
                <a:lnTo>
                  <a:pt x="2772" y="713"/>
                </a:lnTo>
                <a:lnTo>
                  <a:pt x="2784" y="717"/>
                </a:lnTo>
                <a:lnTo>
                  <a:pt x="2796" y="409"/>
                </a:lnTo>
                <a:lnTo>
                  <a:pt x="2807" y="603"/>
                </a:lnTo>
                <a:lnTo>
                  <a:pt x="2819" y="702"/>
                </a:lnTo>
                <a:lnTo>
                  <a:pt x="2831" y="687"/>
                </a:lnTo>
                <a:lnTo>
                  <a:pt x="2843" y="588"/>
                </a:lnTo>
                <a:lnTo>
                  <a:pt x="2854" y="283"/>
                </a:lnTo>
                <a:lnTo>
                  <a:pt x="2866" y="482"/>
                </a:lnTo>
                <a:lnTo>
                  <a:pt x="2878" y="428"/>
                </a:lnTo>
                <a:lnTo>
                  <a:pt x="2889" y="511"/>
                </a:lnTo>
                <a:lnTo>
                  <a:pt x="2901" y="475"/>
                </a:lnTo>
                <a:lnTo>
                  <a:pt x="2913" y="603"/>
                </a:lnTo>
                <a:lnTo>
                  <a:pt x="2925" y="485"/>
                </a:lnTo>
                <a:lnTo>
                  <a:pt x="2937" y="473"/>
                </a:lnTo>
                <a:lnTo>
                  <a:pt x="2948" y="654"/>
                </a:lnTo>
                <a:lnTo>
                  <a:pt x="2960" y="565"/>
                </a:lnTo>
                <a:lnTo>
                  <a:pt x="2972" y="582"/>
                </a:lnTo>
                <a:lnTo>
                  <a:pt x="2983" y="709"/>
                </a:lnTo>
                <a:lnTo>
                  <a:pt x="2995" y="711"/>
                </a:lnTo>
                <a:lnTo>
                  <a:pt x="3007" y="685"/>
                </a:lnTo>
                <a:lnTo>
                  <a:pt x="3019" y="359"/>
                </a:lnTo>
                <a:lnTo>
                  <a:pt x="3031" y="564"/>
                </a:lnTo>
                <a:lnTo>
                  <a:pt x="3042" y="715"/>
                </a:lnTo>
                <a:lnTo>
                  <a:pt x="3054" y="402"/>
                </a:lnTo>
                <a:lnTo>
                  <a:pt x="3066" y="668"/>
                </a:lnTo>
                <a:lnTo>
                  <a:pt x="3078" y="677"/>
                </a:lnTo>
                <a:lnTo>
                  <a:pt x="3089" y="661"/>
                </a:lnTo>
                <a:lnTo>
                  <a:pt x="3101" y="384"/>
                </a:lnTo>
                <a:lnTo>
                  <a:pt x="3113" y="576"/>
                </a:lnTo>
                <a:lnTo>
                  <a:pt x="3124" y="665"/>
                </a:lnTo>
                <a:lnTo>
                  <a:pt x="3136" y="681"/>
                </a:lnTo>
                <a:lnTo>
                  <a:pt x="3148" y="540"/>
                </a:lnTo>
                <a:lnTo>
                  <a:pt x="3160" y="495"/>
                </a:lnTo>
                <a:lnTo>
                  <a:pt x="3172" y="658"/>
                </a:lnTo>
                <a:lnTo>
                  <a:pt x="3183" y="644"/>
                </a:lnTo>
                <a:lnTo>
                  <a:pt x="3195" y="605"/>
                </a:lnTo>
                <a:lnTo>
                  <a:pt x="3207" y="654"/>
                </a:lnTo>
                <a:lnTo>
                  <a:pt x="3218" y="465"/>
                </a:lnTo>
                <a:lnTo>
                  <a:pt x="3230" y="628"/>
                </a:lnTo>
                <a:lnTo>
                  <a:pt x="3242" y="440"/>
                </a:lnTo>
                <a:lnTo>
                  <a:pt x="3254" y="634"/>
                </a:lnTo>
                <a:lnTo>
                  <a:pt x="3265" y="666"/>
                </a:lnTo>
                <a:lnTo>
                  <a:pt x="3277" y="509"/>
                </a:lnTo>
                <a:lnTo>
                  <a:pt x="3289" y="558"/>
                </a:lnTo>
                <a:lnTo>
                  <a:pt x="3301" y="384"/>
                </a:lnTo>
                <a:lnTo>
                  <a:pt x="3313" y="624"/>
                </a:lnTo>
                <a:lnTo>
                  <a:pt x="3324" y="690"/>
                </a:lnTo>
                <a:lnTo>
                  <a:pt x="3336" y="650"/>
                </a:lnTo>
                <a:lnTo>
                  <a:pt x="3348" y="696"/>
                </a:lnTo>
                <a:lnTo>
                  <a:pt x="3359" y="654"/>
                </a:lnTo>
                <a:lnTo>
                  <a:pt x="3371" y="713"/>
                </a:lnTo>
                <a:lnTo>
                  <a:pt x="3383" y="577"/>
                </a:lnTo>
                <a:lnTo>
                  <a:pt x="3395" y="570"/>
                </a:lnTo>
                <a:lnTo>
                  <a:pt x="3406" y="636"/>
                </a:lnTo>
                <a:lnTo>
                  <a:pt x="3418" y="633"/>
                </a:lnTo>
                <a:lnTo>
                  <a:pt x="3430" y="662"/>
                </a:lnTo>
                <a:lnTo>
                  <a:pt x="3442" y="511"/>
                </a:lnTo>
                <a:lnTo>
                  <a:pt x="3453" y="188"/>
                </a:lnTo>
                <a:lnTo>
                  <a:pt x="3465" y="323"/>
                </a:lnTo>
                <a:lnTo>
                  <a:pt x="3477" y="701"/>
                </a:lnTo>
                <a:lnTo>
                  <a:pt x="3489" y="615"/>
                </a:lnTo>
                <a:lnTo>
                  <a:pt x="3500" y="577"/>
                </a:lnTo>
                <a:lnTo>
                  <a:pt x="3512" y="646"/>
                </a:lnTo>
              </a:path>
            </a:pathLst>
          </a:custGeom>
          <a:noFill/>
          <a:ln w="1270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460" name="Freeform 127">
            <a:extLst>
              <a:ext uri="{FF2B5EF4-FFF2-40B4-BE49-F238E27FC236}">
                <a16:creationId xmlns:a16="http://schemas.microsoft.com/office/drawing/2014/main" id="{BDD5B3DC-BA0C-4261-8515-1871B8B0A7A5}"/>
              </a:ext>
            </a:extLst>
          </p:cNvPr>
          <p:cNvSpPr>
            <a:spLocks/>
          </p:cNvSpPr>
          <p:nvPr/>
        </p:nvSpPr>
        <p:spPr bwMode="auto">
          <a:xfrm>
            <a:off x="3795863" y="1170988"/>
            <a:ext cx="3307092" cy="462502"/>
          </a:xfrm>
          <a:custGeom>
            <a:avLst/>
            <a:gdLst>
              <a:gd name="T0" fmla="*/ 47 w 3512"/>
              <a:gd name="T1" fmla="*/ 531 h 718"/>
              <a:gd name="T2" fmla="*/ 105 w 3512"/>
              <a:gd name="T3" fmla="*/ 642 h 718"/>
              <a:gd name="T4" fmla="*/ 164 w 3512"/>
              <a:gd name="T5" fmla="*/ 558 h 718"/>
              <a:gd name="T6" fmla="*/ 223 w 3512"/>
              <a:gd name="T7" fmla="*/ 603 h 718"/>
              <a:gd name="T8" fmla="*/ 282 w 3512"/>
              <a:gd name="T9" fmla="*/ 711 h 718"/>
              <a:gd name="T10" fmla="*/ 340 w 3512"/>
              <a:gd name="T11" fmla="*/ 105 h 718"/>
              <a:gd name="T12" fmla="*/ 399 w 3512"/>
              <a:gd name="T13" fmla="*/ 676 h 718"/>
              <a:gd name="T14" fmla="*/ 458 w 3512"/>
              <a:gd name="T15" fmla="*/ 645 h 718"/>
              <a:gd name="T16" fmla="*/ 517 w 3512"/>
              <a:gd name="T17" fmla="*/ 578 h 718"/>
              <a:gd name="T18" fmla="*/ 575 w 3512"/>
              <a:gd name="T19" fmla="*/ 710 h 718"/>
              <a:gd name="T20" fmla="*/ 634 w 3512"/>
              <a:gd name="T21" fmla="*/ 454 h 718"/>
              <a:gd name="T22" fmla="*/ 693 w 3512"/>
              <a:gd name="T23" fmla="*/ 686 h 718"/>
              <a:gd name="T24" fmla="*/ 752 w 3512"/>
              <a:gd name="T25" fmla="*/ 713 h 718"/>
              <a:gd name="T26" fmla="*/ 810 w 3512"/>
              <a:gd name="T27" fmla="*/ 326 h 718"/>
              <a:gd name="T28" fmla="*/ 869 w 3512"/>
              <a:gd name="T29" fmla="*/ 491 h 718"/>
              <a:gd name="T30" fmla="*/ 928 w 3512"/>
              <a:gd name="T31" fmla="*/ 440 h 718"/>
              <a:gd name="T32" fmla="*/ 986 w 3512"/>
              <a:gd name="T33" fmla="*/ 566 h 718"/>
              <a:gd name="T34" fmla="*/ 1045 w 3512"/>
              <a:gd name="T35" fmla="*/ 645 h 718"/>
              <a:gd name="T36" fmla="*/ 1104 w 3512"/>
              <a:gd name="T37" fmla="*/ 647 h 718"/>
              <a:gd name="T38" fmla="*/ 1163 w 3512"/>
              <a:gd name="T39" fmla="*/ 514 h 718"/>
              <a:gd name="T40" fmla="*/ 1221 w 3512"/>
              <a:gd name="T41" fmla="*/ 597 h 718"/>
              <a:gd name="T42" fmla="*/ 1280 w 3512"/>
              <a:gd name="T43" fmla="*/ 483 h 718"/>
              <a:gd name="T44" fmla="*/ 1339 w 3512"/>
              <a:gd name="T45" fmla="*/ 609 h 718"/>
              <a:gd name="T46" fmla="*/ 1398 w 3512"/>
              <a:gd name="T47" fmla="*/ 466 h 718"/>
              <a:gd name="T48" fmla="*/ 1456 w 3512"/>
              <a:gd name="T49" fmla="*/ 597 h 718"/>
              <a:gd name="T50" fmla="*/ 1515 w 3512"/>
              <a:gd name="T51" fmla="*/ 650 h 718"/>
              <a:gd name="T52" fmla="*/ 1574 w 3512"/>
              <a:gd name="T53" fmla="*/ 596 h 718"/>
              <a:gd name="T54" fmla="*/ 1633 w 3512"/>
              <a:gd name="T55" fmla="*/ 718 h 718"/>
              <a:gd name="T56" fmla="*/ 1691 w 3512"/>
              <a:gd name="T57" fmla="*/ 712 h 718"/>
              <a:gd name="T58" fmla="*/ 1750 w 3512"/>
              <a:gd name="T59" fmla="*/ 491 h 718"/>
              <a:gd name="T60" fmla="*/ 1809 w 3512"/>
              <a:gd name="T61" fmla="*/ 509 h 718"/>
              <a:gd name="T62" fmla="*/ 1867 w 3512"/>
              <a:gd name="T63" fmla="*/ 603 h 718"/>
              <a:gd name="T64" fmla="*/ 1926 w 3512"/>
              <a:gd name="T65" fmla="*/ 693 h 718"/>
              <a:gd name="T66" fmla="*/ 1985 w 3512"/>
              <a:gd name="T67" fmla="*/ 417 h 718"/>
              <a:gd name="T68" fmla="*/ 2044 w 3512"/>
              <a:gd name="T69" fmla="*/ 700 h 718"/>
              <a:gd name="T70" fmla="*/ 2102 w 3512"/>
              <a:gd name="T71" fmla="*/ 698 h 718"/>
              <a:gd name="T72" fmla="*/ 2161 w 3512"/>
              <a:gd name="T73" fmla="*/ 706 h 718"/>
              <a:gd name="T74" fmla="*/ 2220 w 3512"/>
              <a:gd name="T75" fmla="*/ 542 h 718"/>
              <a:gd name="T76" fmla="*/ 2279 w 3512"/>
              <a:gd name="T77" fmla="*/ 543 h 718"/>
              <a:gd name="T78" fmla="*/ 2337 w 3512"/>
              <a:gd name="T79" fmla="*/ 675 h 718"/>
              <a:gd name="T80" fmla="*/ 2396 w 3512"/>
              <a:gd name="T81" fmla="*/ 601 h 718"/>
              <a:gd name="T82" fmla="*/ 2455 w 3512"/>
              <a:gd name="T83" fmla="*/ 614 h 718"/>
              <a:gd name="T84" fmla="*/ 2514 w 3512"/>
              <a:gd name="T85" fmla="*/ 701 h 718"/>
              <a:gd name="T86" fmla="*/ 2572 w 3512"/>
              <a:gd name="T87" fmla="*/ 614 h 718"/>
              <a:gd name="T88" fmla="*/ 2631 w 3512"/>
              <a:gd name="T89" fmla="*/ 503 h 718"/>
              <a:gd name="T90" fmla="*/ 2690 w 3512"/>
              <a:gd name="T91" fmla="*/ 617 h 718"/>
              <a:gd name="T92" fmla="*/ 2748 w 3512"/>
              <a:gd name="T93" fmla="*/ 507 h 718"/>
              <a:gd name="T94" fmla="*/ 2807 w 3512"/>
              <a:gd name="T95" fmla="*/ 677 h 718"/>
              <a:gd name="T96" fmla="*/ 2866 w 3512"/>
              <a:gd name="T97" fmla="*/ 461 h 718"/>
              <a:gd name="T98" fmla="*/ 2925 w 3512"/>
              <a:gd name="T99" fmla="*/ 634 h 718"/>
              <a:gd name="T100" fmla="*/ 2983 w 3512"/>
              <a:gd name="T101" fmla="*/ 717 h 718"/>
              <a:gd name="T102" fmla="*/ 3042 w 3512"/>
              <a:gd name="T103" fmla="*/ 703 h 718"/>
              <a:gd name="T104" fmla="*/ 3101 w 3512"/>
              <a:gd name="T105" fmla="*/ 312 h 718"/>
              <a:gd name="T106" fmla="*/ 3160 w 3512"/>
              <a:gd name="T107" fmla="*/ 440 h 718"/>
              <a:gd name="T108" fmla="*/ 3218 w 3512"/>
              <a:gd name="T109" fmla="*/ 621 h 718"/>
              <a:gd name="T110" fmla="*/ 3277 w 3512"/>
              <a:gd name="T111" fmla="*/ 544 h 718"/>
              <a:gd name="T112" fmla="*/ 3336 w 3512"/>
              <a:gd name="T113" fmla="*/ 582 h 718"/>
              <a:gd name="T114" fmla="*/ 3395 w 3512"/>
              <a:gd name="T115" fmla="*/ 679 h 718"/>
              <a:gd name="T116" fmla="*/ 3453 w 3512"/>
              <a:gd name="T117" fmla="*/ 0 h 718"/>
              <a:gd name="T118" fmla="*/ 3512 w 3512"/>
              <a:gd name="T119" fmla="*/ 65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12" h="718">
                <a:moveTo>
                  <a:pt x="0" y="661"/>
                </a:moveTo>
                <a:lnTo>
                  <a:pt x="12" y="488"/>
                </a:lnTo>
                <a:lnTo>
                  <a:pt x="23" y="667"/>
                </a:lnTo>
                <a:lnTo>
                  <a:pt x="35" y="450"/>
                </a:lnTo>
                <a:lnTo>
                  <a:pt x="47" y="531"/>
                </a:lnTo>
                <a:lnTo>
                  <a:pt x="59" y="595"/>
                </a:lnTo>
                <a:lnTo>
                  <a:pt x="70" y="360"/>
                </a:lnTo>
                <a:lnTo>
                  <a:pt x="82" y="691"/>
                </a:lnTo>
                <a:lnTo>
                  <a:pt x="94" y="685"/>
                </a:lnTo>
                <a:lnTo>
                  <a:pt x="105" y="642"/>
                </a:lnTo>
                <a:lnTo>
                  <a:pt x="117" y="679"/>
                </a:lnTo>
                <a:lnTo>
                  <a:pt x="129" y="588"/>
                </a:lnTo>
                <a:lnTo>
                  <a:pt x="141" y="487"/>
                </a:lnTo>
                <a:lnTo>
                  <a:pt x="153" y="637"/>
                </a:lnTo>
                <a:lnTo>
                  <a:pt x="164" y="558"/>
                </a:lnTo>
                <a:lnTo>
                  <a:pt x="176" y="587"/>
                </a:lnTo>
                <a:lnTo>
                  <a:pt x="188" y="596"/>
                </a:lnTo>
                <a:lnTo>
                  <a:pt x="200" y="590"/>
                </a:lnTo>
                <a:lnTo>
                  <a:pt x="211" y="548"/>
                </a:lnTo>
                <a:lnTo>
                  <a:pt x="223" y="603"/>
                </a:lnTo>
                <a:lnTo>
                  <a:pt x="235" y="647"/>
                </a:lnTo>
                <a:lnTo>
                  <a:pt x="246" y="663"/>
                </a:lnTo>
                <a:lnTo>
                  <a:pt x="258" y="573"/>
                </a:lnTo>
                <a:lnTo>
                  <a:pt x="270" y="711"/>
                </a:lnTo>
                <a:lnTo>
                  <a:pt x="282" y="711"/>
                </a:lnTo>
                <a:lnTo>
                  <a:pt x="294" y="535"/>
                </a:lnTo>
                <a:lnTo>
                  <a:pt x="305" y="416"/>
                </a:lnTo>
                <a:lnTo>
                  <a:pt x="317" y="670"/>
                </a:lnTo>
                <a:lnTo>
                  <a:pt x="329" y="687"/>
                </a:lnTo>
                <a:lnTo>
                  <a:pt x="340" y="105"/>
                </a:lnTo>
                <a:lnTo>
                  <a:pt x="352" y="700"/>
                </a:lnTo>
                <a:lnTo>
                  <a:pt x="364" y="694"/>
                </a:lnTo>
                <a:lnTo>
                  <a:pt x="376" y="350"/>
                </a:lnTo>
                <a:lnTo>
                  <a:pt x="388" y="415"/>
                </a:lnTo>
                <a:lnTo>
                  <a:pt x="399" y="676"/>
                </a:lnTo>
                <a:lnTo>
                  <a:pt x="411" y="690"/>
                </a:lnTo>
                <a:lnTo>
                  <a:pt x="423" y="620"/>
                </a:lnTo>
                <a:lnTo>
                  <a:pt x="435" y="648"/>
                </a:lnTo>
                <a:lnTo>
                  <a:pt x="446" y="529"/>
                </a:lnTo>
                <a:lnTo>
                  <a:pt x="458" y="645"/>
                </a:lnTo>
                <a:lnTo>
                  <a:pt x="470" y="613"/>
                </a:lnTo>
                <a:lnTo>
                  <a:pt x="481" y="713"/>
                </a:lnTo>
                <a:lnTo>
                  <a:pt x="493" y="380"/>
                </a:lnTo>
                <a:lnTo>
                  <a:pt x="505" y="668"/>
                </a:lnTo>
                <a:lnTo>
                  <a:pt x="517" y="578"/>
                </a:lnTo>
                <a:lnTo>
                  <a:pt x="529" y="695"/>
                </a:lnTo>
                <a:lnTo>
                  <a:pt x="540" y="710"/>
                </a:lnTo>
                <a:lnTo>
                  <a:pt x="552" y="637"/>
                </a:lnTo>
                <a:lnTo>
                  <a:pt x="564" y="660"/>
                </a:lnTo>
                <a:lnTo>
                  <a:pt x="575" y="710"/>
                </a:lnTo>
                <a:lnTo>
                  <a:pt x="587" y="586"/>
                </a:lnTo>
                <a:lnTo>
                  <a:pt x="599" y="648"/>
                </a:lnTo>
                <a:lnTo>
                  <a:pt x="611" y="615"/>
                </a:lnTo>
                <a:lnTo>
                  <a:pt x="622" y="634"/>
                </a:lnTo>
                <a:lnTo>
                  <a:pt x="634" y="454"/>
                </a:lnTo>
                <a:lnTo>
                  <a:pt x="646" y="711"/>
                </a:lnTo>
                <a:lnTo>
                  <a:pt x="658" y="694"/>
                </a:lnTo>
                <a:lnTo>
                  <a:pt x="670" y="591"/>
                </a:lnTo>
                <a:lnTo>
                  <a:pt x="681" y="715"/>
                </a:lnTo>
                <a:lnTo>
                  <a:pt x="693" y="686"/>
                </a:lnTo>
                <a:lnTo>
                  <a:pt x="705" y="662"/>
                </a:lnTo>
                <a:lnTo>
                  <a:pt x="716" y="391"/>
                </a:lnTo>
                <a:lnTo>
                  <a:pt x="728" y="712"/>
                </a:lnTo>
                <a:lnTo>
                  <a:pt x="740" y="626"/>
                </a:lnTo>
                <a:lnTo>
                  <a:pt x="752" y="713"/>
                </a:lnTo>
                <a:lnTo>
                  <a:pt x="763" y="677"/>
                </a:lnTo>
                <a:lnTo>
                  <a:pt x="775" y="690"/>
                </a:lnTo>
                <a:lnTo>
                  <a:pt x="787" y="698"/>
                </a:lnTo>
                <a:lnTo>
                  <a:pt x="799" y="606"/>
                </a:lnTo>
                <a:lnTo>
                  <a:pt x="810" y="326"/>
                </a:lnTo>
                <a:lnTo>
                  <a:pt x="822" y="706"/>
                </a:lnTo>
                <a:lnTo>
                  <a:pt x="834" y="575"/>
                </a:lnTo>
                <a:lnTo>
                  <a:pt x="846" y="589"/>
                </a:lnTo>
                <a:lnTo>
                  <a:pt x="857" y="629"/>
                </a:lnTo>
                <a:lnTo>
                  <a:pt x="869" y="491"/>
                </a:lnTo>
                <a:lnTo>
                  <a:pt x="881" y="457"/>
                </a:lnTo>
                <a:lnTo>
                  <a:pt x="893" y="679"/>
                </a:lnTo>
                <a:lnTo>
                  <a:pt x="904" y="633"/>
                </a:lnTo>
                <a:lnTo>
                  <a:pt x="916" y="667"/>
                </a:lnTo>
                <a:lnTo>
                  <a:pt x="928" y="440"/>
                </a:lnTo>
                <a:lnTo>
                  <a:pt x="940" y="479"/>
                </a:lnTo>
                <a:lnTo>
                  <a:pt x="951" y="648"/>
                </a:lnTo>
                <a:lnTo>
                  <a:pt x="963" y="700"/>
                </a:lnTo>
                <a:lnTo>
                  <a:pt x="975" y="712"/>
                </a:lnTo>
                <a:lnTo>
                  <a:pt x="986" y="566"/>
                </a:lnTo>
                <a:lnTo>
                  <a:pt x="998" y="653"/>
                </a:lnTo>
                <a:lnTo>
                  <a:pt x="1010" y="484"/>
                </a:lnTo>
                <a:lnTo>
                  <a:pt x="1022" y="438"/>
                </a:lnTo>
                <a:lnTo>
                  <a:pt x="1034" y="542"/>
                </a:lnTo>
                <a:lnTo>
                  <a:pt x="1045" y="645"/>
                </a:lnTo>
                <a:lnTo>
                  <a:pt x="1057" y="534"/>
                </a:lnTo>
                <a:lnTo>
                  <a:pt x="1069" y="582"/>
                </a:lnTo>
                <a:lnTo>
                  <a:pt x="1081" y="557"/>
                </a:lnTo>
                <a:lnTo>
                  <a:pt x="1092" y="282"/>
                </a:lnTo>
                <a:lnTo>
                  <a:pt x="1104" y="647"/>
                </a:lnTo>
                <a:lnTo>
                  <a:pt x="1116" y="655"/>
                </a:lnTo>
                <a:lnTo>
                  <a:pt x="1127" y="550"/>
                </a:lnTo>
                <a:lnTo>
                  <a:pt x="1139" y="548"/>
                </a:lnTo>
                <a:lnTo>
                  <a:pt x="1151" y="660"/>
                </a:lnTo>
                <a:lnTo>
                  <a:pt x="1163" y="514"/>
                </a:lnTo>
                <a:lnTo>
                  <a:pt x="1175" y="619"/>
                </a:lnTo>
                <a:lnTo>
                  <a:pt x="1186" y="589"/>
                </a:lnTo>
                <a:lnTo>
                  <a:pt x="1198" y="552"/>
                </a:lnTo>
                <a:lnTo>
                  <a:pt x="1210" y="559"/>
                </a:lnTo>
                <a:lnTo>
                  <a:pt x="1221" y="597"/>
                </a:lnTo>
                <a:lnTo>
                  <a:pt x="1233" y="708"/>
                </a:lnTo>
                <a:lnTo>
                  <a:pt x="1245" y="683"/>
                </a:lnTo>
                <a:lnTo>
                  <a:pt x="1257" y="510"/>
                </a:lnTo>
                <a:lnTo>
                  <a:pt x="1269" y="654"/>
                </a:lnTo>
                <a:lnTo>
                  <a:pt x="1280" y="483"/>
                </a:lnTo>
                <a:lnTo>
                  <a:pt x="1292" y="525"/>
                </a:lnTo>
                <a:lnTo>
                  <a:pt x="1304" y="629"/>
                </a:lnTo>
                <a:lnTo>
                  <a:pt x="1316" y="703"/>
                </a:lnTo>
                <a:lnTo>
                  <a:pt x="1327" y="606"/>
                </a:lnTo>
                <a:lnTo>
                  <a:pt x="1339" y="609"/>
                </a:lnTo>
                <a:lnTo>
                  <a:pt x="1351" y="652"/>
                </a:lnTo>
                <a:lnTo>
                  <a:pt x="1362" y="668"/>
                </a:lnTo>
                <a:lnTo>
                  <a:pt x="1374" y="704"/>
                </a:lnTo>
                <a:lnTo>
                  <a:pt x="1386" y="699"/>
                </a:lnTo>
                <a:lnTo>
                  <a:pt x="1398" y="466"/>
                </a:lnTo>
                <a:lnTo>
                  <a:pt x="1410" y="667"/>
                </a:lnTo>
                <a:lnTo>
                  <a:pt x="1421" y="510"/>
                </a:lnTo>
                <a:lnTo>
                  <a:pt x="1433" y="703"/>
                </a:lnTo>
                <a:lnTo>
                  <a:pt x="1445" y="715"/>
                </a:lnTo>
                <a:lnTo>
                  <a:pt x="1456" y="597"/>
                </a:lnTo>
                <a:lnTo>
                  <a:pt x="1468" y="550"/>
                </a:lnTo>
                <a:lnTo>
                  <a:pt x="1480" y="656"/>
                </a:lnTo>
                <a:lnTo>
                  <a:pt x="1492" y="569"/>
                </a:lnTo>
                <a:lnTo>
                  <a:pt x="1503" y="379"/>
                </a:lnTo>
                <a:lnTo>
                  <a:pt x="1515" y="650"/>
                </a:lnTo>
                <a:lnTo>
                  <a:pt x="1527" y="607"/>
                </a:lnTo>
                <a:lnTo>
                  <a:pt x="1539" y="487"/>
                </a:lnTo>
                <a:lnTo>
                  <a:pt x="1551" y="636"/>
                </a:lnTo>
                <a:lnTo>
                  <a:pt x="1562" y="413"/>
                </a:lnTo>
                <a:lnTo>
                  <a:pt x="1574" y="596"/>
                </a:lnTo>
                <a:lnTo>
                  <a:pt x="1586" y="563"/>
                </a:lnTo>
                <a:lnTo>
                  <a:pt x="1597" y="628"/>
                </a:lnTo>
                <a:lnTo>
                  <a:pt x="1609" y="547"/>
                </a:lnTo>
                <a:lnTo>
                  <a:pt x="1621" y="615"/>
                </a:lnTo>
                <a:lnTo>
                  <a:pt x="1633" y="718"/>
                </a:lnTo>
                <a:lnTo>
                  <a:pt x="1644" y="521"/>
                </a:lnTo>
                <a:lnTo>
                  <a:pt x="1656" y="673"/>
                </a:lnTo>
                <a:lnTo>
                  <a:pt x="1668" y="667"/>
                </a:lnTo>
                <a:lnTo>
                  <a:pt x="1680" y="633"/>
                </a:lnTo>
                <a:lnTo>
                  <a:pt x="1691" y="712"/>
                </a:lnTo>
                <a:lnTo>
                  <a:pt x="1703" y="703"/>
                </a:lnTo>
                <a:lnTo>
                  <a:pt x="1715" y="713"/>
                </a:lnTo>
                <a:lnTo>
                  <a:pt x="1727" y="621"/>
                </a:lnTo>
                <a:lnTo>
                  <a:pt x="1738" y="685"/>
                </a:lnTo>
                <a:lnTo>
                  <a:pt x="1750" y="491"/>
                </a:lnTo>
                <a:lnTo>
                  <a:pt x="1762" y="547"/>
                </a:lnTo>
                <a:lnTo>
                  <a:pt x="1774" y="579"/>
                </a:lnTo>
                <a:lnTo>
                  <a:pt x="1785" y="706"/>
                </a:lnTo>
                <a:lnTo>
                  <a:pt x="1797" y="642"/>
                </a:lnTo>
                <a:lnTo>
                  <a:pt x="1809" y="509"/>
                </a:lnTo>
                <a:lnTo>
                  <a:pt x="1821" y="678"/>
                </a:lnTo>
                <a:lnTo>
                  <a:pt x="1832" y="633"/>
                </a:lnTo>
                <a:lnTo>
                  <a:pt x="1844" y="658"/>
                </a:lnTo>
                <a:lnTo>
                  <a:pt x="1856" y="685"/>
                </a:lnTo>
                <a:lnTo>
                  <a:pt x="1867" y="603"/>
                </a:lnTo>
                <a:lnTo>
                  <a:pt x="1879" y="648"/>
                </a:lnTo>
                <a:lnTo>
                  <a:pt x="1891" y="661"/>
                </a:lnTo>
                <a:lnTo>
                  <a:pt x="1903" y="678"/>
                </a:lnTo>
                <a:lnTo>
                  <a:pt x="1915" y="625"/>
                </a:lnTo>
                <a:lnTo>
                  <a:pt x="1926" y="693"/>
                </a:lnTo>
                <a:lnTo>
                  <a:pt x="1938" y="649"/>
                </a:lnTo>
                <a:lnTo>
                  <a:pt x="1950" y="702"/>
                </a:lnTo>
                <a:lnTo>
                  <a:pt x="1962" y="686"/>
                </a:lnTo>
                <a:lnTo>
                  <a:pt x="1973" y="678"/>
                </a:lnTo>
                <a:lnTo>
                  <a:pt x="1985" y="417"/>
                </a:lnTo>
                <a:lnTo>
                  <a:pt x="1997" y="689"/>
                </a:lnTo>
                <a:lnTo>
                  <a:pt x="2008" y="632"/>
                </a:lnTo>
                <a:lnTo>
                  <a:pt x="2020" y="594"/>
                </a:lnTo>
                <a:lnTo>
                  <a:pt x="2032" y="712"/>
                </a:lnTo>
                <a:lnTo>
                  <a:pt x="2044" y="700"/>
                </a:lnTo>
                <a:lnTo>
                  <a:pt x="2056" y="506"/>
                </a:lnTo>
                <a:lnTo>
                  <a:pt x="2067" y="710"/>
                </a:lnTo>
                <a:lnTo>
                  <a:pt x="2079" y="552"/>
                </a:lnTo>
                <a:lnTo>
                  <a:pt x="2091" y="630"/>
                </a:lnTo>
                <a:lnTo>
                  <a:pt x="2102" y="698"/>
                </a:lnTo>
                <a:lnTo>
                  <a:pt x="2114" y="599"/>
                </a:lnTo>
                <a:lnTo>
                  <a:pt x="2126" y="615"/>
                </a:lnTo>
                <a:lnTo>
                  <a:pt x="2138" y="655"/>
                </a:lnTo>
                <a:lnTo>
                  <a:pt x="2150" y="547"/>
                </a:lnTo>
                <a:lnTo>
                  <a:pt x="2161" y="706"/>
                </a:lnTo>
                <a:lnTo>
                  <a:pt x="2173" y="710"/>
                </a:lnTo>
                <a:lnTo>
                  <a:pt x="2185" y="712"/>
                </a:lnTo>
                <a:lnTo>
                  <a:pt x="2197" y="619"/>
                </a:lnTo>
                <a:lnTo>
                  <a:pt x="2208" y="637"/>
                </a:lnTo>
                <a:lnTo>
                  <a:pt x="2220" y="542"/>
                </a:lnTo>
                <a:lnTo>
                  <a:pt x="2232" y="692"/>
                </a:lnTo>
                <a:lnTo>
                  <a:pt x="2243" y="617"/>
                </a:lnTo>
                <a:lnTo>
                  <a:pt x="2255" y="647"/>
                </a:lnTo>
                <a:lnTo>
                  <a:pt x="2267" y="620"/>
                </a:lnTo>
                <a:lnTo>
                  <a:pt x="2279" y="543"/>
                </a:lnTo>
                <a:lnTo>
                  <a:pt x="2291" y="705"/>
                </a:lnTo>
                <a:lnTo>
                  <a:pt x="2302" y="665"/>
                </a:lnTo>
                <a:lnTo>
                  <a:pt x="2314" y="709"/>
                </a:lnTo>
                <a:lnTo>
                  <a:pt x="2326" y="714"/>
                </a:lnTo>
                <a:lnTo>
                  <a:pt x="2337" y="675"/>
                </a:lnTo>
                <a:lnTo>
                  <a:pt x="2349" y="705"/>
                </a:lnTo>
                <a:lnTo>
                  <a:pt x="2361" y="706"/>
                </a:lnTo>
                <a:lnTo>
                  <a:pt x="2373" y="619"/>
                </a:lnTo>
                <a:lnTo>
                  <a:pt x="2384" y="591"/>
                </a:lnTo>
                <a:lnTo>
                  <a:pt x="2396" y="601"/>
                </a:lnTo>
                <a:lnTo>
                  <a:pt x="2408" y="593"/>
                </a:lnTo>
                <a:lnTo>
                  <a:pt x="2420" y="714"/>
                </a:lnTo>
                <a:lnTo>
                  <a:pt x="2432" y="311"/>
                </a:lnTo>
                <a:lnTo>
                  <a:pt x="2443" y="666"/>
                </a:lnTo>
                <a:lnTo>
                  <a:pt x="2455" y="614"/>
                </a:lnTo>
                <a:lnTo>
                  <a:pt x="2467" y="520"/>
                </a:lnTo>
                <a:lnTo>
                  <a:pt x="2478" y="679"/>
                </a:lnTo>
                <a:lnTo>
                  <a:pt x="2490" y="621"/>
                </a:lnTo>
                <a:lnTo>
                  <a:pt x="2502" y="624"/>
                </a:lnTo>
                <a:lnTo>
                  <a:pt x="2514" y="701"/>
                </a:lnTo>
                <a:lnTo>
                  <a:pt x="2525" y="509"/>
                </a:lnTo>
                <a:lnTo>
                  <a:pt x="2537" y="471"/>
                </a:lnTo>
                <a:lnTo>
                  <a:pt x="2549" y="648"/>
                </a:lnTo>
                <a:lnTo>
                  <a:pt x="2561" y="636"/>
                </a:lnTo>
                <a:lnTo>
                  <a:pt x="2572" y="614"/>
                </a:lnTo>
                <a:lnTo>
                  <a:pt x="2584" y="614"/>
                </a:lnTo>
                <a:lnTo>
                  <a:pt x="2596" y="610"/>
                </a:lnTo>
                <a:lnTo>
                  <a:pt x="2608" y="599"/>
                </a:lnTo>
                <a:lnTo>
                  <a:pt x="2619" y="700"/>
                </a:lnTo>
                <a:lnTo>
                  <a:pt x="2631" y="503"/>
                </a:lnTo>
                <a:lnTo>
                  <a:pt x="2643" y="528"/>
                </a:lnTo>
                <a:lnTo>
                  <a:pt x="2655" y="695"/>
                </a:lnTo>
                <a:lnTo>
                  <a:pt x="2666" y="670"/>
                </a:lnTo>
                <a:lnTo>
                  <a:pt x="2678" y="669"/>
                </a:lnTo>
                <a:lnTo>
                  <a:pt x="2690" y="617"/>
                </a:lnTo>
                <a:lnTo>
                  <a:pt x="2702" y="679"/>
                </a:lnTo>
                <a:lnTo>
                  <a:pt x="2713" y="636"/>
                </a:lnTo>
                <a:lnTo>
                  <a:pt x="2725" y="652"/>
                </a:lnTo>
                <a:lnTo>
                  <a:pt x="2737" y="631"/>
                </a:lnTo>
                <a:lnTo>
                  <a:pt x="2748" y="507"/>
                </a:lnTo>
                <a:lnTo>
                  <a:pt x="2760" y="650"/>
                </a:lnTo>
                <a:lnTo>
                  <a:pt x="2772" y="711"/>
                </a:lnTo>
                <a:lnTo>
                  <a:pt x="2784" y="713"/>
                </a:lnTo>
                <a:lnTo>
                  <a:pt x="2796" y="360"/>
                </a:lnTo>
                <a:lnTo>
                  <a:pt x="2807" y="677"/>
                </a:lnTo>
                <a:lnTo>
                  <a:pt x="2819" y="679"/>
                </a:lnTo>
                <a:lnTo>
                  <a:pt x="2831" y="685"/>
                </a:lnTo>
                <a:lnTo>
                  <a:pt x="2843" y="668"/>
                </a:lnTo>
                <a:lnTo>
                  <a:pt x="2854" y="424"/>
                </a:lnTo>
                <a:lnTo>
                  <a:pt x="2866" y="461"/>
                </a:lnTo>
                <a:lnTo>
                  <a:pt x="2878" y="573"/>
                </a:lnTo>
                <a:lnTo>
                  <a:pt x="2889" y="627"/>
                </a:lnTo>
                <a:lnTo>
                  <a:pt x="2901" y="525"/>
                </a:lnTo>
                <a:lnTo>
                  <a:pt x="2913" y="601"/>
                </a:lnTo>
                <a:lnTo>
                  <a:pt x="2925" y="634"/>
                </a:lnTo>
                <a:lnTo>
                  <a:pt x="2937" y="363"/>
                </a:lnTo>
                <a:lnTo>
                  <a:pt x="2948" y="700"/>
                </a:lnTo>
                <a:lnTo>
                  <a:pt x="2960" y="658"/>
                </a:lnTo>
                <a:lnTo>
                  <a:pt x="2972" y="661"/>
                </a:lnTo>
                <a:lnTo>
                  <a:pt x="2983" y="717"/>
                </a:lnTo>
                <a:lnTo>
                  <a:pt x="2995" y="713"/>
                </a:lnTo>
                <a:lnTo>
                  <a:pt x="3007" y="657"/>
                </a:lnTo>
                <a:lnTo>
                  <a:pt x="3019" y="593"/>
                </a:lnTo>
                <a:lnTo>
                  <a:pt x="3031" y="587"/>
                </a:lnTo>
                <a:lnTo>
                  <a:pt x="3042" y="703"/>
                </a:lnTo>
                <a:lnTo>
                  <a:pt x="3054" y="547"/>
                </a:lnTo>
                <a:lnTo>
                  <a:pt x="3066" y="663"/>
                </a:lnTo>
                <a:lnTo>
                  <a:pt x="3078" y="705"/>
                </a:lnTo>
                <a:lnTo>
                  <a:pt x="3089" y="614"/>
                </a:lnTo>
                <a:lnTo>
                  <a:pt x="3101" y="312"/>
                </a:lnTo>
                <a:lnTo>
                  <a:pt x="3113" y="555"/>
                </a:lnTo>
                <a:lnTo>
                  <a:pt x="3124" y="695"/>
                </a:lnTo>
                <a:lnTo>
                  <a:pt x="3136" y="712"/>
                </a:lnTo>
                <a:lnTo>
                  <a:pt x="3148" y="440"/>
                </a:lnTo>
                <a:lnTo>
                  <a:pt x="3160" y="440"/>
                </a:lnTo>
                <a:lnTo>
                  <a:pt x="3172" y="655"/>
                </a:lnTo>
                <a:lnTo>
                  <a:pt x="3183" y="590"/>
                </a:lnTo>
                <a:lnTo>
                  <a:pt x="3195" y="639"/>
                </a:lnTo>
                <a:lnTo>
                  <a:pt x="3207" y="612"/>
                </a:lnTo>
                <a:lnTo>
                  <a:pt x="3218" y="621"/>
                </a:lnTo>
                <a:lnTo>
                  <a:pt x="3230" y="605"/>
                </a:lnTo>
                <a:lnTo>
                  <a:pt x="3242" y="445"/>
                </a:lnTo>
                <a:lnTo>
                  <a:pt x="3254" y="642"/>
                </a:lnTo>
                <a:lnTo>
                  <a:pt x="3265" y="649"/>
                </a:lnTo>
                <a:lnTo>
                  <a:pt x="3277" y="544"/>
                </a:lnTo>
                <a:lnTo>
                  <a:pt x="3289" y="542"/>
                </a:lnTo>
                <a:lnTo>
                  <a:pt x="3301" y="455"/>
                </a:lnTo>
                <a:lnTo>
                  <a:pt x="3313" y="676"/>
                </a:lnTo>
                <a:lnTo>
                  <a:pt x="3324" y="645"/>
                </a:lnTo>
                <a:lnTo>
                  <a:pt x="3336" y="582"/>
                </a:lnTo>
                <a:lnTo>
                  <a:pt x="3348" y="709"/>
                </a:lnTo>
                <a:lnTo>
                  <a:pt x="3359" y="629"/>
                </a:lnTo>
                <a:lnTo>
                  <a:pt x="3371" y="715"/>
                </a:lnTo>
                <a:lnTo>
                  <a:pt x="3383" y="669"/>
                </a:lnTo>
                <a:lnTo>
                  <a:pt x="3395" y="679"/>
                </a:lnTo>
                <a:lnTo>
                  <a:pt x="3406" y="654"/>
                </a:lnTo>
                <a:lnTo>
                  <a:pt x="3418" y="693"/>
                </a:lnTo>
                <a:lnTo>
                  <a:pt x="3430" y="697"/>
                </a:lnTo>
                <a:lnTo>
                  <a:pt x="3442" y="464"/>
                </a:lnTo>
                <a:lnTo>
                  <a:pt x="3453" y="0"/>
                </a:lnTo>
                <a:lnTo>
                  <a:pt x="3465" y="363"/>
                </a:lnTo>
                <a:lnTo>
                  <a:pt x="3477" y="677"/>
                </a:lnTo>
                <a:lnTo>
                  <a:pt x="3489" y="691"/>
                </a:lnTo>
                <a:lnTo>
                  <a:pt x="3500" y="660"/>
                </a:lnTo>
                <a:lnTo>
                  <a:pt x="3512" y="650"/>
                </a:lnTo>
              </a:path>
            </a:pathLst>
          </a:custGeom>
          <a:noFill/>
          <a:ln w="12700" cap="flat">
            <a:solidFill>
              <a:srgbClr val="E24ED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461" name="Freeform 85">
            <a:extLst>
              <a:ext uri="{FF2B5EF4-FFF2-40B4-BE49-F238E27FC236}">
                <a16:creationId xmlns:a16="http://schemas.microsoft.com/office/drawing/2014/main" id="{B565E623-82FE-49D4-939B-39A1F31B456E}"/>
              </a:ext>
            </a:extLst>
          </p:cNvPr>
          <p:cNvSpPr>
            <a:spLocks/>
          </p:cNvSpPr>
          <p:nvPr/>
        </p:nvSpPr>
        <p:spPr bwMode="auto">
          <a:xfrm>
            <a:off x="3779683" y="1678663"/>
            <a:ext cx="3323273" cy="618358"/>
          </a:xfrm>
          <a:custGeom>
            <a:avLst/>
            <a:gdLst>
              <a:gd name="T0" fmla="*/ 47 w 3512"/>
              <a:gd name="T1" fmla="*/ 532 h 718"/>
              <a:gd name="T2" fmla="*/ 105 w 3512"/>
              <a:gd name="T3" fmla="*/ 642 h 718"/>
              <a:gd name="T4" fmla="*/ 164 w 3512"/>
              <a:gd name="T5" fmla="*/ 558 h 718"/>
              <a:gd name="T6" fmla="*/ 223 w 3512"/>
              <a:gd name="T7" fmla="*/ 603 h 718"/>
              <a:gd name="T8" fmla="*/ 282 w 3512"/>
              <a:gd name="T9" fmla="*/ 712 h 718"/>
              <a:gd name="T10" fmla="*/ 340 w 3512"/>
              <a:gd name="T11" fmla="*/ 106 h 718"/>
              <a:gd name="T12" fmla="*/ 399 w 3512"/>
              <a:gd name="T13" fmla="*/ 676 h 718"/>
              <a:gd name="T14" fmla="*/ 458 w 3512"/>
              <a:gd name="T15" fmla="*/ 645 h 718"/>
              <a:gd name="T16" fmla="*/ 517 w 3512"/>
              <a:gd name="T17" fmla="*/ 578 h 718"/>
              <a:gd name="T18" fmla="*/ 575 w 3512"/>
              <a:gd name="T19" fmla="*/ 710 h 718"/>
              <a:gd name="T20" fmla="*/ 634 w 3512"/>
              <a:gd name="T21" fmla="*/ 454 h 718"/>
              <a:gd name="T22" fmla="*/ 693 w 3512"/>
              <a:gd name="T23" fmla="*/ 687 h 718"/>
              <a:gd name="T24" fmla="*/ 752 w 3512"/>
              <a:gd name="T25" fmla="*/ 713 h 718"/>
              <a:gd name="T26" fmla="*/ 810 w 3512"/>
              <a:gd name="T27" fmla="*/ 326 h 718"/>
              <a:gd name="T28" fmla="*/ 869 w 3512"/>
              <a:gd name="T29" fmla="*/ 491 h 718"/>
              <a:gd name="T30" fmla="*/ 928 w 3512"/>
              <a:gd name="T31" fmla="*/ 440 h 718"/>
              <a:gd name="T32" fmla="*/ 986 w 3512"/>
              <a:gd name="T33" fmla="*/ 566 h 718"/>
              <a:gd name="T34" fmla="*/ 1045 w 3512"/>
              <a:gd name="T35" fmla="*/ 645 h 718"/>
              <a:gd name="T36" fmla="*/ 1104 w 3512"/>
              <a:gd name="T37" fmla="*/ 647 h 718"/>
              <a:gd name="T38" fmla="*/ 1163 w 3512"/>
              <a:gd name="T39" fmla="*/ 514 h 718"/>
              <a:gd name="T40" fmla="*/ 1221 w 3512"/>
              <a:gd name="T41" fmla="*/ 598 h 718"/>
              <a:gd name="T42" fmla="*/ 1280 w 3512"/>
              <a:gd name="T43" fmla="*/ 484 h 718"/>
              <a:gd name="T44" fmla="*/ 1339 w 3512"/>
              <a:gd name="T45" fmla="*/ 609 h 718"/>
              <a:gd name="T46" fmla="*/ 1398 w 3512"/>
              <a:gd name="T47" fmla="*/ 467 h 718"/>
              <a:gd name="T48" fmla="*/ 1456 w 3512"/>
              <a:gd name="T49" fmla="*/ 598 h 718"/>
              <a:gd name="T50" fmla="*/ 1515 w 3512"/>
              <a:gd name="T51" fmla="*/ 651 h 718"/>
              <a:gd name="T52" fmla="*/ 1574 w 3512"/>
              <a:gd name="T53" fmla="*/ 597 h 718"/>
              <a:gd name="T54" fmla="*/ 1633 w 3512"/>
              <a:gd name="T55" fmla="*/ 718 h 718"/>
              <a:gd name="T56" fmla="*/ 1691 w 3512"/>
              <a:gd name="T57" fmla="*/ 713 h 718"/>
              <a:gd name="T58" fmla="*/ 1750 w 3512"/>
              <a:gd name="T59" fmla="*/ 492 h 718"/>
              <a:gd name="T60" fmla="*/ 1809 w 3512"/>
              <a:gd name="T61" fmla="*/ 509 h 718"/>
              <a:gd name="T62" fmla="*/ 1867 w 3512"/>
              <a:gd name="T63" fmla="*/ 603 h 718"/>
              <a:gd name="T64" fmla="*/ 1926 w 3512"/>
              <a:gd name="T65" fmla="*/ 694 h 718"/>
              <a:gd name="T66" fmla="*/ 1985 w 3512"/>
              <a:gd name="T67" fmla="*/ 418 h 718"/>
              <a:gd name="T68" fmla="*/ 2044 w 3512"/>
              <a:gd name="T69" fmla="*/ 700 h 718"/>
              <a:gd name="T70" fmla="*/ 2102 w 3512"/>
              <a:gd name="T71" fmla="*/ 699 h 718"/>
              <a:gd name="T72" fmla="*/ 2161 w 3512"/>
              <a:gd name="T73" fmla="*/ 707 h 718"/>
              <a:gd name="T74" fmla="*/ 2220 w 3512"/>
              <a:gd name="T75" fmla="*/ 542 h 718"/>
              <a:gd name="T76" fmla="*/ 2279 w 3512"/>
              <a:gd name="T77" fmla="*/ 544 h 718"/>
              <a:gd name="T78" fmla="*/ 2337 w 3512"/>
              <a:gd name="T79" fmla="*/ 675 h 718"/>
              <a:gd name="T80" fmla="*/ 2396 w 3512"/>
              <a:gd name="T81" fmla="*/ 602 h 718"/>
              <a:gd name="T82" fmla="*/ 2455 w 3512"/>
              <a:gd name="T83" fmla="*/ 614 h 718"/>
              <a:gd name="T84" fmla="*/ 2514 w 3512"/>
              <a:gd name="T85" fmla="*/ 702 h 718"/>
              <a:gd name="T86" fmla="*/ 2572 w 3512"/>
              <a:gd name="T87" fmla="*/ 615 h 718"/>
              <a:gd name="T88" fmla="*/ 2631 w 3512"/>
              <a:gd name="T89" fmla="*/ 504 h 718"/>
              <a:gd name="T90" fmla="*/ 2690 w 3512"/>
              <a:gd name="T91" fmla="*/ 618 h 718"/>
              <a:gd name="T92" fmla="*/ 2748 w 3512"/>
              <a:gd name="T93" fmla="*/ 507 h 718"/>
              <a:gd name="T94" fmla="*/ 2807 w 3512"/>
              <a:gd name="T95" fmla="*/ 677 h 718"/>
              <a:gd name="T96" fmla="*/ 2866 w 3512"/>
              <a:gd name="T97" fmla="*/ 461 h 718"/>
              <a:gd name="T98" fmla="*/ 2925 w 3512"/>
              <a:gd name="T99" fmla="*/ 634 h 718"/>
              <a:gd name="T100" fmla="*/ 2983 w 3512"/>
              <a:gd name="T101" fmla="*/ 717 h 718"/>
              <a:gd name="T102" fmla="*/ 3042 w 3512"/>
              <a:gd name="T103" fmla="*/ 703 h 718"/>
              <a:gd name="T104" fmla="*/ 3101 w 3512"/>
              <a:gd name="T105" fmla="*/ 313 h 718"/>
              <a:gd name="T106" fmla="*/ 3160 w 3512"/>
              <a:gd name="T107" fmla="*/ 441 h 718"/>
              <a:gd name="T108" fmla="*/ 3218 w 3512"/>
              <a:gd name="T109" fmla="*/ 621 h 718"/>
              <a:gd name="T110" fmla="*/ 3277 w 3512"/>
              <a:gd name="T111" fmla="*/ 545 h 718"/>
              <a:gd name="T112" fmla="*/ 3336 w 3512"/>
              <a:gd name="T113" fmla="*/ 583 h 718"/>
              <a:gd name="T114" fmla="*/ 3395 w 3512"/>
              <a:gd name="T115" fmla="*/ 679 h 718"/>
              <a:gd name="T116" fmla="*/ 3453 w 3512"/>
              <a:gd name="T117" fmla="*/ 0 h 718"/>
              <a:gd name="T118" fmla="*/ 3512 w 3512"/>
              <a:gd name="T119" fmla="*/ 65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12" h="718">
                <a:moveTo>
                  <a:pt x="0" y="661"/>
                </a:moveTo>
                <a:lnTo>
                  <a:pt x="12" y="488"/>
                </a:lnTo>
                <a:lnTo>
                  <a:pt x="23" y="667"/>
                </a:lnTo>
                <a:lnTo>
                  <a:pt x="35" y="451"/>
                </a:lnTo>
                <a:lnTo>
                  <a:pt x="47" y="532"/>
                </a:lnTo>
                <a:lnTo>
                  <a:pt x="59" y="596"/>
                </a:lnTo>
                <a:lnTo>
                  <a:pt x="70" y="361"/>
                </a:lnTo>
                <a:lnTo>
                  <a:pt x="82" y="691"/>
                </a:lnTo>
                <a:lnTo>
                  <a:pt x="94" y="686"/>
                </a:lnTo>
                <a:lnTo>
                  <a:pt x="105" y="642"/>
                </a:lnTo>
                <a:lnTo>
                  <a:pt x="117" y="680"/>
                </a:lnTo>
                <a:lnTo>
                  <a:pt x="129" y="589"/>
                </a:lnTo>
                <a:lnTo>
                  <a:pt x="141" y="488"/>
                </a:lnTo>
                <a:lnTo>
                  <a:pt x="153" y="637"/>
                </a:lnTo>
                <a:lnTo>
                  <a:pt x="164" y="558"/>
                </a:lnTo>
                <a:lnTo>
                  <a:pt x="176" y="587"/>
                </a:lnTo>
                <a:lnTo>
                  <a:pt x="188" y="597"/>
                </a:lnTo>
                <a:lnTo>
                  <a:pt x="200" y="591"/>
                </a:lnTo>
                <a:lnTo>
                  <a:pt x="211" y="548"/>
                </a:lnTo>
                <a:lnTo>
                  <a:pt x="223" y="603"/>
                </a:lnTo>
                <a:lnTo>
                  <a:pt x="235" y="648"/>
                </a:lnTo>
                <a:lnTo>
                  <a:pt x="246" y="664"/>
                </a:lnTo>
                <a:lnTo>
                  <a:pt x="258" y="573"/>
                </a:lnTo>
                <a:lnTo>
                  <a:pt x="270" y="711"/>
                </a:lnTo>
                <a:lnTo>
                  <a:pt x="282" y="712"/>
                </a:lnTo>
                <a:lnTo>
                  <a:pt x="294" y="535"/>
                </a:lnTo>
                <a:lnTo>
                  <a:pt x="305" y="417"/>
                </a:lnTo>
                <a:lnTo>
                  <a:pt x="317" y="671"/>
                </a:lnTo>
                <a:lnTo>
                  <a:pt x="329" y="687"/>
                </a:lnTo>
                <a:lnTo>
                  <a:pt x="340" y="106"/>
                </a:lnTo>
                <a:lnTo>
                  <a:pt x="352" y="700"/>
                </a:lnTo>
                <a:lnTo>
                  <a:pt x="364" y="694"/>
                </a:lnTo>
                <a:lnTo>
                  <a:pt x="376" y="350"/>
                </a:lnTo>
                <a:lnTo>
                  <a:pt x="388" y="416"/>
                </a:lnTo>
                <a:lnTo>
                  <a:pt x="399" y="676"/>
                </a:lnTo>
                <a:lnTo>
                  <a:pt x="411" y="690"/>
                </a:lnTo>
                <a:lnTo>
                  <a:pt x="423" y="621"/>
                </a:lnTo>
                <a:lnTo>
                  <a:pt x="435" y="648"/>
                </a:lnTo>
                <a:lnTo>
                  <a:pt x="446" y="529"/>
                </a:lnTo>
                <a:lnTo>
                  <a:pt x="458" y="645"/>
                </a:lnTo>
                <a:lnTo>
                  <a:pt x="470" y="613"/>
                </a:lnTo>
                <a:lnTo>
                  <a:pt x="481" y="713"/>
                </a:lnTo>
                <a:lnTo>
                  <a:pt x="493" y="381"/>
                </a:lnTo>
                <a:lnTo>
                  <a:pt x="505" y="668"/>
                </a:lnTo>
                <a:lnTo>
                  <a:pt x="517" y="578"/>
                </a:lnTo>
                <a:lnTo>
                  <a:pt x="529" y="696"/>
                </a:lnTo>
                <a:lnTo>
                  <a:pt x="540" y="711"/>
                </a:lnTo>
                <a:lnTo>
                  <a:pt x="552" y="637"/>
                </a:lnTo>
                <a:lnTo>
                  <a:pt x="564" y="661"/>
                </a:lnTo>
                <a:lnTo>
                  <a:pt x="575" y="710"/>
                </a:lnTo>
                <a:lnTo>
                  <a:pt x="587" y="587"/>
                </a:lnTo>
                <a:lnTo>
                  <a:pt x="599" y="648"/>
                </a:lnTo>
                <a:lnTo>
                  <a:pt x="611" y="615"/>
                </a:lnTo>
                <a:lnTo>
                  <a:pt x="622" y="634"/>
                </a:lnTo>
                <a:lnTo>
                  <a:pt x="634" y="454"/>
                </a:lnTo>
                <a:lnTo>
                  <a:pt x="646" y="712"/>
                </a:lnTo>
                <a:lnTo>
                  <a:pt x="658" y="694"/>
                </a:lnTo>
                <a:lnTo>
                  <a:pt x="670" y="591"/>
                </a:lnTo>
                <a:lnTo>
                  <a:pt x="681" y="716"/>
                </a:lnTo>
                <a:lnTo>
                  <a:pt x="693" y="687"/>
                </a:lnTo>
                <a:lnTo>
                  <a:pt x="705" y="662"/>
                </a:lnTo>
                <a:lnTo>
                  <a:pt x="716" y="391"/>
                </a:lnTo>
                <a:lnTo>
                  <a:pt x="728" y="712"/>
                </a:lnTo>
                <a:lnTo>
                  <a:pt x="740" y="626"/>
                </a:lnTo>
                <a:lnTo>
                  <a:pt x="752" y="713"/>
                </a:lnTo>
                <a:lnTo>
                  <a:pt x="763" y="677"/>
                </a:lnTo>
                <a:lnTo>
                  <a:pt x="775" y="691"/>
                </a:lnTo>
                <a:lnTo>
                  <a:pt x="787" y="698"/>
                </a:lnTo>
                <a:lnTo>
                  <a:pt x="799" y="607"/>
                </a:lnTo>
                <a:lnTo>
                  <a:pt x="810" y="326"/>
                </a:lnTo>
                <a:lnTo>
                  <a:pt x="822" y="706"/>
                </a:lnTo>
                <a:lnTo>
                  <a:pt x="834" y="576"/>
                </a:lnTo>
                <a:lnTo>
                  <a:pt x="846" y="590"/>
                </a:lnTo>
                <a:lnTo>
                  <a:pt x="857" y="629"/>
                </a:lnTo>
                <a:lnTo>
                  <a:pt x="869" y="491"/>
                </a:lnTo>
                <a:lnTo>
                  <a:pt x="881" y="458"/>
                </a:lnTo>
                <a:lnTo>
                  <a:pt x="893" y="680"/>
                </a:lnTo>
                <a:lnTo>
                  <a:pt x="904" y="634"/>
                </a:lnTo>
                <a:lnTo>
                  <a:pt x="916" y="668"/>
                </a:lnTo>
                <a:lnTo>
                  <a:pt x="928" y="440"/>
                </a:lnTo>
                <a:lnTo>
                  <a:pt x="940" y="480"/>
                </a:lnTo>
                <a:lnTo>
                  <a:pt x="951" y="648"/>
                </a:lnTo>
                <a:lnTo>
                  <a:pt x="963" y="700"/>
                </a:lnTo>
                <a:lnTo>
                  <a:pt x="975" y="713"/>
                </a:lnTo>
                <a:lnTo>
                  <a:pt x="986" y="566"/>
                </a:lnTo>
                <a:lnTo>
                  <a:pt x="998" y="654"/>
                </a:lnTo>
                <a:lnTo>
                  <a:pt x="1010" y="485"/>
                </a:lnTo>
                <a:lnTo>
                  <a:pt x="1022" y="439"/>
                </a:lnTo>
                <a:lnTo>
                  <a:pt x="1034" y="542"/>
                </a:lnTo>
                <a:lnTo>
                  <a:pt x="1045" y="645"/>
                </a:lnTo>
                <a:lnTo>
                  <a:pt x="1057" y="535"/>
                </a:lnTo>
                <a:lnTo>
                  <a:pt x="1069" y="582"/>
                </a:lnTo>
                <a:lnTo>
                  <a:pt x="1081" y="557"/>
                </a:lnTo>
                <a:lnTo>
                  <a:pt x="1092" y="283"/>
                </a:lnTo>
                <a:lnTo>
                  <a:pt x="1104" y="647"/>
                </a:lnTo>
                <a:lnTo>
                  <a:pt x="1116" y="656"/>
                </a:lnTo>
                <a:lnTo>
                  <a:pt x="1127" y="551"/>
                </a:lnTo>
                <a:lnTo>
                  <a:pt x="1139" y="548"/>
                </a:lnTo>
                <a:lnTo>
                  <a:pt x="1151" y="660"/>
                </a:lnTo>
                <a:lnTo>
                  <a:pt x="1163" y="514"/>
                </a:lnTo>
                <a:lnTo>
                  <a:pt x="1175" y="619"/>
                </a:lnTo>
                <a:lnTo>
                  <a:pt x="1186" y="589"/>
                </a:lnTo>
                <a:lnTo>
                  <a:pt x="1198" y="553"/>
                </a:lnTo>
                <a:lnTo>
                  <a:pt x="1210" y="560"/>
                </a:lnTo>
                <a:lnTo>
                  <a:pt x="1221" y="598"/>
                </a:lnTo>
                <a:lnTo>
                  <a:pt x="1233" y="709"/>
                </a:lnTo>
                <a:lnTo>
                  <a:pt x="1245" y="683"/>
                </a:lnTo>
                <a:lnTo>
                  <a:pt x="1257" y="511"/>
                </a:lnTo>
                <a:lnTo>
                  <a:pt x="1269" y="655"/>
                </a:lnTo>
                <a:lnTo>
                  <a:pt x="1280" y="484"/>
                </a:lnTo>
                <a:lnTo>
                  <a:pt x="1292" y="525"/>
                </a:lnTo>
                <a:lnTo>
                  <a:pt x="1304" y="629"/>
                </a:lnTo>
                <a:lnTo>
                  <a:pt x="1316" y="704"/>
                </a:lnTo>
                <a:lnTo>
                  <a:pt x="1327" y="607"/>
                </a:lnTo>
                <a:lnTo>
                  <a:pt x="1339" y="609"/>
                </a:lnTo>
                <a:lnTo>
                  <a:pt x="1351" y="652"/>
                </a:lnTo>
                <a:lnTo>
                  <a:pt x="1362" y="668"/>
                </a:lnTo>
                <a:lnTo>
                  <a:pt x="1374" y="704"/>
                </a:lnTo>
                <a:lnTo>
                  <a:pt x="1386" y="700"/>
                </a:lnTo>
                <a:lnTo>
                  <a:pt x="1398" y="467"/>
                </a:lnTo>
                <a:lnTo>
                  <a:pt x="1410" y="668"/>
                </a:lnTo>
                <a:lnTo>
                  <a:pt x="1421" y="510"/>
                </a:lnTo>
                <a:lnTo>
                  <a:pt x="1433" y="704"/>
                </a:lnTo>
                <a:lnTo>
                  <a:pt x="1445" y="716"/>
                </a:lnTo>
                <a:lnTo>
                  <a:pt x="1456" y="598"/>
                </a:lnTo>
                <a:lnTo>
                  <a:pt x="1468" y="551"/>
                </a:lnTo>
                <a:lnTo>
                  <a:pt x="1480" y="657"/>
                </a:lnTo>
                <a:lnTo>
                  <a:pt x="1492" y="570"/>
                </a:lnTo>
                <a:lnTo>
                  <a:pt x="1503" y="379"/>
                </a:lnTo>
                <a:lnTo>
                  <a:pt x="1515" y="651"/>
                </a:lnTo>
                <a:lnTo>
                  <a:pt x="1527" y="608"/>
                </a:lnTo>
                <a:lnTo>
                  <a:pt x="1539" y="488"/>
                </a:lnTo>
                <a:lnTo>
                  <a:pt x="1551" y="637"/>
                </a:lnTo>
                <a:lnTo>
                  <a:pt x="1562" y="414"/>
                </a:lnTo>
                <a:lnTo>
                  <a:pt x="1574" y="597"/>
                </a:lnTo>
                <a:lnTo>
                  <a:pt x="1586" y="563"/>
                </a:lnTo>
                <a:lnTo>
                  <a:pt x="1597" y="629"/>
                </a:lnTo>
                <a:lnTo>
                  <a:pt x="1609" y="547"/>
                </a:lnTo>
                <a:lnTo>
                  <a:pt x="1621" y="615"/>
                </a:lnTo>
                <a:lnTo>
                  <a:pt x="1633" y="718"/>
                </a:lnTo>
                <a:lnTo>
                  <a:pt x="1644" y="521"/>
                </a:lnTo>
                <a:lnTo>
                  <a:pt x="1656" y="673"/>
                </a:lnTo>
                <a:lnTo>
                  <a:pt x="1668" y="667"/>
                </a:lnTo>
                <a:lnTo>
                  <a:pt x="1680" y="633"/>
                </a:lnTo>
                <a:lnTo>
                  <a:pt x="1691" y="713"/>
                </a:lnTo>
                <a:lnTo>
                  <a:pt x="1703" y="704"/>
                </a:lnTo>
                <a:lnTo>
                  <a:pt x="1715" y="714"/>
                </a:lnTo>
                <a:lnTo>
                  <a:pt x="1727" y="622"/>
                </a:lnTo>
                <a:lnTo>
                  <a:pt x="1738" y="686"/>
                </a:lnTo>
                <a:lnTo>
                  <a:pt x="1750" y="492"/>
                </a:lnTo>
                <a:lnTo>
                  <a:pt x="1762" y="548"/>
                </a:lnTo>
                <a:lnTo>
                  <a:pt x="1774" y="579"/>
                </a:lnTo>
                <a:lnTo>
                  <a:pt x="1785" y="706"/>
                </a:lnTo>
                <a:lnTo>
                  <a:pt x="1797" y="643"/>
                </a:lnTo>
                <a:lnTo>
                  <a:pt x="1809" y="509"/>
                </a:lnTo>
                <a:lnTo>
                  <a:pt x="1821" y="679"/>
                </a:lnTo>
                <a:lnTo>
                  <a:pt x="1832" y="634"/>
                </a:lnTo>
                <a:lnTo>
                  <a:pt x="1844" y="658"/>
                </a:lnTo>
                <a:lnTo>
                  <a:pt x="1856" y="685"/>
                </a:lnTo>
                <a:lnTo>
                  <a:pt x="1867" y="603"/>
                </a:lnTo>
                <a:lnTo>
                  <a:pt x="1879" y="648"/>
                </a:lnTo>
                <a:lnTo>
                  <a:pt x="1891" y="662"/>
                </a:lnTo>
                <a:lnTo>
                  <a:pt x="1903" y="678"/>
                </a:lnTo>
                <a:lnTo>
                  <a:pt x="1915" y="625"/>
                </a:lnTo>
                <a:lnTo>
                  <a:pt x="1926" y="694"/>
                </a:lnTo>
                <a:lnTo>
                  <a:pt x="1938" y="650"/>
                </a:lnTo>
                <a:lnTo>
                  <a:pt x="1950" y="703"/>
                </a:lnTo>
                <a:lnTo>
                  <a:pt x="1962" y="686"/>
                </a:lnTo>
                <a:lnTo>
                  <a:pt x="1973" y="679"/>
                </a:lnTo>
                <a:lnTo>
                  <a:pt x="1985" y="418"/>
                </a:lnTo>
                <a:lnTo>
                  <a:pt x="1997" y="690"/>
                </a:lnTo>
                <a:lnTo>
                  <a:pt x="2008" y="632"/>
                </a:lnTo>
                <a:lnTo>
                  <a:pt x="2020" y="594"/>
                </a:lnTo>
                <a:lnTo>
                  <a:pt x="2032" y="713"/>
                </a:lnTo>
                <a:lnTo>
                  <a:pt x="2044" y="700"/>
                </a:lnTo>
                <a:lnTo>
                  <a:pt x="2056" y="507"/>
                </a:lnTo>
                <a:lnTo>
                  <a:pt x="2067" y="710"/>
                </a:lnTo>
                <a:lnTo>
                  <a:pt x="2079" y="553"/>
                </a:lnTo>
                <a:lnTo>
                  <a:pt x="2091" y="630"/>
                </a:lnTo>
                <a:lnTo>
                  <a:pt x="2102" y="699"/>
                </a:lnTo>
                <a:lnTo>
                  <a:pt x="2114" y="599"/>
                </a:lnTo>
                <a:lnTo>
                  <a:pt x="2126" y="616"/>
                </a:lnTo>
                <a:lnTo>
                  <a:pt x="2138" y="656"/>
                </a:lnTo>
                <a:lnTo>
                  <a:pt x="2150" y="548"/>
                </a:lnTo>
                <a:lnTo>
                  <a:pt x="2161" y="707"/>
                </a:lnTo>
                <a:lnTo>
                  <a:pt x="2173" y="711"/>
                </a:lnTo>
                <a:lnTo>
                  <a:pt x="2185" y="712"/>
                </a:lnTo>
                <a:lnTo>
                  <a:pt x="2197" y="619"/>
                </a:lnTo>
                <a:lnTo>
                  <a:pt x="2208" y="637"/>
                </a:lnTo>
                <a:lnTo>
                  <a:pt x="2220" y="542"/>
                </a:lnTo>
                <a:lnTo>
                  <a:pt x="2232" y="692"/>
                </a:lnTo>
                <a:lnTo>
                  <a:pt x="2243" y="617"/>
                </a:lnTo>
                <a:lnTo>
                  <a:pt x="2255" y="648"/>
                </a:lnTo>
                <a:lnTo>
                  <a:pt x="2267" y="620"/>
                </a:lnTo>
                <a:lnTo>
                  <a:pt x="2279" y="544"/>
                </a:lnTo>
                <a:lnTo>
                  <a:pt x="2291" y="706"/>
                </a:lnTo>
                <a:lnTo>
                  <a:pt x="2302" y="665"/>
                </a:lnTo>
                <a:lnTo>
                  <a:pt x="2314" y="710"/>
                </a:lnTo>
                <a:lnTo>
                  <a:pt x="2326" y="714"/>
                </a:lnTo>
                <a:lnTo>
                  <a:pt x="2337" y="675"/>
                </a:lnTo>
                <a:lnTo>
                  <a:pt x="2349" y="706"/>
                </a:lnTo>
                <a:lnTo>
                  <a:pt x="2361" y="706"/>
                </a:lnTo>
                <a:lnTo>
                  <a:pt x="2373" y="620"/>
                </a:lnTo>
                <a:lnTo>
                  <a:pt x="2384" y="591"/>
                </a:lnTo>
                <a:lnTo>
                  <a:pt x="2396" y="602"/>
                </a:lnTo>
                <a:lnTo>
                  <a:pt x="2408" y="593"/>
                </a:lnTo>
                <a:lnTo>
                  <a:pt x="2420" y="714"/>
                </a:lnTo>
                <a:lnTo>
                  <a:pt x="2432" y="311"/>
                </a:lnTo>
                <a:lnTo>
                  <a:pt x="2443" y="666"/>
                </a:lnTo>
                <a:lnTo>
                  <a:pt x="2455" y="614"/>
                </a:lnTo>
                <a:lnTo>
                  <a:pt x="2467" y="521"/>
                </a:lnTo>
                <a:lnTo>
                  <a:pt x="2478" y="679"/>
                </a:lnTo>
                <a:lnTo>
                  <a:pt x="2490" y="622"/>
                </a:lnTo>
                <a:lnTo>
                  <a:pt x="2502" y="625"/>
                </a:lnTo>
                <a:lnTo>
                  <a:pt x="2514" y="702"/>
                </a:lnTo>
                <a:lnTo>
                  <a:pt x="2525" y="509"/>
                </a:lnTo>
                <a:lnTo>
                  <a:pt x="2537" y="471"/>
                </a:lnTo>
                <a:lnTo>
                  <a:pt x="2549" y="648"/>
                </a:lnTo>
                <a:lnTo>
                  <a:pt x="2561" y="637"/>
                </a:lnTo>
                <a:lnTo>
                  <a:pt x="2572" y="615"/>
                </a:lnTo>
                <a:lnTo>
                  <a:pt x="2584" y="615"/>
                </a:lnTo>
                <a:lnTo>
                  <a:pt x="2596" y="611"/>
                </a:lnTo>
                <a:lnTo>
                  <a:pt x="2608" y="599"/>
                </a:lnTo>
                <a:lnTo>
                  <a:pt x="2619" y="700"/>
                </a:lnTo>
                <a:lnTo>
                  <a:pt x="2631" y="504"/>
                </a:lnTo>
                <a:lnTo>
                  <a:pt x="2643" y="528"/>
                </a:lnTo>
                <a:lnTo>
                  <a:pt x="2655" y="695"/>
                </a:lnTo>
                <a:lnTo>
                  <a:pt x="2666" y="670"/>
                </a:lnTo>
                <a:lnTo>
                  <a:pt x="2678" y="670"/>
                </a:lnTo>
                <a:lnTo>
                  <a:pt x="2690" y="618"/>
                </a:lnTo>
                <a:lnTo>
                  <a:pt x="2702" y="680"/>
                </a:lnTo>
                <a:lnTo>
                  <a:pt x="2713" y="636"/>
                </a:lnTo>
                <a:lnTo>
                  <a:pt x="2725" y="653"/>
                </a:lnTo>
                <a:lnTo>
                  <a:pt x="2737" y="631"/>
                </a:lnTo>
                <a:lnTo>
                  <a:pt x="2748" y="507"/>
                </a:lnTo>
                <a:lnTo>
                  <a:pt x="2760" y="650"/>
                </a:lnTo>
                <a:lnTo>
                  <a:pt x="2772" y="712"/>
                </a:lnTo>
                <a:lnTo>
                  <a:pt x="2784" y="713"/>
                </a:lnTo>
                <a:lnTo>
                  <a:pt x="2796" y="361"/>
                </a:lnTo>
                <a:lnTo>
                  <a:pt x="2807" y="677"/>
                </a:lnTo>
                <a:lnTo>
                  <a:pt x="2819" y="680"/>
                </a:lnTo>
                <a:lnTo>
                  <a:pt x="2831" y="686"/>
                </a:lnTo>
                <a:lnTo>
                  <a:pt x="2843" y="668"/>
                </a:lnTo>
                <a:lnTo>
                  <a:pt x="2854" y="424"/>
                </a:lnTo>
                <a:lnTo>
                  <a:pt x="2866" y="461"/>
                </a:lnTo>
                <a:lnTo>
                  <a:pt x="2878" y="573"/>
                </a:lnTo>
                <a:lnTo>
                  <a:pt x="2889" y="628"/>
                </a:lnTo>
                <a:lnTo>
                  <a:pt x="2901" y="526"/>
                </a:lnTo>
                <a:lnTo>
                  <a:pt x="2913" y="601"/>
                </a:lnTo>
                <a:lnTo>
                  <a:pt x="2925" y="634"/>
                </a:lnTo>
                <a:lnTo>
                  <a:pt x="2937" y="364"/>
                </a:lnTo>
                <a:lnTo>
                  <a:pt x="2948" y="700"/>
                </a:lnTo>
                <a:lnTo>
                  <a:pt x="2960" y="659"/>
                </a:lnTo>
                <a:lnTo>
                  <a:pt x="2972" y="662"/>
                </a:lnTo>
                <a:lnTo>
                  <a:pt x="2983" y="717"/>
                </a:lnTo>
                <a:lnTo>
                  <a:pt x="2995" y="713"/>
                </a:lnTo>
                <a:lnTo>
                  <a:pt x="3007" y="658"/>
                </a:lnTo>
                <a:lnTo>
                  <a:pt x="3019" y="593"/>
                </a:lnTo>
                <a:lnTo>
                  <a:pt x="3031" y="588"/>
                </a:lnTo>
                <a:lnTo>
                  <a:pt x="3042" y="703"/>
                </a:lnTo>
                <a:lnTo>
                  <a:pt x="3054" y="548"/>
                </a:lnTo>
                <a:lnTo>
                  <a:pt x="3066" y="664"/>
                </a:lnTo>
                <a:lnTo>
                  <a:pt x="3078" y="705"/>
                </a:lnTo>
                <a:lnTo>
                  <a:pt x="3089" y="614"/>
                </a:lnTo>
                <a:lnTo>
                  <a:pt x="3101" y="313"/>
                </a:lnTo>
                <a:lnTo>
                  <a:pt x="3113" y="555"/>
                </a:lnTo>
                <a:lnTo>
                  <a:pt x="3124" y="696"/>
                </a:lnTo>
                <a:lnTo>
                  <a:pt x="3136" y="712"/>
                </a:lnTo>
                <a:lnTo>
                  <a:pt x="3148" y="441"/>
                </a:lnTo>
                <a:lnTo>
                  <a:pt x="3160" y="441"/>
                </a:lnTo>
                <a:lnTo>
                  <a:pt x="3172" y="656"/>
                </a:lnTo>
                <a:lnTo>
                  <a:pt x="3183" y="590"/>
                </a:lnTo>
                <a:lnTo>
                  <a:pt x="3195" y="640"/>
                </a:lnTo>
                <a:lnTo>
                  <a:pt x="3207" y="612"/>
                </a:lnTo>
                <a:lnTo>
                  <a:pt x="3218" y="621"/>
                </a:lnTo>
                <a:lnTo>
                  <a:pt x="3230" y="606"/>
                </a:lnTo>
                <a:lnTo>
                  <a:pt x="3242" y="446"/>
                </a:lnTo>
                <a:lnTo>
                  <a:pt x="3254" y="642"/>
                </a:lnTo>
                <a:lnTo>
                  <a:pt x="3265" y="649"/>
                </a:lnTo>
                <a:lnTo>
                  <a:pt x="3277" y="545"/>
                </a:lnTo>
                <a:lnTo>
                  <a:pt x="3289" y="542"/>
                </a:lnTo>
                <a:lnTo>
                  <a:pt x="3301" y="455"/>
                </a:lnTo>
                <a:lnTo>
                  <a:pt x="3313" y="676"/>
                </a:lnTo>
                <a:lnTo>
                  <a:pt x="3324" y="646"/>
                </a:lnTo>
                <a:lnTo>
                  <a:pt x="3336" y="583"/>
                </a:lnTo>
                <a:lnTo>
                  <a:pt x="3348" y="710"/>
                </a:lnTo>
                <a:lnTo>
                  <a:pt x="3359" y="629"/>
                </a:lnTo>
                <a:lnTo>
                  <a:pt x="3371" y="715"/>
                </a:lnTo>
                <a:lnTo>
                  <a:pt x="3383" y="670"/>
                </a:lnTo>
                <a:lnTo>
                  <a:pt x="3395" y="679"/>
                </a:lnTo>
                <a:lnTo>
                  <a:pt x="3406" y="655"/>
                </a:lnTo>
                <a:lnTo>
                  <a:pt x="3418" y="693"/>
                </a:lnTo>
                <a:lnTo>
                  <a:pt x="3430" y="697"/>
                </a:lnTo>
                <a:lnTo>
                  <a:pt x="3442" y="464"/>
                </a:lnTo>
                <a:lnTo>
                  <a:pt x="3453" y="0"/>
                </a:lnTo>
                <a:lnTo>
                  <a:pt x="3465" y="364"/>
                </a:lnTo>
                <a:lnTo>
                  <a:pt x="3477" y="677"/>
                </a:lnTo>
                <a:lnTo>
                  <a:pt x="3489" y="691"/>
                </a:lnTo>
                <a:lnTo>
                  <a:pt x="3500" y="661"/>
                </a:lnTo>
                <a:lnTo>
                  <a:pt x="3512" y="651"/>
                </a:lnTo>
              </a:path>
            </a:pathLst>
          </a:custGeom>
          <a:noFill/>
          <a:ln w="12700" cap="flat">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462" name="Freeform 40">
            <a:extLst>
              <a:ext uri="{FF2B5EF4-FFF2-40B4-BE49-F238E27FC236}">
                <a16:creationId xmlns:a16="http://schemas.microsoft.com/office/drawing/2014/main" id="{718FFF36-AF14-4995-9446-6395AD6D4124}"/>
              </a:ext>
            </a:extLst>
          </p:cNvPr>
          <p:cNvSpPr>
            <a:spLocks/>
          </p:cNvSpPr>
          <p:nvPr/>
        </p:nvSpPr>
        <p:spPr bwMode="auto">
          <a:xfrm>
            <a:off x="3795016" y="3245467"/>
            <a:ext cx="3307936" cy="610904"/>
          </a:xfrm>
          <a:custGeom>
            <a:avLst/>
            <a:gdLst>
              <a:gd name="T0" fmla="*/ 46 w 3433"/>
              <a:gd name="T1" fmla="*/ 593 h 634"/>
              <a:gd name="T2" fmla="*/ 104 w 3433"/>
              <a:gd name="T3" fmla="*/ 539 h 634"/>
              <a:gd name="T4" fmla="*/ 161 w 3433"/>
              <a:gd name="T5" fmla="*/ 596 h 634"/>
              <a:gd name="T6" fmla="*/ 218 w 3433"/>
              <a:gd name="T7" fmla="*/ 266 h 634"/>
              <a:gd name="T8" fmla="*/ 276 w 3433"/>
              <a:gd name="T9" fmla="*/ 510 h 634"/>
              <a:gd name="T10" fmla="*/ 333 w 3433"/>
              <a:gd name="T11" fmla="*/ 352 h 634"/>
              <a:gd name="T12" fmla="*/ 391 w 3433"/>
              <a:gd name="T13" fmla="*/ 444 h 634"/>
              <a:gd name="T14" fmla="*/ 448 w 3433"/>
              <a:gd name="T15" fmla="*/ 628 h 634"/>
              <a:gd name="T16" fmla="*/ 505 w 3433"/>
              <a:gd name="T17" fmla="*/ 576 h 634"/>
              <a:gd name="T18" fmla="*/ 563 w 3433"/>
              <a:gd name="T19" fmla="*/ 568 h 634"/>
              <a:gd name="T20" fmla="*/ 620 w 3433"/>
              <a:gd name="T21" fmla="*/ 582 h 634"/>
              <a:gd name="T22" fmla="*/ 677 w 3433"/>
              <a:gd name="T23" fmla="*/ 463 h 634"/>
              <a:gd name="T24" fmla="*/ 735 w 3433"/>
              <a:gd name="T25" fmla="*/ 397 h 634"/>
              <a:gd name="T26" fmla="*/ 793 w 3433"/>
              <a:gd name="T27" fmla="*/ 537 h 634"/>
              <a:gd name="T28" fmla="*/ 850 w 3433"/>
              <a:gd name="T29" fmla="*/ 580 h 634"/>
              <a:gd name="T30" fmla="*/ 907 w 3433"/>
              <a:gd name="T31" fmla="*/ 595 h 634"/>
              <a:gd name="T32" fmla="*/ 965 w 3433"/>
              <a:gd name="T33" fmla="*/ 556 h 634"/>
              <a:gd name="T34" fmla="*/ 1022 w 3433"/>
              <a:gd name="T35" fmla="*/ 615 h 634"/>
              <a:gd name="T36" fmla="*/ 1079 w 3433"/>
              <a:gd name="T37" fmla="*/ 436 h 634"/>
              <a:gd name="T38" fmla="*/ 1137 w 3433"/>
              <a:gd name="T39" fmla="*/ 602 h 634"/>
              <a:gd name="T40" fmla="*/ 1194 w 3433"/>
              <a:gd name="T41" fmla="*/ 536 h 634"/>
              <a:gd name="T42" fmla="*/ 1252 w 3433"/>
              <a:gd name="T43" fmla="*/ 545 h 634"/>
              <a:gd name="T44" fmla="*/ 1309 w 3433"/>
              <a:gd name="T45" fmla="*/ 598 h 634"/>
              <a:gd name="T46" fmla="*/ 1367 w 3433"/>
              <a:gd name="T47" fmla="*/ 427 h 634"/>
              <a:gd name="T48" fmla="*/ 1424 w 3433"/>
              <a:gd name="T49" fmla="*/ 578 h 634"/>
              <a:gd name="T50" fmla="*/ 1482 w 3433"/>
              <a:gd name="T51" fmla="*/ 577 h 634"/>
              <a:gd name="T52" fmla="*/ 1539 w 3433"/>
              <a:gd name="T53" fmla="*/ 624 h 634"/>
              <a:gd name="T54" fmla="*/ 1596 w 3433"/>
              <a:gd name="T55" fmla="*/ 458 h 634"/>
              <a:gd name="T56" fmla="*/ 1654 w 3433"/>
              <a:gd name="T57" fmla="*/ 487 h 634"/>
              <a:gd name="T58" fmla="*/ 1711 w 3433"/>
              <a:gd name="T59" fmla="*/ 504 h 634"/>
              <a:gd name="T60" fmla="*/ 1768 w 3433"/>
              <a:gd name="T61" fmla="*/ 444 h 634"/>
              <a:gd name="T62" fmla="*/ 1826 w 3433"/>
              <a:gd name="T63" fmla="*/ 236 h 634"/>
              <a:gd name="T64" fmla="*/ 1883 w 3433"/>
              <a:gd name="T65" fmla="*/ 590 h 634"/>
              <a:gd name="T66" fmla="*/ 1940 w 3433"/>
              <a:gd name="T67" fmla="*/ 519 h 634"/>
              <a:gd name="T68" fmla="*/ 1998 w 3433"/>
              <a:gd name="T69" fmla="*/ 603 h 634"/>
              <a:gd name="T70" fmla="*/ 2056 w 3433"/>
              <a:gd name="T71" fmla="*/ 615 h 634"/>
              <a:gd name="T72" fmla="*/ 2113 w 3433"/>
              <a:gd name="T73" fmla="*/ 477 h 634"/>
              <a:gd name="T74" fmla="*/ 2170 w 3433"/>
              <a:gd name="T75" fmla="*/ 485 h 634"/>
              <a:gd name="T76" fmla="*/ 2228 w 3433"/>
              <a:gd name="T77" fmla="*/ 558 h 634"/>
              <a:gd name="T78" fmla="*/ 2285 w 3433"/>
              <a:gd name="T79" fmla="*/ 489 h 634"/>
              <a:gd name="T80" fmla="*/ 2343 w 3433"/>
              <a:gd name="T81" fmla="*/ 602 h 634"/>
              <a:gd name="T82" fmla="*/ 2400 w 3433"/>
              <a:gd name="T83" fmla="*/ 628 h 634"/>
              <a:gd name="T84" fmla="*/ 2457 w 3433"/>
              <a:gd name="T85" fmla="*/ 631 h 634"/>
              <a:gd name="T86" fmla="*/ 2515 w 3433"/>
              <a:gd name="T87" fmla="*/ 538 h 634"/>
              <a:gd name="T88" fmla="*/ 2572 w 3433"/>
              <a:gd name="T89" fmla="*/ 535 h 634"/>
              <a:gd name="T90" fmla="*/ 2630 w 3433"/>
              <a:gd name="T91" fmla="*/ 557 h 634"/>
              <a:gd name="T92" fmla="*/ 2687 w 3433"/>
              <a:gd name="T93" fmla="*/ 607 h 634"/>
              <a:gd name="T94" fmla="*/ 2745 w 3433"/>
              <a:gd name="T95" fmla="*/ 553 h 634"/>
              <a:gd name="T96" fmla="*/ 2802 w 3433"/>
              <a:gd name="T97" fmla="*/ 516 h 634"/>
              <a:gd name="T98" fmla="*/ 2859 w 3433"/>
              <a:gd name="T99" fmla="*/ 597 h 634"/>
              <a:gd name="T100" fmla="*/ 2917 w 3433"/>
              <a:gd name="T101" fmla="*/ 535 h 634"/>
              <a:gd name="T102" fmla="*/ 2974 w 3433"/>
              <a:gd name="T103" fmla="*/ 576 h 634"/>
              <a:gd name="T104" fmla="*/ 3031 w 3433"/>
              <a:gd name="T105" fmla="*/ 609 h 634"/>
              <a:gd name="T106" fmla="*/ 3089 w 3433"/>
              <a:gd name="T107" fmla="*/ 613 h 634"/>
              <a:gd name="T108" fmla="*/ 3146 w 3433"/>
              <a:gd name="T109" fmla="*/ 0 h 634"/>
              <a:gd name="T110" fmla="*/ 3204 w 3433"/>
              <a:gd name="T111" fmla="*/ 590 h 634"/>
              <a:gd name="T112" fmla="*/ 3261 w 3433"/>
              <a:gd name="T113" fmla="*/ 599 h 634"/>
              <a:gd name="T114" fmla="*/ 3319 w 3433"/>
              <a:gd name="T115" fmla="*/ 630 h 634"/>
              <a:gd name="T116" fmla="*/ 3376 w 3433"/>
              <a:gd name="T117" fmla="*/ 595 h 634"/>
              <a:gd name="T118" fmla="*/ 3433 w 3433"/>
              <a:gd name="T119" fmla="*/ 500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33" h="634">
                <a:moveTo>
                  <a:pt x="0" y="504"/>
                </a:moveTo>
                <a:lnTo>
                  <a:pt x="12" y="535"/>
                </a:lnTo>
                <a:lnTo>
                  <a:pt x="23" y="314"/>
                </a:lnTo>
                <a:lnTo>
                  <a:pt x="35" y="527"/>
                </a:lnTo>
                <a:lnTo>
                  <a:pt x="46" y="593"/>
                </a:lnTo>
                <a:lnTo>
                  <a:pt x="57" y="622"/>
                </a:lnTo>
                <a:lnTo>
                  <a:pt x="69" y="486"/>
                </a:lnTo>
                <a:lnTo>
                  <a:pt x="81" y="554"/>
                </a:lnTo>
                <a:lnTo>
                  <a:pt x="92" y="569"/>
                </a:lnTo>
                <a:lnTo>
                  <a:pt x="104" y="539"/>
                </a:lnTo>
                <a:lnTo>
                  <a:pt x="115" y="572"/>
                </a:lnTo>
                <a:lnTo>
                  <a:pt x="126" y="588"/>
                </a:lnTo>
                <a:lnTo>
                  <a:pt x="138" y="619"/>
                </a:lnTo>
                <a:lnTo>
                  <a:pt x="150" y="517"/>
                </a:lnTo>
                <a:lnTo>
                  <a:pt x="161" y="596"/>
                </a:lnTo>
                <a:lnTo>
                  <a:pt x="172" y="547"/>
                </a:lnTo>
                <a:lnTo>
                  <a:pt x="184" y="572"/>
                </a:lnTo>
                <a:lnTo>
                  <a:pt x="195" y="503"/>
                </a:lnTo>
                <a:lnTo>
                  <a:pt x="207" y="629"/>
                </a:lnTo>
                <a:lnTo>
                  <a:pt x="218" y="266"/>
                </a:lnTo>
                <a:lnTo>
                  <a:pt x="230" y="568"/>
                </a:lnTo>
                <a:lnTo>
                  <a:pt x="241" y="558"/>
                </a:lnTo>
                <a:lnTo>
                  <a:pt x="253" y="631"/>
                </a:lnTo>
                <a:lnTo>
                  <a:pt x="264" y="560"/>
                </a:lnTo>
                <a:lnTo>
                  <a:pt x="276" y="510"/>
                </a:lnTo>
                <a:lnTo>
                  <a:pt x="287" y="484"/>
                </a:lnTo>
                <a:lnTo>
                  <a:pt x="298" y="542"/>
                </a:lnTo>
                <a:lnTo>
                  <a:pt x="310" y="521"/>
                </a:lnTo>
                <a:lnTo>
                  <a:pt x="322" y="630"/>
                </a:lnTo>
                <a:lnTo>
                  <a:pt x="333" y="352"/>
                </a:lnTo>
                <a:lnTo>
                  <a:pt x="345" y="605"/>
                </a:lnTo>
                <a:lnTo>
                  <a:pt x="356" y="475"/>
                </a:lnTo>
                <a:lnTo>
                  <a:pt x="367" y="519"/>
                </a:lnTo>
                <a:lnTo>
                  <a:pt x="379" y="595"/>
                </a:lnTo>
                <a:lnTo>
                  <a:pt x="391" y="444"/>
                </a:lnTo>
                <a:lnTo>
                  <a:pt x="402" y="507"/>
                </a:lnTo>
                <a:lnTo>
                  <a:pt x="414" y="577"/>
                </a:lnTo>
                <a:lnTo>
                  <a:pt x="425" y="302"/>
                </a:lnTo>
                <a:lnTo>
                  <a:pt x="436" y="631"/>
                </a:lnTo>
                <a:lnTo>
                  <a:pt x="448" y="628"/>
                </a:lnTo>
                <a:lnTo>
                  <a:pt x="459" y="395"/>
                </a:lnTo>
                <a:lnTo>
                  <a:pt x="471" y="555"/>
                </a:lnTo>
                <a:lnTo>
                  <a:pt x="483" y="521"/>
                </a:lnTo>
                <a:lnTo>
                  <a:pt x="494" y="259"/>
                </a:lnTo>
                <a:lnTo>
                  <a:pt x="505" y="576"/>
                </a:lnTo>
                <a:lnTo>
                  <a:pt x="517" y="444"/>
                </a:lnTo>
                <a:lnTo>
                  <a:pt x="528" y="634"/>
                </a:lnTo>
                <a:lnTo>
                  <a:pt x="540" y="515"/>
                </a:lnTo>
                <a:lnTo>
                  <a:pt x="551" y="486"/>
                </a:lnTo>
                <a:lnTo>
                  <a:pt x="563" y="568"/>
                </a:lnTo>
                <a:lnTo>
                  <a:pt x="574" y="617"/>
                </a:lnTo>
                <a:lnTo>
                  <a:pt x="586" y="390"/>
                </a:lnTo>
                <a:lnTo>
                  <a:pt x="597" y="489"/>
                </a:lnTo>
                <a:lnTo>
                  <a:pt x="609" y="431"/>
                </a:lnTo>
                <a:lnTo>
                  <a:pt x="620" y="582"/>
                </a:lnTo>
                <a:lnTo>
                  <a:pt x="632" y="323"/>
                </a:lnTo>
                <a:lnTo>
                  <a:pt x="643" y="632"/>
                </a:lnTo>
                <a:lnTo>
                  <a:pt x="655" y="565"/>
                </a:lnTo>
                <a:lnTo>
                  <a:pt x="666" y="460"/>
                </a:lnTo>
                <a:lnTo>
                  <a:pt x="677" y="463"/>
                </a:lnTo>
                <a:lnTo>
                  <a:pt x="689" y="598"/>
                </a:lnTo>
                <a:lnTo>
                  <a:pt x="701" y="629"/>
                </a:lnTo>
                <a:lnTo>
                  <a:pt x="712" y="508"/>
                </a:lnTo>
                <a:lnTo>
                  <a:pt x="724" y="542"/>
                </a:lnTo>
                <a:lnTo>
                  <a:pt x="735" y="397"/>
                </a:lnTo>
                <a:lnTo>
                  <a:pt x="746" y="380"/>
                </a:lnTo>
                <a:lnTo>
                  <a:pt x="758" y="631"/>
                </a:lnTo>
                <a:lnTo>
                  <a:pt x="769" y="296"/>
                </a:lnTo>
                <a:lnTo>
                  <a:pt x="781" y="506"/>
                </a:lnTo>
                <a:lnTo>
                  <a:pt x="793" y="537"/>
                </a:lnTo>
                <a:lnTo>
                  <a:pt x="804" y="440"/>
                </a:lnTo>
                <a:lnTo>
                  <a:pt x="815" y="631"/>
                </a:lnTo>
                <a:lnTo>
                  <a:pt x="827" y="629"/>
                </a:lnTo>
                <a:lnTo>
                  <a:pt x="838" y="626"/>
                </a:lnTo>
                <a:lnTo>
                  <a:pt x="850" y="580"/>
                </a:lnTo>
                <a:lnTo>
                  <a:pt x="862" y="602"/>
                </a:lnTo>
                <a:lnTo>
                  <a:pt x="873" y="632"/>
                </a:lnTo>
                <a:lnTo>
                  <a:pt x="884" y="620"/>
                </a:lnTo>
                <a:lnTo>
                  <a:pt x="896" y="374"/>
                </a:lnTo>
                <a:lnTo>
                  <a:pt x="907" y="595"/>
                </a:lnTo>
                <a:lnTo>
                  <a:pt x="919" y="578"/>
                </a:lnTo>
                <a:lnTo>
                  <a:pt x="930" y="522"/>
                </a:lnTo>
                <a:lnTo>
                  <a:pt x="942" y="253"/>
                </a:lnTo>
                <a:lnTo>
                  <a:pt x="953" y="572"/>
                </a:lnTo>
                <a:lnTo>
                  <a:pt x="965" y="556"/>
                </a:lnTo>
                <a:lnTo>
                  <a:pt x="976" y="421"/>
                </a:lnTo>
                <a:lnTo>
                  <a:pt x="988" y="572"/>
                </a:lnTo>
                <a:lnTo>
                  <a:pt x="999" y="596"/>
                </a:lnTo>
                <a:lnTo>
                  <a:pt x="1011" y="422"/>
                </a:lnTo>
                <a:lnTo>
                  <a:pt x="1022" y="615"/>
                </a:lnTo>
                <a:lnTo>
                  <a:pt x="1034" y="615"/>
                </a:lnTo>
                <a:lnTo>
                  <a:pt x="1045" y="558"/>
                </a:lnTo>
                <a:lnTo>
                  <a:pt x="1056" y="592"/>
                </a:lnTo>
                <a:lnTo>
                  <a:pt x="1068" y="346"/>
                </a:lnTo>
                <a:lnTo>
                  <a:pt x="1079" y="436"/>
                </a:lnTo>
                <a:lnTo>
                  <a:pt x="1091" y="593"/>
                </a:lnTo>
                <a:lnTo>
                  <a:pt x="1103" y="375"/>
                </a:lnTo>
                <a:lnTo>
                  <a:pt x="1114" y="603"/>
                </a:lnTo>
                <a:lnTo>
                  <a:pt x="1125" y="595"/>
                </a:lnTo>
                <a:lnTo>
                  <a:pt x="1137" y="602"/>
                </a:lnTo>
                <a:lnTo>
                  <a:pt x="1148" y="563"/>
                </a:lnTo>
                <a:lnTo>
                  <a:pt x="1160" y="569"/>
                </a:lnTo>
                <a:lnTo>
                  <a:pt x="1172" y="632"/>
                </a:lnTo>
                <a:lnTo>
                  <a:pt x="1183" y="299"/>
                </a:lnTo>
                <a:lnTo>
                  <a:pt x="1194" y="536"/>
                </a:lnTo>
                <a:lnTo>
                  <a:pt x="1206" y="507"/>
                </a:lnTo>
                <a:lnTo>
                  <a:pt x="1217" y="571"/>
                </a:lnTo>
                <a:lnTo>
                  <a:pt x="1229" y="606"/>
                </a:lnTo>
                <a:lnTo>
                  <a:pt x="1240" y="512"/>
                </a:lnTo>
                <a:lnTo>
                  <a:pt x="1252" y="545"/>
                </a:lnTo>
                <a:lnTo>
                  <a:pt x="1263" y="406"/>
                </a:lnTo>
                <a:lnTo>
                  <a:pt x="1275" y="567"/>
                </a:lnTo>
                <a:lnTo>
                  <a:pt x="1286" y="605"/>
                </a:lnTo>
                <a:lnTo>
                  <a:pt x="1298" y="619"/>
                </a:lnTo>
                <a:lnTo>
                  <a:pt x="1309" y="598"/>
                </a:lnTo>
                <a:lnTo>
                  <a:pt x="1320" y="348"/>
                </a:lnTo>
                <a:lnTo>
                  <a:pt x="1332" y="586"/>
                </a:lnTo>
                <a:lnTo>
                  <a:pt x="1344" y="489"/>
                </a:lnTo>
                <a:lnTo>
                  <a:pt x="1355" y="458"/>
                </a:lnTo>
                <a:lnTo>
                  <a:pt x="1367" y="427"/>
                </a:lnTo>
                <a:lnTo>
                  <a:pt x="1378" y="618"/>
                </a:lnTo>
                <a:lnTo>
                  <a:pt x="1389" y="629"/>
                </a:lnTo>
                <a:lnTo>
                  <a:pt x="1401" y="534"/>
                </a:lnTo>
                <a:lnTo>
                  <a:pt x="1413" y="628"/>
                </a:lnTo>
                <a:lnTo>
                  <a:pt x="1424" y="578"/>
                </a:lnTo>
                <a:lnTo>
                  <a:pt x="1435" y="543"/>
                </a:lnTo>
                <a:lnTo>
                  <a:pt x="1447" y="541"/>
                </a:lnTo>
                <a:lnTo>
                  <a:pt x="1458" y="530"/>
                </a:lnTo>
                <a:lnTo>
                  <a:pt x="1470" y="475"/>
                </a:lnTo>
                <a:lnTo>
                  <a:pt x="1482" y="577"/>
                </a:lnTo>
                <a:lnTo>
                  <a:pt x="1493" y="446"/>
                </a:lnTo>
                <a:lnTo>
                  <a:pt x="1504" y="509"/>
                </a:lnTo>
                <a:lnTo>
                  <a:pt x="1516" y="552"/>
                </a:lnTo>
                <a:lnTo>
                  <a:pt x="1527" y="473"/>
                </a:lnTo>
                <a:lnTo>
                  <a:pt x="1539" y="624"/>
                </a:lnTo>
                <a:lnTo>
                  <a:pt x="1550" y="598"/>
                </a:lnTo>
                <a:lnTo>
                  <a:pt x="1562" y="598"/>
                </a:lnTo>
                <a:lnTo>
                  <a:pt x="1573" y="627"/>
                </a:lnTo>
                <a:lnTo>
                  <a:pt x="1585" y="380"/>
                </a:lnTo>
                <a:lnTo>
                  <a:pt x="1596" y="458"/>
                </a:lnTo>
                <a:lnTo>
                  <a:pt x="1608" y="596"/>
                </a:lnTo>
                <a:lnTo>
                  <a:pt x="1619" y="445"/>
                </a:lnTo>
                <a:lnTo>
                  <a:pt x="1630" y="625"/>
                </a:lnTo>
                <a:lnTo>
                  <a:pt x="1642" y="608"/>
                </a:lnTo>
                <a:lnTo>
                  <a:pt x="1654" y="487"/>
                </a:lnTo>
                <a:lnTo>
                  <a:pt x="1665" y="566"/>
                </a:lnTo>
                <a:lnTo>
                  <a:pt x="1677" y="594"/>
                </a:lnTo>
                <a:lnTo>
                  <a:pt x="1688" y="581"/>
                </a:lnTo>
                <a:lnTo>
                  <a:pt x="1699" y="477"/>
                </a:lnTo>
                <a:lnTo>
                  <a:pt x="1711" y="504"/>
                </a:lnTo>
                <a:lnTo>
                  <a:pt x="1723" y="508"/>
                </a:lnTo>
                <a:lnTo>
                  <a:pt x="1734" y="540"/>
                </a:lnTo>
                <a:lnTo>
                  <a:pt x="1746" y="556"/>
                </a:lnTo>
                <a:lnTo>
                  <a:pt x="1757" y="613"/>
                </a:lnTo>
                <a:lnTo>
                  <a:pt x="1768" y="444"/>
                </a:lnTo>
                <a:lnTo>
                  <a:pt x="1780" y="486"/>
                </a:lnTo>
                <a:lnTo>
                  <a:pt x="1791" y="559"/>
                </a:lnTo>
                <a:lnTo>
                  <a:pt x="1803" y="625"/>
                </a:lnTo>
                <a:lnTo>
                  <a:pt x="1814" y="546"/>
                </a:lnTo>
                <a:lnTo>
                  <a:pt x="1826" y="236"/>
                </a:lnTo>
                <a:lnTo>
                  <a:pt x="1837" y="551"/>
                </a:lnTo>
                <a:lnTo>
                  <a:pt x="1849" y="629"/>
                </a:lnTo>
                <a:lnTo>
                  <a:pt x="1860" y="571"/>
                </a:lnTo>
                <a:lnTo>
                  <a:pt x="1872" y="629"/>
                </a:lnTo>
                <a:lnTo>
                  <a:pt x="1883" y="590"/>
                </a:lnTo>
                <a:lnTo>
                  <a:pt x="1895" y="551"/>
                </a:lnTo>
                <a:lnTo>
                  <a:pt x="1906" y="632"/>
                </a:lnTo>
                <a:lnTo>
                  <a:pt x="1918" y="550"/>
                </a:lnTo>
                <a:lnTo>
                  <a:pt x="1929" y="574"/>
                </a:lnTo>
                <a:lnTo>
                  <a:pt x="1940" y="519"/>
                </a:lnTo>
                <a:lnTo>
                  <a:pt x="1952" y="484"/>
                </a:lnTo>
                <a:lnTo>
                  <a:pt x="1964" y="482"/>
                </a:lnTo>
                <a:lnTo>
                  <a:pt x="1975" y="469"/>
                </a:lnTo>
                <a:lnTo>
                  <a:pt x="1987" y="520"/>
                </a:lnTo>
                <a:lnTo>
                  <a:pt x="1998" y="603"/>
                </a:lnTo>
                <a:lnTo>
                  <a:pt x="2009" y="558"/>
                </a:lnTo>
                <a:lnTo>
                  <a:pt x="2021" y="512"/>
                </a:lnTo>
                <a:lnTo>
                  <a:pt x="2033" y="437"/>
                </a:lnTo>
                <a:lnTo>
                  <a:pt x="2044" y="331"/>
                </a:lnTo>
                <a:lnTo>
                  <a:pt x="2056" y="615"/>
                </a:lnTo>
                <a:lnTo>
                  <a:pt x="2067" y="406"/>
                </a:lnTo>
                <a:lnTo>
                  <a:pt x="2078" y="596"/>
                </a:lnTo>
                <a:lnTo>
                  <a:pt x="2090" y="593"/>
                </a:lnTo>
                <a:lnTo>
                  <a:pt x="2101" y="566"/>
                </a:lnTo>
                <a:lnTo>
                  <a:pt x="2113" y="477"/>
                </a:lnTo>
                <a:lnTo>
                  <a:pt x="2125" y="472"/>
                </a:lnTo>
                <a:lnTo>
                  <a:pt x="2136" y="602"/>
                </a:lnTo>
                <a:lnTo>
                  <a:pt x="2147" y="405"/>
                </a:lnTo>
                <a:lnTo>
                  <a:pt x="2159" y="631"/>
                </a:lnTo>
                <a:lnTo>
                  <a:pt x="2170" y="485"/>
                </a:lnTo>
                <a:lnTo>
                  <a:pt x="2182" y="511"/>
                </a:lnTo>
                <a:lnTo>
                  <a:pt x="2193" y="617"/>
                </a:lnTo>
                <a:lnTo>
                  <a:pt x="2205" y="389"/>
                </a:lnTo>
                <a:lnTo>
                  <a:pt x="2216" y="462"/>
                </a:lnTo>
                <a:lnTo>
                  <a:pt x="2228" y="558"/>
                </a:lnTo>
                <a:lnTo>
                  <a:pt x="2239" y="632"/>
                </a:lnTo>
                <a:lnTo>
                  <a:pt x="2251" y="438"/>
                </a:lnTo>
                <a:lnTo>
                  <a:pt x="2262" y="473"/>
                </a:lnTo>
                <a:lnTo>
                  <a:pt x="2274" y="462"/>
                </a:lnTo>
                <a:lnTo>
                  <a:pt x="2285" y="489"/>
                </a:lnTo>
                <a:lnTo>
                  <a:pt x="2297" y="616"/>
                </a:lnTo>
                <a:lnTo>
                  <a:pt x="2308" y="573"/>
                </a:lnTo>
                <a:lnTo>
                  <a:pt x="2319" y="456"/>
                </a:lnTo>
                <a:lnTo>
                  <a:pt x="2331" y="482"/>
                </a:lnTo>
                <a:lnTo>
                  <a:pt x="2343" y="602"/>
                </a:lnTo>
                <a:lnTo>
                  <a:pt x="2354" y="554"/>
                </a:lnTo>
                <a:lnTo>
                  <a:pt x="2366" y="528"/>
                </a:lnTo>
                <a:lnTo>
                  <a:pt x="2377" y="428"/>
                </a:lnTo>
                <a:lnTo>
                  <a:pt x="2388" y="460"/>
                </a:lnTo>
                <a:lnTo>
                  <a:pt x="2400" y="628"/>
                </a:lnTo>
                <a:lnTo>
                  <a:pt x="2411" y="625"/>
                </a:lnTo>
                <a:lnTo>
                  <a:pt x="2423" y="570"/>
                </a:lnTo>
                <a:lnTo>
                  <a:pt x="2435" y="287"/>
                </a:lnTo>
                <a:lnTo>
                  <a:pt x="2446" y="591"/>
                </a:lnTo>
                <a:lnTo>
                  <a:pt x="2457" y="631"/>
                </a:lnTo>
                <a:lnTo>
                  <a:pt x="2469" y="608"/>
                </a:lnTo>
                <a:lnTo>
                  <a:pt x="2480" y="633"/>
                </a:lnTo>
                <a:lnTo>
                  <a:pt x="2492" y="625"/>
                </a:lnTo>
                <a:lnTo>
                  <a:pt x="2504" y="425"/>
                </a:lnTo>
                <a:lnTo>
                  <a:pt x="2515" y="538"/>
                </a:lnTo>
                <a:lnTo>
                  <a:pt x="2526" y="589"/>
                </a:lnTo>
                <a:lnTo>
                  <a:pt x="2538" y="575"/>
                </a:lnTo>
                <a:lnTo>
                  <a:pt x="2549" y="478"/>
                </a:lnTo>
                <a:lnTo>
                  <a:pt x="2561" y="409"/>
                </a:lnTo>
                <a:lnTo>
                  <a:pt x="2572" y="535"/>
                </a:lnTo>
                <a:lnTo>
                  <a:pt x="2584" y="509"/>
                </a:lnTo>
                <a:lnTo>
                  <a:pt x="2595" y="633"/>
                </a:lnTo>
                <a:lnTo>
                  <a:pt x="2607" y="595"/>
                </a:lnTo>
                <a:lnTo>
                  <a:pt x="2618" y="614"/>
                </a:lnTo>
                <a:lnTo>
                  <a:pt x="2630" y="557"/>
                </a:lnTo>
                <a:lnTo>
                  <a:pt x="2641" y="588"/>
                </a:lnTo>
                <a:lnTo>
                  <a:pt x="2652" y="410"/>
                </a:lnTo>
                <a:lnTo>
                  <a:pt x="2664" y="353"/>
                </a:lnTo>
                <a:lnTo>
                  <a:pt x="2676" y="529"/>
                </a:lnTo>
                <a:lnTo>
                  <a:pt x="2687" y="607"/>
                </a:lnTo>
                <a:lnTo>
                  <a:pt x="2698" y="393"/>
                </a:lnTo>
                <a:lnTo>
                  <a:pt x="2710" y="257"/>
                </a:lnTo>
                <a:lnTo>
                  <a:pt x="2721" y="628"/>
                </a:lnTo>
                <a:lnTo>
                  <a:pt x="2733" y="475"/>
                </a:lnTo>
                <a:lnTo>
                  <a:pt x="2745" y="553"/>
                </a:lnTo>
                <a:lnTo>
                  <a:pt x="2756" y="626"/>
                </a:lnTo>
                <a:lnTo>
                  <a:pt x="2767" y="608"/>
                </a:lnTo>
                <a:lnTo>
                  <a:pt x="2779" y="550"/>
                </a:lnTo>
                <a:lnTo>
                  <a:pt x="2790" y="275"/>
                </a:lnTo>
                <a:lnTo>
                  <a:pt x="2802" y="516"/>
                </a:lnTo>
                <a:lnTo>
                  <a:pt x="2814" y="598"/>
                </a:lnTo>
                <a:lnTo>
                  <a:pt x="2825" y="585"/>
                </a:lnTo>
                <a:lnTo>
                  <a:pt x="2836" y="590"/>
                </a:lnTo>
                <a:lnTo>
                  <a:pt x="2848" y="608"/>
                </a:lnTo>
                <a:lnTo>
                  <a:pt x="2859" y="597"/>
                </a:lnTo>
                <a:lnTo>
                  <a:pt x="2871" y="487"/>
                </a:lnTo>
                <a:lnTo>
                  <a:pt x="2882" y="581"/>
                </a:lnTo>
                <a:lnTo>
                  <a:pt x="2894" y="553"/>
                </a:lnTo>
                <a:lnTo>
                  <a:pt x="2905" y="522"/>
                </a:lnTo>
                <a:lnTo>
                  <a:pt x="2917" y="535"/>
                </a:lnTo>
                <a:lnTo>
                  <a:pt x="2928" y="631"/>
                </a:lnTo>
                <a:lnTo>
                  <a:pt x="2940" y="509"/>
                </a:lnTo>
                <a:lnTo>
                  <a:pt x="2951" y="511"/>
                </a:lnTo>
                <a:lnTo>
                  <a:pt x="2962" y="596"/>
                </a:lnTo>
                <a:lnTo>
                  <a:pt x="2974" y="576"/>
                </a:lnTo>
                <a:lnTo>
                  <a:pt x="2986" y="629"/>
                </a:lnTo>
                <a:lnTo>
                  <a:pt x="2997" y="461"/>
                </a:lnTo>
                <a:lnTo>
                  <a:pt x="3009" y="609"/>
                </a:lnTo>
                <a:lnTo>
                  <a:pt x="3020" y="625"/>
                </a:lnTo>
                <a:lnTo>
                  <a:pt x="3031" y="609"/>
                </a:lnTo>
                <a:lnTo>
                  <a:pt x="3043" y="533"/>
                </a:lnTo>
                <a:lnTo>
                  <a:pt x="3055" y="625"/>
                </a:lnTo>
                <a:lnTo>
                  <a:pt x="3066" y="503"/>
                </a:lnTo>
                <a:lnTo>
                  <a:pt x="3077" y="621"/>
                </a:lnTo>
                <a:lnTo>
                  <a:pt x="3089" y="613"/>
                </a:lnTo>
                <a:lnTo>
                  <a:pt x="3100" y="627"/>
                </a:lnTo>
                <a:lnTo>
                  <a:pt x="3112" y="597"/>
                </a:lnTo>
                <a:lnTo>
                  <a:pt x="3124" y="548"/>
                </a:lnTo>
                <a:lnTo>
                  <a:pt x="3135" y="58"/>
                </a:lnTo>
                <a:lnTo>
                  <a:pt x="3146" y="0"/>
                </a:lnTo>
                <a:lnTo>
                  <a:pt x="3158" y="575"/>
                </a:lnTo>
                <a:lnTo>
                  <a:pt x="3169" y="271"/>
                </a:lnTo>
                <a:lnTo>
                  <a:pt x="3181" y="526"/>
                </a:lnTo>
                <a:lnTo>
                  <a:pt x="3192" y="552"/>
                </a:lnTo>
                <a:lnTo>
                  <a:pt x="3204" y="590"/>
                </a:lnTo>
                <a:lnTo>
                  <a:pt x="3215" y="632"/>
                </a:lnTo>
                <a:lnTo>
                  <a:pt x="3227" y="611"/>
                </a:lnTo>
                <a:lnTo>
                  <a:pt x="3238" y="626"/>
                </a:lnTo>
                <a:lnTo>
                  <a:pt x="3250" y="502"/>
                </a:lnTo>
                <a:lnTo>
                  <a:pt x="3261" y="599"/>
                </a:lnTo>
                <a:lnTo>
                  <a:pt x="3272" y="564"/>
                </a:lnTo>
                <a:lnTo>
                  <a:pt x="3284" y="493"/>
                </a:lnTo>
                <a:lnTo>
                  <a:pt x="3296" y="503"/>
                </a:lnTo>
                <a:lnTo>
                  <a:pt x="3307" y="596"/>
                </a:lnTo>
                <a:lnTo>
                  <a:pt x="3319" y="630"/>
                </a:lnTo>
                <a:lnTo>
                  <a:pt x="3330" y="628"/>
                </a:lnTo>
                <a:lnTo>
                  <a:pt x="3341" y="552"/>
                </a:lnTo>
                <a:lnTo>
                  <a:pt x="3353" y="310"/>
                </a:lnTo>
                <a:lnTo>
                  <a:pt x="3365" y="590"/>
                </a:lnTo>
                <a:lnTo>
                  <a:pt x="3376" y="595"/>
                </a:lnTo>
                <a:lnTo>
                  <a:pt x="3388" y="633"/>
                </a:lnTo>
                <a:lnTo>
                  <a:pt x="3399" y="337"/>
                </a:lnTo>
                <a:lnTo>
                  <a:pt x="3410" y="566"/>
                </a:lnTo>
                <a:lnTo>
                  <a:pt x="3422" y="621"/>
                </a:lnTo>
                <a:lnTo>
                  <a:pt x="3433" y="500"/>
                </a:lnTo>
              </a:path>
            </a:pathLst>
          </a:custGeom>
          <a:noFill/>
          <a:ln w="1270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463" name="Freeform 76">
            <a:extLst>
              <a:ext uri="{FF2B5EF4-FFF2-40B4-BE49-F238E27FC236}">
                <a16:creationId xmlns:a16="http://schemas.microsoft.com/office/drawing/2014/main" id="{563BB55C-9FC2-4F35-84CC-ED56F3981922}"/>
              </a:ext>
            </a:extLst>
          </p:cNvPr>
          <p:cNvSpPr>
            <a:spLocks/>
          </p:cNvSpPr>
          <p:nvPr/>
        </p:nvSpPr>
        <p:spPr bwMode="auto">
          <a:xfrm>
            <a:off x="3799284" y="4622567"/>
            <a:ext cx="3303672" cy="541791"/>
          </a:xfrm>
          <a:custGeom>
            <a:avLst/>
            <a:gdLst>
              <a:gd name="T0" fmla="*/ 46 w 3433"/>
              <a:gd name="T1" fmla="*/ 524 h 563"/>
              <a:gd name="T2" fmla="*/ 104 w 3433"/>
              <a:gd name="T3" fmla="*/ 469 h 563"/>
              <a:gd name="T4" fmla="*/ 161 w 3433"/>
              <a:gd name="T5" fmla="*/ 532 h 563"/>
              <a:gd name="T6" fmla="*/ 218 w 3433"/>
              <a:gd name="T7" fmla="*/ 383 h 563"/>
              <a:gd name="T8" fmla="*/ 276 w 3433"/>
              <a:gd name="T9" fmla="*/ 501 h 563"/>
              <a:gd name="T10" fmla="*/ 333 w 3433"/>
              <a:gd name="T11" fmla="*/ 269 h 563"/>
              <a:gd name="T12" fmla="*/ 391 w 3433"/>
              <a:gd name="T13" fmla="*/ 334 h 563"/>
              <a:gd name="T14" fmla="*/ 448 w 3433"/>
              <a:gd name="T15" fmla="*/ 558 h 563"/>
              <a:gd name="T16" fmla="*/ 505 w 3433"/>
              <a:gd name="T17" fmla="*/ 527 h 563"/>
              <a:gd name="T18" fmla="*/ 563 w 3433"/>
              <a:gd name="T19" fmla="*/ 445 h 563"/>
              <a:gd name="T20" fmla="*/ 620 w 3433"/>
              <a:gd name="T21" fmla="*/ 471 h 563"/>
              <a:gd name="T22" fmla="*/ 677 w 3433"/>
              <a:gd name="T23" fmla="*/ 236 h 563"/>
              <a:gd name="T24" fmla="*/ 735 w 3433"/>
              <a:gd name="T25" fmla="*/ 178 h 563"/>
              <a:gd name="T26" fmla="*/ 793 w 3433"/>
              <a:gd name="T27" fmla="*/ 454 h 563"/>
              <a:gd name="T28" fmla="*/ 850 w 3433"/>
              <a:gd name="T29" fmla="*/ 460 h 563"/>
              <a:gd name="T30" fmla="*/ 907 w 3433"/>
              <a:gd name="T31" fmla="*/ 511 h 563"/>
              <a:gd name="T32" fmla="*/ 965 w 3433"/>
              <a:gd name="T33" fmla="*/ 526 h 563"/>
              <a:gd name="T34" fmla="*/ 1022 w 3433"/>
              <a:gd name="T35" fmla="*/ 543 h 563"/>
              <a:gd name="T36" fmla="*/ 1079 w 3433"/>
              <a:gd name="T37" fmla="*/ 458 h 563"/>
              <a:gd name="T38" fmla="*/ 1137 w 3433"/>
              <a:gd name="T39" fmla="*/ 472 h 563"/>
              <a:gd name="T40" fmla="*/ 1194 w 3433"/>
              <a:gd name="T41" fmla="*/ 408 h 563"/>
              <a:gd name="T42" fmla="*/ 1252 w 3433"/>
              <a:gd name="T43" fmla="*/ 454 h 563"/>
              <a:gd name="T44" fmla="*/ 1309 w 3433"/>
              <a:gd name="T45" fmla="*/ 495 h 563"/>
              <a:gd name="T46" fmla="*/ 1367 w 3433"/>
              <a:gd name="T47" fmla="*/ 444 h 563"/>
              <a:gd name="T48" fmla="*/ 1424 w 3433"/>
              <a:gd name="T49" fmla="*/ 490 h 563"/>
              <a:gd name="T50" fmla="*/ 1482 w 3433"/>
              <a:gd name="T51" fmla="*/ 423 h 563"/>
              <a:gd name="T52" fmla="*/ 1539 w 3433"/>
              <a:gd name="T53" fmla="*/ 558 h 563"/>
              <a:gd name="T54" fmla="*/ 1596 w 3433"/>
              <a:gd name="T55" fmla="*/ 226 h 563"/>
              <a:gd name="T56" fmla="*/ 1654 w 3433"/>
              <a:gd name="T57" fmla="*/ 442 h 563"/>
              <a:gd name="T58" fmla="*/ 1711 w 3433"/>
              <a:gd name="T59" fmla="*/ 420 h 563"/>
              <a:gd name="T60" fmla="*/ 1768 w 3433"/>
              <a:gd name="T61" fmla="*/ 360 h 563"/>
              <a:gd name="T62" fmla="*/ 1826 w 3433"/>
              <a:gd name="T63" fmla="*/ 187 h 563"/>
              <a:gd name="T64" fmla="*/ 1883 w 3433"/>
              <a:gd name="T65" fmla="*/ 546 h 563"/>
              <a:gd name="T66" fmla="*/ 1940 w 3433"/>
              <a:gd name="T67" fmla="*/ 361 h 563"/>
              <a:gd name="T68" fmla="*/ 1998 w 3433"/>
              <a:gd name="T69" fmla="*/ 494 h 563"/>
              <a:gd name="T70" fmla="*/ 2056 w 3433"/>
              <a:gd name="T71" fmla="*/ 554 h 563"/>
              <a:gd name="T72" fmla="*/ 2113 w 3433"/>
              <a:gd name="T73" fmla="*/ 402 h 563"/>
              <a:gd name="T74" fmla="*/ 2170 w 3433"/>
              <a:gd name="T75" fmla="*/ 434 h 563"/>
              <a:gd name="T76" fmla="*/ 2228 w 3433"/>
              <a:gd name="T77" fmla="*/ 490 h 563"/>
              <a:gd name="T78" fmla="*/ 2285 w 3433"/>
              <a:gd name="T79" fmla="*/ 452 h 563"/>
              <a:gd name="T80" fmla="*/ 2343 w 3433"/>
              <a:gd name="T81" fmla="*/ 495 h 563"/>
              <a:gd name="T82" fmla="*/ 2400 w 3433"/>
              <a:gd name="T83" fmla="*/ 560 h 563"/>
              <a:gd name="T84" fmla="*/ 2457 w 3433"/>
              <a:gd name="T85" fmla="*/ 554 h 563"/>
              <a:gd name="T86" fmla="*/ 2515 w 3433"/>
              <a:gd name="T87" fmla="*/ 520 h 563"/>
              <a:gd name="T88" fmla="*/ 2572 w 3433"/>
              <a:gd name="T89" fmla="*/ 419 h 563"/>
              <a:gd name="T90" fmla="*/ 2630 w 3433"/>
              <a:gd name="T91" fmla="*/ 495 h 563"/>
              <a:gd name="T92" fmla="*/ 2687 w 3433"/>
              <a:gd name="T93" fmla="*/ 527 h 563"/>
              <a:gd name="T94" fmla="*/ 2745 w 3433"/>
              <a:gd name="T95" fmla="*/ 461 h 563"/>
              <a:gd name="T96" fmla="*/ 2802 w 3433"/>
              <a:gd name="T97" fmla="*/ 451 h 563"/>
              <a:gd name="T98" fmla="*/ 2859 w 3433"/>
              <a:gd name="T99" fmla="*/ 548 h 563"/>
              <a:gd name="T100" fmla="*/ 2917 w 3433"/>
              <a:gd name="T101" fmla="*/ 518 h 563"/>
              <a:gd name="T102" fmla="*/ 2974 w 3433"/>
              <a:gd name="T103" fmla="*/ 498 h 563"/>
              <a:gd name="T104" fmla="*/ 3031 w 3433"/>
              <a:gd name="T105" fmla="*/ 529 h 563"/>
              <a:gd name="T106" fmla="*/ 3089 w 3433"/>
              <a:gd name="T107" fmla="*/ 560 h 563"/>
              <a:gd name="T108" fmla="*/ 3146 w 3433"/>
              <a:gd name="T109" fmla="*/ 255 h 563"/>
              <a:gd name="T110" fmla="*/ 3204 w 3433"/>
              <a:gd name="T111" fmla="*/ 544 h 563"/>
              <a:gd name="T112" fmla="*/ 3261 w 3433"/>
              <a:gd name="T113" fmla="*/ 470 h 563"/>
              <a:gd name="T114" fmla="*/ 3319 w 3433"/>
              <a:gd name="T115" fmla="*/ 557 h 563"/>
              <a:gd name="T116" fmla="*/ 3376 w 3433"/>
              <a:gd name="T117" fmla="*/ 498 h 563"/>
              <a:gd name="T118" fmla="*/ 3433 w 3433"/>
              <a:gd name="T119" fmla="*/ 456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33" h="563">
                <a:moveTo>
                  <a:pt x="0" y="516"/>
                </a:moveTo>
                <a:lnTo>
                  <a:pt x="12" y="523"/>
                </a:lnTo>
                <a:lnTo>
                  <a:pt x="23" y="163"/>
                </a:lnTo>
                <a:lnTo>
                  <a:pt x="35" y="521"/>
                </a:lnTo>
                <a:lnTo>
                  <a:pt x="46" y="524"/>
                </a:lnTo>
                <a:lnTo>
                  <a:pt x="57" y="562"/>
                </a:lnTo>
                <a:lnTo>
                  <a:pt x="69" y="241"/>
                </a:lnTo>
                <a:lnTo>
                  <a:pt x="81" y="458"/>
                </a:lnTo>
                <a:lnTo>
                  <a:pt x="92" y="517"/>
                </a:lnTo>
                <a:lnTo>
                  <a:pt x="104" y="469"/>
                </a:lnTo>
                <a:lnTo>
                  <a:pt x="115" y="466"/>
                </a:lnTo>
                <a:lnTo>
                  <a:pt x="126" y="539"/>
                </a:lnTo>
                <a:lnTo>
                  <a:pt x="138" y="507"/>
                </a:lnTo>
                <a:lnTo>
                  <a:pt x="150" y="519"/>
                </a:lnTo>
                <a:lnTo>
                  <a:pt x="161" y="532"/>
                </a:lnTo>
                <a:lnTo>
                  <a:pt x="172" y="437"/>
                </a:lnTo>
                <a:lnTo>
                  <a:pt x="184" y="456"/>
                </a:lnTo>
                <a:lnTo>
                  <a:pt x="195" y="498"/>
                </a:lnTo>
                <a:lnTo>
                  <a:pt x="207" y="557"/>
                </a:lnTo>
                <a:lnTo>
                  <a:pt x="218" y="383"/>
                </a:lnTo>
                <a:lnTo>
                  <a:pt x="230" y="509"/>
                </a:lnTo>
                <a:lnTo>
                  <a:pt x="241" y="516"/>
                </a:lnTo>
                <a:lnTo>
                  <a:pt x="253" y="539"/>
                </a:lnTo>
                <a:lnTo>
                  <a:pt x="264" y="473"/>
                </a:lnTo>
                <a:lnTo>
                  <a:pt x="276" y="501"/>
                </a:lnTo>
                <a:lnTo>
                  <a:pt x="287" y="402"/>
                </a:lnTo>
                <a:lnTo>
                  <a:pt x="298" y="358"/>
                </a:lnTo>
                <a:lnTo>
                  <a:pt x="310" y="398"/>
                </a:lnTo>
                <a:lnTo>
                  <a:pt x="322" y="535"/>
                </a:lnTo>
                <a:lnTo>
                  <a:pt x="333" y="269"/>
                </a:lnTo>
                <a:lnTo>
                  <a:pt x="345" y="478"/>
                </a:lnTo>
                <a:lnTo>
                  <a:pt x="356" y="440"/>
                </a:lnTo>
                <a:lnTo>
                  <a:pt x="367" y="460"/>
                </a:lnTo>
                <a:lnTo>
                  <a:pt x="379" y="510"/>
                </a:lnTo>
                <a:lnTo>
                  <a:pt x="391" y="334"/>
                </a:lnTo>
                <a:lnTo>
                  <a:pt x="402" y="453"/>
                </a:lnTo>
                <a:lnTo>
                  <a:pt x="414" y="526"/>
                </a:lnTo>
                <a:lnTo>
                  <a:pt x="425" y="229"/>
                </a:lnTo>
                <a:lnTo>
                  <a:pt x="436" y="550"/>
                </a:lnTo>
                <a:lnTo>
                  <a:pt x="448" y="558"/>
                </a:lnTo>
                <a:lnTo>
                  <a:pt x="459" y="440"/>
                </a:lnTo>
                <a:lnTo>
                  <a:pt x="471" y="470"/>
                </a:lnTo>
                <a:lnTo>
                  <a:pt x="483" y="480"/>
                </a:lnTo>
                <a:lnTo>
                  <a:pt x="494" y="248"/>
                </a:lnTo>
                <a:lnTo>
                  <a:pt x="505" y="527"/>
                </a:lnTo>
                <a:lnTo>
                  <a:pt x="517" y="269"/>
                </a:lnTo>
                <a:lnTo>
                  <a:pt x="528" y="560"/>
                </a:lnTo>
                <a:lnTo>
                  <a:pt x="540" y="508"/>
                </a:lnTo>
                <a:lnTo>
                  <a:pt x="551" y="400"/>
                </a:lnTo>
                <a:lnTo>
                  <a:pt x="563" y="445"/>
                </a:lnTo>
                <a:lnTo>
                  <a:pt x="574" y="524"/>
                </a:lnTo>
                <a:lnTo>
                  <a:pt x="586" y="324"/>
                </a:lnTo>
                <a:lnTo>
                  <a:pt x="597" y="406"/>
                </a:lnTo>
                <a:lnTo>
                  <a:pt x="609" y="387"/>
                </a:lnTo>
                <a:lnTo>
                  <a:pt x="620" y="471"/>
                </a:lnTo>
                <a:lnTo>
                  <a:pt x="632" y="332"/>
                </a:lnTo>
                <a:lnTo>
                  <a:pt x="643" y="558"/>
                </a:lnTo>
                <a:lnTo>
                  <a:pt x="655" y="535"/>
                </a:lnTo>
                <a:lnTo>
                  <a:pt x="666" y="409"/>
                </a:lnTo>
                <a:lnTo>
                  <a:pt x="677" y="236"/>
                </a:lnTo>
                <a:lnTo>
                  <a:pt x="689" y="482"/>
                </a:lnTo>
                <a:lnTo>
                  <a:pt x="701" y="560"/>
                </a:lnTo>
                <a:lnTo>
                  <a:pt x="712" y="512"/>
                </a:lnTo>
                <a:lnTo>
                  <a:pt x="724" y="502"/>
                </a:lnTo>
                <a:lnTo>
                  <a:pt x="735" y="178"/>
                </a:lnTo>
                <a:lnTo>
                  <a:pt x="746" y="273"/>
                </a:lnTo>
                <a:lnTo>
                  <a:pt x="758" y="530"/>
                </a:lnTo>
                <a:lnTo>
                  <a:pt x="769" y="388"/>
                </a:lnTo>
                <a:lnTo>
                  <a:pt x="781" y="308"/>
                </a:lnTo>
                <a:lnTo>
                  <a:pt x="793" y="454"/>
                </a:lnTo>
                <a:lnTo>
                  <a:pt x="804" y="321"/>
                </a:lnTo>
                <a:lnTo>
                  <a:pt x="815" y="546"/>
                </a:lnTo>
                <a:lnTo>
                  <a:pt x="827" y="555"/>
                </a:lnTo>
                <a:lnTo>
                  <a:pt x="838" y="533"/>
                </a:lnTo>
                <a:lnTo>
                  <a:pt x="850" y="460"/>
                </a:lnTo>
                <a:lnTo>
                  <a:pt x="862" y="520"/>
                </a:lnTo>
                <a:lnTo>
                  <a:pt x="873" y="560"/>
                </a:lnTo>
                <a:lnTo>
                  <a:pt x="884" y="516"/>
                </a:lnTo>
                <a:lnTo>
                  <a:pt x="896" y="431"/>
                </a:lnTo>
                <a:lnTo>
                  <a:pt x="907" y="511"/>
                </a:lnTo>
                <a:lnTo>
                  <a:pt x="919" y="525"/>
                </a:lnTo>
                <a:lnTo>
                  <a:pt x="930" y="465"/>
                </a:lnTo>
                <a:lnTo>
                  <a:pt x="942" y="384"/>
                </a:lnTo>
                <a:lnTo>
                  <a:pt x="953" y="546"/>
                </a:lnTo>
                <a:lnTo>
                  <a:pt x="965" y="526"/>
                </a:lnTo>
                <a:lnTo>
                  <a:pt x="976" y="459"/>
                </a:lnTo>
                <a:lnTo>
                  <a:pt x="988" y="484"/>
                </a:lnTo>
                <a:lnTo>
                  <a:pt x="999" y="466"/>
                </a:lnTo>
                <a:lnTo>
                  <a:pt x="1011" y="426"/>
                </a:lnTo>
                <a:lnTo>
                  <a:pt x="1022" y="543"/>
                </a:lnTo>
                <a:lnTo>
                  <a:pt x="1034" y="557"/>
                </a:lnTo>
                <a:lnTo>
                  <a:pt x="1045" y="505"/>
                </a:lnTo>
                <a:lnTo>
                  <a:pt x="1056" y="477"/>
                </a:lnTo>
                <a:lnTo>
                  <a:pt x="1068" y="403"/>
                </a:lnTo>
                <a:lnTo>
                  <a:pt x="1079" y="458"/>
                </a:lnTo>
                <a:lnTo>
                  <a:pt x="1091" y="553"/>
                </a:lnTo>
                <a:lnTo>
                  <a:pt x="1103" y="216"/>
                </a:lnTo>
                <a:lnTo>
                  <a:pt x="1114" y="548"/>
                </a:lnTo>
                <a:lnTo>
                  <a:pt x="1125" y="529"/>
                </a:lnTo>
                <a:lnTo>
                  <a:pt x="1137" y="472"/>
                </a:lnTo>
                <a:lnTo>
                  <a:pt x="1148" y="445"/>
                </a:lnTo>
                <a:lnTo>
                  <a:pt x="1160" y="445"/>
                </a:lnTo>
                <a:lnTo>
                  <a:pt x="1172" y="546"/>
                </a:lnTo>
                <a:lnTo>
                  <a:pt x="1183" y="142"/>
                </a:lnTo>
                <a:lnTo>
                  <a:pt x="1194" y="408"/>
                </a:lnTo>
                <a:lnTo>
                  <a:pt x="1206" y="419"/>
                </a:lnTo>
                <a:lnTo>
                  <a:pt x="1217" y="478"/>
                </a:lnTo>
                <a:lnTo>
                  <a:pt x="1229" y="507"/>
                </a:lnTo>
                <a:lnTo>
                  <a:pt x="1240" y="295"/>
                </a:lnTo>
                <a:lnTo>
                  <a:pt x="1252" y="454"/>
                </a:lnTo>
                <a:lnTo>
                  <a:pt x="1263" y="462"/>
                </a:lnTo>
                <a:lnTo>
                  <a:pt x="1275" y="402"/>
                </a:lnTo>
                <a:lnTo>
                  <a:pt x="1286" y="516"/>
                </a:lnTo>
                <a:lnTo>
                  <a:pt x="1298" y="527"/>
                </a:lnTo>
                <a:lnTo>
                  <a:pt x="1309" y="495"/>
                </a:lnTo>
                <a:lnTo>
                  <a:pt x="1320" y="344"/>
                </a:lnTo>
                <a:lnTo>
                  <a:pt x="1332" y="469"/>
                </a:lnTo>
                <a:lnTo>
                  <a:pt x="1344" y="433"/>
                </a:lnTo>
                <a:lnTo>
                  <a:pt x="1355" y="482"/>
                </a:lnTo>
                <a:lnTo>
                  <a:pt x="1367" y="444"/>
                </a:lnTo>
                <a:lnTo>
                  <a:pt x="1378" y="527"/>
                </a:lnTo>
                <a:lnTo>
                  <a:pt x="1389" y="556"/>
                </a:lnTo>
                <a:lnTo>
                  <a:pt x="1401" y="346"/>
                </a:lnTo>
                <a:lnTo>
                  <a:pt x="1413" y="527"/>
                </a:lnTo>
                <a:lnTo>
                  <a:pt x="1424" y="490"/>
                </a:lnTo>
                <a:lnTo>
                  <a:pt x="1435" y="516"/>
                </a:lnTo>
                <a:lnTo>
                  <a:pt x="1447" y="445"/>
                </a:lnTo>
                <a:lnTo>
                  <a:pt x="1458" y="517"/>
                </a:lnTo>
                <a:lnTo>
                  <a:pt x="1470" y="478"/>
                </a:lnTo>
                <a:lnTo>
                  <a:pt x="1482" y="423"/>
                </a:lnTo>
                <a:lnTo>
                  <a:pt x="1493" y="368"/>
                </a:lnTo>
                <a:lnTo>
                  <a:pt x="1504" y="454"/>
                </a:lnTo>
                <a:lnTo>
                  <a:pt x="1516" y="510"/>
                </a:lnTo>
                <a:lnTo>
                  <a:pt x="1527" y="226"/>
                </a:lnTo>
                <a:lnTo>
                  <a:pt x="1539" y="558"/>
                </a:lnTo>
                <a:lnTo>
                  <a:pt x="1550" y="527"/>
                </a:lnTo>
                <a:lnTo>
                  <a:pt x="1562" y="505"/>
                </a:lnTo>
                <a:lnTo>
                  <a:pt x="1573" y="553"/>
                </a:lnTo>
                <a:lnTo>
                  <a:pt x="1585" y="435"/>
                </a:lnTo>
                <a:lnTo>
                  <a:pt x="1596" y="226"/>
                </a:lnTo>
                <a:lnTo>
                  <a:pt x="1608" y="489"/>
                </a:lnTo>
                <a:lnTo>
                  <a:pt x="1619" y="470"/>
                </a:lnTo>
                <a:lnTo>
                  <a:pt x="1630" y="542"/>
                </a:lnTo>
                <a:lnTo>
                  <a:pt x="1642" y="553"/>
                </a:lnTo>
                <a:lnTo>
                  <a:pt x="1654" y="442"/>
                </a:lnTo>
                <a:lnTo>
                  <a:pt x="1665" y="526"/>
                </a:lnTo>
                <a:lnTo>
                  <a:pt x="1677" y="507"/>
                </a:lnTo>
                <a:lnTo>
                  <a:pt x="1688" y="484"/>
                </a:lnTo>
                <a:lnTo>
                  <a:pt x="1699" y="297"/>
                </a:lnTo>
                <a:lnTo>
                  <a:pt x="1711" y="420"/>
                </a:lnTo>
                <a:lnTo>
                  <a:pt x="1723" y="450"/>
                </a:lnTo>
                <a:lnTo>
                  <a:pt x="1734" y="520"/>
                </a:lnTo>
                <a:lnTo>
                  <a:pt x="1746" y="521"/>
                </a:lnTo>
                <a:lnTo>
                  <a:pt x="1757" y="525"/>
                </a:lnTo>
                <a:lnTo>
                  <a:pt x="1768" y="360"/>
                </a:lnTo>
                <a:lnTo>
                  <a:pt x="1780" y="472"/>
                </a:lnTo>
                <a:lnTo>
                  <a:pt x="1791" y="489"/>
                </a:lnTo>
                <a:lnTo>
                  <a:pt x="1803" y="561"/>
                </a:lnTo>
                <a:lnTo>
                  <a:pt x="1814" y="350"/>
                </a:lnTo>
                <a:lnTo>
                  <a:pt x="1826" y="187"/>
                </a:lnTo>
                <a:lnTo>
                  <a:pt x="1837" y="531"/>
                </a:lnTo>
                <a:lnTo>
                  <a:pt x="1849" y="558"/>
                </a:lnTo>
                <a:lnTo>
                  <a:pt x="1860" y="540"/>
                </a:lnTo>
                <a:lnTo>
                  <a:pt x="1872" y="559"/>
                </a:lnTo>
                <a:lnTo>
                  <a:pt x="1883" y="546"/>
                </a:lnTo>
                <a:lnTo>
                  <a:pt x="1895" y="435"/>
                </a:lnTo>
                <a:lnTo>
                  <a:pt x="1906" y="557"/>
                </a:lnTo>
                <a:lnTo>
                  <a:pt x="1918" y="468"/>
                </a:lnTo>
                <a:lnTo>
                  <a:pt x="1929" y="404"/>
                </a:lnTo>
                <a:lnTo>
                  <a:pt x="1940" y="361"/>
                </a:lnTo>
                <a:lnTo>
                  <a:pt x="1952" y="462"/>
                </a:lnTo>
                <a:lnTo>
                  <a:pt x="1964" y="268"/>
                </a:lnTo>
                <a:lnTo>
                  <a:pt x="1975" y="372"/>
                </a:lnTo>
                <a:lnTo>
                  <a:pt x="1987" y="426"/>
                </a:lnTo>
                <a:lnTo>
                  <a:pt x="1998" y="494"/>
                </a:lnTo>
                <a:lnTo>
                  <a:pt x="2009" y="435"/>
                </a:lnTo>
                <a:lnTo>
                  <a:pt x="2021" y="502"/>
                </a:lnTo>
                <a:lnTo>
                  <a:pt x="2033" y="292"/>
                </a:lnTo>
                <a:lnTo>
                  <a:pt x="2044" y="351"/>
                </a:lnTo>
                <a:lnTo>
                  <a:pt x="2056" y="554"/>
                </a:lnTo>
                <a:lnTo>
                  <a:pt x="2067" y="455"/>
                </a:lnTo>
                <a:lnTo>
                  <a:pt x="2078" y="466"/>
                </a:lnTo>
                <a:lnTo>
                  <a:pt x="2090" y="447"/>
                </a:lnTo>
                <a:lnTo>
                  <a:pt x="2101" y="433"/>
                </a:lnTo>
                <a:lnTo>
                  <a:pt x="2113" y="402"/>
                </a:lnTo>
                <a:lnTo>
                  <a:pt x="2125" y="269"/>
                </a:lnTo>
                <a:lnTo>
                  <a:pt x="2136" y="550"/>
                </a:lnTo>
                <a:lnTo>
                  <a:pt x="2147" y="447"/>
                </a:lnTo>
                <a:lnTo>
                  <a:pt x="2159" y="559"/>
                </a:lnTo>
                <a:lnTo>
                  <a:pt x="2170" y="434"/>
                </a:lnTo>
                <a:lnTo>
                  <a:pt x="2182" y="424"/>
                </a:lnTo>
                <a:lnTo>
                  <a:pt x="2193" y="523"/>
                </a:lnTo>
                <a:lnTo>
                  <a:pt x="2205" y="392"/>
                </a:lnTo>
                <a:lnTo>
                  <a:pt x="2216" y="359"/>
                </a:lnTo>
                <a:lnTo>
                  <a:pt x="2228" y="490"/>
                </a:lnTo>
                <a:lnTo>
                  <a:pt x="2239" y="558"/>
                </a:lnTo>
                <a:lnTo>
                  <a:pt x="2251" y="404"/>
                </a:lnTo>
                <a:lnTo>
                  <a:pt x="2262" y="495"/>
                </a:lnTo>
                <a:lnTo>
                  <a:pt x="2274" y="341"/>
                </a:lnTo>
                <a:lnTo>
                  <a:pt x="2285" y="452"/>
                </a:lnTo>
                <a:lnTo>
                  <a:pt x="2297" y="527"/>
                </a:lnTo>
                <a:lnTo>
                  <a:pt x="2308" y="520"/>
                </a:lnTo>
                <a:lnTo>
                  <a:pt x="2319" y="452"/>
                </a:lnTo>
                <a:lnTo>
                  <a:pt x="2331" y="399"/>
                </a:lnTo>
                <a:lnTo>
                  <a:pt x="2343" y="495"/>
                </a:lnTo>
                <a:lnTo>
                  <a:pt x="2354" y="432"/>
                </a:lnTo>
                <a:lnTo>
                  <a:pt x="2366" y="497"/>
                </a:lnTo>
                <a:lnTo>
                  <a:pt x="2377" y="401"/>
                </a:lnTo>
                <a:lnTo>
                  <a:pt x="2388" y="424"/>
                </a:lnTo>
                <a:lnTo>
                  <a:pt x="2400" y="560"/>
                </a:lnTo>
                <a:lnTo>
                  <a:pt x="2411" y="561"/>
                </a:lnTo>
                <a:lnTo>
                  <a:pt x="2423" y="525"/>
                </a:lnTo>
                <a:lnTo>
                  <a:pt x="2435" y="361"/>
                </a:lnTo>
                <a:lnTo>
                  <a:pt x="2446" y="530"/>
                </a:lnTo>
                <a:lnTo>
                  <a:pt x="2457" y="554"/>
                </a:lnTo>
                <a:lnTo>
                  <a:pt x="2469" y="546"/>
                </a:lnTo>
                <a:lnTo>
                  <a:pt x="2480" y="557"/>
                </a:lnTo>
                <a:lnTo>
                  <a:pt x="2492" y="556"/>
                </a:lnTo>
                <a:lnTo>
                  <a:pt x="2504" y="230"/>
                </a:lnTo>
                <a:lnTo>
                  <a:pt x="2515" y="520"/>
                </a:lnTo>
                <a:lnTo>
                  <a:pt x="2526" y="551"/>
                </a:lnTo>
                <a:lnTo>
                  <a:pt x="2538" y="487"/>
                </a:lnTo>
                <a:lnTo>
                  <a:pt x="2549" y="411"/>
                </a:lnTo>
                <a:lnTo>
                  <a:pt x="2561" y="249"/>
                </a:lnTo>
                <a:lnTo>
                  <a:pt x="2572" y="419"/>
                </a:lnTo>
                <a:lnTo>
                  <a:pt x="2584" y="413"/>
                </a:lnTo>
                <a:lnTo>
                  <a:pt x="2595" y="546"/>
                </a:lnTo>
                <a:lnTo>
                  <a:pt x="2607" y="490"/>
                </a:lnTo>
                <a:lnTo>
                  <a:pt x="2618" y="530"/>
                </a:lnTo>
                <a:lnTo>
                  <a:pt x="2630" y="495"/>
                </a:lnTo>
                <a:lnTo>
                  <a:pt x="2641" y="494"/>
                </a:lnTo>
                <a:lnTo>
                  <a:pt x="2652" y="442"/>
                </a:lnTo>
                <a:lnTo>
                  <a:pt x="2664" y="396"/>
                </a:lnTo>
                <a:lnTo>
                  <a:pt x="2676" y="488"/>
                </a:lnTo>
                <a:lnTo>
                  <a:pt x="2687" y="527"/>
                </a:lnTo>
                <a:lnTo>
                  <a:pt x="2698" y="366"/>
                </a:lnTo>
                <a:lnTo>
                  <a:pt x="2710" y="0"/>
                </a:lnTo>
                <a:lnTo>
                  <a:pt x="2721" y="548"/>
                </a:lnTo>
                <a:lnTo>
                  <a:pt x="2733" y="323"/>
                </a:lnTo>
                <a:lnTo>
                  <a:pt x="2745" y="461"/>
                </a:lnTo>
                <a:lnTo>
                  <a:pt x="2756" y="559"/>
                </a:lnTo>
                <a:lnTo>
                  <a:pt x="2767" y="557"/>
                </a:lnTo>
                <a:lnTo>
                  <a:pt x="2779" y="390"/>
                </a:lnTo>
                <a:lnTo>
                  <a:pt x="2790" y="331"/>
                </a:lnTo>
                <a:lnTo>
                  <a:pt x="2802" y="451"/>
                </a:lnTo>
                <a:lnTo>
                  <a:pt x="2814" y="500"/>
                </a:lnTo>
                <a:lnTo>
                  <a:pt x="2825" y="531"/>
                </a:lnTo>
                <a:lnTo>
                  <a:pt x="2836" y="466"/>
                </a:lnTo>
                <a:lnTo>
                  <a:pt x="2848" y="532"/>
                </a:lnTo>
                <a:lnTo>
                  <a:pt x="2859" y="548"/>
                </a:lnTo>
                <a:lnTo>
                  <a:pt x="2871" y="273"/>
                </a:lnTo>
                <a:lnTo>
                  <a:pt x="2882" y="528"/>
                </a:lnTo>
                <a:lnTo>
                  <a:pt x="2894" y="417"/>
                </a:lnTo>
                <a:lnTo>
                  <a:pt x="2905" y="508"/>
                </a:lnTo>
                <a:lnTo>
                  <a:pt x="2917" y="518"/>
                </a:lnTo>
                <a:lnTo>
                  <a:pt x="2928" y="555"/>
                </a:lnTo>
                <a:lnTo>
                  <a:pt x="2940" y="421"/>
                </a:lnTo>
                <a:lnTo>
                  <a:pt x="2951" y="486"/>
                </a:lnTo>
                <a:lnTo>
                  <a:pt x="2962" y="511"/>
                </a:lnTo>
                <a:lnTo>
                  <a:pt x="2974" y="498"/>
                </a:lnTo>
                <a:lnTo>
                  <a:pt x="2986" y="547"/>
                </a:lnTo>
                <a:lnTo>
                  <a:pt x="2997" y="232"/>
                </a:lnTo>
                <a:lnTo>
                  <a:pt x="3009" y="519"/>
                </a:lnTo>
                <a:lnTo>
                  <a:pt x="3020" y="541"/>
                </a:lnTo>
                <a:lnTo>
                  <a:pt x="3031" y="529"/>
                </a:lnTo>
                <a:lnTo>
                  <a:pt x="3043" y="441"/>
                </a:lnTo>
                <a:lnTo>
                  <a:pt x="3055" y="547"/>
                </a:lnTo>
                <a:lnTo>
                  <a:pt x="3066" y="449"/>
                </a:lnTo>
                <a:lnTo>
                  <a:pt x="3077" y="524"/>
                </a:lnTo>
                <a:lnTo>
                  <a:pt x="3089" y="560"/>
                </a:lnTo>
                <a:lnTo>
                  <a:pt x="3100" y="559"/>
                </a:lnTo>
                <a:lnTo>
                  <a:pt x="3112" y="501"/>
                </a:lnTo>
                <a:lnTo>
                  <a:pt x="3124" y="475"/>
                </a:lnTo>
                <a:lnTo>
                  <a:pt x="3135" y="124"/>
                </a:lnTo>
                <a:lnTo>
                  <a:pt x="3146" y="255"/>
                </a:lnTo>
                <a:lnTo>
                  <a:pt x="3158" y="431"/>
                </a:lnTo>
                <a:lnTo>
                  <a:pt x="3169" y="162"/>
                </a:lnTo>
                <a:lnTo>
                  <a:pt x="3181" y="454"/>
                </a:lnTo>
                <a:lnTo>
                  <a:pt x="3192" y="507"/>
                </a:lnTo>
                <a:lnTo>
                  <a:pt x="3204" y="544"/>
                </a:lnTo>
                <a:lnTo>
                  <a:pt x="3215" y="554"/>
                </a:lnTo>
                <a:lnTo>
                  <a:pt x="3227" y="528"/>
                </a:lnTo>
                <a:lnTo>
                  <a:pt x="3238" y="535"/>
                </a:lnTo>
                <a:lnTo>
                  <a:pt x="3250" y="452"/>
                </a:lnTo>
                <a:lnTo>
                  <a:pt x="3261" y="470"/>
                </a:lnTo>
                <a:lnTo>
                  <a:pt x="3272" y="498"/>
                </a:lnTo>
                <a:lnTo>
                  <a:pt x="3284" y="464"/>
                </a:lnTo>
                <a:lnTo>
                  <a:pt x="3296" y="482"/>
                </a:lnTo>
                <a:lnTo>
                  <a:pt x="3307" y="529"/>
                </a:lnTo>
                <a:lnTo>
                  <a:pt x="3319" y="557"/>
                </a:lnTo>
                <a:lnTo>
                  <a:pt x="3330" y="563"/>
                </a:lnTo>
                <a:lnTo>
                  <a:pt x="3341" y="501"/>
                </a:lnTo>
                <a:lnTo>
                  <a:pt x="3353" y="396"/>
                </a:lnTo>
                <a:lnTo>
                  <a:pt x="3365" y="497"/>
                </a:lnTo>
                <a:lnTo>
                  <a:pt x="3376" y="498"/>
                </a:lnTo>
                <a:lnTo>
                  <a:pt x="3388" y="555"/>
                </a:lnTo>
                <a:lnTo>
                  <a:pt x="3399" y="221"/>
                </a:lnTo>
                <a:lnTo>
                  <a:pt x="3410" y="422"/>
                </a:lnTo>
                <a:lnTo>
                  <a:pt x="3422" y="561"/>
                </a:lnTo>
                <a:lnTo>
                  <a:pt x="3433" y="456"/>
                </a:lnTo>
              </a:path>
            </a:pathLst>
          </a:custGeom>
          <a:noFill/>
          <a:ln w="12700" cap="flat">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464" name="Freeform 112">
            <a:extLst>
              <a:ext uri="{FF2B5EF4-FFF2-40B4-BE49-F238E27FC236}">
                <a16:creationId xmlns:a16="http://schemas.microsoft.com/office/drawing/2014/main" id="{63426260-137C-4E4E-A7DF-7169FCAF73A6}"/>
              </a:ext>
            </a:extLst>
          </p:cNvPr>
          <p:cNvSpPr>
            <a:spLocks/>
          </p:cNvSpPr>
          <p:nvPr/>
        </p:nvSpPr>
        <p:spPr bwMode="auto">
          <a:xfrm>
            <a:off x="3793562" y="4041055"/>
            <a:ext cx="3320740" cy="401046"/>
          </a:xfrm>
          <a:custGeom>
            <a:avLst/>
            <a:gdLst>
              <a:gd name="T0" fmla="*/ 46 w 3433"/>
              <a:gd name="T1" fmla="*/ 524 h 564"/>
              <a:gd name="T2" fmla="*/ 104 w 3433"/>
              <a:gd name="T3" fmla="*/ 469 h 564"/>
              <a:gd name="T4" fmla="*/ 161 w 3433"/>
              <a:gd name="T5" fmla="*/ 532 h 564"/>
              <a:gd name="T6" fmla="*/ 218 w 3433"/>
              <a:gd name="T7" fmla="*/ 384 h 564"/>
              <a:gd name="T8" fmla="*/ 276 w 3433"/>
              <a:gd name="T9" fmla="*/ 502 h 564"/>
              <a:gd name="T10" fmla="*/ 333 w 3433"/>
              <a:gd name="T11" fmla="*/ 269 h 564"/>
              <a:gd name="T12" fmla="*/ 391 w 3433"/>
              <a:gd name="T13" fmla="*/ 335 h 564"/>
              <a:gd name="T14" fmla="*/ 448 w 3433"/>
              <a:gd name="T15" fmla="*/ 559 h 564"/>
              <a:gd name="T16" fmla="*/ 505 w 3433"/>
              <a:gd name="T17" fmla="*/ 527 h 564"/>
              <a:gd name="T18" fmla="*/ 563 w 3433"/>
              <a:gd name="T19" fmla="*/ 446 h 564"/>
              <a:gd name="T20" fmla="*/ 620 w 3433"/>
              <a:gd name="T21" fmla="*/ 472 h 564"/>
              <a:gd name="T22" fmla="*/ 677 w 3433"/>
              <a:gd name="T23" fmla="*/ 237 h 564"/>
              <a:gd name="T24" fmla="*/ 735 w 3433"/>
              <a:gd name="T25" fmla="*/ 179 h 564"/>
              <a:gd name="T26" fmla="*/ 793 w 3433"/>
              <a:gd name="T27" fmla="*/ 454 h 564"/>
              <a:gd name="T28" fmla="*/ 850 w 3433"/>
              <a:gd name="T29" fmla="*/ 461 h 564"/>
              <a:gd name="T30" fmla="*/ 907 w 3433"/>
              <a:gd name="T31" fmla="*/ 512 h 564"/>
              <a:gd name="T32" fmla="*/ 965 w 3433"/>
              <a:gd name="T33" fmla="*/ 527 h 564"/>
              <a:gd name="T34" fmla="*/ 1022 w 3433"/>
              <a:gd name="T35" fmla="*/ 544 h 564"/>
              <a:gd name="T36" fmla="*/ 1079 w 3433"/>
              <a:gd name="T37" fmla="*/ 459 h 564"/>
              <a:gd name="T38" fmla="*/ 1137 w 3433"/>
              <a:gd name="T39" fmla="*/ 473 h 564"/>
              <a:gd name="T40" fmla="*/ 1194 w 3433"/>
              <a:gd name="T41" fmla="*/ 409 h 564"/>
              <a:gd name="T42" fmla="*/ 1252 w 3433"/>
              <a:gd name="T43" fmla="*/ 454 h 564"/>
              <a:gd name="T44" fmla="*/ 1309 w 3433"/>
              <a:gd name="T45" fmla="*/ 496 h 564"/>
              <a:gd name="T46" fmla="*/ 1367 w 3433"/>
              <a:gd name="T47" fmla="*/ 445 h 564"/>
              <a:gd name="T48" fmla="*/ 1424 w 3433"/>
              <a:gd name="T49" fmla="*/ 491 h 564"/>
              <a:gd name="T50" fmla="*/ 1482 w 3433"/>
              <a:gd name="T51" fmla="*/ 424 h 564"/>
              <a:gd name="T52" fmla="*/ 1539 w 3433"/>
              <a:gd name="T53" fmla="*/ 559 h 564"/>
              <a:gd name="T54" fmla="*/ 1596 w 3433"/>
              <a:gd name="T55" fmla="*/ 227 h 564"/>
              <a:gd name="T56" fmla="*/ 1654 w 3433"/>
              <a:gd name="T57" fmla="*/ 443 h 564"/>
              <a:gd name="T58" fmla="*/ 1711 w 3433"/>
              <a:gd name="T59" fmla="*/ 421 h 564"/>
              <a:gd name="T60" fmla="*/ 1768 w 3433"/>
              <a:gd name="T61" fmla="*/ 361 h 564"/>
              <a:gd name="T62" fmla="*/ 1826 w 3433"/>
              <a:gd name="T63" fmla="*/ 187 h 564"/>
              <a:gd name="T64" fmla="*/ 1883 w 3433"/>
              <a:gd name="T65" fmla="*/ 546 h 564"/>
              <a:gd name="T66" fmla="*/ 1940 w 3433"/>
              <a:gd name="T67" fmla="*/ 362 h 564"/>
              <a:gd name="T68" fmla="*/ 1998 w 3433"/>
              <a:gd name="T69" fmla="*/ 495 h 564"/>
              <a:gd name="T70" fmla="*/ 2056 w 3433"/>
              <a:gd name="T71" fmla="*/ 555 h 564"/>
              <a:gd name="T72" fmla="*/ 2113 w 3433"/>
              <a:gd name="T73" fmla="*/ 402 h 564"/>
              <a:gd name="T74" fmla="*/ 2170 w 3433"/>
              <a:gd name="T75" fmla="*/ 435 h 564"/>
              <a:gd name="T76" fmla="*/ 2228 w 3433"/>
              <a:gd name="T77" fmla="*/ 491 h 564"/>
              <a:gd name="T78" fmla="*/ 2285 w 3433"/>
              <a:gd name="T79" fmla="*/ 452 h 564"/>
              <a:gd name="T80" fmla="*/ 2343 w 3433"/>
              <a:gd name="T81" fmla="*/ 496 h 564"/>
              <a:gd name="T82" fmla="*/ 2400 w 3433"/>
              <a:gd name="T83" fmla="*/ 561 h 564"/>
              <a:gd name="T84" fmla="*/ 2457 w 3433"/>
              <a:gd name="T85" fmla="*/ 555 h 564"/>
              <a:gd name="T86" fmla="*/ 2515 w 3433"/>
              <a:gd name="T87" fmla="*/ 520 h 564"/>
              <a:gd name="T88" fmla="*/ 2572 w 3433"/>
              <a:gd name="T89" fmla="*/ 420 h 564"/>
              <a:gd name="T90" fmla="*/ 2630 w 3433"/>
              <a:gd name="T91" fmla="*/ 496 h 564"/>
              <a:gd name="T92" fmla="*/ 2687 w 3433"/>
              <a:gd name="T93" fmla="*/ 527 h 564"/>
              <a:gd name="T94" fmla="*/ 2745 w 3433"/>
              <a:gd name="T95" fmla="*/ 462 h 564"/>
              <a:gd name="T96" fmla="*/ 2802 w 3433"/>
              <a:gd name="T97" fmla="*/ 451 h 564"/>
              <a:gd name="T98" fmla="*/ 2859 w 3433"/>
              <a:gd name="T99" fmla="*/ 548 h 564"/>
              <a:gd name="T100" fmla="*/ 2917 w 3433"/>
              <a:gd name="T101" fmla="*/ 519 h 564"/>
              <a:gd name="T102" fmla="*/ 2974 w 3433"/>
              <a:gd name="T103" fmla="*/ 499 h 564"/>
              <a:gd name="T104" fmla="*/ 3031 w 3433"/>
              <a:gd name="T105" fmla="*/ 529 h 564"/>
              <a:gd name="T106" fmla="*/ 3089 w 3433"/>
              <a:gd name="T107" fmla="*/ 561 h 564"/>
              <a:gd name="T108" fmla="*/ 3146 w 3433"/>
              <a:gd name="T109" fmla="*/ 255 h 564"/>
              <a:gd name="T110" fmla="*/ 3204 w 3433"/>
              <a:gd name="T111" fmla="*/ 545 h 564"/>
              <a:gd name="T112" fmla="*/ 3261 w 3433"/>
              <a:gd name="T113" fmla="*/ 470 h 564"/>
              <a:gd name="T114" fmla="*/ 3319 w 3433"/>
              <a:gd name="T115" fmla="*/ 558 h 564"/>
              <a:gd name="T116" fmla="*/ 3376 w 3433"/>
              <a:gd name="T117" fmla="*/ 499 h 564"/>
              <a:gd name="T118" fmla="*/ 3433 w 3433"/>
              <a:gd name="T119" fmla="*/ 457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33" h="564">
                <a:moveTo>
                  <a:pt x="0" y="517"/>
                </a:moveTo>
                <a:lnTo>
                  <a:pt x="12" y="524"/>
                </a:lnTo>
                <a:lnTo>
                  <a:pt x="23" y="164"/>
                </a:lnTo>
                <a:lnTo>
                  <a:pt x="35" y="521"/>
                </a:lnTo>
                <a:lnTo>
                  <a:pt x="46" y="524"/>
                </a:lnTo>
                <a:lnTo>
                  <a:pt x="57" y="563"/>
                </a:lnTo>
                <a:lnTo>
                  <a:pt x="69" y="242"/>
                </a:lnTo>
                <a:lnTo>
                  <a:pt x="81" y="459"/>
                </a:lnTo>
                <a:lnTo>
                  <a:pt x="92" y="518"/>
                </a:lnTo>
                <a:lnTo>
                  <a:pt x="104" y="469"/>
                </a:lnTo>
                <a:lnTo>
                  <a:pt x="115" y="467"/>
                </a:lnTo>
                <a:lnTo>
                  <a:pt x="126" y="539"/>
                </a:lnTo>
                <a:lnTo>
                  <a:pt x="138" y="508"/>
                </a:lnTo>
                <a:lnTo>
                  <a:pt x="150" y="519"/>
                </a:lnTo>
                <a:lnTo>
                  <a:pt x="161" y="532"/>
                </a:lnTo>
                <a:lnTo>
                  <a:pt x="172" y="438"/>
                </a:lnTo>
                <a:lnTo>
                  <a:pt x="184" y="457"/>
                </a:lnTo>
                <a:lnTo>
                  <a:pt x="195" y="499"/>
                </a:lnTo>
                <a:lnTo>
                  <a:pt x="207" y="558"/>
                </a:lnTo>
                <a:lnTo>
                  <a:pt x="218" y="384"/>
                </a:lnTo>
                <a:lnTo>
                  <a:pt x="230" y="510"/>
                </a:lnTo>
                <a:lnTo>
                  <a:pt x="241" y="517"/>
                </a:lnTo>
                <a:lnTo>
                  <a:pt x="253" y="539"/>
                </a:lnTo>
                <a:lnTo>
                  <a:pt x="264" y="474"/>
                </a:lnTo>
                <a:lnTo>
                  <a:pt x="276" y="502"/>
                </a:lnTo>
                <a:lnTo>
                  <a:pt x="287" y="403"/>
                </a:lnTo>
                <a:lnTo>
                  <a:pt x="298" y="359"/>
                </a:lnTo>
                <a:lnTo>
                  <a:pt x="310" y="398"/>
                </a:lnTo>
                <a:lnTo>
                  <a:pt x="322" y="535"/>
                </a:lnTo>
                <a:lnTo>
                  <a:pt x="333" y="269"/>
                </a:lnTo>
                <a:lnTo>
                  <a:pt x="345" y="478"/>
                </a:lnTo>
                <a:lnTo>
                  <a:pt x="356" y="441"/>
                </a:lnTo>
                <a:lnTo>
                  <a:pt x="367" y="461"/>
                </a:lnTo>
                <a:lnTo>
                  <a:pt x="379" y="511"/>
                </a:lnTo>
                <a:lnTo>
                  <a:pt x="391" y="335"/>
                </a:lnTo>
                <a:lnTo>
                  <a:pt x="402" y="454"/>
                </a:lnTo>
                <a:lnTo>
                  <a:pt x="414" y="526"/>
                </a:lnTo>
                <a:lnTo>
                  <a:pt x="425" y="230"/>
                </a:lnTo>
                <a:lnTo>
                  <a:pt x="436" y="551"/>
                </a:lnTo>
                <a:lnTo>
                  <a:pt x="448" y="559"/>
                </a:lnTo>
                <a:lnTo>
                  <a:pt x="459" y="441"/>
                </a:lnTo>
                <a:lnTo>
                  <a:pt x="471" y="471"/>
                </a:lnTo>
                <a:lnTo>
                  <a:pt x="483" y="480"/>
                </a:lnTo>
                <a:lnTo>
                  <a:pt x="494" y="249"/>
                </a:lnTo>
                <a:lnTo>
                  <a:pt x="505" y="527"/>
                </a:lnTo>
                <a:lnTo>
                  <a:pt x="517" y="270"/>
                </a:lnTo>
                <a:lnTo>
                  <a:pt x="528" y="561"/>
                </a:lnTo>
                <a:lnTo>
                  <a:pt x="540" y="509"/>
                </a:lnTo>
                <a:lnTo>
                  <a:pt x="551" y="400"/>
                </a:lnTo>
                <a:lnTo>
                  <a:pt x="563" y="446"/>
                </a:lnTo>
                <a:lnTo>
                  <a:pt x="574" y="525"/>
                </a:lnTo>
                <a:lnTo>
                  <a:pt x="586" y="324"/>
                </a:lnTo>
                <a:lnTo>
                  <a:pt x="597" y="406"/>
                </a:lnTo>
                <a:lnTo>
                  <a:pt x="609" y="388"/>
                </a:lnTo>
                <a:lnTo>
                  <a:pt x="620" y="472"/>
                </a:lnTo>
                <a:lnTo>
                  <a:pt x="632" y="332"/>
                </a:lnTo>
                <a:lnTo>
                  <a:pt x="643" y="559"/>
                </a:lnTo>
                <a:lnTo>
                  <a:pt x="655" y="536"/>
                </a:lnTo>
                <a:lnTo>
                  <a:pt x="666" y="410"/>
                </a:lnTo>
                <a:lnTo>
                  <a:pt x="677" y="237"/>
                </a:lnTo>
                <a:lnTo>
                  <a:pt x="689" y="483"/>
                </a:lnTo>
                <a:lnTo>
                  <a:pt x="701" y="561"/>
                </a:lnTo>
                <a:lnTo>
                  <a:pt x="712" y="513"/>
                </a:lnTo>
                <a:lnTo>
                  <a:pt x="724" y="503"/>
                </a:lnTo>
                <a:lnTo>
                  <a:pt x="735" y="179"/>
                </a:lnTo>
                <a:lnTo>
                  <a:pt x="746" y="273"/>
                </a:lnTo>
                <a:lnTo>
                  <a:pt x="758" y="530"/>
                </a:lnTo>
                <a:lnTo>
                  <a:pt x="769" y="388"/>
                </a:lnTo>
                <a:lnTo>
                  <a:pt x="781" y="309"/>
                </a:lnTo>
                <a:lnTo>
                  <a:pt x="793" y="454"/>
                </a:lnTo>
                <a:lnTo>
                  <a:pt x="804" y="321"/>
                </a:lnTo>
                <a:lnTo>
                  <a:pt x="815" y="546"/>
                </a:lnTo>
                <a:lnTo>
                  <a:pt x="827" y="556"/>
                </a:lnTo>
                <a:lnTo>
                  <a:pt x="838" y="534"/>
                </a:lnTo>
                <a:lnTo>
                  <a:pt x="850" y="461"/>
                </a:lnTo>
                <a:lnTo>
                  <a:pt x="862" y="521"/>
                </a:lnTo>
                <a:lnTo>
                  <a:pt x="873" y="561"/>
                </a:lnTo>
                <a:lnTo>
                  <a:pt x="884" y="517"/>
                </a:lnTo>
                <a:lnTo>
                  <a:pt x="896" y="432"/>
                </a:lnTo>
                <a:lnTo>
                  <a:pt x="907" y="512"/>
                </a:lnTo>
                <a:lnTo>
                  <a:pt x="919" y="526"/>
                </a:lnTo>
                <a:lnTo>
                  <a:pt x="930" y="466"/>
                </a:lnTo>
                <a:lnTo>
                  <a:pt x="942" y="385"/>
                </a:lnTo>
                <a:lnTo>
                  <a:pt x="953" y="546"/>
                </a:lnTo>
                <a:lnTo>
                  <a:pt x="965" y="527"/>
                </a:lnTo>
                <a:lnTo>
                  <a:pt x="976" y="459"/>
                </a:lnTo>
                <a:lnTo>
                  <a:pt x="988" y="485"/>
                </a:lnTo>
                <a:lnTo>
                  <a:pt x="999" y="466"/>
                </a:lnTo>
                <a:lnTo>
                  <a:pt x="1011" y="427"/>
                </a:lnTo>
                <a:lnTo>
                  <a:pt x="1022" y="544"/>
                </a:lnTo>
                <a:lnTo>
                  <a:pt x="1034" y="558"/>
                </a:lnTo>
                <a:lnTo>
                  <a:pt x="1045" y="506"/>
                </a:lnTo>
                <a:lnTo>
                  <a:pt x="1056" y="478"/>
                </a:lnTo>
                <a:lnTo>
                  <a:pt x="1068" y="404"/>
                </a:lnTo>
                <a:lnTo>
                  <a:pt x="1079" y="459"/>
                </a:lnTo>
                <a:lnTo>
                  <a:pt x="1091" y="554"/>
                </a:lnTo>
                <a:lnTo>
                  <a:pt x="1103" y="217"/>
                </a:lnTo>
                <a:lnTo>
                  <a:pt x="1114" y="548"/>
                </a:lnTo>
                <a:lnTo>
                  <a:pt x="1125" y="529"/>
                </a:lnTo>
                <a:lnTo>
                  <a:pt x="1137" y="473"/>
                </a:lnTo>
                <a:lnTo>
                  <a:pt x="1148" y="446"/>
                </a:lnTo>
                <a:lnTo>
                  <a:pt x="1160" y="446"/>
                </a:lnTo>
                <a:lnTo>
                  <a:pt x="1172" y="546"/>
                </a:lnTo>
                <a:lnTo>
                  <a:pt x="1183" y="143"/>
                </a:lnTo>
                <a:lnTo>
                  <a:pt x="1194" y="409"/>
                </a:lnTo>
                <a:lnTo>
                  <a:pt x="1206" y="420"/>
                </a:lnTo>
                <a:lnTo>
                  <a:pt x="1217" y="479"/>
                </a:lnTo>
                <a:lnTo>
                  <a:pt x="1229" y="508"/>
                </a:lnTo>
                <a:lnTo>
                  <a:pt x="1240" y="296"/>
                </a:lnTo>
                <a:lnTo>
                  <a:pt x="1252" y="454"/>
                </a:lnTo>
                <a:lnTo>
                  <a:pt x="1263" y="463"/>
                </a:lnTo>
                <a:lnTo>
                  <a:pt x="1275" y="403"/>
                </a:lnTo>
                <a:lnTo>
                  <a:pt x="1286" y="517"/>
                </a:lnTo>
                <a:lnTo>
                  <a:pt x="1298" y="527"/>
                </a:lnTo>
                <a:lnTo>
                  <a:pt x="1309" y="496"/>
                </a:lnTo>
                <a:lnTo>
                  <a:pt x="1320" y="344"/>
                </a:lnTo>
                <a:lnTo>
                  <a:pt x="1332" y="470"/>
                </a:lnTo>
                <a:lnTo>
                  <a:pt x="1344" y="434"/>
                </a:lnTo>
                <a:lnTo>
                  <a:pt x="1355" y="483"/>
                </a:lnTo>
                <a:lnTo>
                  <a:pt x="1367" y="445"/>
                </a:lnTo>
                <a:lnTo>
                  <a:pt x="1378" y="527"/>
                </a:lnTo>
                <a:lnTo>
                  <a:pt x="1389" y="557"/>
                </a:lnTo>
                <a:lnTo>
                  <a:pt x="1401" y="347"/>
                </a:lnTo>
                <a:lnTo>
                  <a:pt x="1413" y="528"/>
                </a:lnTo>
                <a:lnTo>
                  <a:pt x="1424" y="491"/>
                </a:lnTo>
                <a:lnTo>
                  <a:pt x="1435" y="517"/>
                </a:lnTo>
                <a:lnTo>
                  <a:pt x="1447" y="446"/>
                </a:lnTo>
                <a:lnTo>
                  <a:pt x="1458" y="518"/>
                </a:lnTo>
                <a:lnTo>
                  <a:pt x="1470" y="478"/>
                </a:lnTo>
                <a:lnTo>
                  <a:pt x="1482" y="424"/>
                </a:lnTo>
                <a:lnTo>
                  <a:pt x="1493" y="369"/>
                </a:lnTo>
                <a:lnTo>
                  <a:pt x="1504" y="455"/>
                </a:lnTo>
                <a:lnTo>
                  <a:pt x="1516" y="511"/>
                </a:lnTo>
                <a:lnTo>
                  <a:pt x="1527" y="227"/>
                </a:lnTo>
                <a:lnTo>
                  <a:pt x="1539" y="559"/>
                </a:lnTo>
                <a:lnTo>
                  <a:pt x="1550" y="527"/>
                </a:lnTo>
                <a:lnTo>
                  <a:pt x="1562" y="506"/>
                </a:lnTo>
                <a:lnTo>
                  <a:pt x="1573" y="554"/>
                </a:lnTo>
                <a:lnTo>
                  <a:pt x="1585" y="436"/>
                </a:lnTo>
                <a:lnTo>
                  <a:pt x="1596" y="227"/>
                </a:lnTo>
                <a:lnTo>
                  <a:pt x="1608" y="490"/>
                </a:lnTo>
                <a:lnTo>
                  <a:pt x="1619" y="470"/>
                </a:lnTo>
                <a:lnTo>
                  <a:pt x="1630" y="542"/>
                </a:lnTo>
                <a:lnTo>
                  <a:pt x="1642" y="554"/>
                </a:lnTo>
                <a:lnTo>
                  <a:pt x="1654" y="443"/>
                </a:lnTo>
                <a:lnTo>
                  <a:pt x="1665" y="527"/>
                </a:lnTo>
                <a:lnTo>
                  <a:pt x="1677" y="508"/>
                </a:lnTo>
                <a:lnTo>
                  <a:pt x="1688" y="485"/>
                </a:lnTo>
                <a:lnTo>
                  <a:pt x="1699" y="298"/>
                </a:lnTo>
                <a:lnTo>
                  <a:pt x="1711" y="421"/>
                </a:lnTo>
                <a:lnTo>
                  <a:pt x="1723" y="451"/>
                </a:lnTo>
                <a:lnTo>
                  <a:pt x="1734" y="521"/>
                </a:lnTo>
                <a:lnTo>
                  <a:pt x="1746" y="521"/>
                </a:lnTo>
                <a:lnTo>
                  <a:pt x="1757" y="525"/>
                </a:lnTo>
                <a:lnTo>
                  <a:pt x="1768" y="361"/>
                </a:lnTo>
                <a:lnTo>
                  <a:pt x="1780" y="473"/>
                </a:lnTo>
                <a:lnTo>
                  <a:pt x="1791" y="490"/>
                </a:lnTo>
                <a:lnTo>
                  <a:pt x="1803" y="562"/>
                </a:lnTo>
                <a:lnTo>
                  <a:pt x="1814" y="351"/>
                </a:lnTo>
                <a:lnTo>
                  <a:pt x="1826" y="187"/>
                </a:lnTo>
                <a:lnTo>
                  <a:pt x="1837" y="532"/>
                </a:lnTo>
                <a:lnTo>
                  <a:pt x="1849" y="559"/>
                </a:lnTo>
                <a:lnTo>
                  <a:pt x="1860" y="541"/>
                </a:lnTo>
                <a:lnTo>
                  <a:pt x="1872" y="560"/>
                </a:lnTo>
                <a:lnTo>
                  <a:pt x="1883" y="546"/>
                </a:lnTo>
                <a:lnTo>
                  <a:pt x="1895" y="436"/>
                </a:lnTo>
                <a:lnTo>
                  <a:pt x="1906" y="558"/>
                </a:lnTo>
                <a:lnTo>
                  <a:pt x="1918" y="469"/>
                </a:lnTo>
                <a:lnTo>
                  <a:pt x="1929" y="405"/>
                </a:lnTo>
                <a:lnTo>
                  <a:pt x="1940" y="362"/>
                </a:lnTo>
                <a:lnTo>
                  <a:pt x="1952" y="463"/>
                </a:lnTo>
                <a:lnTo>
                  <a:pt x="1964" y="269"/>
                </a:lnTo>
                <a:lnTo>
                  <a:pt x="1975" y="373"/>
                </a:lnTo>
                <a:lnTo>
                  <a:pt x="1987" y="427"/>
                </a:lnTo>
                <a:lnTo>
                  <a:pt x="1998" y="495"/>
                </a:lnTo>
                <a:lnTo>
                  <a:pt x="2009" y="436"/>
                </a:lnTo>
                <a:lnTo>
                  <a:pt x="2021" y="503"/>
                </a:lnTo>
                <a:lnTo>
                  <a:pt x="2033" y="293"/>
                </a:lnTo>
                <a:lnTo>
                  <a:pt x="2044" y="352"/>
                </a:lnTo>
                <a:lnTo>
                  <a:pt x="2056" y="555"/>
                </a:lnTo>
                <a:lnTo>
                  <a:pt x="2067" y="455"/>
                </a:lnTo>
                <a:lnTo>
                  <a:pt x="2078" y="467"/>
                </a:lnTo>
                <a:lnTo>
                  <a:pt x="2090" y="448"/>
                </a:lnTo>
                <a:lnTo>
                  <a:pt x="2101" y="434"/>
                </a:lnTo>
                <a:lnTo>
                  <a:pt x="2113" y="402"/>
                </a:lnTo>
                <a:lnTo>
                  <a:pt x="2125" y="269"/>
                </a:lnTo>
                <a:lnTo>
                  <a:pt x="2136" y="550"/>
                </a:lnTo>
                <a:lnTo>
                  <a:pt x="2147" y="448"/>
                </a:lnTo>
                <a:lnTo>
                  <a:pt x="2159" y="560"/>
                </a:lnTo>
                <a:lnTo>
                  <a:pt x="2170" y="435"/>
                </a:lnTo>
                <a:lnTo>
                  <a:pt x="2182" y="425"/>
                </a:lnTo>
                <a:lnTo>
                  <a:pt x="2193" y="523"/>
                </a:lnTo>
                <a:lnTo>
                  <a:pt x="2205" y="393"/>
                </a:lnTo>
                <a:lnTo>
                  <a:pt x="2216" y="360"/>
                </a:lnTo>
                <a:lnTo>
                  <a:pt x="2228" y="491"/>
                </a:lnTo>
                <a:lnTo>
                  <a:pt x="2239" y="559"/>
                </a:lnTo>
                <a:lnTo>
                  <a:pt x="2251" y="405"/>
                </a:lnTo>
                <a:lnTo>
                  <a:pt x="2262" y="496"/>
                </a:lnTo>
                <a:lnTo>
                  <a:pt x="2274" y="342"/>
                </a:lnTo>
                <a:lnTo>
                  <a:pt x="2285" y="452"/>
                </a:lnTo>
                <a:lnTo>
                  <a:pt x="2297" y="528"/>
                </a:lnTo>
                <a:lnTo>
                  <a:pt x="2308" y="520"/>
                </a:lnTo>
                <a:lnTo>
                  <a:pt x="2319" y="452"/>
                </a:lnTo>
                <a:lnTo>
                  <a:pt x="2331" y="399"/>
                </a:lnTo>
                <a:lnTo>
                  <a:pt x="2343" y="496"/>
                </a:lnTo>
                <a:lnTo>
                  <a:pt x="2354" y="433"/>
                </a:lnTo>
                <a:lnTo>
                  <a:pt x="2366" y="498"/>
                </a:lnTo>
                <a:lnTo>
                  <a:pt x="2377" y="401"/>
                </a:lnTo>
                <a:lnTo>
                  <a:pt x="2388" y="425"/>
                </a:lnTo>
                <a:lnTo>
                  <a:pt x="2400" y="561"/>
                </a:lnTo>
                <a:lnTo>
                  <a:pt x="2411" y="562"/>
                </a:lnTo>
                <a:lnTo>
                  <a:pt x="2423" y="526"/>
                </a:lnTo>
                <a:lnTo>
                  <a:pt x="2435" y="362"/>
                </a:lnTo>
                <a:lnTo>
                  <a:pt x="2446" y="531"/>
                </a:lnTo>
                <a:lnTo>
                  <a:pt x="2457" y="555"/>
                </a:lnTo>
                <a:lnTo>
                  <a:pt x="2469" y="546"/>
                </a:lnTo>
                <a:lnTo>
                  <a:pt x="2480" y="558"/>
                </a:lnTo>
                <a:lnTo>
                  <a:pt x="2492" y="557"/>
                </a:lnTo>
                <a:lnTo>
                  <a:pt x="2504" y="231"/>
                </a:lnTo>
                <a:lnTo>
                  <a:pt x="2515" y="520"/>
                </a:lnTo>
                <a:lnTo>
                  <a:pt x="2526" y="551"/>
                </a:lnTo>
                <a:lnTo>
                  <a:pt x="2538" y="488"/>
                </a:lnTo>
                <a:lnTo>
                  <a:pt x="2549" y="411"/>
                </a:lnTo>
                <a:lnTo>
                  <a:pt x="2561" y="250"/>
                </a:lnTo>
                <a:lnTo>
                  <a:pt x="2572" y="420"/>
                </a:lnTo>
                <a:lnTo>
                  <a:pt x="2584" y="414"/>
                </a:lnTo>
                <a:lnTo>
                  <a:pt x="2595" y="546"/>
                </a:lnTo>
                <a:lnTo>
                  <a:pt x="2607" y="491"/>
                </a:lnTo>
                <a:lnTo>
                  <a:pt x="2618" y="530"/>
                </a:lnTo>
                <a:lnTo>
                  <a:pt x="2630" y="496"/>
                </a:lnTo>
                <a:lnTo>
                  <a:pt x="2641" y="495"/>
                </a:lnTo>
                <a:lnTo>
                  <a:pt x="2652" y="443"/>
                </a:lnTo>
                <a:lnTo>
                  <a:pt x="2664" y="396"/>
                </a:lnTo>
                <a:lnTo>
                  <a:pt x="2676" y="489"/>
                </a:lnTo>
                <a:lnTo>
                  <a:pt x="2687" y="527"/>
                </a:lnTo>
                <a:lnTo>
                  <a:pt x="2698" y="367"/>
                </a:lnTo>
                <a:lnTo>
                  <a:pt x="2710" y="0"/>
                </a:lnTo>
                <a:lnTo>
                  <a:pt x="2721" y="549"/>
                </a:lnTo>
                <a:lnTo>
                  <a:pt x="2733" y="324"/>
                </a:lnTo>
                <a:lnTo>
                  <a:pt x="2745" y="462"/>
                </a:lnTo>
                <a:lnTo>
                  <a:pt x="2756" y="560"/>
                </a:lnTo>
                <a:lnTo>
                  <a:pt x="2767" y="558"/>
                </a:lnTo>
                <a:lnTo>
                  <a:pt x="2779" y="390"/>
                </a:lnTo>
                <a:lnTo>
                  <a:pt x="2790" y="332"/>
                </a:lnTo>
                <a:lnTo>
                  <a:pt x="2802" y="451"/>
                </a:lnTo>
                <a:lnTo>
                  <a:pt x="2814" y="501"/>
                </a:lnTo>
                <a:lnTo>
                  <a:pt x="2825" y="531"/>
                </a:lnTo>
                <a:lnTo>
                  <a:pt x="2836" y="467"/>
                </a:lnTo>
                <a:lnTo>
                  <a:pt x="2848" y="533"/>
                </a:lnTo>
                <a:lnTo>
                  <a:pt x="2859" y="548"/>
                </a:lnTo>
                <a:lnTo>
                  <a:pt x="2871" y="274"/>
                </a:lnTo>
                <a:lnTo>
                  <a:pt x="2882" y="529"/>
                </a:lnTo>
                <a:lnTo>
                  <a:pt x="2894" y="418"/>
                </a:lnTo>
                <a:lnTo>
                  <a:pt x="2905" y="509"/>
                </a:lnTo>
                <a:lnTo>
                  <a:pt x="2917" y="519"/>
                </a:lnTo>
                <a:lnTo>
                  <a:pt x="2928" y="556"/>
                </a:lnTo>
                <a:lnTo>
                  <a:pt x="2940" y="422"/>
                </a:lnTo>
                <a:lnTo>
                  <a:pt x="2951" y="487"/>
                </a:lnTo>
                <a:lnTo>
                  <a:pt x="2962" y="512"/>
                </a:lnTo>
                <a:lnTo>
                  <a:pt x="2974" y="499"/>
                </a:lnTo>
                <a:lnTo>
                  <a:pt x="2986" y="548"/>
                </a:lnTo>
                <a:lnTo>
                  <a:pt x="2997" y="233"/>
                </a:lnTo>
                <a:lnTo>
                  <a:pt x="3009" y="520"/>
                </a:lnTo>
                <a:lnTo>
                  <a:pt x="3020" y="541"/>
                </a:lnTo>
                <a:lnTo>
                  <a:pt x="3031" y="529"/>
                </a:lnTo>
                <a:lnTo>
                  <a:pt x="3043" y="442"/>
                </a:lnTo>
                <a:lnTo>
                  <a:pt x="3055" y="547"/>
                </a:lnTo>
                <a:lnTo>
                  <a:pt x="3066" y="450"/>
                </a:lnTo>
                <a:lnTo>
                  <a:pt x="3077" y="525"/>
                </a:lnTo>
                <a:lnTo>
                  <a:pt x="3089" y="561"/>
                </a:lnTo>
                <a:lnTo>
                  <a:pt x="3100" y="560"/>
                </a:lnTo>
                <a:lnTo>
                  <a:pt x="3112" y="502"/>
                </a:lnTo>
                <a:lnTo>
                  <a:pt x="3124" y="475"/>
                </a:lnTo>
                <a:lnTo>
                  <a:pt x="3135" y="124"/>
                </a:lnTo>
                <a:lnTo>
                  <a:pt x="3146" y="255"/>
                </a:lnTo>
                <a:lnTo>
                  <a:pt x="3158" y="432"/>
                </a:lnTo>
                <a:lnTo>
                  <a:pt x="3169" y="163"/>
                </a:lnTo>
                <a:lnTo>
                  <a:pt x="3181" y="454"/>
                </a:lnTo>
                <a:lnTo>
                  <a:pt x="3192" y="508"/>
                </a:lnTo>
                <a:lnTo>
                  <a:pt x="3204" y="545"/>
                </a:lnTo>
                <a:lnTo>
                  <a:pt x="3215" y="555"/>
                </a:lnTo>
                <a:lnTo>
                  <a:pt x="3227" y="529"/>
                </a:lnTo>
                <a:lnTo>
                  <a:pt x="3238" y="535"/>
                </a:lnTo>
                <a:lnTo>
                  <a:pt x="3250" y="453"/>
                </a:lnTo>
                <a:lnTo>
                  <a:pt x="3261" y="470"/>
                </a:lnTo>
                <a:lnTo>
                  <a:pt x="3272" y="499"/>
                </a:lnTo>
                <a:lnTo>
                  <a:pt x="3284" y="465"/>
                </a:lnTo>
                <a:lnTo>
                  <a:pt x="3296" y="483"/>
                </a:lnTo>
                <a:lnTo>
                  <a:pt x="3307" y="529"/>
                </a:lnTo>
                <a:lnTo>
                  <a:pt x="3319" y="558"/>
                </a:lnTo>
                <a:lnTo>
                  <a:pt x="3330" y="564"/>
                </a:lnTo>
                <a:lnTo>
                  <a:pt x="3341" y="502"/>
                </a:lnTo>
                <a:lnTo>
                  <a:pt x="3353" y="396"/>
                </a:lnTo>
                <a:lnTo>
                  <a:pt x="3365" y="498"/>
                </a:lnTo>
                <a:lnTo>
                  <a:pt x="3376" y="499"/>
                </a:lnTo>
                <a:lnTo>
                  <a:pt x="3388" y="556"/>
                </a:lnTo>
                <a:lnTo>
                  <a:pt x="3399" y="222"/>
                </a:lnTo>
                <a:lnTo>
                  <a:pt x="3410" y="423"/>
                </a:lnTo>
                <a:lnTo>
                  <a:pt x="3422" y="562"/>
                </a:lnTo>
                <a:lnTo>
                  <a:pt x="3433" y="457"/>
                </a:lnTo>
              </a:path>
            </a:pathLst>
          </a:custGeom>
          <a:noFill/>
          <a:ln w="12700" cap="flat">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cxnSp>
        <p:nvCxnSpPr>
          <p:cNvPr id="465" name="직선 연결선 464">
            <a:extLst>
              <a:ext uri="{FF2B5EF4-FFF2-40B4-BE49-F238E27FC236}">
                <a16:creationId xmlns:a16="http://schemas.microsoft.com/office/drawing/2014/main" id="{76DC7407-1B1F-4A65-A96F-DD046123EF4C}"/>
              </a:ext>
            </a:extLst>
          </p:cNvPr>
          <p:cNvCxnSpPr>
            <a:cxnSpLocks/>
          </p:cNvCxnSpPr>
          <p:nvPr/>
        </p:nvCxnSpPr>
        <p:spPr>
          <a:xfrm>
            <a:off x="1718808" y="231621"/>
            <a:ext cx="0" cy="235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6" name="직선 연결선 465">
            <a:extLst>
              <a:ext uri="{FF2B5EF4-FFF2-40B4-BE49-F238E27FC236}">
                <a16:creationId xmlns:a16="http://schemas.microsoft.com/office/drawing/2014/main" id="{0514BD6D-A532-4A21-8714-C26E616ABBA2}"/>
              </a:ext>
            </a:extLst>
          </p:cNvPr>
          <p:cNvCxnSpPr>
            <a:cxnSpLocks/>
          </p:cNvCxnSpPr>
          <p:nvPr/>
        </p:nvCxnSpPr>
        <p:spPr>
          <a:xfrm>
            <a:off x="1922682" y="261391"/>
            <a:ext cx="0" cy="235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7" name="직선 화살표 연결선 466">
            <a:extLst>
              <a:ext uri="{FF2B5EF4-FFF2-40B4-BE49-F238E27FC236}">
                <a16:creationId xmlns:a16="http://schemas.microsoft.com/office/drawing/2014/main" id="{F2872BC5-092F-4576-9D1C-464ED9B71E8E}"/>
              </a:ext>
            </a:extLst>
          </p:cNvPr>
          <p:cNvCxnSpPr>
            <a:cxnSpLocks/>
          </p:cNvCxnSpPr>
          <p:nvPr/>
        </p:nvCxnSpPr>
        <p:spPr>
          <a:xfrm>
            <a:off x="1540764" y="266884"/>
            <a:ext cx="178044" cy="308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직선 화살표 연결선 467">
            <a:extLst>
              <a:ext uri="{FF2B5EF4-FFF2-40B4-BE49-F238E27FC236}">
                <a16:creationId xmlns:a16="http://schemas.microsoft.com/office/drawing/2014/main" id="{2B54D316-09B4-4C4E-A8C1-06F9D424E566}"/>
              </a:ext>
            </a:extLst>
          </p:cNvPr>
          <p:cNvCxnSpPr>
            <a:cxnSpLocks/>
          </p:cNvCxnSpPr>
          <p:nvPr/>
        </p:nvCxnSpPr>
        <p:spPr>
          <a:xfrm flipH="1" flipV="1">
            <a:off x="1919843" y="328998"/>
            <a:ext cx="178044" cy="308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69" name="TextBox 468">
                <a:extLst>
                  <a:ext uri="{FF2B5EF4-FFF2-40B4-BE49-F238E27FC236}">
                    <a16:creationId xmlns:a16="http://schemas.microsoft.com/office/drawing/2014/main" id="{59F302CE-9236-4082-AB0F-D9C31D0D48DA}"/>
                  </a:ext>
                </a:extLst>
              </p:cNvPr>
              <p:cNvSpPr txBox="1"/>
              <p:nvPr/>
            </p:nvSpPr>
            <p:spPr>
              <a:xfrm>
                <a:off x="1637597" y="85700"/>
                <a:ext cx="40198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400" b="0" i="1" smtClean="0">
                          <a:latin typeface="Cambria Math" panose="02040503050406030204" pitchFamily="18" charset="0"/>
                          <a:cs typeface="Times New Roman" panose="02020603050405020304" pitchFamily="18" charset="0"/>
                        </a:rPr>
                        <m:t>𝑑</m:t>
                      </m:r>
                    </m:oMath>
                  </m:oMathPara>
                </a14:m>
                <a:endParaRPr lang="ko-KR" altLang="en-US" sz="1400" dirty="0"/>
              </a:p>
            </p:txBody>
          </p:sp>
        </mc:Choice>
        <mc:Fallback>
          <p:sp>
            <p:nvSpPr>
              <p:cNvPr id="469" name="TextBox 468">
                <a:extLst>
                  <a:ext uri="{FF2B5EF4-FFF2-40B4-BE49-F238E27FC236}">
                    <a16:creationId xmlns:a16="http://schemas.microsoft.com/office/drawing/2014/main" id="{59F302CE-9236-4082-AB0F-D9C31D0D48DA}"/>
                  </a:ext>
                </a:extLst>
              </p:cNvPr>
              <p:cNvSpPr txBox="1">
                <a:spLocks noRot="1" noChangeAspect="1" noMove="1" noResize="1" noEditPoints="1" noAdjustHandles="1" noChangeArrowheads="1" noChangeShapeType="1" noTextEdit="1"/>
              </p:cNvSpPr>
              <p:nvPr/>
            </p:nvSpPr>
            <p:spPr>
              <a:xfrm>
                <a:off x="1637597" y="85700"/>
                <a:ext cx="401982" cy="307777"/>
              </a:xfrm>
              <a:prstGeom prst="rect">
                <a:avLst/>
              </a:prstGeom>
              <a:blipFill>
                <a:blip r:embed="rId23"/>
                <a:stretch>
                  <a:fillRect/>
                </a:stretch>
              </a:blipFill>
            </p:spPr>
            <p:txBody>
              <a:bodyPr/>
              <a:lstStyle/>
              <a:p>
                <a:r>
                  <a:rPr lang="ko-KR" altLang="en-US">
                    <a:noFill/>
                  </a:rPr>
                  <a:t> </a:t>
                </a:r>
              </a:p>
            </p:txBody>
          </p:sp>
        </mc:Fallback>
      </mc:AlternateContent>
      <p:grpSp>
        <p:nvGrpSpPr>
          <p:cNvPr id="470" name="그룹 469">
            <a:extLst>
              <a:ext uri="{FF2B5EF4-FFF2-40B4-BE49-F238E27FC236}">
                <a16:creationId xmlns:a16="http://schemas.microsoft.com/office/drawing/2014/main" id="{DD10F4A5-8241-4A89-A1D1-2FE114DCA6D0}"/>
              </a:ext>
            </a:extLst>
          </p:cNvPr>
          <p:cNvGrpSpPr/>
          <p:nvPr/>
        </p:nvGrpSpPr>
        <p:grpSpPr>
          <a:xfrm>
            <a:off x="1675322" y="3352644"/>
            <a:ext cx="312584" cy="141413"/>
            <a:chOff x="1844251" y="1200818"/>
            <a:chExt cx="312584" cy="141413"/>
          </a:xfrm>
        </p:grpSpPr>
        <p:sp>
          <p:nvSpPr>
            <p:cNvPr id="494" name="타원 493">
              <a:extLst>
                <a:ext uri="{FF2B5EF4-FFF2-40B4-BE49-F238E27FC236}">
                  <a16:creationId xmlns:a16="http://schemas.microsoft.com/office/drawing/2014/main" id="{CB6343C2-2017-4E51-B557-2308433F1345}"/>
                </a:ext>
              </a:extLst>
            </p:cNvPr>
            <p:cNvSpPr/>
            <p:nvPr/>
          </p:nvSpPr>
          <p:spPr>
            <a:xfrm>
              <a:off x="1844251" y="1200818"/>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495" name="타원 494">
              <a:extLst>
                <a:ext uri="{FF2B5EF4-FFF2-40B4-BE49-F238E27FC236}">
                  <a16:creationId xmlns:a16="http://schemas.microsoft.com/office/drawing/2014/main" id="{10B2DCCB-1A61-49CC-8357-781499AC4359}"/>
                </a:ext>
              </a:extLst>
            </p:cNvPr>
            <p:cNvSpPr/>
            <p:nvPr/>
          </p:nvSpPr>
          <p:spPr>
            <a:xfrm>
              <a:off x="2051810" y="1237206"/>
              <a:ext cx="105025" cy="105025"/>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grpSp>
      <p:cxnSp>
        <p:nvCxnSpPr>
          <p:cNvPr id="471" name="직선 연결선 470">
            <a:extLst>
              <a:ext uri="{FF2B5EF4-FFF2-40B4-BE49-F238E27FC236}">
                <a16:creationId xmlns:a16="http://schemas.microsoft.com/office/drawing/2014/main" id="{65868DC4-BE49-47FC-924B-500A3BF8B67D}"/>
              </a:ext>
            </a:extLst>
          </p:cNvPr>
          <p:cNvCxnSpPr>
            <a:cxnSpLocks/>
          </p:cNvCxnSpPr>
          <p:nvPr/>
        </p:nvCxnSpPr>
        <p:spPr>
          <a:xfrm>
            <a:off x="1734358" y="3123811"/>
            <a:ext cx="0" cy="235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2" name="직선 연결선 471">
            <a:extLst>
              <a:ext uri="{FF2B5EF4-FFF2-40B4-BE49-F238E27FC236}">
                <a16:creationId xmlns:a16="http://schemas.microsoft.com/office/drawing/2014/main" id="{9C0AAE50-1C43-42F3-9A3F-A0E4AADD693C}"/>
              </a:ext>
            </a:extLst>
          </p:cNvPr>
          <p:cNvCxnSpPr>
            <a:cxnSpLocks/>
          </p:cNvCxnSpPr>
          <p:nvPr/>
        </p:nvCxnSpPr>
        <p:spPr>
          <a:xfrm>
            <a:off x="1938232" y="3153581"/>
            <a:ext cx="0" cy="235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3" name="직선 화살표 연결선 472">
            <a:extLst>
              <a:ext uri="{FF2B5EF4-FFF2-40B4-BE49-F238E27FC236}">
                <a16:creationId xmlns:a16="http://schemas.microsoft.com/office/drawing/2014/main" id="{D57770C9-3B7A-4A6D-B454-0E0D9829DE73}"/>
              </a:ext>
            </a:extLst>
          </p:cNvPr>
          <p:cNvCxnSpPr>
            <a:cxnSpLocks/>
          </p:cNvCxnSpPr>
          <p:nvPr/>
        </p:nvCxnSpPr>
        <p:spPr>
          <a:xfrm>
            <a:off x="1556314" y="3159074"/>
            <a:ext cx="178044" cy="308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4" name="직선 화살표 연결선 473">
            <a:extLst>
              <a:ext uri="{FF2B5EF4-FFF2-40B4-BE49-F238E27FC236}">
                <a16:creationId xmlns:a16="http://schemas.microsoft.com/office/drawing/2014/main" id="{A362F01A-6334-4513-97C8-F00B2062D91C}"/>
              </a:ext>
            </a:extLst>
          </p:cNvPr>
          <p:cNvCxnSpPr>
            <a:cxnSpLocks/>
          </p:cNvCxnSpPr>
          <p:nvPr/>
        </p:nvCxnSpPr>
        <p:spPr>
          <a:xfrm flipH="1" flipV="1">
            <a:off x="1935393" y="3221188"/>
            <a:ext cx="178044" cy="308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75" name="TextBox 474">
                <a:extLst>
                  <a:ext uri="{FF2B5EF4-FFF2-40B4-BE49-F238E27FC236}">
                    <a16:creationId xmlns:a16="http://schemas.microsoft.com/office/drawing/2014/main" id="{E779D543-E62B-4EA2-89E5-BA81A6252A93}"/>
                  </a:ext>
                </a:extLst>
              </p:cNvPr>
              <p:cNvSpPr txBox="1"/>
              <p:nvPr/>
            </p:nvSpPr>
            <p:spPr>
              <a:xfrm>
                <a:off x="1653147" y="2962650"/>
                <a:ext cx="40198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400" b="0" i="1" smtClean="0">
                          <a:latin typeface="Cambria Math" panose="02040503050406030204" pitchFamily="18" charset="0"/>
                          <a:cs typeface="Times New Roman" panose="02020603050405020304" pitchFamily="18" charset="0"/>
                        </a:rPr>
                        <m:t>𝑑</m:t>
                      </m:r>
                    </m:oMath>
                  </m:oMathPara>
                </a14:m>
                <a:endParaRPr lang="ko-KR" altLang="en-US" sz="1400" dirty="0"/>
              </a:p>
            </p:txBody>
          </p:sp>
        </mc:Choice>
        <mc:Fallback>
          <p:sp>
            <p:nvSpPr>
              <p:cNvPr id="475" name="TextBox 474">
                <a:extLst>
                  <a:ext uri="{FF2B5EF4-FFF2-40B4-BE49-F238E27FC236}">
                    <a16:creationId xmlns:a16="http://schemas.microsoft.com/office/drawing/2014/main" id="{E779D543-E62B-4EA2-89E5-BA81A6252A93}"/>
                  </a:ext>
                </a:extLst>
              </p:cNvPr>
              <p:cNvSpPr txBox="1">
                <a:spLocks noRot="1" noChangeAspect="1" noMove="1" noResize="1" noEditPoints="1" noAdjustHandles="1" noChangeArrowheads="1" noChangeShapeType="1" noTextEdit="1"/>
              </p:cNvSpPr>
              <p:nvPr/>
            </p:nvSpPr>
            <p:spPr>
              <a:xfrm>
                <a:off x="1653147" y="2962650"/>
                <a:ext cx="401982" cy="307777"/>
              </a:xfrm>
              <a:prstGeom prst="rect">
                <a:avLst/>
              </a:prstGeom>
              <a:blipFill>
                <a:blip r:embed="rId24"/>
                <a:stretch>
                  <a:fillRect/>
                </a:stretch>
              </a:blipFill>
            </p:spPr>
            <p:txBody>
              <a:bodyPr/>
              <a:lstStyle/>
              <a:p>
                <a:r>
                  <a:rPr lang="ko-KR" altLang="en-US">
                    <a:noFill/>
                  </a:rPr>
                  <a:t> </a:t>
                </a:r>
              </a:p>
            </p:txBody>
          </p:sp>
        </mc:Fallback>
      </mc:AlternateContent>
      <p:sp>
        <p:nvSpPr>
          <p:cNvPr id="476" name="직사각형 475">
            <a:extLst>
              <a:ext uri="{FF2B5EF4-FFF2-40B4-BE49-F238E27FC236}">
                <a16:creationId xmlns:a16="http://schemas.microsoft.com/office/drawing/2014/main" id="{CF5A700F-40DE-43EE-9737-9293A6FCABD6}"/>
              </a:ext>
            </a:extLst>
          </p:cNvPr>
          <p:cNvSpPr/>
          <p:nvPr/>
        </p:nvSpPr>
        <p:spPr>
          <a:xfrm>
            <a:off x="4803691" y="2278344"/>
            <a:ext cx="1337995" cy="284693"/>
          </a:xfrm>
          <a:prstGeom prst="rect">
            <a:avLst/>
          </a:prstGeom>
          <a:noFill/>
        </p:spPr>
        <p:txBody>
          <a:bodyPr wrap="square">
            <a:spAutoFit/>
          </a:bodyPr>
          <a:lstStyle/>
          <a:p>
            <a:pPr algn="ctr"/>
            <a:r>
              <a:rPr lang="en-US" altLang="ko-KR" sz="1250" dirty="0">
                <a:latin typeface="Helvetica" panose="020B0604020202020204" pitchFamily="34" charset="0"/>
                <a:cs typeface="Helvetica" panose="020B0604020202020204" pitchFamily="34" charset="0"/>
              </a:rPr>
              <a:t>(Right emitter)</a:t>
            </a:r>
            <a:endParaRPr lang="ko-KR" altLang="en-US" sz="1250" dirty="0">
              <a:latin typeface="Helvetica" panose="020B0604020202020204" pitchFamily="34" charset="0"/>
              <a:cs typeface="Helvetica" panose="020B0604020202020204" pitchFamily="34" charset="0"/>
            </a:endParaRPr>
          </a:p>
        </p:txBody>
      </p:sp>
      <p:sp>
        <p:nvSpPr>
          <p:cNvPr id="477" name="직사각형 476">
            <a:extLst>
              <a:ext uri="{FF2B5EF4-FFF2-40B4-BE49-F238E27FC236}">
                <a16:creationId xmlns:a16="http://schemas.microsoft.com/office/drawing/2014/main" id="{45725D89-A607-4FE5-B38C-943DA0DC7AAD}"/>
              </a:ext>
            </a:extLst>
          </p:cNvPr>
          <p:cNvSpPr/>
          <p:nvPr/>
        </p:nvSpPr>
        <p:spPr>
          <a:xfrm>
            <a:off x="4803691" y="987394"/>
            <a:ext cx="1337995" cy="284693"/>
          </a:xfrm>
          <a:prstGeom prst="rect">
            <a:avLst/>
          </a:prstGeom>
          <a:noFill/>
        </p:spPr>
        <p:txBody>
          <a:bodyPr wrap="square">
            <a:spAutoFit/>
          </a:bodyPr>
          <a:lstStyle/>
          <a:p>
            <a:pPr algn="ctr"/>
            <a:r>
              <a:rPr lang="en-US" altLang="ko-KR" sz="1250" dirty="0">
                <a:latin typeface="Helvetica" panose="020B0604020202020204" pitchFamily="34" charset="0"/>
                <a:cs typeface="Helvetica" panose="020B0604020202020204" pitchFamily="34" charset="0"/>
              </a:rPr>
              <a:t>(Left emitter)</a:t>
            </a:r>
            <a:endParaRPr lang="ko-KR" altLang="en-US" sz="1250" dirty="0">
              <a:latin typeface="Helvetica" panose="020B0604020202020204" pitchFamily="34" charset="0"/>
              <a:cs typeface="Helvetica" panose="020B0604020202020204" pitchFamily="34" charset="0"/>
            </a:endParaRPr>
          </a:p>
        </p:txBody>
      </p:sp>
      <p:sp>
        <p:nvSpPr>
          <p:cNvPr id="478" name="직사각형 477">
            <a:extLst>
              <a:ext uri="{FF2B5EF4-FFF2-40B4-BE49-F238E27FC236}">
                <a16:creationId xmlns:a16="http://schemas.microsoft.com/office/drawing/2014/main" id="{108BC7F4-5B4A-4E06-BB0E-5FF6E244608A}"/>
              </a:ext>
            </a:extLst>
          </p:cNvPr>
          <p:cNvSpPr/>
          <p:nvPr/>
        </p:nvSpPr>
        <p:spPr>
          <a:xfrm>
            <a:off x="3982097" y="4420321"/>
            <a:ext cx="2981183" cy="284693"/>
          </a:xfrm>
          <a:prstGeom prst="rect">
            <a:avLst/>
          </a:prstGeom>
          <a:noFill/>
        </p:spPr>
        <p:txBody>
          <a:bodyPr wrap="square">
            <a:spAutoFit/>
          </a:bodyPr>
          <a:lstStyle/>
          <a:p>
            <a:pPr algn="ctr"/>
            <a:r>
              <a:rPr lang="en-US" altLang="ko-KR" sz="1250" dirty="0">
                <a:latin typeface="Helvetica" panose="020B0604020202020204" pitchFamily="34" charset="0"/>
                <a:cs typeface="Helvetica" panose="020B0604020202020204" pitchFamily="34" charset="0"/>
              </a:rPr>
              <a:t>(Mid-point) Reduced correlation</a:t>
            </a:r>
            <a:endParaRPr lang="ko-KR" altLang="en-US" sz="1250" dirty="0">
              <a:latin typeface="Helvetica" panose="020B0604020202020204" pitchFamily="34" charset="0"/>
              <a:cs typeface="Helvetica" panose="020B0604020202020204" pitchFamily="34" charset="0"/>
            </a:endParaRPr>
          </a:p>
        </p:txBody>
      </p:sp>
      <p:sp>
        <p:nvSpPr>
          <p:cNvPr id="479" name="직사각형 478">
            <a:extLst>
              <a:ext uri="{FF2B5EF4-FFF2-40B4-BE49-F238E27FC236}">
                <a16:creationId xmlns:a16="http://schemas.microsoft.com/office/drawing/2014/main" id="{9F93E69C-F9FE-48A5-85BB-2D8F4C7286A9}"/>
              </a:ext>
            </a:extLst>
          </p:cNvPr>
          <p:cNvSpPr/>
          <p:nvPr/>
        </p:nvSpPr>
        <p:spPr>
          <a:xfrm>
            <a:off x="4803691" y="5133766"/>
            <a:ext cx="1337995" cy="284693"/>
          </a:xfrm>
          <a:prstGeom prst="rect">
            <a:avLst/>
          </a:prstGeom>
          <a:noFill/>
        </p:spPr>
        <p:txBody>
          <a:bodyPr wrap="square">
            <a:spAutoFit/>
          </a:bodyPr>
          <a:lstStyle/>
          <a:p>
            <a:pPr algn="ctr"/>
            <a:r>
              <a:rPr lang="en-US" altLang="ko-KR" sz="1250" dirty="0">
                <a:latin typeface="Helvetica" panose="020B0604020202020204" pitchFamily="34" charset="0"/>
                <a:cs typeface="Helvetica" panose="020B0604020202020204" pitchFamily="34" charset="0"/>
              </a:rPr>
              <a:t>(Right emitter)</a:t>
            </a:r>
            <a:endParaRPr lang="ko-KR" altLang="en-US" sz="1250" dirty="0">
              <a:latin typeface="Helvetica" panose="020B0604020202020204" pitchFamily="34" charset="0"/>
              <a:cs typeface="Helvetica" panose="020B0604020202020204" pitchFamily="34" charset="0"/>
            </a:endParaRPr>
          </a:p>
        </p:txBody>
      </p:sp>
      <p:sp>
        <p:nvSpPr>
          <p:cNvPr id="480" name="직사각형 479">
            <a:extLst>
              <a:ext uri="{FF2B5EF4-FFF2-40B4-BE49-F238E27FC236}">
                <a16:creationId xmlns:a16="http://schemas.microsoft.com/office/drawing/2014/main" id="{0490C2E3-9EDC-4586-AC69-35B876EA19C0}"/>
              </a:ext>
            </a:extLst>
          </p:cNvPr>
          <p:cNvSpPr/>
          <p:nvPr/>
        </p:nvSpPr>
        <p:spPr>
          <a:xfrm>
            <a:off x="4803691" y="3817649"/>
            <a:ext cx="1337995" cy="284693"/>
          </a:xfrm>
          <a:prstGeom prst="rect">
            <a:avLst/>
          </a:prstGeom>
          <a:noFill/>
        </p:spPr>
        <p:txBody>
          <a:bodyPr wrap="square">
            <a:spAutoFit/>
          </a:bodyPr>
          <a:lstStyle/>
          <a:p>
            <a:pPr algn="ctr"/>
            <a:r>
              <a:rPr lang="en-US" altLang="ko-KR" sz="1250" dirty="0">
                <a:latin typeface="Helvetica" panose="020B0604020202020204" pitchFamily="34" charset="0"/>
                <a:cs typeface="Helvetica" panose="020B0604020202020204" pitchFamily="34" charset="0"/>
              </a:rPr>
              <a:t>(Left emitter)</a:t>
            </a:r>
            <a:endParaRPr lang="ko-KR" altLang="en-US" sz="1250" dirty="0">
              <a:latin typeface="Helvetica" panose="020B0604020202020204" pitchFamily="34" charset="0"/>
              <a:cs typeface="Helvetica" panose="020B0604020202020204" pitchFamily="34" charset="0"/>
            </a:endParaRPr>
          </a:p>
        </p:txBody>
      </p:sp>
      <p:sp>
        <p:nvSpPr>
          <p:cNvPr id="481" name="TextBox 480">
            <a:extLst>
              <a:ext uri="{FF2B5EF4-FFF2-40B4-BE49-F238E27FC236}">
                <a16:creationId xmlns:a16="http://schemas.microsoft.com/office/drawing/2014/main" id="{4C07C848-405E-4845-AB4F-0B80ADE53AF5}"/>
              </a:ext>
            </a:extLst>
          </p:cNvPr>
          <p:cNvSpPr txBox="1"/>
          <p:nvPr/>
        </p:nvSpPr>
        <p:spPr>
          <a:xfrm>
            <a:off x="105280" y="67790"/>
            <a:ext cx="24760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482" name="TextBox 481">
            <a:extLst>
              <a:ext uri="{FF2B5EF4-FFF2-40B4-BE49-F238E27FC236}">
                <a16:creationId xmlns:a16="http://schemas.microsoft.com/office/drawing/2014/main" id="{8A88C106-4092-47DB-B130-3DE317E43747}"/>
              </a:ext>
            </a:extLst>
          </p:cNvPr>
          <p:cNvSpPr txBox="1"/>
          <p:nvPr/>
        </p:nvSpPr>
        <p:spPr>
          <a:xfrm>
            <a:off x="105280" y="2947261"/>
            <a:ext cx="24760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pic>
        <p:nvPicPr>
          <p:cNvPr id="483" name="그림 482">
            <a:extLst>
              <a:ext uri="{FF2B5EF4-FFF2-40B4-BE49-F238E27FC236}">
                <a16:creationId xmlns:a16="http://schemas.microsoft.com/office/drawing/2014/main" id="{C5C2AA91-ED62-481B-8AC5-735A098A0534}"/>
              </a:ext>
            </a:extLst>
          </p:cNvPr>
          <p:cNvPicPr>
            <a:picLocks noChangeAspect="1"/>
          </p:cNvPicPr>
          <p:nvPr/>
        </p:nvPicPr>
        <p:blipFill rotWithShape="1">
          <a:blip r:embed="rId6"/>
          <a:srcRect l="14227" t="20705" r="54282" b="5320"/>
          <a:stretch/>
        </p:blipFill>
        <p:spPr>
          <a:xfrm>
            <a:off x="7194346" y="419465"/>
            <a:ext cx="1271868" cy="1191680"/>
          </a:xfrm>
          <a:prstGeom prst="rect">
            <a:avLst/>
          </a:prstGeom>
        </p:spPr>
      </p:pic>
      <p:sp>
        <p:nvSpPr>
          <p:cNvPr id="484" name="화살표: 굽음 483">
            <a:extLst>
              <a:ext uri="{FF2B5EF4-FFF2-40B4-BE49-F238E27FC236}">
                <a16:creationId xmlns:a16="http://schemas.microsoft.com/office/drawing/2014/main" id="{145773A3-B27B-44E0-B3CC-93C1EBA760BE}"/>
              </a:ext>
            </a:extLst>
          </p:cNvPr>
          <p:cNvSpPr/>
          <p:nvPr/>
        </p:nvSpPr>
        <p:spPr>
          <a:xfrm flipV="1">
            <a:off x="7284210" y="1572368"/>
            <a:ext cx="547532" cy="660227"/>
          </a:xfrm>
          <a:prstGeom prst="bentArrow">
            <a:avLst>
              <a:gd name="adj1" fmla="val 25000"/>
              <a:gd name="adj2" fmla="val 24221"/>
              <a:gd name="adj3" fmla="val 25000"/>
              <a:gd name="adj4" fmla="val 43750"/>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ko-KR" altLang="en-US">
              <a:solidFill>
                <a:schemeClr val="tx1"/>
              </a:solidFill>
            </a:endParaRPr>
          </a:p>
        </p:txBody>
      </p:sp>
      <p:sp>
        <p:nvSpPr>
          <p:cNvPr id="485" name="직사각형 484">
            <a:extLst>
              <a:ext uri="{FF2B5EF4-FFF2-40B4-BE49-F238E27FC236}">
                <a16:creationId xmlns:a16="http://schemas.microsoft.com/office/drawing/2014/main" id="{8424B138-83B8-471D-A276-246EF3A96DA3}"/>
              </a:ext>
            </a:extLst>
          </p:cNvPr>
          <p:cNvSpPr/>
          <p:nvPr/>
        </p:nvSpPr>
        <p:spPr>
          <a:xfrm>
            <a:off x="7424674" y="1654540"/>
            <a:ext cx="619466" cy="318998"/>
          </a:xfrm>
          <a:prstGeom prst="rect">
            <a:avLst/>
          </a:prstGeom>
        </p:spPr>
        <p:txBody>
          <a:bodyPr wrap="square">
            <a:spAutoFit/>
          </a:bodyPr>
          <a:lstStyle/>
          <a:p>
            <a:pPr latinLnBrk="0">
              <a:lnSpc>
                <a:spcPct val="115000"/>
              </a:lnSpc>
            </a:pPr>
            <a:r>
              <a:rPr lang="en-US" altLang="ko-KR" sz="1400" kern="0" dirty="0">
                <a:solidFill>
                  <a:srgbClr val="000000"/>
                </a:solidFill>
                <a:latin typeface="Arial" panose="020B0604020202020204" pitchFamily="34" charset="0"/>
                <a:cs typeface="Arial" panose="020B0604020202020204" pitchFamily="34" charset="0"/>
              </a:rPr>
              <a:t>SOFI</a:t>
            </a:r>
            <a:endParaRPr lang="ko-KR" altLang="ko-KR" sz="1400" kern="100" dirty="0">
              <a:latin typeface="Arial" panose="020B0604020202020204" pitchFamily="34" charset="0"/>
              <a:cs typeface="Arial" panose="020B0604020202020204" pitchFamily="34" charset="0"/>
            </a:endParaRPr>
          </a:p>
        </p:txBody>
      </p:sp>
      <p:pic>
        <p:nvPicPr>
          <p:cNvPr id="486" name="그림 485">
            <a:extLst>
              <a:ext uri="{FF2B5EF4-FFF2-40B4-BE49-F238E27FC236}">
                <a16:creationId xmlns:a16="http://schemas.microsoft.com/office/drawing/2014/main" id="{81DC5575-9F91-4242-BB59-7A9C6737676A}"/>
              </a:ext>
            </a:extLst>
          </p:cNvPr>
          <p:cNvPicPr>
            <a:picLocks noChangeAspect="1"/>
          </p:cNvPicPr>
          <p:nvPr/>
        </p:nvPicPr>
        <p:blipFill rotWithShape="1">
          <a:blip r:embed="rId25"/>
          <a:srcRect l="13832" t="20956" r="55480" b="7082"/>
          <a:stretch/>
        </p:blipFill>
        <p:spPr>
          <a:xfrm>
            <a:off x="7213125" y="3122446"/>
            <a:ext cx="1241076" cy="1126532"/>
          </a:xfrm>
          <a:prstGeom prst="rect">
            <a:avLst/>
          </a:prstGeom>
        </p:spPr>
      </p:pic>
      <p:pic>
        <p:nvPicPr>
          <p:cNvPr id="487" name="그림 486">
            <a:extLst>
              <a:ext uri="{FF2B5EF4-FFF2-40B4-BE49-F238E27FC236}">
                <a16:creationId xmlns:a16="http://schemas.microsoft.com/office/drawing/2014/main" id="{DB295A61-1318-4122-95C8-9915A0E0E772}"/>
              </a:ext>
            </a:extLst>
          </p:cNvPr>
          <p:cNvPicPr>
            <a:picLocks noChangeAspect="1"/>
          </p:cNvPicPr>
          <p:nvPr/>
        </p:nvPicPr>
        <p:blipFill rotWithShape="1">
          <a:blip r:embed="rId25"/>
          <a:srcRect l="56266" t="20956" r="9849" b="7082"/>
          <a:stretch/>
        </p:blipFill>
        <p:spPr>
          <a:xfrm>
            <a:off x="7804561" y="4197294"/>
            <a:ext cx="1301605" cy="1070033"/>
          </a:xfrm>
          <a:prstGeom prst="rect">
            <a:avLst/>
          </a:prstGeom>
        </p:spPr>
      </p:pic>
      <p:sp>
        <p:nvSpPr>
          <p:cNvPr id="488" name="화살표: 굽음 487">
            <a:extLst>
              <a:ext uri="{FF2B5EF4-FFF2-40B4-BE49-F238E27FC236}">
                <a16:creationId xmlns:a16="http://schemas.microsoft.com/office/drawing/2014/main" id="{35CDE398-D016-47D4-A60F-3BA009E02527}"/>
              </a:ext>
            </a:extLst>
          </p:cNvPr>
          <p:cNvSpPr/>
          <p:nvPr/>
        </p:nvSpPr>
        <p:spPr>
          <a:xfrm flipV="1">
            <a:off x="7281606" y="4372937"/>
            <a:ext cx="547532" cy="660227"/>
          </a:xfrm>
          <a:prstGeom prst="bentArrow">
            <a:avLst>
              <a:gd name="adj1" fmla="val 25000"/>
              <a:gd name="adj2" fmla="val 24221"/>
              <a:gd name="adj3" fmla="val 25000"/>
              <a:gd name="adj4" fmla="val 43750"/>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ko-KR" altLang="en-US">
              <a:solidFill>
                <a:schemeClr val="tx1"/>
              </a:solidFill>
            </a:endParaRPr>
          </a:p>
        </p:txBody>
      </p:sp>
      <p:sp>
        <p:nvSpPr>
          <p:cNvPr id="489" name="직사각형 488">
            <a:extLst>
              <a:ext uri="{FF2B5EF4-FFF2-40B4-BE49-F238E27FC236}">
                <a16:creationId xmlns:a16="http://schemas.microsoft.com/office/drawing/2014/main" id="{AA3CC010-A6CC-4712-A042-1CC48CC71DDF}"/>
              </a:ext>
            </a:extLst>
          </p:cNvPr>
          <p:cNvSpPr/>
          <p:nvPr/>
        </p:nvSpPr>
        <p:spPr>
          <a:xfrm>
            <a:off x="7371710" y="4439884"/>
            <a:ext cx="725394" cy="318998"/>
          </a:xfrm>
          <a:prstGeom prst="rect">
            <a:avLst/>
          </a:prstGeom>
        </p:spPr>
        <p:txBody>
          <a:bodyPr wrap="square">
            <a:spAutoFit/>
          </a:bodyPr>
          <a:lstStyle/>
          <a:p>
            <a:pPr latinLnBrk="0">
              <a:lnSpc>
                <a:spcPct val="115000"/>
              </a:lnSpc>
            </a:pPr>
            <a:r>
              <a:rPr lang="en-US" altLang="ko-KR" sz="1400" kern="0" dirty="0">
                <a:solidFill>
                  <a:srgbClr val="000000"/>
                </a:solidFill>
                <a:latin typeface="Arial" panose="020B0604020202020204" pitchFamily="34" charset="0"/>
                <a:cs typeface="Arial" panose="020B0604020202020204" pitchFamily="34" charset="0"/>
              </a:rPr>
              <a:t>SOFI</a:t>
            </a:r>
            <a:endParaRPr lang="ko-KR" altLang="ko-KR" sz="1400" kern="100" dirty="0">
              <a:latin typeface="Arial" panose="020B0604020202020204" pitchFamily="34" charset="0"/>
              <a:cs typeface="Arial" panose="020B0604020202020204" pitchFamily="34" charset="0"/>
            </a:endParaRPr>
          </a:p>
        </p:txBody>
      </p:sp>
      <p:sp>
        <p:nvSpPr>
          <p:cNvPr id="490" name="직사각형 489">
            <a:extLst>
              <a:ext uri="{FF2B5EF4-FFF2-40B4-BE49-F238E27FC236}">
                <a16:creationId xmlns:a16="http://schemas.microsoft.com/office/drawing/2014/main" id="{90D39B9B-BE32-45A4-B759-F0E51928063F}"/>
              </a:ext>
            </a:extLst>
          </p:cNvPr>
          <p:cNvSpPr/>
          <p:nvPr/>
        </p:nvSpPr>
        <p:spPr>
          <a:xfrm>
            <a:off x="7879642" y="2424876"/>
            <a:ext cx="1103852" cy="318998"/>
          </a:xfrm>
          <a:prstGeom prst="rect">
            <a:avLst/>
          </a:prstGeom>
        </p:spPr>
        <p:txBody>
          <a:bodyPr wrap="square">
            <a:spAutoFit/>
          </a:bodyPr>
          <a:lstStyle/>
          <a:p>
            <a:pPr latinLnBrk="0">
              <a:lnSpc>
                <a:spcPct val="115000"/>
              </a:lnSpc>
            </a:pPr>
            <a:r>
              <a:rPr lang="en-US" altLang="ko-KR" sz="1400" kern="0" dirty="0">
                <a:solidFill>
                  <a:srgbClr val="000000"/>
                </a:solidFill>
                <a:latin typeface="Arial" panose="020B0604020202020204" pitchFamily="34" charset="0"/>
                <a:cs typeface="Arial" panose="020B0604020202020204" pitchFamily="34" charset="0"/>
              </a:rPr>
              <a:t>Unresolved</a:t>
            </a:r>
            <a:endParaRPr lang="ko-KR" altLang="ko-KR" sz="1400" kern="100" dirty="0">
              <a:latin typeface="Arial" panose="020B0604020202020204" pitchFamily="34" charset="0"/>
              <a:cs typeface="Arial" panose="020B0604020202020204" pitchFamily="34" charset="0"/>
            </a:endParaRPr>
          </a:p>
        </p:txBody>
      </p:sp>
      <p:sp>
        <p:nvSpPr>
          <p:cNvPr id="491" name="직사각형 490">
            <a:extLst>
              <a:ext uri="{FF2B5EF4-FFF2-40B4-BE49-F238E27FC236}">
                <a16:creationId xmlns:a16="http://schemas.microsoft.com/office/drawing/2014/main" id="{4AB6432A-3B57-4E34-924D-B942D98DAF48}"/>
              </a:ext>
            </a:extLst>
          </p:cNvPr>
          <p:cNvSpPr/>
          <p:nvPr/>
        </p:nvSpPr>
        <p:spPr>
          <a:xfrm>
            <a:off x="7725765" y="5266085"/>
            <a:ext cx="1402802" cy="318998"/>
          </a:xfrm>
          <a:prstGeom prst="rect">
            <a:avLst/>
          </a:prstGeom>
        </p:spPr>
        <p:txBody>
          <a:bodyPr wrap="square">
            <a:spAutoFit/>
          </a:bodyPr>
          <a:lstStyle/>
          <a:p>
            <a:pPr latinLnBrk="0">
              <a:lnSpc>
                <a:spcPct val="115000"/>
              </a:lnSpc>
            </a:pPr>
            <a:r>
              <a:rPr lang="en-US" altLang="ko-KR" sz="1400" kern="0" dirty="0">
                <a:solidFill>
                  <a:srgbClr val="000000"/>
                </a:solidFill>
                <a:latin typeface="Arial" panose="020B0604020202020204" pitchFamily="34" charset="0"/>
                <a:cs typeface="Arial" panose="020B0604020202020204" pitchFamily="34" charset="0"/>
              </a:rPr>
              <a:t>Super-resolved</a:t>
            </a:r>
            <a:endParaRPr lang="ko-KR" altLang="ko-KR" sz="1400" kern="100" dirty="0">
              <a:latin typeface="Arial" panose="020B0604020202020204" pitchFamily="34" charset="0"/>
              <a:cs typeface="Arial" panose="020B0604020202020204" pitchFamily="34" charset="0"/>
            </a:endParaRPr>
          </a:p>
        </p:txBody>
      </p:sp>
      <p:sp>
        <p:nvSpPr>
          <p:cNvPr id="492" name="직사각형 491">
            <a:extLst>
              <a:ext uri="{FF2B5EF4-FFF2-40B4-BE49-F238E27FC236}">
                <a16:creationId xmlns:a16="http://schemas.microsoft.com/office/drawing/2014/main" id="{A3F4706A-9728-4755-991D-3ECAE79A57B3}"/>
              </a:ext>
            </a:extLst>
          </p:cNvPr>
          <p:cNvSpPr/>
          <p:nvPr/>
        </p:nvSpPr>
        <p:spPr>
          <a:xfrm>
            <a:off x="7916795" y="254481"/>
            <a:ext cx="1173146" cy="814518"/>
          </a:xfrm>
          <a:prstGeom prst="rect">
            <a:avLst/>
          </a:prstGeom>
        </p:spPr>
        <p:txBody>
          <a:bodyPr wrap="square">
            <a:spAutoFit/>
          </a:bodyPr>
          <a:lstStyle/>
          <a:p>
            <a:pPr algn="ctr" latinLnBrk="0">
              <a:lnSpc>
                <a:spcPct val="115000"/>
              </a:lnSpc>
            </a:pPr>
            <a:r>
              <a:rPr lang="en-US" altLang="ko-KR" sz="1400" kern="0" dirty="0">
                <a:solidFill>
                  <a:srgbClr val="000000"/>
                </a:solidFill>
                <a:latin typeface="Arial" panose="020B0604020202020204" pitchFamily="34" charset="0"/>
                <a:cs typeface="Arial" panose="020B0604020202020204" pitchFamily="34" charset="0"/>
              </a:rPr>
              <a:t>Diffraction-limited (unresolved)</a:t>
            </a:r>
            <a:endParaRPr lang="ko-KR" altLang="ko-KR" sz="1400" kern="100" dirty="0">
              <a:latin typeface="Arial" panose="020B0604020202020204" pitchFamily="34" charset="0"/>
              <a:cs typeface="Arial" panose="020B0604020202020204" pitchFamily="34" charset="0"/>
            </a:endParaRPr>
          </a:p>
        </p:txBody>
      </p:sp>
      <p:sp>
        <p:nvSpPr>
          <p:cNvPr id="493" name="직사각형 492">
            <a:extLst>
              <a:ext uri="{FF2B5EF4-FFF2-40B4-BE49-F238E27FC236}">
                <a16:creationId xmlns:a16="http://schemas.microsoft.com/office/drawing/2014/main" id="{E4CEFDD8-BC23-4EAF-A169-3E422207A730}"/>
              </a:ext>
            </a:extLst>
          </p:cNvPr>
          <p:cNvSpPr/>
          <p:nvPr/>
        </p:nvSpPr>
        <p:spPr>
          <a:xfrm>
            <a:off x="7933020" y="2999396"/>
            <a:ext cx="1173146" cy="814518"/>
          </a:xfrm>
          <a:prstGeom prst="rect">
            <a:avLst/>
          </a:prstGeom>
        </p:spPr>
        <p:txBody>
          <a:bodyPr wrap="square">
            <a:spAutoFit/>
          </a:bodyPr>
          <a:lstStyle/>
          <a:p>
            <a:pPr algn="ctr" latinLnBrk="0">
              <a:lnSpc>
                <a:spcPct val="115000"/>
              </a:lnSpc>
            </a:pPr>
            <a:r>
              <a:rPr lang="en-US" altLang="ko-KR" sz="1400" kern="0" dirty="0">
                <a:solidFill>
                  <a:srgbClr val="000000"/>
                </a:solidFill>
                <a:latin typeface="Arial" panose="020B0604020202020204" pitchFamily="34" charset="0"/>
                <a:cs typeface="Arial" panose="020B0604020202020204" pitchFamily="34" charset="0"/>
              </a:rPr>
              <a:t>Diffraction-limited (unresolved)</a:t>
            </a:r>
            <a:endParaRPr lang="ko-KR" altLang="ko-KR" sz="1400" kern="100" dirty="0">
              <a:latin typeface="Arial" panose="020B0604020202020204" pitchFamily="34" charset="0"/>
              <a:cs typeface="Arial" panose="020B0604020202020204" pitchFamily="34" charset="0"/>
            </a:endParaRPr>
          </a:p>
        </p:txBody>
      </p:sp>
      <p:sp>
        <p:nvSpPr>
          <p:cNvPr id="71" name="직사각형 70">
            <a:extLst>
              <a:ext uri="{FF2B5EF4-FFF2-40B4-BE49-F238E27FC236}">
                <a16:creationId xmlns:a16="http://schemas.microsoft.com/office/drawing/2014/main" id="{6796711B-A6A7-4574-B73B-56B823F0CBE9}"/>
              </a:ext>
            </a:extLst>
          </p:cNvPr>
          <p:cNvSpPr/>
          <p:nvPr/>
        </p:nvSpPr>
        <p:spPr>
          <a:xfrm>
            <a:off x="2772059" y="9058296"/>
            <a:ext cx="1247314" cy="461665"/>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Two fluctuated fluorophores</a:t>
            </a:r>
            <a:endParaRPr lang="ko-KR" altLang="en-US" sz="1200" dirty="0">
              <a:latin typeface="Helvetica" panose="020B0604020202020204" pitchFamily="34" charset="0"/>
              <a:cs typeface="Helvetica" panose="020B0604020202020204" pitchFamily="34" charset="0"/>
            </a:endParaRPr>
          </a:p>
        </p:txBody>
      </p:sp>
      <p:grpSp>
        <p:nvGrpSpPr>
          <p:cNvPr id="5" name="그룹 4">
            <a:extLst>
              <a:ext uri="{FF2B5EF4-FFF2-40B4-BE49-F238E27FC236}">
                <a16:creationId xmlns:a16="http://schemas.microsoft.com/office/drawing/2014/main" id="{2CB31713-2B75-4DEE-A01C-474AFAB02EB1}"/>
              </a:ext>
            </a:extLst>
          </p:cNvPr>
          <p:cNvGrpSpPr/>
          <p:nvPr/>
        </p:nvGrpSpPr>
        <p:grpSpPr>
          <a:xfrm>
            <a:off x="1130660" y="8884947"/>
            <a:ext cx="1280081" cy="117062"/>
            <a:chOff x="4901559" y="3298167"/>
            <a:chExt cx="1107530" cy="101282"/>
          </a:xfrm>
        </p:grpSpPr>
        <p:sp>
          <p:nvSpPr>
            <p:cNvPr id="414" name="자유형 6">
              <a:extLst>
                <a:ext uri="{FF2B5EF4-FFF2-40B4-BE49-F238E27FC236}">
                  <a16:creationId xmlns:a16="http://schemas.microsoft.com/office/drawing/2014/main" id="{9C7D2F0E-AA4D-4E8B-8A29-AF9F104B0F94}"/>
                </a:ext>
              </a:extLst>
            </p:cNvPr>
            <p:cNvSpPr/>
            <p:nvPr/>
          </p:nvSpPr>
          <p:spPr>
            <a:xfrm rot="10800000">
              <a:off x="4901559" y="3298167"/>
              <a:ext cx="365902" cy="91292"/>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5" name="자유형 6">
              <a:extLst>
                <a:ext uri="{FF2B5EF4-FFF2-40B4-BE49-F238E27FC236}">
                  <a16:creationId xmlns:a16="http://schemas.microsoft.com/office/drawing/2014/main" id="{54050C72-7A4C-4292-8698-F0C7DA8E10D4}"/>
                </a:ext>
              </a:extLst>
            </p:cNvPr>
            <p:cNvSpPr/>
            <p:nvPr/>
          </p:nvSpPr>
          <p:spPr>
            <a:xfrm rot="10800000" flipH="1">
              <a:off x="5272373" y="3303162"/>
              <a:ext cx="365902" cy="91292"/>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6" name="자유형 6">
              <a:extLst>
                <a:ext uri="{FF2B5EF4-FFF2-40B4-BE49-F238E27FC236}">
                  <a16:creationId xmlns:a16="http://schemas.microsoft.com/office/drawing/2014/main" id="{EE34001A-5D1C-4053-9F65-12975F64A1B5}"/>
                </a:ext>
              </a:extLst>
            </p:cNvPr>
            <p:cNvSpPr/>
            <p:nvPr/>
          </p:nvSpPr>
          <p:spPr>
            <a:xfrm rot="10800000">
              <a:off x="5643187" y="3308157"/>
              <a:ext cx="365902" cy="91292"/>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 name="그룹 5">
            <a:extLst>
              <a:ext uri="{FF2B5EF4-FFF2-40B4-BE49-F238E27FC236}">
                <a16:creationId xmlns:a16="http://schemas.microsoft.com/office/drawing/2014/main" id="{FD768E33-3D6E-483A-B4EB-00CA3931D0EA}"/>
              </a:ext>
            </a:extLst>
          </p:cNvPr>
          <p:cNvGrpSpPr/>
          <p:nvPr/>
        </p:nvGrpSpPr>
        <p:grpSpPr>
          <a:xfrm rot="16200000">
            <a:off x="1382156" y="7076674"/>
            <a:ext cx="764334" cy="699350"/>
            <a:chOff x="267430" y="1744089"/>
            <a:chExt cx="1115364" cy="673543"/>
          </a:xfrm>
        </p:grpSpPr>
        <p:sp>
          <p:nvSpPr>
            <p:cNvPr id="412" name="Flowchart: Delay 52">
              <a:extLst>
                <a:ext uri="{FF2B5EF4-FFF2-40B4-BE49-F238E27FC236}">
                  <a16:creationId xmlns:a16="http://schemas.microsoft.com/office/drawing/2014/main" id="{F5CCDFFF-23E3-4B82-A9F8-1F70B8118596}"/>
                </a:ext>
              </a:extLst>
            </p:cNvPr>
            <p:cNvSpPr/>
            <p:nvPr/>
          </p:nvSpPr>
          <p:spPr>
            <a:xfrm>
              <a:off x="267430" y="1744089"/>
              <a:ext cx="116180" cy="673539"/>
            </a:xfrm>
            <a:prstGeom prst="flowChartDelay">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3" name="Flowchart: Delay 52">
              <a:extLst>
                <a:ext uri="{FF2B5EF4-FFF2-40B4-BE49-F238E27FC236}">
                  <a16:creationId xmlns:a16="http://schemas.microsoft.com/office/drawing/2014/main" id="{47553FFB-4299-4BD3-9136-F227FAE99DD7}"/>
                </a:ext>
              </a:extLst>
            </p:cNvPr>
            <p:cNvSpPr/>
            <p:nvPr/>
          </p:nvSpPr>
          <p:spPr>
            <a:xfrm flipH="1">
              <a:off x="1256517" y="1744093"/>
              <a:ext cx="126277" cy="673539"/>
            </a:xfrm>
            <a:prstGeom prst="flowChartDelay">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 name="그룹 6">
            <a:extLst>
              <a:ext uri="{FF2B5EF4-FFF2-40B4-BE49-F238E27FC236}">
                <a16:creationId xmlns:a16="http://schemas.microsoft.com/office/drawing/2014/main" id="{96CBCA39-2276-4E2E-A374-FBAC7529AD86}"/>
              </a:ext>
            </a:extLst>
          </p:cNvPr>
          <p:cNvGrpSpPr/>
          <p:nvPr/>
        </p:nvGrpSpPr>
        <p:grpSpPr>
          <a:xfrm>
            <a:off x="1146144" y="8495871"/>
            <a:ext cx="1187817" cy="335703"/>
            <a:chOff x="547908" y="2286952"/>
            <a:chExt cx="2089546" cy="590550"/>
          </a:xfrm>
        </p:grpSpPr>
        <p:grpSp>
          <p:nvGrpSpPr>
            <p:cNvPr id="347" name="그룹 399">
              <a:extLst>
                <a:ext uri="{FF2B5EF4-FFF2-40B4-BE49-F238E27FC236}">
                  <a16:creationId xmlns:a16="http://schemas.microsoft.com/office/drawing/2014/main" id="{EAD8D63E-E61E-4263-9F42-4995E3177427}"/>
                </a:ext>
              </a:extLst>
            </p:cNvPr>
            <p:cNvGrpSpPr/>
            <p:nvPr/>
          </p:nvGrpSpPr>
          <p:grpSpPr>
            <a:xfrm>
              <a:off x="547908" y="2289042"/>
              <a:ext cx="2089546" cy="583112"/>
              <a:chOff x="539550" y="1719858"/>
              <a:chExt cx="3316110" cy="925399"/>
            </a:xfrm>
          </p:grpSpPr>
          <p:sp>
            <p:nvSpPr>
              <p:cNvPr id="356" name="직사각형 355">
                <a:extLst>
                  <a:ext uri="{FF2B5EF4-FFF2-40B4-BE49-F238E27FC236}">
                    <a16:creationId xmlns:a16="http://schemas.microsoft.com/office/drawing/2014/main" id="{307EE4E6-3692-451F-BE0C-D0E20166C8A4}"/>
                  </a:ext>
                </a:extLst>
              </p:cNvPr>
              <p:cNvSpPr/>
              <p:nvPr/>
            </p:nvSpPr>
            <p:spPr>
              <a:xfrm rot="5400000">
                <a:off x="1736543" y="529881"/>
                <a:ext cx="918383" cy="3312369"/>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57" name="타원 356">
                <a:extLst>
                  <a:ext uri="{FF2B5EF4-FFF2-40B4-BE49-F238E27FC236}">
                    <a16:creationId xmlns:a16="http://schemas.microsoft.com/office/drawing/2014/main" id="{E58D0C65-ADDD-47DC-87DA-B316F186ED26}"/>
                  </a:ext>
                </a:extLst>
              </p:cNvPr>
              <p:cNvSpPr/>
              <p:nvPr/>
            </p:nvSpPr>
            <p:spPr>
              <a:xfrm rot="5400000">
                <a:off x="960928" y="211374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58" name="타원 357">
                <a:extLst>
                  <a:ext uri="{FF2B5EF4-FFF2-40B4-BE49-F238E27FC236}">
                    <a16:creationId xmlns:a16="http://schemas.microsoft.com/office/drawing/2014/main" id="{493A1BEB-B5B3-480E-81AF-C1B14D5006D7}"/>
                  </a:ext>
                </a:extLst>
              </p:cNvPr>
              <p:cNvSpPr/>
              <p:nvPr/>
            </p:nvSpPr>
            <p:spPr>
              <a:xfrm rot="5400000">
                <a:off x="2252227"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59" name="타원 358">
                <a:extLst>
                  <a:ext uri="{FF2B5EF4-FFF2-40B4-BE49-F238E27FC236}">
                    <a16:creationId xmlns:a16="http://schemas.microsoft.com/office/drawing/2014/main" id="{D3D63A8E-0190-43C5-91A1-CE4AB6B98943}"/>
                  </a:ext>
                </a:extLst>
              </p:cNvPr>
              <p:cNvSpPr/>
              <p:nvPr/>
            </p:nvSpPr>
            <p:spPr>
              <a:xfrm rot="5400000">
                <a:off x="3165341"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0" name="타원 359">
                <a:extLst>
                  <a:ext uri="{FF2B5EF4-FFF2-40B4-BE49-F238E27FC236}">
                    <a16:creationId xmlns:a16="http://schemas.microsoft.com/office/drawing/2014/main" id="{8FB9AF59-11AE-47B1-BED8-914676B3FEC8}"/>
                  </a:ext>
                </a:extLst>
              </p:cNvPr>
              <p:cNvSpPr/>
              <p:nvPr/>
            </p:nvSpPr>
            <p:spPr>
              <a:xfrm rot="5400000">
                <a:off x="3264588" y="21830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1" name="타원 360">
                <a:extLst>
                  <a:ext uri="{FF2B5EF4-FFF2-40B4-BE49-F238E27FC236}">
                    <a16:creationId xmlns:a16="http://schemas.microsoft.com/office/drawing/2014/main" id="{7FF38695-9EA6-4F6C-9D38-37C04689C420}"/>
                  </a:ext>
                </a:extLst>
              </p:cNvPr>
              <p:cNvSpPr/>
              <p:nvPr/>
            </p:nvSpPr>
            <p:spPr>
              <a:xfrm rot="5400000">
                <a:off x="2559947" y="241714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2" name="타원 361">
                <a:extLst>
                  <a:ext uri="{FF2B5EF4-FFF2-40B4-BE49-F238E27FC236}">
                    <a16:creationId xmlns:a16="http://schemas.microsoft.com/office/drawing/2014/main" id="{D008DBD0-4F91-4821-839A-173870DC150F}"/>
                  </a:ext>
                </a:extLst>
              </p:cNvPr>
              <p:cNvSpPr/>
              <p:nvPr/>
            </p:nvSpPr>
            <p:spPr>
              <a:xfrm rot="5400000">
                <a:off x="2418081" y="198038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3" name="타원 362">
                <a:extLst>
                  <a:ext uri="{FF2B5EF4-FFF2-40B4-BE49-F238E27FC236}">
                    <a16:creationId xmlns:a16="http://schemas.microsoft.com/office/drawing/2014/main" id="{4E797C00-9A35-4DEF-8C9B-E31FA029D3F0}"/>
                  </a:ext>
                </a:extLst>
              </p:cNvPr>
              <p:cNvSpPr/>
              <p:nvPr/>
            </p:nvSpPr>
            <p:spPr>
              <a:xfrm rot="5400000">
                <a:off x="1556666" y="175918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4" name="타원 363">
                <a:extLst>
                  <a:ext uri="{FF2B5EF4-FFF2-40B4-BE49-F238E27FC236}">
                    <a16:creationId xmlns:a16="http://schemas.microsoft.com/office/drawing/2014/main" id="{7C55ED6B-694A-4E49-8205-01B8322CC5DE}"/>
                  </a:ext>
                </a:extLst>
              </p:cNvPr>
              <p:cNvSpPr/>
              <p:nvPr/>
            </p:nvSpPr>
            <p:spPr>
              <a:xfrm rot="5400000">
                <a:off x="3057158" y="176311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5" name="타원 364">
                <a:extLst>
                  <a:ext uri="{FF2B5EF4-FFF2-40B4-BE49-F238E27FC236}">
                    <a16:creationId xmlns:a16="http://schemas.microsoft.com/office/drawing/2014/main" id="{389E8BDD-3076-4154-9834-DBA546EBDDF6}"/>
                  </a:ext>
                </a:extLst>
              </p:cNvPr>
              <p:cNvSpPr/>
              <p:nvPr/>
            </p:nvSpPr>
            <p:spPr>
              <a:xfrm rot="5400000">
                <a:off x="3261423" y="195444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6" name="타원 365">
                <a:extLst>
                  <a:ext uri="{FF2B5EF4-FFF2-40B4-BE49-F238E27FC236}">
                    <a16:creationId xmlns:a16="http://schemas.microsoft.com/office/drawing/2014/main" id="{6649A1AE-893F-4DB7-999B-E1BDE07A013C}"/>
                  </a:ext>
                </a:extLst>
              </p:cNvPr>
              <p:cNvSpPr/>
              <p:nvPr/>
            </p:nvSpPr>
            <p:spPr>
              <a:xfrm rot="5400000">
                <a:off x="3261423" y="172809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7" name="타원 366">
                <a:extLst>
                  <a:ext uri="{FF2B5EF4-FFF2-40B4-BE49-F238E27FC236}">
                    <a16:creationId xmlns:a16="http://schemas.microsoft.com/office/drawing/2014/main" id="{C742A244-1048-4717-84D8-C145809B830E}"/>
                  </a:ext>
                </a:extLst>
              </p:cNvPr>
              <p:cNvSpPr/>
              <p:nvPr/>
            </p:nvSpPr>
            <p:spPr>
              <a:xfrm rot="5400000">
                <a:off x="955102" y="173014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8" name="타원 367">
                <a:extLst>
                  <a:ext uri="{FF2B5EF4-FFF2-40B4-BE49-F238E27FC236}">
                    <a16:creationId xmlns:a16="http://schemas.microsoft.com/office/drawing/2014/main" id="{96E6E143-053D-43F8-A40A-A69C8D8284F6}"/>
                  </a:ext>
                </a:extLst>
              </p:cNvPr>
              <p:cNvSpPr/>
              <p:nvPr/>
            </p:nvSpPr>
            <p:spPr>
              <a:xfrm rot="5400000">
                <a:off x="1976683" y="24962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9" name="타원 368">
                <a:extLst>
                  <a:ext uri="{FF2B5EF4-FFF2-40B4-BE49-F238E27FC236}">
                    <a16:creationId xmlns:a16="http://schemas.microsoft.com/office/drawing/2014/main" id="{6A4769C0-99D4-4C67-AC0A-BFF7D2AC014C}"/>
                  </a:ext>
                </a:extLst>
              </p:cNvPr>
              <p:cNvSpPr/>
              <p:nvPr/>
            </p:nvSpPr>
            <p:spPr>
              <a:xfrm rot="5400000">
                <a:off x="2106424" y="238519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0" name="타원 369">
                <a:extLst>
                  <a:ext uri="{FF2B5EF4-FFF2-40B4-BE49-F238E27FC236}">
                    <a16:creationId xmlns:a16="http://schemas.microsoft.com/office/drawing/2014/main" id="{1E7C99A1-FC37-4F94-BCF0-8A4C66242BF2}"/>
                  </a:ext>
                </a:extLst>
              </p:cNvPr>
              <p:cNvSpPr/>
              <p:nvPr/>
            </p:nvSpPr>
            <p:spPr>
              <a:xfrm rot="5400000">
                <a:off x="2769240" y="237364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1" name="타원 370">
                <a:extLst>
                  <a:ext uri="{FF2B5EF4-FFF2-40B4-BE49-F238E27FC236}">
                    <a16:creationId xmlns:a16="http://schemas.microsoft.com/office/drawing/2014/main" id="{963C3B60-3E2B-4F15-8641-1FAEF8DFCB3F}"/>
                  </a:ext>
                </a:extLst>
              </p:cNvPr>
              <p:cNvSpPr/>
              <p:nvPr/>
            </p:nvSpPr>
            <p:spPr>
              <a:xfrm rot="5400000">
                <a:off x="1274826" y="2141341"/>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2" name="타원 371">
                <a:extLst>
                  <a:ext uri="{FF2B5EF4-FFF2-40B4-BE49-F238E27FC236}">
                    <a16:creationId xmlns:a16="http://schemas.microsoft.com/office/drawing/2014/main" id="{45EC259C-2375-4A11-A24B-EBADED047BBD}"/>
                  </a:ext>
                </a:extLst>
              </p:cNvPr>
              <p:cNvSpPr/>
              <p:nvPr/>
            </p:nvSpPr>
            <p:spPr>
              <a:xfrm rot="5400000">
                <a:off x="2695399"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3" name="타원 372">
                <a:extLst>
                  <a:ext uri="{FF2B5EF4-FFF2-40B4-BE49-F238E27FC236}">
                    <a16:creationId xmlns:a16="http://schemas.microsoft.com/office/drawing/2014/main" id="{96374744-4FC3-4CD9-8DA3-2C3D171DBF1C}"/>
                  </a:ext>
                </a:extLst>
              </p:cNvPr>
              <p:cNvSpPr/>
              <p:nvPr/>
            </p:nvSpPr>
            <p:spPr>
              <a:xfrm rot="5400000">
                <a:off x="2491071" y="213664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4" name="타원 373">
                <a:extLst>
                  <a:ext uri="{FF2B5EF4-FFF2-40B4-BE49-F238E27FC236}">
                    <a16:creationId xmlns:a16="http://schemas.microsoft.com/office/drawing/2014/main" id="{704D8367-8A90-424A-8E01-7AEB7E2E8DD2}"/>
                  </a:ext>
                </a:extLst>
              </p:cNvPr>
              <p:cNvSpPr/>
              <p:nvPr/>
            </p:nvSpPr>
            <p:spPr>
              <a:xfrm rot="5400000">
                <a:off x="2717969" y="2030435"/>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5" name="타원 374">
                <a:extLst>
                  <a:ext uri="{FF2B5EF4-FFF2-40B4-BE49-F238E27FC236}">
                    <a16:creationId xmlns:a16="http://schemas.microsoft.com/office/drawing/2014/main" id="{A28BBEBA-DD8A-4A28-9B8A-99D790D8D91F}"/>
                  </a:ext>
                </a:extLst>
              </p:cNvPr>
              <p:cNvSpPr/>
              <p:nvPr/>
            </p:nvSpPr>
            <p:spPr>
              <a:xfrm rot="5400000">
                <a:off x="1838568"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6" name="타원 375">
                <a:extLst>
                  <a:ext uri="{FF2B5EF4-FFF2-40B4-BE49-F238E27FC236}">
                    <a16:creationId xmlns:a16="http://schemas.microsoft.com/office/drawing/2014/main" id="{0D3B2CF4-E61A-4B5C-A4AF-2EAC68756923}"/>
                  </a:ext>
                </a:extLst>
              </p:cNvPr>
              <p:cNvSpPr/>
              <p:nvPr/>
            </p:nvSpPr>
            <p:spPr>
              <a:xfrm rot="5400000">
                <a:off x="1826342" y="218131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7" name="타원 376">
                <a:extLst>
                  <a:ext uri="{FF2B5EF4-FFF2-40B4-BE49-F238E27FC236}">
                    <a16:creationId xmlns:a16="http://schemas.microsoft.com/office/drawing/2014/main" id="{D2CAFB4B-0DDE-4D19-AA55-985761A6C844}"/>
                  </a:ext>
                </a:extLst>
              </p:cNvPr>
              <p:cNvSpPr/>
              <p:nvPr/>
            </p:nvSpPr>
            <p:spPr>
              <a:xfrm rot="5400000">
                <a:off x="1309662" y="1826987"/>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8" name="타원 377">
                <a:extLst>
                  <a:ext uri="{FF2B5EF4-FFF2-40B4-BE49-F238E27FC236}">
                    <a16:creationId xmlns:a16="http://schemas.microsoft.com/office/drawing/2014/main" id="{76213BF2-9D8B-4C81-835A-9BAA82167E27}"/>
                  </a:ext>
                </a:extLst>
              </p:cNvPr>
              <p:cNvSpPr/>
              <p:nvPr/>
            </p:nvSpPr>
            <p:spPr>
              <a:xfrm rot="5400000">
                <a:off x="1532852" y="235673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9" name="타원 378">
                <a:extLst>
                  <a:ext uri="{FF2B5EF4-FFF2-40B4-BE49-F238E27FC236}">
                    <a16:creationId xmlns:a16="http://schemas.microsoft.com/office/drawing/2014/main" id="{F03A20CB-6167-45D6-9528-0002C94356CA}"/>
                  </a:ext>
                </a:extLst>
              </p:cNvPr>
              <p:cNvSpPr/>
              <p:nvPr/>
            </p:nvSpPr>
            <p:spPr>
              <a:xfrm rot="5400000">
                <a:off x="1459365" y="20773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0" name="타원 379">
                <a:extLst>
                  <a:ext uri="{FF2B5EF4-FFF2-40B4-BE49-F238E27FC236}">
                    <a16:creationId xmlns:a16="http://schemas.microsoft.com/office/drawing/2014/main" id="{25B0F472-CF67-4F9F-8607-CE25E074142F}"/>
                  </a:ext>
                </a:extLst>
              </p:cNvPr>
              <p:cNvSpPr/>
              <p:nvPr/>
            </p:nvSpPr>
            <p:spPr>
              <a:xfrm rot="5400000">
                <a:off x="2967379" y="232251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1" name="타원 380">
                <a:extLst>
                  <a:ext uri="{FF2B5EF4-FFF2-40B4-BE49-F238E27FC236}">
                    <a16:creationId xmlns:a16="http://schemas.microsoft.com/office/drawing/2014/main" id="{3212DCE6-1757-4DA6-B3A8-B2604DE5DA47}"/>
                  </a:ext>
                </a:extLst>
              </p:cNvPr>
              <p:cNvSpPr/>
              <p:nvPr/>
            </p:nvSpPr>
            <p:spPr>
              <a:xfrm rot="5400000">
                <a:off x="2001109" y="203555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2" name="타원 381">
                <a:extLst>
                  <a:ext uri="{FF2B5EF4-FFF2-40B4-BE49-F238E27FC236}">
                    <a16:creationId xmlns:a16="http://schemas.microsoft.com/office/drawing/2014/main" id="{C1BC9FB2-A769-4718-950A-FB21DDB25591}"/>
                  </a:ext>
                </a:extLst>
              </p:cNvPr>
              <p:cNvSpPr/>
              <p:nvPr/>
            </p:nvSpPr>
            <p:spPr>
              <a:xfrm rot="5400000">
                <a:off x="1708624" y="205548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3" name="타원 382">
                <a:extLst>
                  <a:ext uri="{FF2B5EF4-FFF2-40B4-BE49-F238E27FC236}">
                    <a16:creationId xmlns:a16="http://schemas.microsoft.com/office/drawing/2014/main" id="{F1E35507-B7DD-448E-9879-8518C71A27CD}"/>
                  </a:ext>
                </a:extLst>
              </p:cNvPr>
              <p:cNvSpPr/>
              <p:nvPr/>
            </p:nvSpPr>
            <p:spPr>
              <a:xfrm rot="5400000">
                <a:off x="935606" y="2386269"/>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4" name="타원 383">
                <a:extLst>
                  <a:ext uri="{FF2B5EF4-FFF2-40B4-BE49-F238E27FC236}">
                    <a16:creationId xmlns:a16="http://schemas.microsoft.com/office/drawing/2014/main" id="{EDE31E72-2BDE-4400-9370-5DBA093D6A07}"/>
                  </a:ext>
                </a:extLst>
              </p:cNvPr>
              <p:cNvSpPr/>
              <p:nvPr/>
            </p:nvSpPr>
            <p:spPr>
              <a:xfrm rot="5400000">
                <a:off x="1798221" y="24613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5" name="타원 384">
                <a:extLst>
                  <a:ext uri="{FF2B5EF4-FFF2-40B4-BE49-F238E27FC236}">
                    <a16:creationId xmlns:a16="http://schemas.microsoft.com/office/drawing/2014/main" id="{7DE5F147-2EDD-4651-A5A4-B181F528E4AF}"/>
                  </a:ext>
                </a:extLst>
              </p:cNvPr>
              <p:cNvSpPr/>
              <p:nvPr/>
            </p:nvSpPr>
            <p:spPr>
              <a:xfrm rot="5400000">
                <a:off x="1114305" y="197737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6" name="타원 385">
                <a:extLst>
                  <a:ext uri="{FF2B5EF4-FFF2-40B4-BE49-F238E27FC236}">
                    <a16:creationId xmlns:a16="http://schemas.microsoft.com/office/drawing/2014/main" id="{A769A703-2790-4527-A36F-CE70BC2B75FA}"/>
                  </a:ext>
                </a:extLst>
              </p:cNvPr>
              <p:cNvSpPr/>
              <p:nvPr/>
            </p:nvSpPr>
            <p:spPr>
              <a:xfrm rot="5400000">
                <a:off x="2334446" y="18271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7" name="타원 386">
                <a:extLst>
                  <a:ext uri="{FF2B5EF4-FFF2-40B4-BE49-F238E27FC236}">
                    <a16:creationId xmlns:a16="http://schemas.microsoft.com/office/drawing/2014/main" id="{6F24FD58-8736-4338-81D9-D48774C42F3B}"/>
                  </a:ext>
                </a:extLst>
              </p:cNvPr>
              <p:cNvSpPr/>
              <p:nvPr/>
            </p:nvSpPr>
            <p:spPr>
              <a:xfrm rot="5400000">
                <a:off x="2147976" y="209216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8" name="타원 387">
                <a:extLst>
                  <a:ext uri="{FF2B5EF4-FFF2-40B4-BE49-F238E27FC236}">
                    <a16:creationId xmlns:a16="http://schemas.microsoft.com/office/drawing/2014/main" id="{896DF280-6BC9-405A-875E-604C6139D1C7}"/>
                  </a:ext>
                </a:extLst>
              </p:cNvPr>
              <p:cNvSpPr/>
              <p:nvPr/>
            </p:nvSpPr>
            <p:spPr>
              <a:xfrm rot="5400000">
                <a:off x="2152589" y="192623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9" name="타원 388">
                <a:extLst>
                  <a:ext uri="{FF2B5EF4-FFF2-40B4-BE49-F238E27FC236}">
                    <a16:creationId xmlns:a16="http://schemas.microsoft.com/office/drawing/2014/main" id="{6793A05A-AD3D-4370-817E-758BE395ACD4}"/>
                  </a:ext>
                </a:extLst>
              </p:cNvPr>
              <p:cNvSpPr/>
              <p:nvPr/>
            </p:nvSpPr>
            <p:spPr>
              <a:xfrm rot="5400000">
                <a:off x="2918286"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0" name="타원 389">
                <a:extLst>
                  <a:ext uri="{FF2B5EF4-FFF2-40B4-BE49-F238E27FC236}">
                    <a16:creationId xmlns:a16="http://schemas.microsoft.com/office/drawing/2014/main" id="{4625889F-48A5-4487-B8A7-8C3437AA30E3}"/>
                  </a:ext>
                </a:extLst>
              </p:cNvPr>
              <p:cNvSpPr/>
              <p:nvPr/>
            </p:nvSpPr>
            <p:spPr>
              <a:xfrm rot="5400000">
                <a:off x="1184126" y="231819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1" name="타원 390">
                <a:extLst>
                  <a:ext uri="{FF2B5EF4-FFF2-40B4-BE49-F238E27FC236}">
                    <a16:creationId xmlns:a16="http://schemas.microsoft.com/office/drawing/2014/main" id="{BAEAB6CC-BCD2-4219-B444-DA87186DA4A1}"/>
                  </a:ext>
                </a:extLst>
              </p:cNvPr>
              <p:cNvSpPr/>
              <p:nvPr/>
            </p:nvSpPr>
            <p:spPr>
              <a:xfrm rot="5400000">
                <a:off x="1331885"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2" name="타원 391">
                <a:extLst>
                  <a:ext uri="{FF2B5EF4-FFF2-40B4-BE49-F238E27FC236}">
                    <a16:creationId xmlns:a16="http://schemas.microsoft.com/office/drawing/2014/main" id="{F5A9524F-D624-4651-94F3-07574A2114FC}"/>
                  </a:ext>
                </a:extLst>
              </p:cNvPr>
              <p:cNvSpPr/>
              <p:nvPr/>
            </p:nvSpPr>
            <p:spPr>
              <a:xfrm rot="5400000">
                <a:off x="2491961" y="1838217"/>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3" name="타원 392">
                <a:extLst>
                  <a:ext uri="{FF2B5EF4-FFF2-40B4-BE49-F238E27FC236}">
                    <a16:creationId xmlns:a16="http://schemas.microsoft.com/office/drawing/2014/main" id="{37E1F8F1-6CFB-467D-B7ED-A1533155785B}"/>
                  </a:ext>
                </a:extLst>
              </p:cNvPr>
              <p:cNvSpPr/>
              <p:nvPr/>
            </p:nvSpPr>
            <p:spPr>
              <a:xfrm rot="5400000">
                <a:off x="3000788" y="202512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4" name="타원 393">
                <a:extLst>
                  <a:ext uri="{FF2B5EF4-FFF2-40B4-BE49-F238E27FC236}">
                    <a16:creationId xmlns:a16="http://schemas.microsoft.com/office/drawing/2014/main" id="{EA877ADF-F632-4774-8FF9-512B1B156F1A}"/>
                  </a:ext>
                </a:extLst>
              </p:cNvPr>
              <p:cNvSpPr/>
              <p:nvPr/>
            </p:nvSpPr>
            <p:spPr>
              <a:xfrm rot="5400000">
                <a:off x="2106424" y="177420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5" name="타원 394">
                <a:extLst>
                  <a:ext uri="{FF2B5EF4-FFF2-40B4-BE49-F238E27FC236}">
                    <a16:creationId xmlns:a16="http://schemas.microsoft.com/office/drawing/2014/main" id="{4857E0D7-72A3-425B-8E60-4E548FEBB449}"/>
                  </a:ext>
                </a:extLst>
              </p:cNvPr>
              <p:cNvSpPr/>
              <p:nvPr/>
            </p:nvSpPr>
            <p:spPr>
              <a:xfrm rot="5400000">
                <a:off x="1679474" y="18793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6" name="타원 395">
                <a:extLst>
                  <a:ext uri="{FF2B5EF4-FFF2-40B4-BE49-F238E27FC236}">
                    <a16:creationId xmlns:a16="http://schemas.microsoft.com/office/drawing/2014/main" id="{3587116D-7D6D-441C-A21A-E964998E2487}"/>
                  </a:ext>
                </a:extLst>
              </p:cNvPr>
              <p:cNvSpPr/>
              <p:nvPr/>
            </p:nvSpPr>
            <p:spPr>
              <a:xfrm rot="5400000">
                <a:off x="1090632" y="248538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7" name="타원 396">
                <a:extLst>
                  <a:ext uri="{FF2B5EF4-FFF2-40B4-BE49-F238E27FC236}">
                    <a16:creationId xmlns:a16="http://schemas.microsoft.com/office/drawing/2014/main" id="{67F953D6-EB4B-4E03-8AE1-1C378A829CBC}"/>
                  </a:ext>
                </a:extLst>
              </p:cNvPr>
              <p:cNvSpPr/>
              <p:nvPr/>
            </p:nvSpPr>
            <p:spPr>
              <a:xfrm rot="5400000">
                <a:off x="609446" y="17749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8" name="타원 397">
                <a:extLst>
                  <a:ext uri="{FF2B5EF4-FFF2-40B4-BE49-F238E27FC236}">
                    <a16:creationId xmlns:a16="http://schemas.microsoft.com/office/drawing/2014/main" id="{4F5C28A9-C776-4787-95DC-76B277B63DD0}"/>
                  </a:ext>
                </a:extLst>
              </p:cNvPr>
              <p:cNvSpPr/>
              <p:nvPr/>
            </p:nvSpPr>
            <p:spPr>
              <a:xfrm rot="5400000">
                <a:off x="701394" y="204302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9" name="타원 398">
                <a:extLst>
                  <a:ext uri="{FF2B5EF4-FFF2-40B4-BE49-F238E27FC236}">
                    <a16:creationId xmlns:a16="http://schemas.microsoft.com/office/drawing/2014/main" id="{6DAE676B-72D1-4B89-BB13-E3BDE906F072}"/>
                  </a:ext>
                </a:extLst>
              </p:cNvPr>
              <p:cNvSpPr/>
              <p:nvPr/>
            </p:nvSpPr>
            <p:spPr>
              <a:xfrm rot="5400000">
                <a:off x="580871" y="220697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0" name="타원 399">
                <a:extLst>
                  <a:ext uri="{FF2B5EF4-FFF2-40B4-BE49-F238E27FC236}">
                    <a16:creationId xmlns:a16="http://schemas.microsoft.com/office/drawing/2014/main" id="{F40C5BC4-C5C1-4FC5-8A5D-E9AEBBFCD843}"/>
                  </a:ext>
                </a:extLst>
              </p:cNvPr>
              <p:cNvSpPr/>
              <p:nvPr/>
            </p:nvSpPr>
            <p:spPr>
              <a:xfrm rot="5400000">
                <a:off x="898368" y="19900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1" name="타원 400">
                <a:extLst>
                  <a:ext uri="{FF2B5EF4-FFF2-40B4-BE49-F238E27FC236}">
                    <a16:creationId xmlns:a16="http://schemas.microsoft.com/office/drawing/2014/main" id="{CC481693-591A-4D26-928B-7017EC98515A}"/>
                  </a:ext>
                </a:extLst>
              </p:cNvPr>
              <p:cNvSpPr/>
              <p:nvPr/>
            </p:nvSpPr>
            <p:spPr>
              <a:xfrm rot="5400000">
                <a:off x="610336"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2" name="타원 401">
                <a:extLst>
                  <a:ext uri="{FF2B5EF4-FFF2-40B4-BE49-F238E27FC236}">
                    <a16:creationId xmlns:a16="http://schemas.microsoft.com/office/drawing/2014/main" id="{E85F5496-8DE5-4029-B091-8D95DF949EA7}"/>
                  </a:ext>
                </a:extLst>
              </p:cNvPr>
              <p:cNvSpPr/>
              <p:nvPr/>
            </p:nvSpPr>
            <p:spPr>
              <a:xfrm rot="5400000">
                <a:off x="784519"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3" name="타원 402">
                <a:extLst>
                  <a:ext uri="{FF2B5EF4-FFF2-40B4-BE49-F238E27FC236}">
                    <a16:creationId xmlns:a16="http://schemas.microsoft.com/office/drawing/2014/main" id="{00563A1B-E341-4B11-B224-0C72828E059F}"/>
                  </a:ext>
                </a:extLst>
              </p:cNvPr>
              <p:cNvSpPr/>
              <p:nvPr/>
            </p:nvSpPr>
            <p:spPr>
              <a:xfrm rot="5400000">
                <a:off x="3561774" y="238868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4" name="타원 403">
                <a:extLst>
                  <a:ext uri="{FF2B5EF4-FFF2-40B4-BE49-F238E27FC236}">
                    <a16:creationId xmlns:a16="http://schemas.microsoft.com/office/drawing/2014/main" id="{FDCC6A1E-B87F-4A8A-881C-6D033D4A5622}"/>
                  </a:ext>
                </a:extLst>
              </p:cNvPr>
              <p:cNvSpPr/>
              <p:nvPr/>
            </p:nvSpPr>
            <p:spPr>
              <a:xfrm rot="5400000">
                <a:off x="3418648"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5" name="타원 404">
                <a:extLst>
                  <a:ext uri="{FF2B5EF4-FFF2-40B4-BE49-F238E27FC236}">
                    <a16:creationId xmlns:a16="http://schemas.microsoft.com/office/drawing/2014/main" id="{3BB7959A-F7E3-4B65-9160-CBDFC07AE201}"/>
                  </a:ext>
                </a:extLst>
              </p:cNvPr>
              <p:cNvSpPr/>
              <p:nvPr/>
            </p:nvSpPr>
            <p:spPr>
              <a:xfrm rot="5400000">
                <a:off x="3543614" y="220608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6" name="타원 405">
                <a:extLst>
                  <a:ext uri="{FF2B5EF4-FFF2-40B4-BE49-F238E27FC236}">
                    <a16:creationId xmlns:a16="http://schemas.microsoft.com/office/drawing/2014/main" id="{D0DD339D-4DE2-4B3C-BF9C-B432A4C253F3}"/>
                  </a:ext>
                </a:extLst>
              </p:cNvPr>
              <p:cNvSpPr/>
              <p:nvPr/>
            </p:nvSpPr>
            <p:spPr>
              <a:xfrm rot="5400000">
                <a:off x="3706680" y="17740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7" name="타원 406">
                <a:extLst>
                  <a:ext uri="{FF2B5EF4-FFF2-40B4-BE49-F238E27FC236}">
                    <a16:creationId xmlns:a16="http://schemas.microsoft.com/office/drawing/2014/main" id="{F221EF9C-9F1D-4B36-B597-83CE228D3E15}"/>
                  </a:ext>
                </a:extLst>
              </p:cNvPr>
              <p:cNvSpPr/>
              <p:nvPr/>
            </p:nvSpPr>
            <p:spPr>
              <a:xfrm rot="5400000">
                <a:off x="3418648" y="208645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8" name="타원 407">
                <a:extLst>
                  <a:ext uri="{FF2B5EF4-FFF2-40B4-BE49-F238E27FC236}">
                    <a16:creationId xmlns:a16="http://schemas.microsoft.com/office/drawing/2014/main" id="{FB3DDC5E-E8AF-4944-BCBC-96A1B3FB9BAD}"/>
                  </a:ext>
                </a:extLst>
              </p:cNvPr>
              <p:cNvSpPr/>
              <p:nvPr/>
            </p:nvSpPr>
            <p:spPr>
              <a:xfrm rot="5400000">
                <a:off x="3417758" y="172197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9" name="타원 408">
                <a:extLst>
                  <a:ext uri="{FF2B5EF4-FFF2-40B4-BE49-F238E27FC236}">
                    <a16:creationId xmlns:a16="http://schemas.microsoft.com/office/drawing/2014/main" id="{0CC22F9F-BFB5-4443-9AA2-4674E825FED2}"/>
                  </a:ext>
                </a:extLst>
              </p:cNvPr>
              <p:cNvSpPr/>
              <p:nvPr/>
            </p:nvSpPr>
            <p:spPr>
              <a:xfrm rot="5400000">
                <a:off x="3418648" y="23501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10" name="타원 409">
                <a:extLst>
                  <a:ext uri="{FF2B5EF4-FFF2-40B4-BE49-F238E27FC236}">
                    <a16:creationId xmlns:a16="http://schemas.microsoft.com/office/drawing/2014/main" id="{9F30BDB1-629C-4C23-AB56-A3ADFD46FA0B}"/>
                  </a:ext>
                </a:extLst>
              </p:cNvPr>
              <p:cNvSpPr/>
              <p:nvPr/>
            </p:nvSpPr>
            <p:spPr>
              <a:xfrm rot="5400000">
                <a:off x="3697155" y="225904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11" name="타원 410">
                <a:extLst>
                  <a:ext uri="{FF2B5EF4-FFF2-40B4-BE49-F238E27FC236}">
                    <a16:creationId xmlns:a16="http://schemas.microsoft.com/office/drawing/2014/main" id="{D8A5FEF6-848A-4199-8D23-2B30B3BC01EC}"/>
                  </a:ext>
                </a:extLst>
              </p:cNvPr>
              <p:cNvSpPr/>
              <p:nvPr/>
            </p:nvSpPr>
            <p:spPr>
              <a:xfrm rot="5400000">
                <a:off x="3571299" y="195704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grpSp>
        <p:sp>
          <p:nvSpPr>
            <p:cNvPr id="348" name="자유형 9">
              <a:extLst>
                <a:ext uri="{FF2B5EF4-FFF2-40B4-BE49-F238E27FC236}">
                  <a16:creationId xmlns:a16="http://schemas.microsoft.com/office/drawing/2014/main" id="{3C3AC932-EE1E-4799-AE5D-83189DE2E4E7}"/>
                </a:ext>
              </a:extLst>
            </p:cNvPr>
            <p:cNvSpPr/>
            <p:nvPr/>
          </p:nvSpPr>
          <p:spPr>
            <a:xfrm>
              <a:off x="1154315" y="2296477"/>
              <a:ext cx="211212" cy="576263"/>
            </a:xfrm>
            <a:custGeom>
              <a:avLst/>
              <a:gdLst>
                <a:gd name="connsiteX0" fmla="*/ 92149 w 211212"/>
                <a:gd name="connsiteY0" fmla="*/ 0 h 576263"/>
                <a:gd name="connsiteX1" fmla="*/ 54049 w 211212"/>
                <a:gd name="connsiteY1" fmla="*/ 9525 h 576263"/>
                <a:gd name="connsiteX2" fmla="*/ 25474 w 211212"/>
                <a:gd name="connsiteY2" fmla="*/ 28575 h 576263"/>
                <a:gd name="connsiteX3" fmla="*/ 15949 w 211212"/>
                <a:gd name="connsiteY3" fmla="*/ 42863 h 576263"/>
                <a:gd name="connsiteX4" fmla="*/ 6424 w 211212"/>
                <a:gd name="connsiteY4" fmla="*/ 66675 h 576263"/>
                <a:gd name="connsiteX5" fmla="*/ 20712 w 211212"/>
                <a:gd name="connsiteY5" fmla="*/ 71438 h 576263"/>
                <a:gd name="connsiteX6" fmla="*/ 39762 w 211212"/>
                <a:gd name="connsiteY6" fmla="*/ 100013 h 576263"/>
                <a:gd name="connsiteX7" fmla="*/ 49287 w 211212"/>
                <a:gd name="connsiteY7" fmla="*/ 114300 h 576263"/>
                <a:gd name="connsiteX8" fmla="*/ 63574 w 211212"/>
                <a:gd name="connsiteY8" fmla="*/ 128588 h 576263"/>
                <a:gd name="connsiteX9" fmla="*/ 68337 w 211212"/>
                <a:gd name="connsiteY9" fmla="*/ 142875 h 576263"/>
                <a:gd name="connsiteX10" fmla="*/ 96912 w 211212"/>
                <a:gd name="connsiteY10" fmla="*/ 161925 h 576263"/>
                <a:gd name="connsiteX11" fmla="*/ 106437 w 211212"/>
                <a:gd name="connsiteY11" fmla="*/ 176213 h 576263"/>
                <a:gd name="connsiteX12" fmla="*/ 120724 w 211212"/>
                <a:gd name="connsiteY12" fmla="*/ 185738 h 576263"/>
                <a:gd name="connsiteX13" fmla="*/ 130249 w 211212"/>
                <a:gd name="connsiteY13" fmla="*/ 214313 h 576263"/>
                <a:gd name="connsiteX14" fmla="*/ 120724 w 211212"/>
                <a:gd name="connsiteY14" fmla="*/ 242888 h 576263"/>
                <a:gd name="connsiteX15" fmla="*/ 125487 w 211212"/>
                <a:gd name="connsiteY15" fmla="*/ 280988 h 576263"/>
                <a:gd name="connsiteX16" fmla="*/ 135012 w 211212"/>
                <a:gd name="connsiteY16" fmla="*/ 295275 h 576263"/>
                <a:gd name="connsiteX17" fmla="*/ 154062 w 211212"/>
                <a:gd name="connsiteY17" fmla="*/ 328613 h 576263"/>
                <a:gd name="connsiteX18" fmla="*/ 163587 w 211212"/>
                <a:gd name="connsiteY18" fmla="*/ 357188 h 576263"/>
                <a:gd name="connsiteX19" fmla="*/ 182637 w 211212"/>
                <a:gd name="connsiteY19" fmla="*/ 385763 h 576263"/>
                <a:gd name="connsiteX20" fmla="*/ 187399 w 211212"/>
                <a:gd name="connsiteY20" fmla="*/ 400050 h 576263"/>
                <a:gd name="connsiteX21" fmla="*/ 196924 w 211212"/>
                <a:gd name="connsiteY21" fmla="*/ 414338 h 576263"/>
                <a:gd name="connsiteX22" fmla="*/ 206449 w 211212"/>
                <a:gd name="connsiteY22" fmla="*/ 442913 h 576263"/>
                <a:gd name="connsiteX23" fmla="*/ 211212 w 211212"/>
                <a:gd name="connsiteY23" fmla="*/ 457200 h 576263"/>
                <a:gd name="connsiteX24" fmla="*/ 201687 w 211212"/>
                <a:gd name="connsiteY24" fmla="*/ 485775 h 576263"/>
                <a:gd name="connsiteX25" fmla="*/ 196924 w 211212"/>
                <a:gd name="connsiteY25" fmla="*/ 500063 h 576263"/>
                <a:gd name="connsiteX26" fmla="*/ 187399 w 211212"/>
                <a:gd name="connsiteY26" fmla="*/ 514350 h 576263"/>
                <a:gd name="connsiteX27" fmla="*/ 182637 w 211212"/>
                <a:gd name="connsiteY27" fmla="*/ 528638 h 576263"/>
                <a:gd name="connsiteX28" fmla="*/ 173112 w 211212"/>
                <a:gd name="connsiteY28" fmla="*/ 542925 h 576263"/>
                <a:gd name="connsiteX29" fmla="*/ 158824 w 211212"/>
                <a:gd name="connsiteY29" fmla="*/ 576263 h 57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1212" h="576263">
                  <a:moveTo>
                    <a:pt x="92149" y="0"/>
                  </a:moveTo>
                  <a:cubicBezTo>
                    <a:pt x="85557" y="1319"/>
                    <a:pt x="62283" y="4951"/>
                    <a:pt x="54049" y="9525"/>
                  </a:cubicBezTo>
                  <a:cubicBezTo>
                    <a:pt x="44042" y="15084"/>
                    <a:pt x="25474" y="28575"/>
                    <a:pt x="25474" y="28575"/>
                  </a:cubicBezTo>
                  <a:cubicBezTo>
                    <a:pt x="22299" y="33338"/>
                    <a:pt x="19996" y="38815"/>
                    <a:pt x="15949" y="42863"/>
                  </a:cubicBezTo>
                  <a:cubicBezTo>
                    <a:pt x="8056" y="50756"/>
                    <a:pt x="-9419" y="50832"/>
                    <a:pt x="6424" y="66675"/>
                  </a:cubicBezTo>
                  <a:cubicBezTo>
                    <a:pt x="9974" y="70225"/>
                    <a:pt x="15949" y="69850"/>
                    <a:pt x="20712" y="71438"/>
                  </a:cubicBezTo>
                  <a:lnTo>
                    <a:pt x="39762" y="100013"/>
                  </a:lnTo>
                  <a:cubicBezTo>
                    <a:pt x="42937" y="104775"/>
                    <a:pt x="45240" y="110253"/>
                    <a:pt x="49287" y="114300"/>
                  </a:cubicBezTo>
                  <a:lnTo>
                    <a:pt x="63574" y="128588"/>
                  </a:lnTo>
                  <a:cubicBezTo>
                    <a:pt x="65162" y="133350"/>
                    <a:pt x="64787" y="139325"/>
                    <a:pt x="68337" y="142875"/>
                  </a:cubicBezTo>
                  <a:cubicBezTo>
                    <a:pt x="76432" y="150970"/>
                    <a:pt x="96912" y="161925"/>
                    <a:pt x="96912" y="161925"/>
                  </a:cubicBezTo>
                  <a:cubicBezTo>
                    <a:pt x="100087" y="166688"/>
                    <a:pt x="102390" y="172165"/>
                    <a:pt x="106437" y="176213"/>
                  </a:cubicBezTo>
                  <a:cubicBezTo>
                    <a:pt x="110484" y="180260"/>
                    <a:pt x="117691" y="180884"/>
                    <a:pt x="120724" y="185738"/>
                  </a:cubicBezTo>
                  <a:cubicBezTo>
                    <a:pt x="126045" y="194252"/>
                    <a:pt x="130249" y="214313"/>
                    <a:pt x="130249" y="214313"/>
                  </a:cubicBezTo>
                  <a:cubicBezTo>
                    <a:pt x="127074" y="223838"/>
                    <a:pt x="119479" y="232925"/>
                    <a:pt x="120724" y="242888"/>
                  </a:cubicBezTo>
                  <a:cubicBezTo>
                    <a:pt x="122312" y="255588"/>
                    <a:pt x="122119" y="268640"/>
                    <a:pt x="125487" y="280988"/>
                  </a:cubicBezTo>
                  <a:cubicBezTo>
                    <a:pt x="126993" y="286510"/>
                    <a:pt x="132172" y="290305"/>
                    <a:pt x="135012" y="295275"/>
                  </a:cubicBezTo>
                  <a:cubicBezTo>
                    <a:pt x="159187" y="337580"/>
                    <a:pt x="130852" y="293796"/>
                    <a:pt x="154062" y="328613"/>
                  </a:cubicBezTo>
                  <a:cubicBezTo>
                    <a:pt x="157237" y="338138"/>
                    <a:pt x="158018" y="348834"/>
                    <a:pt x="163587" y="357188"/>
                  </a:cubicBezTo>
                  <a:lnTo>
                    <a:pt x="182637" y="385763"/>
                  </a:lnTo>
                  <a:cubicBezTo>
                    <a:pt x="184224" y="390525"/>
                    <a:pt x="185154" y="395560"/>
                    <a:pt x="187399" y="400050"/>
                  </a:cubicBezTo>
                  <a:cubicBezTo>
                    <a:pt x="189959" y="405170"/>
                    <a:pt x="194599" y="409107"/>
                    <a:pt x="196924" y="414338"/>
                  </a:cubicBezTo>
                  <a:cubicBezTo>
                    <a:pt x="201002" y="423513"/>
                    <a:pt x="203274" y="433388"/>
                    <a:pt x="206449" y="442913"/>
                  </a:cubicBezTo>
                  <a:lnTo>
                    <a:pt x="211212" y="457200"/>
                  </a:lnTo>
                  <a:lnTo>
                    <a:pt x="201687" y="485775"/>
                  </a:lnTo>
                  <a:cubicBezTo>
                    <a:pt x="200099" y="490538"/>
                    <a:pt x="199709" y="495886"/>
                    <a:pt x="196924" y="500063"/>
                  </a:cubicBezTo>
                  <a:lnTo>
                    <a:pt x="187399" y="514350"/>
                  </a:lnTo>
                  <a:cubicBezTo>
                    <a:pt x="185812" y="519113"/>
                    <a:pt x="184882" y="524148"/>
                    <a:pt x="182637" y="528638"/>
                  </a:cubicBezTo>
                  <a:cubicBezTo>
                    <a:pt x="180077" y="533757"/>
                    <a:pt x="175437" y="537695"/>
                    <a:pt x="173112" y="542925"/>
                  </a:cubicBezTo>
                  <a:cubicBezTo>
                    <a:pt x="156736" y="579771"/>
                    <a:pt x="172060" y="563027"/>
                    <a:pt x="158824" y="576263"/>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9" name="자유형 10">
              <a:extLst>
                <a:ext uri="{FF2B5EF4-FFF2-40B4-BE49-F238E27FC236}">
                  <a16:creationId xmlns:a16="http://schemas.microsoft.com/office/drawing/2014/main" id="{A58B4799-65B2-45AD-9502-C4AE3456DB39}"/>
                </a:ext>
              </a:extLst>
            </p:cNvPr>
            <p:cNvSpPr/>
            <p:nvPr/>
          </p:nvSpPr>
          <p:spPr>
            <a:xfrm>
              <a:off x="970239" y="2296477"/>
              <a:ext cx="404814" cy="552450"/>
            </a:xfrm>
            <a:custGeom>
              <a:avLst/>
              <a:gdLst>
                <a:gd name="connsiteX0" fmla="*/ 385763 w 404814"/>
                <a:gd name="connsiteY0" fmla="*/ 0 h 552450"/>
                <a:gd name="connsiteX1" fmla="*/ 404813 w 404814"/>
                <a:gd name="connsiteY1" fmla="*/ 38100 h 552450"/>
                <a:gd name="connsiteX2" fmla="*/ 400050 w 404814"/>
                <a:gd name="connsiteY2" fmla="*/ 57150 h 552450"/>
                <a:gd name="connsiteX3" fmla="*/ 371475 w 404814"/>
                <a:gd name="connsiteY3" fmla="*/ 66675 h 552450"/>
                <a:gd name="connsiteX4" fmla="*/ 357188 w 404814"/>
                <a:gd name="connsiteY4" fmla="*/ 71438 h 552450"/>
                <a:gd name="connsiteX5" fmla="*/ 342900 w 404814"/>
                <a:gd name="connsiteY5" fmla="*/ 76200 h 552450"/>
                <a:gd name="connsiteX6" fmla="*/ 300038 w 404814"/>
                <a:gd name="connsiteY6" fmla="*/ 95250 h 552450"/>
                <a:gd name="connsiteX7" fmla="*/ 285750 w 404814"/>
                <a:gd name="connsiteY7" fmla="*/ 100013 h 552450"/>
                <a:gd name="connsiteX8" fmla="*/ 276225 w 404814"/>
                <a:gd name="connsiteY8" fmla="*/ 114300 h 552450"/>
                <a:gd name="connsiteX9" fmla="*/ 247650 w 404814"/>
                <a:gd name="connsiteY9" fmla="*/ 142875 h 552450"/>
                <a:gd name="connsiteX10" fmla="*/ 223838 w 404814"/>
                <a:gd name="connsiteY10" fmla="*/ 166688 h 552450"/>
                <a:gd name="connsiteX11" fmla="*/ 204788 w 404814"/>
                <a:gd name="connsiteY11" fmla="*/ 195263 h 552450"/>
                <a:gd name="connsiteX12" fmla="*/ 195263 w 404814"/>
                <a:gd name="connsiteY12" fmla="*/ 209550 h 552450"/>
                <a:gd name="connsiteX13" fmla="*/ 171450 w 404814"/>
                <a:gd name="connsiteY13" fmla="*/ 233363 h 552450"/>
                <a:gd name="connsiteX14" fmla="*/ 123825 w 404814"/>
                <a:gd name="connsiteY14" fmla="*/ 238125 h 552450"/>
                <a:gd name="connsiteX15" fmla="*/ 42863 w 404814"/>
                <a:gd name="connsiteY15" fmla="*/ 242888 h 552450"/>
                <a:gd name="connsiteX16" fmla="*/ 33338 w 404814"/>
                <a:gd name="connsiteY16" fmla="*/ 257175 h 552450"/>
                <a:gd name="connsiteX17" fmla="*/ 19050 w 404814"/>
                <a:gd name="connsiteY17" fmla="*/ 276225 h 552450"/>
                <a:gd name="connsiteX18" fmla="*/ 14288 w 404814"/>
                <a:gd name="connsiteY18" fmla="*/ 290513 h 552450"/>
                <a:gd name="connsiteX19" fmla="*/ 0 w 404814"/>
                <a:gd name="connsiteY19" fmla="*/ 319088 h 552450"/>
                <a:gd name="connsiteX20" fmla="*/ 14288 w 404814"/>
                <a:gd name="connsiteY20" fmla="*/ 328613 h 552450"/>
                <a:gd name="connsiteX21" fmla="*/ 61913 w 404814"/>
                <a:gd name="connsiteY21" fmla="*/ 333375 h 552450"/>
                <a:gd name="connsiteX22" fmla="*/ 71438 w 404814"/>
                <a:gd name="connsiteY22" fmla="*/ 361950 h 552450"/>
                <a:gd name="connsiteX23" fmla="*/ 80963 w 404814"/>
                <a:gd name="connsiteY23" fmla="*/ 390525 h 552450"/>
                <a:gd name="connsiteX24" fmla="*/ 90488 w 404814"/>
                <a:gd name="connsiteY24" fmla="*/ 404813 h 552450"/>
                <a:gd name="connsiteX25" fmla="*/ 95250 w 404814"/>
                <a:gd name="connsiteY25" fmla="*/ 423863 h 552450"/>
                <a:gd name="connsiteX26" fmla="*/ 95250 w 404814"/>
                <a:gd name="connsiteY26" fmla="*/ 466725 h 552450"/>
                <a:gd name="connsiteX27" fmla="*/ 80963 w 404814"/>
                <a:gd name="connsiteY27" fmla="*/ 471488 h 552450"/>
                <a:gd name="connsiteX28" fmla="*/ 52388 w 404814"/>
                <a:gd name="connsiteY28" fmla="*/ 485775 h 552450"/>
                <a:gd name="connsiteX29" fmla="*/ 23813 w 404814"/>
                <a:gd name="connsiteY29"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4814" h="552450">
                  <a:moveTo>
                    <a:pt x="385763" y="0"/>
                  </a:moveTo>
                  <a:cubicBezTo>
                    <a:pt x="388452" y="4481"/>
                    <a:pt x="404813" y="27850"/>
                    <a:pt x="404813" y="38100"/>
                  </a:cubicBezTo>
                  <a:cubicBezTo>
                    <a:pt x="404813" y="44645"/>
                    <a:pt x="405020" y="52890"/>
                    <a:pt x="400050" y="57150"/>
                  </a:cubicBezTo>
                  <a:cubicBezTo>
                    <a:pt x="392427" y="63684"/>
                    <a:pt x="381000" y="63500"/>
                    <a:pt x="371475" y="66675"/>
                  </a:cubicBezTo>
                  <a:lnTo>
                    <a:pt x="357188" y="71438"/>
                  </a:lnTo>
                  <a:lnTo>
                    <a:pt x="342900" y="76200"/>
                  </a:lnTo>
                  <a:cubicBezTo>
                    <a:pt x="320259" y="91295"/>
                    <a:pt x="334044" y="83914"/>
                    <a:pt x="300038" y="95250"/>
                  </a:cubicBezTo>
                  <a:lnTo>
                    <a:pt x="285750" y="100013"/>
                  </a:lnTo>
                  <a:cubicBezTo>
                    <a:pt x="282575" y="104775"/>
                    <a:pt x="280028" y="110022"/>
                    <a:pt x="276225" y="114300"/>
                  </a:cubicBezTo>
                  <a:cubicBezTo>
                    <a:pt x="267276" y="124368"/>
                    <a:pt x="255122" y="131667"/>
                    <a:pt x="247650" y="142875"/>
                  </a:cubicBezTo>
                  <a:cubicBezTo>
                    <a:pt x="234950" y="161925"/>
                    <a:pt x="242888" y="153988"/>
                    <a:pt x="223838" y="166688"/>
                  </a:cubicBezTo>
                  <a:lnTo>
                    <a:pt x="204788" y="195263"/>
                  </a:lnTo>
                  <a:lnTo>
                    <a:pt x="195263" y="209550"/>
                  </a:lnTo>
                  <a:cubicBezTo>
                    <a:pt x="189105" y="218787"/>
                    <a:pt x="183959" y="230476"/>
                    <a:pt x="171450" y="233363"/>
                  </a:cubicBezTo>
                  <a:cubicBezTo>
                    <a:pt x="155904" y="236950"/>
                    <a:pt x="139736" y="236946"/>
                    <a:pt x="123825" y="238125"/>
                  </a:cubicBezTo>
                  <a:cubicBezTo>
                    <a:pt x="96865" y="240122"/>
                    <a:pt x="69850" y="241300"/>
                    <a:pt x="42863" y="242888"/>
                  </a:cubicBezTo>
                  <a:cubicBezTo>
                    <a:pt x="39688" y="247650"/>
                    <a:pt x="36665" y="252518"/>
                    <a:pt x="33338" y="257175"/>
                  </a:cubicBezTo>
                  <a:cubicBezTo>
                    <a:pt x="28724" y="263634"/>
                    <a:pt x="22988" y="269333"/>
                    <a:pt x="19050" y="276225"/>
                  </a:cubicBezTo>
                  <a:cubicBezTo>
                    <a:pt x="16559" y="280584"/>
                    <a:pt x="16533" y="286023"/>
                    <a:pt x="14288" y="290513"/>
                  </a:cubicBezTo>
                  <a:cubicBezTo>
                    <a:pt x="-4180" y="327450"/>
                    <a:pt x="11975" y="283167"/>
                    <a:pt x="0" y="319088"/>
                  </a:cubicBezTo>
                  <a:cubicBezTo>
                    <a:pt x="4763" y="322263"/>
                    <a:pt x="8711" y="327326"/>
                    <a:pt x="14288" y="328613"/>
                  </a:cubicBezTo>
                  <a:cubicBezTo>
                    <a:pt x="29834" y="332200"/>
                    <a:pt x="48132" y="325336"/>
                    <a:pt x="61913" y="333375"/>
                  </a:cubicBezTo>
                  <a:cubicBezTo>
                    <a:pt x="70586" y="338434"/>
                    <a:pt x="68263" y="352425"/>
                    <a:pt x="71438" y="361950"/>
                  </a:cubicBezTo>
                  <a:cubicBezTo>
                    <a:pt x="71440" y="361955"/>
                    <a:pt x="80959" y="390520"/>
                    <a:pt x="80963" y="390525"/>
                  </a:cubicBezTo>
                  <a:lnTo>
                    <a:pt x="90488" y="404813"/>
                  </a:lnTo>
                  <a:cubicBezTo>
                    <a:pt x="92075" y="411163"/>
                    <a:pt x="93452" y="417569"/>
                    <a:pt x="95250" y="423863"/>
                  </a:cubicBezTo>
                  <a:cubicBezTo>
                    <a:pt x="99971" y="440385"/>
                    <a:pt x="106795" y="446521"/>
                    <a:pt x="95250" y="466725"/>
                  </a:cubicBezTo>
                  <a:cubicBezTo>
                    <a:pt x="92759" y="471084"/>
                    <a:pt x="85453" y="469243"/>
                    <a:pt x="80963" y="471488"/>
                  </a:cubicBezTo>
                  <a:cubicBezTo>
                    <a:pt x="44042" y="489949"/>
                    <a:pt x="88291" y="473808"/>
                    <a:pt x="52388" y="485775"/>
                  </a:cubicBezTo>
                  <a:cubicBezTo>
                    <a:pt x="10604" y="513631"/>
                    <a:pt x="23813" y="493377"/>
                    <a:pt x="23813" y="55245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0" name="자유형 11">
              <a:extLst>
                <a:ext uri="{FF2B5EF4-FFF2-40B4-BE49-F238E27FC236}">
                  <a16:creationId xmlns:a16="http://schemas.microsoft.com/office/drawing/2014/main" id="{A1056964-091F-491E-B14D-876113498264}"/>
                </a:ext>
              </a:extLst>
            </p:cNvPr>
            <p:cNvSpPr/>
            <p:nvPr/>
          </p:nvSpPr>
          <p:spPr>
            <a:xfrm>
              <a:off x="1384577" y="2310765"/>
              <a:ext cx="195328" cy="561975"/>
            </a:xfrm>
            <a:custGeom>
              <a:avLst/>
              <a:gdLst>
                <a:gd name="connsiteX0" fmla="*/ 114300 w 195328"/>
                <a:gd name="connsiteY0" fmla="*/ 0 h 561975"/>
                <a:gd name="connsiteX1" fmla="*/ 142875 w 195328"/>
                <a:gd name="connsiteY1" fmla="*/ 38100 h 561975"/>
                <a:gd name="connsiteX2" fmla="*/ 147637 w 195328"/>
                <a:gd name="connsiteY2" fmla="*/ 52387 h 561975"/>
                <a:gd name="connsiteX3" fmla="*/ 152400 w 195328"/>
                <a:gd name="connsiteY3" fmla="*/ 128587 h 561975"/>
                <a:gd name="connsiteX4" fmla="*/ 157162 w 195328"/>
                <a:gd name="connsiteY4" fmla="*/ 142875 h 561975"/>
                <a:gd name="connsiteX5" fmla="*/ 161925 w 195328"/>
                <a:gd name="connsiteY5" fmla="*/ 171450 h 561975"/>
                <a:gd name="connsiteX6" fmla="*/ 176212 w 195328"/>
                <a:gd name="connsiteY6" fmla="*/ 176212 h 561975"/>
                <a:gd name="connsiteX7" fmla="*/ 195262 w 195328"/>
                <a:gd name="connsiteY7" fmla="*/ 204787 h 561975"/>
                <a:gd name="connsiteX8" fmla="*/ 190500 w 195328"/>
                <a:gd name="connsiteY8" fmla="*/ 252412 h 561975"/>
                <a:gd name="connsiteX9" fmla="*/ 185737 w 195328"/>
                <a:gd name="connsiteY9" fmla="*/ 266700 h 561975"/>
                <a:gd name="connsiteX10" fmla="*/ 171450 w 195328"/>
                <a:gd name="connsiteY10" fmla="*/ 276225 h 561975"/>
                <a:gd name="connsiteX11" fmla="*/ 152400 w 195328"/>
                <a:gd name="connsiteY11" fmla="*/ 304800 h 561975"/>
                <a:gd name="connsiteX12" fmla="*/ 133350 w 195328"/>
                <a:gd name="connsiteY12" fmla="*/ 333375 h 561975"/>
                <a:gd name="connsiteX13" fmla="*/ 123825 w 195328"/>
                <a:gd name="connsiteY13" fmla="*/ 347662 h 561975"/>
                <a:gd name="connsiteX14" fmla="*/ 147637 w 195328"/>
                <a:gd name="connsiteY14" fmla="*/ 390525 h 561975"/>
                <a:gd name="connsiteX15" fmla="*/ 157162 w 195328"/>
                <a:gd name="connsiteY15" fmla="*/ 404812 h 561975"/>
                <a:gd name="connsiteX16" fmla="*/ 138112 w 195328"/>
                <a:gd name="connsiteY16" fmla="*/ 428625 h 561975"/>
                <a:gd name="connsiteX17" fmla="*/ 114300 w 195328"/>
                <a:gd name="connsiteY17" fmla="*/ 447675 h 561975"/>
                <a:gd name="connsiteX18" fmla="*/ 76200 w 195328"/>
                <a:gd name="connsiteY18" fmla="*/ 471487 h 561975"/>
                <a:gd name="connsiteX19" fmla="*/ 61912 w 195328"/>
                <a:gd name="connsiteY19" fmla="*/ 476250 h 561975"/>
                <a:gd name="connsiteX20" fmla="*/ 47625 w 195328"/>
                <a:gd name="connsiteY20" fmla="*/ 504825 h 561975"/>
                <a:gd name="connsiteX21" fmla="*/ 42862 w 195328"/>
                <a:gd name="connsiteY21" fmla="*/ 538162 h 561975"/>
                <a:gd name="connsiteX22" fmla="*/ 28575 w 195328"/>
                <a:gd name="connsiteY22" fmla="*/ 542925 h 561975"/>
                <a:gd name="connsiteX23" fmla="*/ 0 w 195328"/>
                <a:gd name="connsiteY23"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328" h="561975">
                  <a:moveTo>
                    <a:pt x="114300" y="0"/>
                  </a:moveTo>
                  <a:cubicBezTo>
                    <a:pt x="118976" y="5845"/>
                    <a:pt x="137820" y="27989"/>
                    <a:pt x="142875" y="38100"/>
                  </a:cubicBezTo>
                  <a:cubicBezTo>
                    <a:pt x="145120" y="42590"/>
                    <a:pt x="146050" y="47625"/>
                    <a:pt x="147637" y="52387"/>
                  </a:cubicBezTo>
                  <a:cubicBezTo>
                    <a:pt x="149225" y="77787"/>
                    <a:pt x="149736" y="103277"/>
                    <a:pt x="152400" y="128587"/>
                  </a:cubicBezTo>
                  <a:cubicBezTo>
                    <a:pt x="152926" y="133580"/>
                    <a:pt x="156073" y="137974"/>
                    <a:pt x="157162" y="142875"/>
                  </a:cubicBezTo>
                  <a:cubicBezTo>
                    <a:pt x="159257" y="152301"/>
                    <a:pt x="157134" y="163066"/>
                    <a:pt x="161925" y="171450"/>
                  </a:cubicBezTo>
                  <a:cubicBezTo>
                    <a:pt x="164416" y="175808"/>
                    <a:pt x="171450" y="174625"/>
                    <a:pt x="176212" y="176212"/>
                  </a:cubicBezTo>
                  <a:cubicBezTo>
                    <a:pt x="182562" y="185737"/>
                    <a:pt x="196401" y="193396"/>
                    <a:pt x="195262" y="204787"/>
                  </a:cubicBezTo>
                  <a:cubicBezTo>
                    <a:pt x="193675" y="220662"/>
                    <a:pt x="192926" y="236643"/>
                    <a:pt x="190500" y="252412"/>
                  </a:cubicBezTo>
                  <a:cubicBezTo>
                    <a:pt x="189737" y="257374"/>
                    <a:pt x="188873" y="262780"/>
                    <a:pt x="185737" y="266700"/>
                  </a:cubicBezTo>
                  <a:cubicBezTo>
                    <a:pt x="182161" y="271169"/>
                    <a:pt x="176212" y="273050"/>
                    <a:pt x="171450" y="276225"/>
                  </a:cubicBezTo>
                  <a:cubicBezTo>
                    <a:pt x="162341" y="303549"/>
                    <a:pt x="173210" y="278044"/>
                    <a:pt x="152400" y="304800"/>
                  </a:cubicBezTo>
                  <a:cubicBezTo>
                    <a:pt x="145372" y="313836"/>
                    <a:pt x="139700" y="323850"/>
                    <a:pt x="133350" y="333375"/>
                  </a:cubicBezTo>
                  <a:lnTo>
                    <a:pt x="123825" y="347662"/>
                  </a:lnTo>
                  <a:cubicBezTo>
                    <a:pt x="132206" y="372810"/>
                    <a:pt x="125803" y="357774"/>
                    <a:pt x="147637" y="390525"/>
                  </a:cubicBezTo>
                  <a:lnTo>
                    <a:pt x="157162" y="404812"/>
                  </a:lnTo>
                  <a:cubicBezTo>
                    <a:pt x="147286" y="444320"/>
                    <a:pt x="161598" y="409837"/>
                    <a:pt x="138112" y="428625"/>
                  </a:cubicBezTo>
                  <a:cubicBezTo>
                    <a:pt x="107336" y="453245"/>
                    <a:pt x="150213" y="435702"/>
                    <a:pt x="114300" y="447675"/>
                  </a:cubicBezTo>
                  <a:cubicBezTo>
                    <a:pt x="99205" y="470316"/>
                    <a:pt x="110205" y="460152"/>
                    <a:pt x="76200" y="471487"/>
                  </a:cubicBezTo>
                  <a:lnTo>
                    <a:pt x="61912" y="476250"/>
                  </a:lnTo>
                  <a:cubicBezTo>
                    <a:pt x="53883" y="488293"/>
                    <a:pt x="50442" y="490738"/>
                    <a:pt x="47625" y="504825"/>
                  </a:cubicBezTo>
                  <a:cubicBezTo>
                    <a:pt x="45424" y="515832"/>
                    <a:pt x="47882" y="528122"/>
                    <a:pt x="42862" y="538162"/>
                  </a:cubicBezTo>
                  <a:cubicBezTo>
                    <a:pt x="40617" y="542652"/>
                    <a:pt x="32963" y="540487"/>
                    <a:pt x="28575" y="542925"/>
                  </a:cubicBezTo>
                  <a:cubicBezTo>
                    <a:pt x="18568" y="548485"/>
                    <a:pt x="0" y="561975"/>
                    <a:pt x="0"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1" name="자유형 12">
              <a:extLst>
                <a:ext uri="{FF2B5EF4-FFF2-40B4-BE49-F238E27FC236}">
                  <a16:creationId xmlns:a16="http://schemas.microsoft.com/office/drawing/2014/main" id="{E39A3B16-EA6F-4983-9E1B-AC1A8CDEF780}"/>
                </a:ext>
              </a:extLst>
            </p:cNvPr>
            <p:cNvSpPr/>
            <p:nvPr/>
          </p:nvSpPr>
          <p:spPr>
            <a:xfrm>
              <a:off x="1513164" y="2286952"/>
              <a:ext cx="266820" cy="566738"/>
            </a:xfrm>
            <a:custGeom>
              <a:avLst/>
              <a:gdLst>
                <a:gd name="connsiteX0" fmla="*/ 95250 w 266820"/>
                <a:gd name="connsiteY0" fmla="*/ 0 h 566738"/>
                <a:gd name="connsiteX1" fmla="*/ 71438 w 266820"/>
                <a:gd name="connsiteY1" fmla="*/ 14288 h 566738"/>
                <a:gd name="connsiteX2" fmla="*/ 33338 w 266820"/>
                <a:gd name="connsiteY2" fmla="*/ 23813 h 566738"/>
                <a:gd name="connsiteX3" fmla="*/ 4763 w 266820"/>
                <a:gd name="connsiteY3" fmla="*/ 33338 h 566738"/>
                <a:gd name="connsiteX4" fmla="*/ 0 w 266820"/>
                <a:gd name="connsiteY4" fmla="*/ 47625 h 566738"/>
                <a:gd name="connsiteX5" fmla="*/ 4763 w 266820"/>
                <a:gd name="connsiteY5" fmla="*/ 71438 h 566738"/>
                <a:gd name="connsiteX6" fmla="*/ 23813 w 266820"/>
                <a:gd name="connsiteY6" fmla="*/ 114300 h 566738"/>
                <a:gd name="connsiteX7" fmla="*/ 33338 w 266820"/>
                <a:gd name="connsiteY7" fmla="*/ 142875 h 566738"/>
                <a:gd name="connsiteX8" fmla="*/ 42863 w 266820"/>
                <a:gd name="connsiteY8" fmla="*/ 176213 h 566738"/>
                <a:gd name="connsiteX9" fmla="*/ 47625 w 266820"/>
                <a:gd name="connsiteY9" fmla="*/ 204788 h 566738"/>
                <a:gd name="connsiteX10" fmla="*/ 90488 w 266820"/>
                <a:gd name="connsiteY10" fmla="*/ 219075 h 566738"/>
                <a:gd name="connsiteX11" fmla="*/ 104775 w 266820"/>
                <a:gd name="connsiteY11" fmla="*/ 223838 h 566738"/>
                <a:gd name="connsiteX12" fmla="*/ 214313 w 266820"/>
                <a:gd name="connsiteY12" fmla="*/ 214313 h 566738"/>
                <a:gd name="connsiteX13" fmla="*/ 214313 w 266820"/>
                <a:gd name="connsiteY13" fmla="*/ 171450 h 566738"/>
                <a:gd name="connsiteX14" fmla="*/ 185738 w 266820"/>
                <a:gd name="connsiteY14" fmla="*/ 176213 h 566738"/>
                <a:gd name="connsiteX15" fmla="*/ 171450 w 266820"/>
                <a:gd name="connsiteY15" fmla="*/ 185738 h 566738"/>
                <a:gd name="connsiteX16" fmla="*/ 142875 w 266820"/>
                <a:gd name="connsiteY16" fmla="*/ 200025 h 566738"/>
                <a:gd name="connsiteX17" fmla="*/ 157163 w 266820"/>
                <a:gd name="connsiteY17" fmla="*/ 228600 h 566738"/>
                <a:gd name="connsiteX18" fmla="*/ 171450 w 266820"/>
                <a:gd name="connsiteY18" fmla="*/ 238125 h 566738"/>
                <a:gd name="connsiteX19" fmla="*/ 180975 w 266820"/>
                <a:gd name="connsiteY19" fmla="*/ 252413 h 566738"/>
                <a:gd name="connsiteX20" fmla="*/ 209550 w 266820"/>
                <a:gd name="connsiteY20" fmla="*/ 276225 h 566738"/>
                <a:gd name="connsiteX21" fmla="*/ 242888 w 266820"/>
                <a:gd name="connsiteY21" fmla="*/ 285750 h 566738"/>
                <a:gd name="connsiteX22" fmla="*/ 257175 w 266820"/>
                <a:gd name="connsiteY22" fmla="*/ 290513 h 566738"/>
                <a:gd name="connsiteX23" fmla="*/ 266700 w 266820"/>
                <a:gd name="connsiteY23" fmla="*/ 304800 h 566738"/>
                <a:gd name="connsiteX24" fmla="*/ 261938 w 266820"/>
                <a:gd name="connsiteY24" fmla="*/ 319088 h 566738"/>
                <a:gd name="connsiteX25" fmla="*/ 252413 w 266820"/>
                <a:gd name="connsiteY25" fmla="*/ 338138 h 566738"/>
                <a:gd name="connsiteX26" fmla="*/ 238125 w 266820"/>
                <a:gd name="connsiteY26" fmla="*/ 366713 h 566738"/>
                <a:gd name="connsiteX27" fmla="*/ 228600 w 266820"/>
                <a:gd name="connsiteY27" fmla="*/ 395288 h 566738"/>
                <a:gd name="connsiteX28" fmla="*/ 223838 w 266820"/>
                <a:gd name="connsiteY28" fmla="*/ 409575 h 566738"/>
                <a:gd name="connsiteX29" fmla="*/ 209550 w 266820"/>
                <a:gd name="connsiteY29" fmla="*/ 414338 h 566738"/>
                <a:gd name="connsiteX30" fmla="*/ 200025 w 266820"/>
                <a:gd name="connsiteY30" fmla="*/ 400050 h 566738"/>
                <a:gd name="connsiteX31" fmla="*/ 185738 w 266820"/>
                <a:gd name="connsiteY31" fmla="*/ 395288 h 566738"/>
                <a:gd name="connsiteX32" fmla="*/ 171450 w 266820"/>
                <a:gd name="connsiteY32" fmla="*/ 385763 h 566738"/>
                <a:gd name="connsiteX33" fmla="*/ 142875 w 266820"/>
                <a:gd name="connsiteY33" fmla="*/ 400050 h 566738"/>
                <a:gd name="connsiteX34" fmla="*/ 133350 w 266820"/>
                <a:gd name="connsiteY34" fmla="*/ 414338 h 566738"/>
                <a:gd name="connsiteX35" fmla="*/ 114300 w 266820"/>
                <a:gd name="connsiteY35" fmla="*/ 438150 h 566738"/>
                <a:gd name="connsiteX36" fmla="*/ 109538 w 266820"/>
                <a:gd name="connsiteY36" fmla="*/ 452438 h 566738"/>
                <a:gd name="connsiteX37" fmla="*/ 104775 w 266820"/>
                <a:gd name="connsiteY37" fmla="*/ 528638 h 566738"/>
                <a:gd name="connsiteX38" fmla="*/ 90488 w 266820"/>
                <a:gd name="connsiteY38" fmla="*/ 538163 h 566738"/>
                <a:gd name="connsiteX39" fmla="*/ 61913 w 266820"/>
                <a:gd name="connsiteY39" fmla="*/ 547688 h 566738"/>
                <a:gd name="connsiteX40" fmla="*/ 33338 w 266820"/>
                <a:gd name="connsiteY40" fmla="*/ 566738 h 5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6820" h="566738">
                  <a:moveTo>
                    <a:pt x="95250" y="0"/>
                  </a:moveTo>
                  <a:cubicBezTo>
                    <a:pt x="87313" y="4763"/>
                    <a:pt x="79717" y="10148"/>
                    <a:pt x="71438" y="14288"/>
                  </a:cubicBezTo>
                  <a:cubicBezTo>
                    <a:pt x="59883" y="20065"/>
                    <a:pt x="45283" y="20555"/>
                    <a:pt x="33338" y="23813"/>
                  </a:cubicBezTo>
                  <a:cubicBezTo>
                    <a:pt x="23652" y="26455"/>
                    <a:pt x="4763" y="33338"/>
                    <a:pt x="4763" y="33338"/>
                  </a:cubicBezTo>
                  <a:cubicBezTo>
                    <a:pt x="3175" y="38100"/>
                    <a:pt x="0" y="42605"/>
                    <a:pt x="0" y="47625"/>
                  </a:cubicBezTo>
                  <a:cubicBezTo>
                    <a:pt x="0" y="55720"/>
                    <a:pt x="2633" y="63628"/>
                    <a:pt x="4763" y="71438"/>
                  </a:cubicBezTo>
                  <a:cubicBezTo>
                    <a:pt x="12611" y="100212"/>
                    <a:pt x="10707" y="94641"/>
                    <a:pt x="23813" y="114300"/>
                  </a:cubicBezTo>
                  <a:lnTo>
                    <a:pt x="33338" y="142875"/>
                  </a:lnTo>
                  <a:cubicBezTo>
                    <a:pt x="37874" y="156484"/>
                    <a:pt x="39875" y="161275"/>
                    <a:pt x="42863" y="176213"/>
                  </a:cubicBezTo>
                  <a:cubicBezTo>
                    <a:pt x="44757" y="185682"/>
                    <a:pt x="43307" y="196151"/>
                    <a:pt x="47625" y="204788"/>
                  </a:cubicBezTo>
                  <a:cubicBezTo>
                    <a:pt x="53713" y="216964"/>
                    <a:pt x="83655" y="217936"/>
                    <a:pt x="90488" y="219075"/>
                  </a:cubicBezTo>
                  <a:cubicBezTo>
                    <a:pt x="95250" y="220663"/>
                    <a:pt x="99755" y="223838"/>
                    <a:pt x="104775" y="223838"/>
                  </a:cubicBezTo>
                  <a:cubicBezTo>
                    <a:pt x="189996" y="223838"/>
                    <a:pt x="172242" y="228335"/>
                    <a:pt x="214313" y="214313"/>
                  </a:cubicBezTo>
                  <a:cubicBezTo>
                    <a:pt x="217995" y="203267"/>
                    <a:pt x="227851" y="181120"/>
                    <a:pt x="214313" y="171450"/>
                  </a:cubicBezTo>
                  <a:cubicBezTo>
                    <a:pt x="206455" y="165837"/>
                    <a:pt x="195263" y="174625"/>
                    <a:pt x="185738" y="176213"/>
                  </a:cubicBezTo>
                  <a:cubicBezTo>
                    <a:pt x="180975" y="179388"/>
                    <a:pt x="176570" y="183178"/>
                    <a:pt x="171450" y="185738"/>
                  </a:cubicBezTo>
                  <a:cubicBezTo>
                    <a:pt x="132014" y="205455"/>
                    <a:pt x="183824" y="172727"/>
                    <a:pt x="142875" y="200025"/>
                  </a:cubicBezTo>
                  <a:cubicBezTo>
                    <a:pt x="146749" y="211646"/>
                    <a:pt x="147931" y="219368"/>
                    <a:pt x="157163" y="228600"/>
                  </a:cubicBezTo>
                  <a:cubicBezTo>
                    <a:pt x="161210" y="232647"/>
                    <a:pt x="166688" y="234950"/>
                    <a:pt x="171450" y="238125"/>
                  </a:cubicBezTo>
                  <a:cubicBezTo>
                    <a:pt x="174625" y="242888"/>
                    <a:pt x="177311" y="248016"/>
                    <a:pt x="180975" y="252413"/>
                  </a:cubicBezTo>
                  <a:cubicBezTo>
                    <a:pt x="188497" y="261439"/>
                    <a:pt x="198849" y="270874"/>
                    <a:pt x="209550" y="276225"/>
                  </a:cubicBezTo>
                  <a:cubicBezTo>
                    <a:pt x="217167" y="280034"/>
                    <a:pt x="235761" y="283714"/>
                    <a:pt x="242888" y="285750"/>
                  </a:cubicBezTo>
                  <a:cubicBezTo>
                    <a:pt x="247715" y="287129"/>
                    <a:pt x="252413" y="288925"/>
                    <a:pt x="257175" y="290513"/>
                  </a:cubicBezTo>
                  <a:cubicBezTo>
                    <a:pt x="260350" y="295275"/>
                    <a:pt x="265759" y="299154"/>
                    <a:pt x="266700" y="304800"/>
                  </a:cubicBezTo>
                  <a:cubicBezTo>
                    <a:pt x="267525" y="309752"/>
                    <a:pt x="263915" y="314474"/>
                    <a:pt x="261938" y="319088"/>
                  </a:cubicBezTo>
                  <a:cubicBezTo>
                    <a:pt x="259141" y="325614"/>
                    <a:pt x="255210" y="331613"/>
                    <a:pt x="252413" y="338138"/>
                  </a:cubicBezTo>
                  <a:cubicBezTo>
                    <a:pt x="240582" y="365741"/>
                    <a:pt x="256429" y="339256"/>
                    <a:pt x="238125" y="366713"/>
                  </a:cubicBezTo>
                  <a:lnTo>
                    <a:pt x="228600" y="395288"/>
                  </a:lnTo>
                  <a:cubicBezTo>
                    <a:pt x="227013" y="400050"/>
                    <a:pt x="228600" y="407987"/>
                    <a:pt x="223838" y="409575"/>
                  </a:cubicBezTo>
                  <a:lnTo>
                    <a:pt x="209550" y="414338"/>
                  </a:lnTo>
                  <a:cubicBezTo>
                    <a:pt x="206375" y="409575"/>
                    <a:pt x="204495" y="403626"/>
                    <a:pt x="200025" y="400050"/>
                  </a:cubicBezTo>
                  <a:cubicBezTo>
                    <a:pt x="196105" y="396914"/>
                    <a:pt x="190228" y="397533"/>
                    <a:pt x="185738" y="395288"/>
                  </a:cubicBezTo>
                  <a:cubicBezTo>
                    <a:pt x="180618" y="392728"/>
                    <a:pt x="176213" y="388938"/>
                    <a:pt x="171450" y="385763"/>
                  </a:cubicBezTo>
                  <a:cubicBezTo>
                    <a:pt x="159830" y="389636"/>
                    <a:pt x="152107" y="390818"/>
                    <a:pt x="142875" y="400050"/>
                  </a:cubicBezTo>
                  <a:cubicBezTo>
                    <a:pt x="138828" y="404097"/>
                    <a:pt x="136525" y="409575"/>
                    <a:pt x="133350" y="414338"/>
                  </a:cubicBezTo>
                  <a:cubicBezTo>
                    <a:pt x="121380" y="450250"/>
                    <a:pt x="138920" y="407375"/>
                    <a:pt x="114300" y="438150"/>
                  </a:cubicBezTo>
                  <a:cubicBezTo>
                    <a:pt x="111164" y="442070"/>
                    <a:pt x="111125" y="447675"/>
                    <a:pt x="109538" y="452438"/>
                  </a:cubicBezTo>
                  <a:cubicBezTo>
                    <a:pt x="107950" y="477838"/>
                    <a:pt x="110296" y="503794"/>
                    <a:pt x="104775" y="528638"/>
                  </a:cubicBezTo>
                  <a:cubicBezTo>
                    <a:pt x="103533" y="534225"/>
                    <a:pt x="95718" y="535838"/>
                    <a:pt x="90488" y="538163"/>
                  </a:cubicBezTo>
                  <a:cubicBezTo>
                    <a:pt x="81313" y="542241"/>
                    <a:pt x="70267" y="542119"/>
                    <a:pt x="61913" y="547688"/>
                  </a:cubicBezTo>
                  <a:lnTo>
                    <a:pt x="33338" y="566738"/>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2" name="자유형 13">
              <a:extLst>
                <a:ext uri="{FF2B5EF4-FFF2-40B4-BE49-F238E27FC236}">
                  <a16:creationId xmlns:a16="http://schemas.microsoft.com/office/drawing/2014/main" id="{AAEC3F35-7808-4E7F-A0E4-2F016A8553DF}"/>
                </a:ext>
              </a:extLst>
            </p:cNvPr>
            <p:cNvSpPr/>
            <p:nvPr/>
          </p:nvSpPr>
          <p:spPr>
            <a:xfrm>
              <a:off x="1620363" y="2291715"/>
              <a:ext cx="612456" cy="561975"/>
            </a:xfrm>
            <a:custGeom>
              <a:avLst/>
              <a:gdLst>
                <a:gd name="connsiteX0" fmla="*/ 92826 w 612456"/>
                <a:gd name="connsiteY0" fmla="*/ 0 h 561975"/>
                <a:gd name="connsiteX1" fmla="*/ 64251 w 612456"/>
                <a:gd name="connsiteY1" fmla="*/ 4762 h 561975"/>
                <a:gd name="connsiteX2" fmla="*/ 49964 w 612456"/>
                <a:gd name="connsiteY2" fmla="*/ 19050 h 561975"/>
                <a:gd name="connsiteX3" fmla="*/ 21389 w 612456"/>
                <a:gd name="connsiteY3" fmla="*/ 33337 h 561975"/>
                <a:gd name="connsiteX4" fmla="*/ 2339 w 612456"/>
                <a:gd name="connsiteY4" fmla="*/ 61912 h 561975"/>
                <a:gd name="connsiteX5" fmla="*/ 30914 w 612456"/>
                <a:gd name="connsiteY5" fmla="*/ 80962 h 561975"/>
                <a:gd name="connsiteX6" fmla="*/ 45201 w 612456"/>
                <a:gd name="connsiteY6" fmla="*/ 123825 h 561975"/>
                <a:gd name="connsiteX7" fmla="*/ 35676 w 612456"/>
                <a:gd name="connsiteY7" fmla="*/ 142875 h 561975"/>
                <a:gd name="connsiteX8" fmla="*/ 26151 w 612456"/>
                <a:gd name="connsiteY8" fmla="*/ 157162 h 561975"/>
                <a:gd name="connsiteX9" fmla="*/ 21389 w 612456"/>
                <a:gd name="connsiteY9" fmla="*/ 171450 h 561975"/>
                <a:gd name="connsiteX10" fmla="*/ 49964 w 612456"/>
                <a:gd name="connsiteY10" fmla="*/ 180975 h 561975"/>
                <a:gd name="connsiteX11" fmla="*/ 78539 w 612456"/>
                <a:gd name="connsiteY11" fmla="*/ 195262 h 561975"/>
                <a:gd name="connsiteX12" fmla="*/ 88064 w 612456"/>
                <a:gd name="connsiteY12" fmla="*/ 209550 h 561975"/>
                <a:gd name="connsiteX13" fmla="*/ 116639 w 612456"/>
                <a:gd name="connsiteY13" fmla="*/ 219075 h 561975"/>
                <a:gd name="connsiteX14" fmla="*/ 121401 w 612456"/>
                <a:gd name="connsiteY14" fmla="*/ 280987 h 561975"/>
                <a:gd name="connsiteX15" fmla="*/ 111876 w 612456"/>
                <a:gd name="connsiteY15" fmla="*/ 309562 h 561975"/>
                <a:gd name="connsiteX16" fmla="*/ 107114 w 612456"/>
                <a:gd name="connsiteY16" fmla="*/ 323850 h 561975"/>
                <a:gd name="connsiteX17" fmla="*/ 111876 w 612456"/>
                <a:gd name="connsiteY17" fmla="*/ 338137 h 561975"/>
                <a:gd name="connsiteX18" fmla="*/ 126164 w 612456"/>
                <a:gd name="connsiteY18" fmla="*/ 347662 h 561975"/>
                <a:gd name="connsiteX19" fmla="*/ 169026 w 612456"/>
                <a:gd name="connsiteY19" fmla="*/ 357187 h 561975"/>
                <a:gd name="connsiteX20" fmla="*/ 169026 w 612456"/>
                <a:gd name="connsiteY20" fmla="*/ 404812 h 561975"/>
                <a:gd name="connsiteX21" fmla="*/ 159501 w 612456"/>
                <a:gd name="connsiteY21" fmla="*/ 447675 h 561975"/>
                <a:gd name="connsiteX22" fmla="*/ 173789 w 612456"/>
                <a:gd name="connsiteY22" fmla="*/ 452437 h 561975"/>
                <a:gd name="connsiteX23" fmla="*/ 211889 w 612456"/>
                <a:gd name="connsiteY23" fmla="*/ 442912 h 561975"/>
                <a:gd name="connsiteX24" fmla="*/ 254751 w 612456"/>
                <a:gd name="connsiteY24" fmla="*/ 419100 h 561975"/>
                <a:gd name="connsiteX25" fmla="*/ 283326 w 612456"/>
                <a:gd name="connsiteY25" fmla="*/ 438150 h 561975"/>
                <a:gd name="connsiteX26" fmla="*/ 297614 w 612456"/>
                <a:gd name="connsiteY26" fmla="*/ 447675 h 561975"/>
                <a:gd name="connsiteX27" fmla="*/ 321426 w 612456"/>
                <a:gd name="connsiteY27" fmla="*/ 442912 h 561975"/>
                <a:gd name="connsiteX28" fmla="*/ 335714 w 612456"/>
                <a:gd name="connsiteY28" fmla="*/ 414337 h 561975"/>
                <a:gd name="connsiteX29" fmla="*/ 345239 w 612456"/>
                <a:gd name="connsiteY29" fmla="*/ 400050 h 561975"/>
                <a:gd name="connsiteX30" fmla="*/ 359526 w 612456"/>
                <a:gd name="connsiteY30" fmla="*/ 371475 h 561975"/>
                <a:gd name="connsiteX31" fmla="*/ 373814 w 612456"/>
                <a:gd name="connsiteY31" fmla="*/ 361950 h 561975"/>
                <a:gd name="connsiteX32" fmla="*/ 378576 w 612456"/>
                <a:gd name="connsiteY32" fmla="*/ 347662 h 561975"/>
                <a:gd name="connsiteX33" fmla="*/ 411914 w 612456"/>
                <a:gd name="connsiteY33" fmla="*/ 352425 h 561975"/>
                <a:gd name="connsiteX34" fmla="*/ 426201 w 612456"/>
                <a:gd name="connsiteY34" fmla="*/ 361950 h 561975"/>
                <a:gd name="connsiteX35" fmla="*/ 440489 w 612456"/>
                <a:gd name="connsiteY35" fmla="*/ 376237 h 561975"/>
                <a:gd name="connsiteX36" fmla="*/ 454776 w 612456"/>
                <a:gd name="connsiteY36" fmla="*/ 381000 h 561975"/>
                <a:gd name="connsiteX37" fmla="*/ 497639 w 612456"/>
                <a:gd name="connsiteY37" fmla="*/ 376237 h 561975"/>
                <a:gd name="connsiteX38" fmla="*/ 526214 w 612456"/>
                <a:gd name="connsiteY38" fmla="*/ 357187 h 561975"/>
                <a:gd name="connsiteX39" fmla="*/ 545264 w 612456"/>
                <a:gd name="connsiteY39" fmla="*/ 352425 h 561975"/>
                <a:gd name="connsiteX40" fmla="*/ 559551 w 612456"/>
                <a:gd name="connsiteY40" fmla="*/ 366712 h 561975"/>
                <a:gd name="connsiteX41" fmla="*/ 573839 w 612456"/>
                <a:gd name="connsiteY41" fmla="*/ 371475 h 561975"/>
                <a:gd name="connsiteX42" fmla="*/ 592889 w 612456"/>
                <a:gd name="connsiteY42" fmla="*/ 390525 h 561975"/>
                <a:gd name="connsiteX43" fmla="*/ 597651 w 612456"/>
                <a:gd name="connsiteY43" fmla="*/ 404812 h 561975"/>
                <a:gd name="connsiteX44" fmla="*/ 611939 w 612456"/>
                <a:gd name="connsiteY44" fmla="*/ 414337 h 561975"/>
                <a:gd name="connsiteX45" fmla="*/ 607176 w 612456"/>
                <a:gd name="connsiteY45" fmla="*/ 428625 h 561975"/>
                <a:gd name="connsiteX46" fmla="*/ 564314 w 612456"/>
                <a:gd name="connsiteY46" fmla="*/ 466725 h 561975"/>
                <a:gd name="connsiteX47" fmla="*/ 554789 w 612456"/>
                <a:gd name="connsiteY47" fmla="*/ 481012 h 561975"/>
                <a:gd name="connsiteX48" fmla="*/ 540501 w 612456"/>
                <a:gd name="connsiteY48" fmla="*/ 490537 h 561975"/>
                <a:gd name="connsiteX49" fmla="*/ 535739 w 612456"/>
                <a:gd name="connsiteY49" fmla="*/ 504825 h 561975"/>
                <a:gd name="connsiteX50" fmla="*/ 526214 w 612456"/>
                <a:gd name="connsiteY50" fmla="*/ 519112 h 561975"/>
                <a:gd name="connsiteX51" fmla="*/ 540501 w 612456"/>
                <a:gd name="connsiteY51" fmla="*/ 533400 h 561975"/>
                <a:gd name="connsiteX52" fmla="*/ 554789 w 612456"/>
                <a:gd name="connsiteY52" fmla="*/ 542925 h 561975"/>
                <a:gd name="connsiteX53" fmla="*/ 559551 w 612456"/>
                <a:gd name="connsiteY53" fmla="*/ 557212 h 561975"/>
                <a:gd name="connsiteX54" fmla="*/ 564314 w 612456"/>
                <a:gd name="connsiteY54"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2456" h="561975">
                  <a:moveTo>
                    <a:pt x="92826" y="0"/>
                  </a:moveTo>
                  <a:cubicBezTo>
                    <a:pt x="83301" y="1587"/>
                    <a:pt x="73075" y="840"/>
                    <a:pt x="64251" y="4762"/>
                  </a:cubicBezTo>
                  <a:cubicBezTo>
                    <a:pt x="58096" y="7497"/>
                    <a:pt x="55138" y="14738"/>
                    <a:pt x="49964" y="19050"/>
                  </a:cubicBezTo>
                  <a:cubicBezTo>
                    <a:pt x="37655" y="29308"/>
                    <a:pt x="35707" y="28565"/>
                    <a:pt x="21389" y="33337"/>
                  </a:cubicBezTo>
                  <a:cubicBezTo>
                    <a:pt x="15039" y="42862"/>
                    <a:pt x="-7186" y="55562"/>
                    <a:pt x="2339" y="61912"/>
                  </a:cubicBezTo>
                  <a:lnTo>
                    <a:pt x="30914" y="80962"/>
                  </a:lnTo>
                  <a:cubicBezTo>
                    <a:pt x="49425" y="108729"/>
                    <a:pt x="55042" y="100863"/>
                    <a:pt x="45201" y="123825"/>
                  </a:cubicBezTo>
                  <a:cubicBezTo>
                    <a:pt x="42404" y="130350"/>
                    <a:pt x="39198" y="136711"/>
                    <a:pt x="35676" y="142875"/>
                  </a:cubicBezTo>
                  <a:cubicBezTo>
                    <a:pt x="32836" y="147845"/>
                    <a:pt x="29326" y="152400"/>
                    <a:pt x="26151" y="157162"/>
                  </a:cubicBezTo>
                  <a:cubicBezTo>
                    <a:pt x="24564" y="161925"/>
                    <a:pt x="17839" y="167900"/>
                    <a:pt x="21389" y="171450"/>
                  </a:cubicBezTo>
                  <a:cubicBezTo>
                    <a:pt x="28489" y="178550"/>
                    <a:pt x="41610" y="175406"/>
                    <a:pt x="49964" y="180975"/>
                  </a:cubicBezTo>
                  <a:cubicBezTo>
                    <a:pt x="68428" y="193285"/>
                    <a:pt x="58821" y="188690"/>
                    <a:pt x="78539" y="195262"/>
                  </a:cubicBezTo>
                  <a:cubicBezTo>
                    <a:pt x="81714" y="200025"/>
                    <a:pt x="83210" y="206516"/>
                    <a:pt x="88064" y="209550"/>
                  </a:cubicBezTo>
                  <a:cubicBezTo>
                    <a:pt x="96578" y="214871"/>
                    <a:pt x="116639" y="219075"/>
                    <a:pt x="116639" y="219075"/>
                  </a:cubicBezTo>
                  <a:cubicBezTo>
                    <a:pt x="133708" y="244677"/>
                    <a:pt x="130375" y="233128"/>
                    <a:pt x="121401" y="280987"/>
                  </a:cubicBezTo>
                  <a:cubicBezTo>
                    <a:pt x="119551" y="290855"/>
                    <a:pt x="115051" y="300037"/>
                    <a:pt x="111876" y="309562"/>
                  </a:cubicBezTo>
                  <a:lnTo>
                    <a:pt x="107114" y="323850"/>
                  </a:lnTo>
                  <a:cubicBezTo>
                    <a:pt x="108701" y="328612"/>
                    <a:pt x="108740" y="334217"/>
                    <a:pt x="111876" y="338137"/>
                  </a:cubicBezTo>
                  <a:cubicBezTo>
                    <a:pt x="115452" y="342607"/>
                    <a:pt x="121044" y="345102"/>
                    <a:pt x="126164" y="347662"/>
                  </a:cubicBezTo>
                  <a:cubicBezTo>
                    <a:pt x="137891" y="353526"/>
                    <a:pt x="158045" y="355357"/>
                    <a:pt x="169026" y="357187"/>
                  </a:cubicBezTo>
                  <a:cubicBezTo>
                    <a:pt x="177210" y="381738"/>
                    <a:pt x="174787" y="367368"/>
                    <a:pt x="169026" y="404812"/>
                  </a:cubicBezTo>
                  <a:cubicBezTo>
                    <a:pt x="164236" y="435948"/>
                    <a:pt x="166903" y="425469"/>
                    <a:pt x="159501" y="447675"/>
                  </a:cubicBezTo>
                  <a:cubicBezTo>
                    <a:pt x="164264" y="449262"/>
                    <a:pt x="168769" y="452437"/>
                    <a:pt x="173789" y="452437"/>
                  </a:cubicBezTo>
                  <a:cubicBezTo>
                    <a:pt x="185286" y="452437"/>
                    <a:pt x="200613" y="446671"/>
                    <a:pt x="211889" y="442912"/>
                  </a:cubicBezTo>
                  <a:cubicBezTo>
                    <a:pt x="224964" y="403688"/>
                    <a:pt x="211475" y="412917"/>
                    <a:pt x="254751" y="419100"/>
                  </a:cubicBezTo>
                  <a:lnTo>
                    <a:pt x="283326" y="438150"/>
                  </a:lnTo>
                  <a:lnTo>
                    <a:pt x="297614" y="447675"/>
                  </a:lnTo>
                  <a:cubicBezTo>
                    <a:pt x="305551" y="446087"/>
                    <a:pt x="314398" y="446928"/>
                    <a:pt x="321426" y="442912"/>
                  </a:cubicBezTo>
                  <a:cubicBezTo>
                    <a:pt x="330980" y="437453"/>
                    <a:pt x="331558" y="422648"/>
                    <a:pt x="335714" y="414337"/>
                  </a:cubicBezTo>
                  <a:cubicBezTo>
                    <a:pt x="338274" y="409218"/>
                    <a:pt x="342064" y="404812"/>
                    <a:pt x="345239" y="400050"/>
                  </a:cubicBezTo>
                  <a:cubicBezTo>
                    <a:pt x="349112" y="388429"/>
                    <a:pt x="350293" y="380708"/>
                    <a:pt x="359526" y="371475"/>
                  </a:cubicBezTo>
                  <a:cubicBezTo>
                    <a:pt x="363574" y="367428"/>
                    <a:pt x="369051" y="365125"/>
                    <a:pt x="373814" y="361950"/>
                  </a:cubicBezTo>
                  <a:cubicBezTo>
                    <a:pt x="375401" y="357187"/>
                    <a:pt x="375026" y="351212"/>
                    <a:pt x="378576" y="347662"/>
                  </a:cubicBezTo>
                  <a:cubicBezTo>
                    <a:pt x="389923" y="336315"/>
                    <a:pt x="402058" y="346793"/>
                    <a:pt x="411914" y="352425"/>
                  </a:cubicBezTo>
                  <a:cubicBezTo>
                    <a:pt x="416884" y="355265"/>
                    <a:pt x="421804" y="358286"/>
                    <a:pt x="426201" y="361950"/>
                  </a:cubicBezTo>
                  <a:cubicBezTo>
                    <a:pt x="431375" y="366262"/>
                    <a:pt x="434885" y="372501"/>
                    <a:pt x="440489" y="376237"/>
                  </a:cubicBezTo>
                  <a:cubicBezTo>
                    <a:pt x="444666" y="379022"/>
                    <a:pt x="450014" y="379412"/>
                    <a:pt x="454776" y="381000"/>
                  </a:cubicBezTo>
                  <a:cubicBezTo>
                    <a:pt x="469064" y="379412"/>
                    <a:pt x="484001" y="380783"/>
                    <a:pt x="497639" y="376237"/>
                  </a:cubicBezTo>
                  <a:cubicBezTo>
                    <a:pt x="508499" y="372617"/>
                    <a:pt x="515108" y="359963"/>
                    <a:pt x="526214" y="357187"/>
                  </a:cubicBezTo>
                  <a:lnTo>
                    <a:pt x="545264" y="352425"/>
                  </a:lnTo>
                  <a:cubicBezTo>
                    <a:pt x="550026" y="357187"/>
                    <a:pt x="553947" y="362976"/>
                    <a:pt x="559551" y="366712"/>
                  </a:cubicBezTo>
                  <a:cubicBezTo>
                    <a:pt x="563728" y="369497"/>
                    <a:pt x="570289" y="367925"/>
                    <a:pt x="573839" y="371475"/>
                  </a:cubicBezTo>
                  <a:cubicBezTo>
                    <a:pt x="599240" y="396876"/>
                    <a:pt x="554786" y="377823"/>
                    <a:pt x="592889" y="390525"/>
                  </a:cubicBezTo>
                  <a:cubicBezTo>
                    <a:pt x="594476" y="395287"/>
                    <a:pt x="594515" y="400892"/>
                    <a:pt x="597651" y="404812"/>
                  </a:cubicBezTo>
                  <a:cubicBezTo>
                    <a:pt x="601227" y="409282"/>
                    <a:pt x="609813" y="409022"/>
                    <a:pt x="611939" y="414337"/>
                  </a:cubicBezTo>
                  <a:cubicBezTo>
                    <a:pt x="613803" y="418998"/>
                    <a:pt x="610258" y="424662"/>
                    <a:pt x="607176" y="428625"/>
                  </a:cubicBezTo>
                  <a:cubicBezTo>
                    <a:pt x="589611" y="451209"/>
                    <a:pt x="583411" y="453993"/>
                    <a:pt x="564314" y="466725"/>
                  </a:cubicBezTo>
                  <a:cubicBezTo>
                    <a:pt x="561139" y="471487"/>
                    <a:pt x="558836" y="476965"/>
                    <a:pt x="554789" y="481012"/>
                  </a:cubicBezTo>
                  <a:cubicBezTo>
                    <a:pt x="550741" y="485059"/>
                    <a:pt x="544077" y="486067"/>
                    <a:pt x="540501" y="490537"/>
                  </a:cubicBezTo>
                  <a:cubicBezTo>
                    <a:pt x="537365" y="494457"/>
                    <a:pt x="537984" y="500335"/>
                    <a:pt x="535739" y="504825"/>
                  </a:cubicBezTo>
                  <a:cubicBezTo>
                    <a:pt x="533179" y="509944"/>
                    <a:pt x="529389" y="514350"/>
                    <a:pt x="526214" y="519112"/>
                  </a:cubicBezTo>
                  <a:cubicBezTo>
                    <a:pt x="530976" y="523875"/>
                    <a:pt x="535327" y="529088"/>
                    <a:pt x="540501" y="533400"/>
                  </a:cubicBezTo>
                  <a:cubicBezTo>
                    <a:pt x="544898" y="537064"/>
                    <a:pt x="551213" y="538455"/>
                    <a:pt x="554789" y="542925"/>
                  </a:cubicBezTo>
                  <a:cubicBezTo>
                    <a:pt x="557925" y="546845"/>
                    <a:pt x="557306" y="552722"/>
                    <a:pt x="559551" y="557212"/>
                  </a:cubicBezTo>
                  <a:cubicBezTo>
                    <a:pt x="560555" y="559220"/>
                    <a:pt x="562726" y="560387"/>
                    <a:pt x="564314"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3" name="자유형 14">
              <a:extLst>
                <a:ext uri="{FF2B5EF4-FFF2-40B4-BE49-F238E27FC236}">
                  <a16:creationId xmlns:a16="http://schemas.microsoft.com/office/drawing/2014/main" id="{1518DDC7-BDFE-48E1-8B66-FC63020B9C54}"/>
                </a:ext>
              </a:extLst>
            </p:cNvPr>
            <p:cNvSpPr/>
            <p:nvPr/>
          </p:nvSpPr>
          <p:spPr>
            <a:xfrm>
              <a:off x="1831845" y="2301240"/>
              <a:ext cx="115624" cy="566737"/>
            </a:xfrm>
            <a:custGeom>
              <a:avLst/>
              <a:gdLst>
                <a:gd name="connsiteX0" fmla="*/ 407 w 115624"/>
                <a:gd name="connsiteY0" fmla="*/ 0 h 566737"/>
                <a:gd name="connsiteX1" fmla="*/ 19457 w 115624"/>
                <a:gd name="connsiteY1" fmla="*/ 23812 h 566737"/>
                <a:gd name="connsiteX2" fmla="*/ 28982 w 115624"/>
                <a:gd name="connsiteY2" fmla="*/ 38100 h 566737"/>
                <a:gd name="connsiteX3" fmla="*/ 43269 w 115624"/>
                <a:gd name="connsiteY3" fmla="*/ 47625 h 566737"/>
                <a:gd name="connsiteX4" fmla="*/ 67082 w 115624"/>
                <a:gd name="connsiteY4" fmla="*/ 71437 h 566737"/>
                <a:gd name="connsiteX5" fmla="*/ 76607 w 115624"/>
                <a:gd name="connsiteY5" fmla="*/ 85725 h 566737"/>
                <a:gd name="connsiteX6" fmla="*/ 43269 w 115624"/>
                <a:gd name="connsiteY6" fmla="*/ 123825 h 566737"/>
                <a:gd name="connsiteX7" fmla="*/ 38507 w 115624"/>
                <a:gd name="connsiteY7" fmla="*/ 138112 h 566737"/>
                <a:gd name="connsiteX8" fmla="*/ 19457 w 115624"/>
                <a:gd name="connsiteY8" fmla="*/ 166687 h 566737"/>
                <a:gd name="connsiteX9" fmla="*/ 5169 w 115624"/>
                <a:gd name="connsiteY9" fmla="*/ 195262 h 566737"/>
                <a:gd name="connsiteX10" fmla="*/ 407 w 115624"/>
                <a:gd name="connsiteY10" fmla="*/ 209550 h 566737"/>
                <a:gd name="connsiteX11" fmla="*/ 33744 w 115624"/>
                <a:gd name="connsiteY11" fmla="*/ 223837 h 566737"/>
                <a:gd name="connsiteX12" fmla="*/ 62319 w 115624"/>
                <a:gd name="connsiteY12" fmla="*/ 238125 h 566737"/>
                <a:gd name="connsiteX13" fmla="*/ 76607 w 115624"/>
                <a:gd name="connsiteY13" fmla="*/ 247650 h 566737"/>
                <a:gd name="connsiteX14" fmla="*/ 105182 w 115624"/>
                <a:gd name="connsiteY14" fmla="*/ 257175 h 566737"/>
                <a:gd name="connsiteX15" fmla="*/ 114707 w 115624"/>
                <a:gd name="connsiteY15" fmla="*/ 409575 h 566737"/>
                <a:gd name="connsiteX16" fmla="*/ 105182 w 115624"/>
                <a:gd name="connsiteY16" fmla="*/ 447675 h 566737"/>
                <a:gd name="connsiteX17" fmla="*/ 86132 w 115624"/>
                <a:gd name="connsiteY17" fmla="*/ 476250 h 566737"/>
                <a:gd name="connsiteX18" fmla="*/ 76607 w 115624"/>
                <a:gd name="connsiteY18" fmla="*/ 490537 h 566737"/>
                <a:gd name="connsiteX19" fmla="*/ 95657 w 115624"/>
                <a:gd name="connsiteY19" fmla="*/ 533400 h 566737"/>
                <a:gd name="connsiteX20" fmla="*/ 100419 w 115624"/>
                <a:gd name="connsiteY20" fmla="*/ 547687 h 566737"/>
                <a:gd name="connsiteX21" fmla="*/ 109944 w 115624"/>
                <a:gd name="connsiteY21" fmla="*/ 566737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624" h="566737">
                  <a:moveTo>
                    <a:pt x="407" y="0"/>
                  </a:moveTo>
                  <a:cubicBezTo>
                    <a:pt x="6757" y="7937"/>
                    <a:pt x="13358" y="15680"/>
                    <a:pt x="19457" y="23812"/>
                  </a:cubicBezTo>
                  <a:cubicBezTo>
                    <a:pt x="22891" y="28391"/>
                    <a:pt x="24935" y="34052"/>
                    <a:pt x="28982" y="38100"/>
                  </a:cubicBezTo>
                  <a:cubicBezTo>
                    <a:pt x="33029" y="42147"/>
                    <a:pt x="38507" y="44450"/>
                    <a:pt x="43269" y="47625"/>
                  </a:cubicBezTo>
                  <a:cubicBezTo>
                    <a:pt x="68671" y="85727"/>
                    <a:pt x="35329" y="39684"/>
                    <a:pt x="67082" y="71437"/>
                  </a:cubicBezTo>
                  <a:cubicBezTo>
                    <a:pt x="71129" y="75484"/>
                    <a:pt x="73432" y="80962"/>
                    <a:pt x="76607" y="85725"/>
                  </a:cubicBezTo>
                  <a:cubicBezTo>
                    <a:pt x="54382" y="119063"/>
                    <a:pt x="67082" y="107950"/>
                    <a:pt x="43269" y="123825"/>
                  </a:cubicBezTo>
                  <a:cubicBezTo>
                    <a:pt x="41682" y="128587"/>
                    <a:pt x="40945" y="133724"/>
                    <a:pt x="38507" y="138112"/>
                  </a:cubicBezTo>
                  <a:cubicBezTo>
                    <a:pt x="32948" y="148119"/>
                    <a:pt x="23077" y="155827"/>
                    <a:pt x="19457" y="166687"/>
                  </a:cubicBezTo>
                  <a:cubicBezTo>
                    <a:pt x="12884" y="186405"/>
                    <a:pt x="17479" y="176798"/>
                    <a:pt x="5169" y="195262"/>
                  </a:cubicBezTo>
                  <a:cubicBezTo>
                    <a:pt x="3582" y="200025"/>
                    <a:pt x="-1457" y="204889"/>
                    <a:pt x="407" y="209550"/>
                  </a:cubicBezTo>
                  <a:cubicBezTo>
                    <a:pt x="4062" y="218687"/>
                    <a:pt x="27528" y="222283"/>
                    <a:pt x="33744" y="223837"/>
                  </a:cubicBezTo>
                  <a:cubicBezTo>
                    <a:pt x="74693" y="251135"/>
                    <a:pt x="22883" y="218406"/>
                    <a:pt x="62319" y="238125"/>
                  </a:cubicBezTo>
                  <a:cubicBezTo>
                    <a:pt x="67439" y="240685"/>
                    <a:pt x="71376" y="245325"/>
                    <a:pt x="76607" y="247650"/>
                  </a:cubicBezTo>
                  <a:cubicBezTo>
                    <a:pt x="85782" y="251728"/>
                    <a:pt x="105182" y="257175"/>
                    <a:pt x="105182" y="257175"/>
                  </a:cubicBezTo>
                  <a:cubicBezTo>
                    <a:pt x="119995" y="316434"/>
                    <a:pt x="114707" y="289672"/>
                    <a:pt x="114707" y="409575"/>
                  </a:cubicBezTo>
                  <a:cubicBezTo>
                    <a:pt x="114707" y="413793"/>
                    <a:pt x="108939" y="440913"/>
                    <a:pt x="105182" y="447675"/>
                  </a:cubicBezTo>
                  <a:cubicBezTo>
                    <a:pt x="99623" y="457682"/>
                    <a:pt x="92482" y="466725"/>
                    <a:pt x="86132" y="476250"/>
                  </a:cubicBezTo>
                  <a:lnTo>
                    <a:pt x="76607" y="490537"/>
                  </a:lnTo>
                  <a:cubicBezTo>
                    <a:pt x="87942" y="524542"/>
                    <a:pt x="80563" y="510758"/>
                    <a:pt x="95657" y="533400"/>
                  </a:cubicBezTo>
                  <a:cubicBezTo>
                    <a:pt x="97244" y="538162"/>
                    <a:pt x="98174" y="543197"/>
                    <a:pt x="100419" y="547687"/>
                  </a:cubicBezTo>
                  <a:cubicBezTo>
                    <a:pt x="110824" y="568499"/>
                    <a:pt x="109944" y="554808"/>
                    <a:pt x="109944" y="566737"/>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4" name="자유형 15">
              <a:extLst>
                <a:ext uri="{FF2B5EF4-FFF2-40B4-BE49-F238E27FC236}">
                  <a16:creationId xmlns:a16="http://schemas.microsoft.com/office/drawing/2014/main" id="{63E82DD0-DDBE-4E4C-9C23-09DBE4582951}"/>
                </a:ext>
              </a:extLst>
            </p:cNvPr>
            <p:cNvSpPr/>
            <p:nvPr/>
          </p:nvSpPr>
          <p:spPr>
            <a:xfrm>
              <a:off x="727352" y="2290763"/>
              <a:ext cx="1233487" cy="586739"/>
            </a:xfrm>
            <a:custGeom>
              <a:avLst/>
              <a:gdLst>
                <a:gd name="connsiteX0" fmla="*/ 1233487 w 1233487"/>
                <a:gd name="connsiteY0" fmla="*/ 15239 h 586739"/>
                <a:gd name="connsiteX1" fmla="*/ 1209675 w 1233487"/>
                <a:gd name="connsiteY1" fmla="*/ 20002 h 586739"/>
                <a:gd name="connsiteX2" fmla="*/ 1200150 w 1233487"/>
                <a:gd name="connsiteY2" fmla="*/ 48577 h 586739"/>
                <a:gd name="connsiteX3" fmla="*/ 1157287 w 1233487"/>
                <a:gd name="connsiteY3" fmla="*/ 58102 h 586739"/>
                <a:gd name="connsiteX4" fmla="*/ 1138237 w 1233487"/>
                <a:gd name="connsiteY4" fmla="*/ 62864 h 586739"/>
                <a:gd name="connsiteX5" fmla="*/ 1095375 w 1233487"/>
                <a:gd name="connsiteY5" fmla="*/ 72389 h 586739"/>
                <a:gd name="connsiteX6" fmla="*/ 1052512 w 1233487"/>
                <a:gd name="connsiteY6" fmla="*/ 62864 h 586739"/>
                <a:gd name="connsiteX7" fmla="*/ 1038225 w 1233487"/>
                <a:gd name="connsiteY7" fmla="*/ 53339 h 586739"/>
                <a:gd name="connsiteX8" fmla="*/ 1028700 w 1233487"/>
                <a:gd name="connsiteY8" fmla="*/ 39052 h 586739"/>
                <a:gd name="connsiteX9" fmla="*/ 1014412 w 1233487"/>
                <a:gd name="connsiteY9" fmla="*/ 34289 h 586739"/>
                <a:gd name="connsiteX10" fmla="*/ 995362 w 1233487"/>
                <a:gd name="connsiteY10" fmla="*/ 15239 h 586739"/>
                <a:gd name="connsiteX11" fmla="*/ 985837 w 1233487"/>
                <a:gd name="connsiteY11" fmla="*/ 952 h 586739"/>
                <a:gd name="connsiteX12" fmla="*/ 928687 w 1233487"/>
                <a:gd name="connsiteY12" fmla="*/ 24764 h 586739"/>
                <a:gd name="connsiteX13" fmla="*/ 914400 w 1233487"/>
                <a:gd name="connsiteY13" fmla="*/ 34289 h 586739"/>
                <a:gd name="connsiteX14" fmla="*/ 904875 w 1233487"/>
                <a:gd name="connsiteY14" fmla="*/ 77152 h 586739"/>
                <a:gd name="connsiteX15" fmla="*/ 919162 w 1233487"/>
                <a:gd name="connsiteY15" fmla="*/ 86677 h 586739"/>
                <a:gd name="connsiteX16" fmla="*/ 938212 w 1233487"/>
                <a:gd name="connsiteY16" fmla="*/ 143827 h 586739"/>
                <a:gd name="connsiteX17" fmla="*/ 952500 w 1233487"/>
                <a:gd name="connsiteY17" fmla="*/ 172402 h 586739"/>
                <a:gd name="connsiteX18" fmla="*/ 966787 w 1233487"/>
                <a:gd name="connsiteY18" fmla="*/ 181927 h 586739"/>
                <a:gd name="connsiteX19" fmla="*/ 976312 w 1233487"/>
                <a:gd name="connsiteY19" fmla="*/ 196214 h 586739"/>
                <a:gd name="connsiteX20" fmla="*/ 990600 w 1233487"/>
                <a:gd name="connsiteY20" fmla="*/ 205739 h 586739"/>
                <a:gd name="connsiteX21" fmla="*/ 995362 w 1233487"/>
                <a:gd name="connsiteY21" fmla="*/ 220027 h 586739"/>
                <a:gd name="connsiteX22" fmla="*/ 1000125 w 1233487"/>
                <a:gd name="connsiteY22" fmla="*/ 320039 h 586739"/>
                <a:gd name="connsiteX23" fmla="*/ 1014412 w 1233487"/>
                <a:gd name="connsiteY23" fmla="*/ 324802 h 586739"/>
                <a:gd name="connsiteX24" fmla="*/ 1028700 w 1233487"/>
                <a:gd name="connsiteY24" fmla="*/ 334327 h 586739"/>
                <a:gd name="connsiteX25" fmla="*/ 1057275 w 1233487"/>
                <a:gd name="connsiteY25" fmla="*/ 343852 h 586739"/>
                <a:gd name="connsiteX26" fmla="*/ 1066800 w 1233487"/>
                <a:gd name="connsiteY26" fmla="*/ 358139 h 586739"/>
                <a:gd name="connsiteX27" fmla="*/ 1038225 w 1233487"/>
                <a:gd name="connsiteY27" fmla="*/ 372427 h 586739"/>
                <a:gd name="connsiteX28" fmla="*/ 1009650 w 1233487"/>
                <a:gd name="connsiteY28" fmla="*/ 391477 h 586739"/>
                <a:gd name="connsiteX29" fmla="*/ 995362 w 1233487"/>
                <a:gd name="connsiteY29" fmla="*/ 401002 h 586739"/>
                <a:gd name="connsiteX30" fmla="*/ 966787 w 1233487"/>
                <a:gd name="connsiteY30" fmla="*/ 396239 h 586739"/>
                <a:gd name="connsiteX31" fmla="*/ 938212 w 1233487"/>
                <a:gd name="connsiteY31" fmla="*/ 386714 h 586739"/>
                <a:gd name="connsiteX32" fmla="*/ 885825 w 1233487"/>
                <a:gd name="connsiteY32" fmla="*/ 391477 h 586739"/>
                <a:gd name="connsiteX33" fmla="*/ 857250 w 1233487"/>
                <a:gd name="connsiteY33" fmla="*/ 401002 h 586739"/>
                <a:gd name="connsiteX34" fmla="*/ 842962 w 1233487"/>
                <a:gd name="connsiteY34" fmla="*/ 405764 h 586739"/>
                <a:gd name="connsiteX35" fmla="*/ 809625 w 1233487"/>
                <a:gd name="connsiteY35" fmla="*/ 367664 h 586739"/>
                <a:gd name="connsiteX36" fmla="*/ 800100 w 1233487"/>
                <a:gd name="connsiteY36" fmla="*/ 339089 h 586739"/>
                <a:gd name="connsiteX37" fmla="*/ 795337 w 1233487"/>
                <a:gd name="connsiteY37" fmla="*/ 324802 h 586739"/>
                <a:gd name="connsiteX38" fmla="*/ 790575 w 1233487"/>
                <a:gd name="connsiteY38" fmla="*/ 281939 h 586739"/>
                <a:gd name="connsiteX39" fmla="*/ 776287 w 1233487"/>
                <a:gd name="connsiteY39" fmla="*/ 277177 h 586739"/>
                <a:gd name="connsiteX40" fmla="*/ 762000 w 1233487"/>
                <a:gd name="connsiteY40" fmla="*/ 267652 h 586739"/>
                <a:gd name="connsiteX41" fmla="*/ 747712 w 1233487"/>
                <a:gd name="connsiteY41" fmla="*/ 262889 h 586739"/>
                <a:gd name="connsiteX42" fmla="*/ 704850 w 1233487"/>
                <a:gd name="connsiteY42" fmla="*/ 239077 h 586739"/>
                <a:gd name="connsiteX43" fmla="*/ 676275 w 1233487"/>
                <a:gd name="connsiteY43" fmla="*/ 220027 h 586739"/>
                <a:gd name="connsiteX44" fmla="*/ 661987 w 1233487"/>
                <a:gd name="connsiteY44" fmla="*/ 215264 h 586739"/>
                <a:gd name="connsiteX45" fmla="*/ 633412 w 1233487"/>
                <a:gd name="connsiteY45" fmla="*/ 196214 h 586739"/>
                <a:gd name="connsiteX46" fmla="*/ 604837 w 1233487"/>
                <a:gd name="connsiteY46" fmla="*/ 186689 h 586739"/>
                <a:gd name="connsiteX47" fmla="*/ 576262 w 1233487"/>
                <a:gd name="connsiteY47" fmla="*/ 196214 h 586739"/>
                <a:gd name="connsiteX48" fmla="*/ 552450 w 1233487"/>
                <a:gd name="connsiteY48" fmla="*/ 224789 h 586739"/>
                <a:gd name="connsiteX49" fmla="*/ 538162 w 1233487"/>
                <a:gd name="connsiteY49" fmla="*/ 229552 h 586739"/>
                <a:gd name="connsiteX50" fmla="*/ 542925 w 1233487"/>
                <a:gd name="connsiteY50" fmla="*/ 286702 h 586739"/>
                <a:gd name="connsiteX51" fmla="*/ 566737 w 1233487"/>
                <a:gd name="connsiteY51" fmla="*/ 310514 h 586739"/>
                <a:gd name="connsiteX52" fmla="*/ 614362 w 1233487"/>
                <a:gd name="connsiteY52" fmla="*/ 343852 h 586739"/>
                <a:gd name="connsiteX53" fmla="*/ 628650 w 1233487"/>
                <a:gd name="connsiteY53" fmla="*/ 348614 h 586739"/>
                <a:gd name="connsiteX54" fmla="*/ 657225 w 1233487"/>
                <a:gd name="connsiteY54" fmla="*/ 367664 h 586739"/>
                <a:gd name="connsiteX55" fmla="*/ 647700 w 1233487"/>
                <a:gd name="connsiteY55" fmla="*/ 381952 h 586739"/>
                <a:gd name="connsiteX56" fmla="*/ 600075 w 1233487"/>
                <a:gd name="connsiteY56" fmla="*/ 396239 h 586739"/>
                <a:gd name="connsiteX57" fmla="*/ 585787 w 1233487"/>
                <a:gd name="connsiteY57" fmla="*/ 405764 h 586739"/>
                <a:gd name="connsiteX58" fmla="*/ 557212 w 1233487"/>
                <a:gd name="connsiteY58" fmla="*/ 410527 h 586739"/>
                <a:gd name="connsiteX59" fmla="*/ 542925 w 1233487"/>
                <a:gd name="connsiteY59" fmla="*/ 415289 h 586739"/>
                <a:gd name="connsiteX60" fmla="*/ 528637 w 1233487"/>
                <a:gd name="connsiteY60" fmla="*/ 410527 h 586739"/>
                <a:gd name="connsiteX61" fmla="*/ 504825 w 1233487"/>
                <a:gd name="connsiteY61" fmla="*/ 391477 h 586739"/>
                <a:gd name="connsiteX62" fmla="*/ 471487 w 1233487"/>
                <a:gd name="connsiteY62" fmla="*/ 396239 h 586739"/>
                <a:gd name="connsiteX63" fmla="*/ 442912 w 1233487"/>
                <a:gd name="connsiteY63" fmla="*/ 405764 h 586739"/>
                <a:gd name="connsiteX64" fmla="*/ 400050 w 1233487"/>
                <a:gd name="connsiteY64" fmla="*/ 434339 h 586739"/>
                <a:gd name="connsiteX65" fmla="*/ 385762 w 1233487"/>
                <a:gd name="connsiteY65" fmla="*/ 443864 h 586739"/>
                <a:gd name="connsiteX66" fmla="*/ 376237 w 1233487"/>
                <a:gd name="connsiteY66" fmla="*/ 458152 h 586739"/>
                <a:gd name="connsiteX67" fmla="*/ 338137 w 1233487"/>
                <a:gd name="connsiteY67" fmla="*/ 443864 h 586739"/>
                <a:gd name="connsiteX68" fmla="*/ 323850 w 1233487"/>
                <a:gd name="connsiteY68" fmla="*/ 439102 h 586739"/>
                <a:gd name="connsiteX69" fmla="*/ 285750 w 1233487"/>
                <a:gd name="connsiteY69" fmla="*/ 448627 h 586739"/>
                <a:gd name="connsiteX70" fmla="*/ 257175 w 1233487"/>
                <a:gd name="connsiteY70" fmla="*/ 467677 h 586739"/>
                <a:gd name="connsiteX71" fmla="*/ 242887 w 1233487"/>
                <a:gd name="connsiteY71" fmla="*/ 477202 h 586739"/>
                <a:gd name="connsiteX72" fmla="*/ 228600 w 1233487"/>
                <a:gd name="connsiteY72" fmla="*/ 486727 h 586739"/>
                <a:gd name="connsiteX73" fmla="*/ 195262 w 1233487"/>
                <a:gd name="connsiteY73" fmla="*/ 467677 h 586739"/>
                <a:gd name="connsiteX74" fmla="*/ 166687 w 1233487"/>
                <a:gd name="connsiteY74" fmla="*/ 448627 h 586739"/>
                <a:gd name="connsiteX75" fmla="*/ 152400 w 1233487"/>
                <a:gd name="connsiteY75" fmla="*/ 391477 h 586739"/>
                <a:gd name="connsiteX76" fmla="*/ 138112 w 1233487"/>
                <a:gd name="connsiteY76" fmla="*/ 386714 h 586739"/>
                <a:gd name="connsiteX77" fmla="*/ 66675 w 1233487"/>
                <a:gd name="connsiteY77" fmla="*/ 381952 h 586739"/>
                <a:gd name="connsiteX78" fmla="*/ 23812 w 1233487"/>
                <a:gd name="connsiteY78" fmla="*/ 386714 h 586739"/>
                <a:gd name="connsiteX79" fmla="*/ 4762 w 1233487"/>
                <a:gd name="connsiteY79" fmla="*/ 420052 h 586739"/>
                <a:gd name="connsiteX80" fmla="*/ 0 w 1233487"/>
                <a:gd name="connsiteY80" fmla="*/ 453389 h 586739"/>
                <a:gd name="connsiteX81" fmla="*/ 4762 w 1233487"/>
                <a:gd name="connsiteY81" fmla="*/ 472439 h 586739"/>
                <a:gd name="connsiteX82" fmla="*/ 23812 w 1233487"/>
                <a:gd name="connsiteY82" fmla="*/ 477202 h 586739"/>
                <a:gd name="connsiteX83" fmla="*/ 71437 w 1233487"/>
                <a:gd name="connsiteY83" fmla="*/ 491489 h 586739"/>
                <a:gd name="connsiteX84" fmla="*/ 76200 w 1233487"/>
                <a:gd name="connsiteY84" fmla="*/ 505777 h 586739"/>
                <a:gd name="connsiteX85" fmla="*/ 85725 w 1233487"/>
                <a:gd name="connsiteY85" fmla="*/ 520064 h 586739"/>
                <a:gd name="connsiteX86" fmla="*/ 95250 w 1233487"/>
                <a:gd name="connsiteY86" fmla="*/ 558164 h 586739"/>
                <a:gd name="connsiteX87" fmla="*/ 104775 w 1233487"/>
                <a:gd name="connsiteY87" fmla="*/ 586739 h 586739"/>
                <a:gd name="connsiteX88" fmla="*/ 114300 w 1233487"/>
                <a:gd name="connsiteY88" fmla="*/ 586739 h 5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33487" h="586739">
                  <a:moveTo>
                    <a:pt x="1233487" y="15239"/>
                  </a:moveTo>
                  <a:cubicBezTo>
                    <a:pt x="1225550" y="16827"/>
                    <a:pt x="1215399" y="14278"/>
                    <a:pt x="1209675" y="20002"/>
                  </a:cubicBezTo>
                  <a:cubicBezTo>
                    <a:pt x="1202576" y="27102"/>
                    <a:pt x="1209675" y="45402"/>
                    <a:pt x="1200150" y="48577"/>
                  </a:cubicBezTo>
                  <a:cubicBezTo>
                    <a:pt x="1172344" y="57844"/>
                    <a:pt x="1199194" y="49721"/>
                    <a:pt x="1157287" y="58102"/>
                  </a:cubicBezTo>
                  <a:cubicBezTo>
                    <a:pt x="1150869" y="59386"/>
                    <a:pt x="1144627" y="61444"/>
                    <a:pt x="1138237" y="62864"/>
                  </a:cubicBezTo>
                  <a:cubicBezTo>
                    <a:pt x="1083822" y="74956"/>
                    <a:pt x="1141834" y="60775"/>
                    <a:pt x="1095375" y="72389"/>
                  </a:cubicBezTo>
                  <a:cubicBezTo>
                    <a:pt x="1084396" y="70559"/>
                    <a:pt x="1064238" y="68727"/>
                    <a:pt x="1052512" y="62864"/>
                  </a:cubicBezTo>
                  <a:cubicBezTo>
                    <a:pt x="1047393" y="60304"/>
                    <a:pt x="1042987" y="56514"/>
                    <a:pt x="1038225" y="53339"/>
                  </a:cubicBezTo>
                  <a:cubicBezTo>
                    <a:pt x="1035050" y="48577"/>
                    <a:pt x="1033169" y="42628"/>
                    <a:pt x="1028700" y="39052"/>
                  </a:cubicBezTo>
                  <a:cubicBezTo>
                    <a:pt x="1024780" y="35916"/>
                    <a:pt x="1017962" y="37839"/>
                    <a:pt x="1014412" y="34289"/>
                  </a:cubicBezTo>
                  <a:cubicBezTo>
                    <a:pt x="989011" y="8888"/>
                    <a:pt x="1033465" y="27941"/>
                    <a:pt x="995362" y="15239"/>
                  </a:cubicBezTo>
                  <a:cubicBezTo>
                    <a:pt x="992187" y="10477"/>
                    <a:pt x="991390" y="2340"/>
                    <a:pt x="985837" y="952"/>
                  </a:cubicBezTo>
                  <a:cubicBezTo>
                    <a:pt x="964091" y="-4485"/>
                    <a:pt x="943815" y="14679"/>
                    <a:pt x="928687" y="24764"/>
                  </a:cubicBezTo>
                  <a:lnTo>
                    <a:pt x="914400" y="34289"/>
                  </a:lnTo>
                  <a:cubicBezTo>
                    <a:pt x="898525" y="58102"/>
                    <a:pt x="885825" y="58101"/>
                    <a:pt x="904875" y="77152"/>
                  </a:cubicBezTo>
                  <a:cubicBezTo>
                    <a:pt x="908922" y="81199"/>
                    <a:pt x="914400" y="83502"/>
                    <a:pt x="919162" y="86677"/>
                  </a:cubicBezTo>
                  <a:lnTo>
                    <a:pt x="938212" y="143827"/>
                  </a:lnTo>
                  <a:cubicBezTo>
                    <a:pt x="942085" y="155446"/>
                    <a:pt x="943270" y="163171"/>
                    <a:pt x="952500" y="172402"/>
                  </a:cubicBezTo>
                  <a:cubicBezTo>
                    <a:pt x="956547" y="176449"/>
                    <a:pt x="962025" y="178752"/>
                    <a:pt x="966787" y="181927"/>
                  </a:cubicBezTo>
                  <a:cubicBezTo>
                    <a:pt x="969962" y="186689"/>
                    <a:pt x="972265" y="192167"/>
                    <a:pt x="976312" y="196214"/>
                  </a:cubicBezTo>
                  <a:cubicBezTo>
                    <a:pt x="980360" y="200261"/>
                    <a:pt x="987024" y="201269"/>
                    <a:pt x="990600" y="205739"/>
                  </a:cubicBezTo>
                  <a:cubicBezTo>
                    <a:pt x="993736" y="209659"/>
                    <a:pt x="993775" y="215264"/>
                    <a:pt x="995362" y="220027"/>
                  </a:cubicBezTo>
                  <a:cubicBezTo>
                    <a:pt x="996950" y="253364"/>
                    <a:pt x="994155" y="287202"/>
                    <a:pt x="1000125" y="320039"/>
                  </a:cubicBezTo>
                  <a:cubicBezTo>
                    <a:pt x="1001023" y="324978"/>
                    <a:pt x="1009922" y="322557"/>
                    <a:pt x="1014412" y="324802"/>
                  </a:cubicBezTo>
                  <a:cubicBezTo>
                    <a:pt x="1019532" y="327362"/>
                    <a:pt x="1023469" y="332002"/>
                    <a:pt x="1028700" y="334327"/>
                  </a:cubicBezTo>
                  <a:cubicBezTo>
                    <a:pt x="1037875" y="338405"/>
                    <a:pt x="1057275" y="343852"/>
                    <a:pt x="1057275" y="343852"/>
                  </a:cubicBezTo>
                  <a:cubicBezTo>
                    <a:pt x="1060450" y="348614"/>
                    <a:pt x="1067923" y="352527"/>
                    <a:pt x="1066800" y="358139"/>
                  </a:cubicBezTo>
                  <a:cubicBezTo>
                    <a:pt x="1065214" y="366066"/>
                    <a:pt x="1043139" y="369697"/>
                    <a:pt x="1038225" y="372427"/>
                  </a:cubicBezTo>
                  <a:cubicBezTo>
                    <a:pt x="1028218" y="377987"/>
                    <a:pt x="1019175" y="385127"/>
                    <a:pt x="1009650" y="391477"/>
                  </a:cubicBezTo>
                  <a:lnTo>
                    <a:pt x="995362" y="401002"/>
                  </a:lnTo>
                  <a:cubicBezTo>
                    <a:pt x="985837" y="399414"/>
                    <a:pt x="976155" y="398581"/>
                    <a:pt x="966787" y="396239"/>
                  </a:cubicBezTo>
                  <a:cubicBezTo>
                    <a:pt x="957047" y="393804"/>
                    <a:pt x="938212" y="386714"/>
                    <a:pt x="938212" y="386714"/>
                  </a:cubicBezTo>
                  <a:cubicBezTo>
                    <a:pt x="920750" y="388302"/>
                    <a:pt x="903093" y="388430"/>
                    <a:pt x="885825" y="391477"/>
                  </a:cubicBezTo>
                  <a:cubicBezTo>
                    <a:pt x="875938" y="393222"/>
                    <a:pt x="866775" y="397827"/>
                    <a:pt x="857250" y="401002"/>
                  </a:cubicBezTo>
                  <a:lnTo>
                    <a:pt x="842962" y="405764"/>
                  </a:lnTo>
                  <a:cubicBezTo>
                    <a:pt x="826294" y="394651"/>
                    <a:pt x="817562" y="391476"/>
                    <a:pt x="809625" y="367664"/>
                  </a:cubicBezTo>
                  <a:lnTo>
                    <a:pt x="800100" y="339089"/>
                  </a:lnTo>
                  <a:lnTo>
                    <a:pt x="795337" y="324802"/>
                  </a:lnTo>
                  <a:cubicBezTo>
                    <a:pt x="793750" y="310514"/>
                    <a:pt x="795914" y="295286"/>
                    <a:pt x="790575" y="281939"/>
                  </a:cubicBezTo>
                  <a:cubicBezTo>
                    <a:pt x="788711" y="277278"/>
                    <a:pt x="780777" y="279422"/>
                    <a:pt x="776287" y="277177"/>
                  </a:cubicBezTo>
                  <a:cubicBezTo>
                    <a:pt x="771168" y="274617"/>
                    <a:pt x="767119" y="270212"/>
                    <a:pt x="762000" y="267652"/>
                  </a:cubicBezTo>
                  <a:cubicBezTo>
                    <a:pt x="757510" y="265407"/>
                    <a:pt x="752101" y="265327"/>
                    <a:pt x="747712" y="262889"/>
                  </a:cubicBezTo>
                  <a:cubicBezTo>
                    <a:pt x="698587" y="235597"/>
                    <a:pt x="737177" y="249852"/>
                    <a:pt x="704850" y="239077"/>
                  </a:cubicBezTo>
                  <a:cubicBezTo>
                    <a:pt x="695325" y="232727"/>
                    <a:pt x="687135" y="223647"/>
                    <a:pt x="676275" y="220027"/>
                  </a:cubicBezTo>
                  <a:cubicBezTo>
                    <a:pt x="671512" y="218439"/>
                    <a:pt x="666376" y="217702"/>
                    <a:pt x="661987" y="215264"/>
                  </a:cubicBezTo>
                  <a:cubicBezTo>
                    <a:pt x="651980" y="209705"/>
                    <a:pt x="644272" y="199834"/>
                    <a:pt x="633412" y="196214"/>
                  </a:cubicBezTo>
                  <a:lnTo>
                    <a:pt x="604837" y="186689"/>
                  </a:lnTo>
                  <a:cubicBezTo>
                    <a:pt x="595312" y="189864"/>
                    <a:pt x="581831" y="187860"/>
                    <a:pt x="576262" y="196214"/>
                  </a:cubicBezTo>
                  <a:cubicBezTo>
                    <a:pt x="569234" y="206757"/>
                    <a:pt x="563451" y="217455"/>
                    <a:pt x="552450" y="224789"/>
                  </a:cubicBezTo>
                  <a:cubicBezTo>
                    <a:pt x="548273" y="227574"/>
                    <a:pt x="542925" y="227964"/>
                    <a:pt x="538162" y="229552"/>
                  </a:cubicBezTo>
                  <a:cubicBezTo>
                    <a:pt x="539750" y="248602"/>
                    <a:pt x="539176" y="267957"/>
                    <a:pt x="542925" y="286702"/>
                  </a:cubicBezTo>
                  <a:cubicBezTo>
                    <a:pt x="545465" y="299401"/>
                    <a:pt x="557848" y="304164"/>
                    <a:pt x="566737" y="310514"/>
                  </a:cubicBezTo>
                  <a:cubicBezTo>
                    <a:pt x="576246" y="317307"/>
                    <a:pt x="606150" y="341115"/>
                    <a:pt x="614362" y="343852"/>
                  </a:cubicBezTo>
                  <a:lnTo>
                    <a:pt x="628650" y="348614"/>
                  </a:lnTo>
                  <a:cubicBezTo>
                    <a:pt x="638175" y="354964"/>
                    <a:pt x="663575" y="358139"/>
                    <a:pt x="657225" y="367664"/>
                  </a:cubicBezTo>
                  <a:cubicBezTo>
                    <a:pt x="654050" y="372427"/>
                    <a:pt x="652554" y="378918"/>
                    <a:pt x="647700" y="381952"/>
                  </a:cubicBezTo>
                  <a:cubicBezTo>
                    <a:pt x="639968" y="386784"/>
                    <a:pt x="611229" y="393451"/>
                    <a:pt x="600075" y="396239"/>
                  </a:cubicBezTo>
                  <a:cubicBezTo>
                    <a:pt x="595312" y="399414"/>
                    <a:pt x="591217" y="403954"/>
                    <a:pt x="585787" y="405764"/>
                  </a:cubicBezTo>
                  <a:cubicBezTo>
                    <a:pt x="576626" y="408818"/>
                    <a:pt x="566638" y="408432"/>
                    <a:pt x="557212" y="410527"/>
                  </a:cubicBezTo>
                  <a:cubicBezTo>
                    <a:pt x="552312" y="411616"/>
                    <a:pt x="547687" y="413702"/>
                    <a:pt x="542925" y="415289"/>
                  </a:cubicBezTo>
                  <a:cubicBezTo>
                    <a:pt x="538162" y="413702"/>
                    <a:pt x="532557" y="413663"/>
                    <a:pt x="528637" y="410527"/>
                  </a:cubicBezTo>
                  <a:cubicBezTo>
                    <a:pt x="497862" y="385907"/>
                    <a:pt x="540737" y="403447"/>
                    <a:pt x="504825" y="391477"/>
                  </a:cubicBezTo>
                  <a:cubicBezTo>
                    <a:pt x="493712" y="393064"/>
                    <a:pt x="482425" y="393715"/>
                    <a:pt x="471487" y="396239"/>
                  </a:cubicBezTo>
                  <a:cubicBezTo>
                    <a:pt x="461704" y="398497"/>
                    <a:pt x="442912" y="405764"/>
                    <a:pt x="442912" y="405764"/>
                  </a:cubicBezTo>
                  <a:lnTo>
                    <a:pt x="400050" y="434339"/>
                  </a:lnTo>
                  <a:lnTo>
                    <a:pt x="385762" y="443864"/>
                  </a:lnTo>
                  <a:cubicBezTo>
                    <a:pt x="382587" y="448627"/>
                    <a:pt x="381741" y="456579"/>
                    <a:pt x="376237" y="458152"/>
                  </a:cubicBezTo>
                  <a:cubicBezTo>
                    <a:pt x="358697" y="463163"/>
                    <a:pt x="350756" y="450173"/>
                    <a:pt x="338137" y="443864"/>
                  </a:cubicBezTo>
                  <a:cubicBezTo>
                    <a:pt x="333647" y="441619"/>
                    <a:pt x="328612" y="440689"/>
                    <a:pt x="323850" y="439102"/>
                  </a:cubicBezTo>
                  <a:cubicBezTo>
                    <a:pt x="317247" y="440422"/>
                    <a:pt x="293991" y="444049"/>
                    <a:pt x="285750" y="448627"/>
                  </a:cubicBezTo>
                  <a:cubicBezTo>
                    <a:pt x="275743" y="454187"/>
                    <a:pt x="266700" y="461327"/>
                    <a:pt x="257175" y="467677"/>
                  </a:cubicBezTo>
                  <a:lnTo>
                    <a:pt x="242887" y="477202"/>
                  </a:lnTo>
                  <a:lnTo>
                    <a:pt x="228600" y="486727"/>
                  </a:lnTo>
                  <a:cubicBezTo>
                    <a:pt x="180821" y="477170"/>
                    <a:pt x="222254" y="491295"/>
                    <a:pt x="195262" y="467677"/>
                  </a:cubicBezTo>
                  <a:cubicBezTo>
                    <a:pt x="186647" y="460139"/>
                    <a:pt x="166687" y="448627"/>
                    <a:pt x="166687" y="448627"/>
                  </a:cubicBezTo>
                  <a:cubicBezTo>
                    <a:pt x="135225" y="401432"/>
                    <a:pt x="192862" y="492631"/>
                    <a:pt x="152400" y="391477"/>
                  </a:cubicBezTo>
                  <a:cubicBezTo>
                    <a:pt x="150535" y="386816"/>
                    <a:pt x="143102" y="387268"/>
                    <a:pt x="138112" y="386714"/>
                  </a:cubicBezTo>
                  <a:cubicBezTo>
                    <a:pt x="114393" y="384079"/>
                    <a:pt x="90487" y="383539"/>
                    <a:pt x="66675" y="381952"/>
                  </a:cubicBezTo>
                  <a:cubicBezTo>
                    <a:pt x="52387" y="383539"/>
                    <a:pt x="37758" y="383228"/>
                    <a:pt x="23812" y="386714"/>
                  </a:cubicBezTo>
                  <a:cubicBezTo>
                    <a:pt x="5037" y="391408"/>
                    <a:pt x="7469" y="403810"/>
                    <a:pt x="4762" y="420052"/>
                  </a:cubicBezTo>
                  <a:cubicBezTo>
                    <a:pt x="2917" y="431124"/>
                    <a:pt x="1587" y="442277"/>
                    <a:pt x="0" y="453389"/>
                  </a:cubicBezTo>
                  <a:cubicBezTo>
                    <a:pt x="1587" y="459739"/>
                    <a:pt x="134" y="467811"/>
                    <a:pt x="4762" y="472439"/>
                  </a:cubicBezTo>
                  <a:cubicBezTo>
                    <a:pt x="9390" y="477067"/>
                    <a:pt x="17543" y="475321"/>
                    <a:pt x="23812" y="477202"/>
                  </a:cubicBezTo>
                  <a:cubicBezTo>
                    <a:pt x="81762" y="494588"/>
                    <a:pt x="27545" y="480517"/>
                    <a:pt x="71437" y="491489"/>
                  </a:cubicBezTo>
                  <a:cubicBezTo>
                    <a:pt x="73025" y="496252"/>
                    <a:pt x="73955" y="501287"/>
                    <a:pt x="76200" y="505777"/>
                  </a:cubicBezTo>
                  <a:cubicBezTo>
                    <a:pt x="78760" y="510896"/>
                    <a:pt x="83769" y="514685"/>
                    <a:pt x="85725" y="520064"/>
                  </a:cubicBezTo>
                  <a:cubicBezTo>
                    <a:pt x="90199" y="532367"/>
                    <a:pt x="91110" y="545745"/>
                    <a:pt x="95250" y="558164"/>
                  </a:cubicBezTo>
                  <a:cubicBezTo>
                    <a:pt x="98425" y="567689"/>
                    <a:pt x="94735" y="586739"/>
                    <a:pt x="104775" y="586739"/>
                  </a:cubicBezTo>
                  <a:lnTo>
                    <a:pt x="114300" y="586739"/>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5" name="자유형 16">
              <a:extLst>
                <a:ext uri="{FF2B5EF4-FFF2-40B4-BE49-F238E27FC236}">
                  <a16:creationId xmlns:a16="http://schemas.microsoft.com/office/drawing/2014/main" id="{8D7A6976-64B5-4E15-8FCC-3DE12F2F1FD7}"/>
                </a:ext>
              </a:extLst>
            </p:cNvPr>
            <p:cNvSpPr/>
            <p:nvPr/>
          </p:nvSpPr>
          <p:spPr>
            <a:xfrm>
              <a:off x="1989414" y="2291715"/>
              <a:ext cx="381000" cy="581025"/>
            </a:xfrm>
            <a:custGeom>
              <a:avLst/>
              <a:gdLst>
                <a:gd name="connsiteX0" fmla="*/ 0 w 381000"/>
                <a:gd name="connsiteY0" fmla="*/ 0 h 581025"/>
                <a:gd name="connsiteX1" fmla="*/ 23813 w 381000"/>
                <a:gd name="connsiteY1" fmla="*/ 4762 h 581025"/>
                <a:gd name="connsiteX2" fmla="*/ 38100 w 381000"/>
                <a:gd name="connsiteY2" fmla="*/ 19050 h 581025"/>
                <a:gd name="connsiteX3" fmla="*/ 80963 w 381000"/>
                <a:gd name="connsiteY3" fmla="*/ 42862 h 581025"/>
                <a:gd name="connsiteX4" fmla="*/ 109538 w 381000"/>
                <a:gd name="connsiteY4" fmla="*/ 57150 h 581025"/>
                <a:gd name="connsiteX5" fmla="*/ 138113 w 381000"/>
                <a:gd name="connsiteY5" fmla="*/ 71437 h 581025"/>
                <a:gd name="connsiteX6" fmla="*/ 147638 w 381000"/>
                <a:gd name="connsiteY6" fmla="*/ 85725 h 581025"/>
                <a:gd name="connsiteX7" fmla="*/ 142875 w 381000"/>
                <a:gd name="connsiteY7" fmla="*/ 100012 h 581025"/>
                <a:gd name="connsiteX8" fmla="*/ 114300 w 381000"/>
                <a:gd name="connsiteY8" fmla="*/ 128587 h 581025"/>
                <a:gd name="connsiteX9" fmla="*/ 104775 w 381000"/>
                <a:gd name="connsiteY9" fmla="*/ 142875 h 581025"/>
                <a:gd name="connsiteX10" fmla="*/ 90488 w 381000"/>
                <a:gd name="connsiteY10" fmla="*/ 147637 h 581025"/>
                <a:gd name="connsiteX11" fmla="*/ 85725 w 381000"/>
                <a:gd name="connsiteY11" fmla="*/ 161925 h 581025"/>
                <a:gd name="connsiteX12" fmla="*/ 71438 w 381000"/>
                <a:gd name="connsiteY12" fmla="*/ 171450 h 581025"/>
                <a:gd name="connsiteX13" fmla="*/ 61913 w 381000"/>
                <a:gd name="connsiteY13" fmla="*/ 200025 h 581025"/>
                <a:gd name="connsiteX14" fmla="*/ 76200 w 381000"/>
                <a:gd name="connsiteY14" fmla="*/ 204787 h 581025"/>
                <a:gd name="connsiteX15" fmla="*/ 104775 w 381000"/>
                <a:gd name="connsiteY15" fmla="*/ 223837 h 581025"/>
                <a:gd name="connsiteX16" fmla="*/ 109538 w 381000"/>
                <a:gd name="connsiteY16" fmla="*/ 238125 h 581025"/>
                <a:gd name="connsiteX17" fmla="*/ 100013 w 381000"/>
                <a:gd name="connsiteY17" fmla="*/ 290512 h 581025"/>
                <a:gd name="connsiteX18" fmla="*/ 95250 w 381000"/>
                <a:gd name="connsiteY18" fmla="*/ 314325 h 581025"/>
                <a:gd name="connsiteX19" fmla="*/ 85725 w 381000"/>
                <a:gd name="connsiteY19" fmla="*/ 342900 h 581025"/>
                <a:gd name="connsiteX20" fmla="*/ 90488 w 381000"/>
                <a:gd name="connsiteY20" fmla="*/ 390525 h 581025"/>
                <a:gd name="connsiteX21" fmla="*/ 95250 w 381000"/>
                <a:gd name="connsiteY21" fmla="*/ 404812 h 581025"/>
                <a:gd name="connsiteX22" fmla="*/ 114300 w 381000"/>
                <a:gd name="connsiteY22" fmla="*/ 400050 h 581025"/>
                <a:gd name="connsiteX23" fmla="*/ 157163 w 381000"/>
                <a:gd name="connsiteY23" fmla="*/ 390525 h 581025"/>
                <a:gd name="connsiteX24" fmla="*/ 171450 w 381000"/>
                <a:gd name="connsiteY24" fmla="*/ 385762 h 581025"/>
                <a:gd name="connsiteX25" fmla="*/ 185738 w 381000"/>
                <a:gd name="connsiteY25" fmla="*/ 376237 h 581025"/>
                <a:gd name="connsiteX26" fmla="*/ 204788 w 381000"/>
                <a:gd name="connsiteY26" fmla="*/ 371475 h 581025"/>
                <a:gd name="connsiteX27" fmla="*/ 247650 w 381000"/>
                <a:gd name="connsiteY27" fmla="*/ 352425 h 581025"/>
                <a:gd name="connsiteX28" fmla="*/ 271463 w 381000"/>
                <a:gd name="connsiteY28" fmla="*/ 347662 h 581025"/>
                <a:gd name="connsiteX29" fmla="*/ 285750 w 381000"/>
                <a:gd name="connsiteY29" fmla="*/ 342900 h 581025"/>
                <a:gd name="connsiteX30" fmla="*/ 309563 w 381000"/>
                <a:gd name="connsiteY30" fmla="*/ 371475 h 581025"/>
                <a:gd name="connsiteX31" fmla="*/ 314325 w 381000"/>
                <a:gd name="connsiteY31" fmla="*/ 385762 h 581025"/>
                <a:gd name="connsiteX32" fmla="*/ 323850 w 381000"/>
                <a:gd name="connsiteY32" fmla="*/ 400050 h 581025"/>
                <a:gd name="connsiteX33" fmla="*/ 338138 w 381000"/>
                <a:gd name="connsiteY33" fmla="*/ 428625 h 581025"/>
                <a:gd name="connsiteX34" fmla="*/ 352425 w 381000"/>
                <a:gd name="connsiteY34" fmla="*/ 438150 h 581025"/>
                <a:gd name="connsiteX35" fmla="*/ 381000 w 381000"/>
                <a:gd name="connsiteY35" fmla="*/ 461962 h 581025"/>
                <a:gd name="connsiteX36" fmla="*/ 376238 w 381000"/>
                <a:gd name="connsiteY36" fmla="*/ 557212 h 581025"/>
                <a:gd name="connsiteX37" fmla="*/ 371475 w 381000"/>
                <a:gd name="connsiteY37" fmla="*/ 581025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1000" h="581025">
                  <a:moveTo>
                    <a:pt x="0" y="0"/>
                  </a:moveTo>
                  <a:cubicBezTo>
                    <a:pt x="7938" y="1587"/>
                    <a:pt x="16573" y="1142"/>
                    <a:pt x="23813" y="4762"/>
                  </a:cubicBezTo>
                  <a:cubicBezTo>
                    <a:pt x="29837" y="7774"/>
                    <a:pt x="32784" y="14915"/>
                    <a:pt x="38100" y="19050"/>
                  </a:cubicBezTo>
                  <a:cubicBezTo>
                    <a:pt x="62664" y="38156"/>
                    <a:pt x="59406" y="35677"/>
                    <a:pt x="80963" y="42862"/>
                  </a:cubicBezTo>
                  <a:cubicBezTo>
                    <a:pt x="121906" y="70158"/>
                    <a:pt x="70104" y="37432"/>
                    <a:pt x="109538" y="57150"/>
                  </a:cubicBezTo>
                  <a:cubicBezTo>
                    <a:pt x="146460" y="75611"/>
                    <a:pt x="102206" y="59470"/>
                    <a:pt x="138113" y="71437"/>
                  </a:cubicBezTo>
                  <a:cubicBezTo>
                    <a:pt x="141288" y="76200"/>
                    <a:pt x="146697" y="80079"/>
                    <a:pt x="147638" y="85725"/>
                  </a:cubicBezTo>
                  <a:cubicBezTo>
                    <a:pt x="148463" y="90677"/>
                    <a:pt x="145957" y="96049"/>
                    <a:pt x="142875" y="100012"/>
                  </a:cubicBezTo>
                  <a:cubicBezTo>
                    <a:pt x="134605" y="110645"/>
                    <a:pt x="121772" y="117379"/>
                    <a:pt x="114300" y="128587"/>
                  </a:cubicBezTo>
                  <a:cubicBezTo>
                    <a:pt x="111125" y="133350"/>
                    <a:pt x="109245" y="139299"/>
                    <a:pt x="104775" y="142875"/>
                  </a:cubicBezTo>
                  <a:cubicBezTo>
                    <a:pt x="100855" y="146011"/>
                    <a:pt x="95250" y="146050"/>
                    <a:pt x="90488" y="147637"/>
                  </a:cubicBezTo>
                  <a:cubicBezTo>
                    <a:pt x="88900" y="152400"/>
                    <a:pt x="88861" y="158005"/>
                    <a:pt x="85725" y="161925"/>
                  </a:cubicBezTo>
                  <a:cubicBezTo>
                    <a:pt x="82149" y="166394"/>
                    <a:pt x="74471" y="166596"/>
                    <a:pt x="71438" y="171450"/>
                  </a:cubicBezTo>
                  <a:cubicBezTo>
                    <a:pt x="66117" y="179964"/>
                    <a:pt x="61913" y="200025"/>
                    <a:pt x="61913" y="200025"/>
                  </a:cubicBezTo>
                  <a:cubicBezTo>
                    <a:pt x="66675" y="201612"/>
                    <a:pt x="71812" y="202349"/>
                    <a:pt x="76200" y="204787"/>
                  </a:cubicBezTo>
                  <a:cubicBezTo>
                    <a:pt x="86207" y="210346"/>
                    <a:pt x="104775" y="223837"/>
                    <a:pt x="104775" y="223837"/>
                  </a:cubicBezTo>
                  <a:cubicBezTo>
                    <a:pt x="106363" y="228600"/>
                    <a:pt x="109538" y="233105"/>
                    <a:pt x="109538" y="238125"/>
                  </a:cubicBezTo>
                  <a:cubicBezTo>
                    <a:pt x="109538" y="258755"/>
                    <a:pt x="104180" y="271760"/>
                    <a:pt x="100013" y="290512"/>
                  </a:cubicBezTo>
                  <a:cubicBezTo>
                    <a:pt x="98257" y="298414"/>
                    <a:pt x="97380" y="306515"/>
                    <a:pt x="95250" y="314325"/>
                  </a:cubicBezTo>
                  <a:cubicBezTo>
                    <a:pt x="92608" y="324011"/>
                    <a:pt x="85725" y="342900"/>
                    <a:pt x="85725" y="342900"/>
                  </a:cubicBezTo>
                  <a:cubicBezTo>
                    <a:pt x="87313" y="358775"/>
                    <a:pt x="88062" y="374756"/>
                    <a:pt x="90488" y="390525"/>
                  </a:cubicBezTo>
                  <a:cubicBezTo>
                    <a:pt x="91251" y="395487"/>
                    <a:pt x="90589" y="402948"/>
                    <a:pt x="95250" y="404812"/>
                  </a:cubicBezTo>
                  <a:cubicBezTo>
                    <a:pt x="101327" y="407243"/>
                    <a:pt x="108006" y="401848"/>
                    <a:pt x="114300" y="400050"/>
                  </a:cubicBezTo>
                  <a:cubicBezTo>
                    <a:pt x="147133" y="390669"/>
                    <a:pt x="105586" y="399120"/>
                    <a:pt x="157163" y="390525"/>
                  </a:cubicBezTo>
                  <a:cubicBezTo>
                    <a:pt x="161925" y="388937"/>
                    <a:pt x="166960" y="388007"/>
                    <a:pt x="171450" y="385762"/>
                  </a:cubicBezTo>
                  <a:cubicBezTo>
                    <a:pt x="176570" y="383202"/>
                    <a:pt x="180477" y="378492"/>
                    <a:pt x="185738" y="376237"/>
                  </a:cubicBezTo>
                  <a:cubicBezTo>
                    <a:pt x="191754" y="373659"/>
                    <a:pt x="198438" y="373062"/>
                    <a:pt x="204788" y="371475"/>
                  </a:cubicBezTo>
                  <a:cubicBezTo>
                    <a:pt x="218859" y="364439"/>
                    <a:pt x="232449" y="356986"/>
                    <a:pt x="247650" y="352425"/>
                  </a:cubicBezTo>
                  <a:cubicBezTo>
                    <a:pt x="255403" y="350099"/>
                    <a:pt x="263610" y="349625"/>
                    <a:pt x="271463" y="347662"/>
                  </a:cubicBezTo>
                  <a:cubicBezTo>
                    <a:pt x="276333" y="346444"/>
                    <a:pt x="280988" y="344487"/>
                    <a:pt x="285750" y="342900"/>
                  </a:cubicBezTo>
                  <a:cubicBezTo>
                    <a:pt x="296285" y="353434"/>
                    <a:pt x="302932" y="358212"/>
                    <a:pt x="309563" y="371475"/>
                  </a:cubicBezTo>
                  <a:cubicBezTo>
                    <a:pt x="311808" y="375965"/>
                    <a:pt x="312080" y="381272"/>
                    <a:pt x="314325" y="385762"/>
                  </a:cubicBezTo>
                  <a:cubicBezTo>
                    <a:pt x="316885" y="390882"/>
                    <a:pt x="321290" y="394930"/>
                    <a:pt x="323850" y="400050"/>
                  </a:cubicBezTo>
                  <a:cubicBezTo>
                    <a:pt x="331596" y="415542"/>
                    <a:pt x="324491" y="414977"/>
                    <a:pt x="338138" y="428625"/>
                  </a:cubicBezTo>
                  <a:cubicBezTo>
                    <a:pt x="342185" y="432672"/>
                    <a:pt x="348028" y="434486"/>
                    <a:pt x="352425" y="438150"/>
                  </a:cubicBezTo>
                  <a:cubicBezTo>
                    <a:pt x="389094" y="468707"/>
                    <a:pt x="345528" y="438313"/>
                    <a:pt x="381000" y="461962"/>
                  </a:cubicBezTo>
                  <a:cubicBezTo>
                    <a:pt x="379413" y="493712"/>
                    <a:pt x="378773" y="525524"/>
                    <a:pt x="376238" y="557212"/>
                  </a:cubicBezTo>
                  <a:cubicBezTo>
                    <a:pt x="375592" y="565281"/>
                    <a:pt x="371475" y="581025"/>
                    <a:pt x="371475" y="58102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D94878-AE42-4C6D-8F46-F03352515E0B}"/>
                  </a:ext>
                </a:extLst>
              </p:cNvPr>
              <p:cNvSpPr txBox="1"/>
              <p:nvPr/>
            </p:nvSpPr>
            <p:spPr>
              <a:xfrm>
                <a:off x="367323" y="8789345"/>
                <a:ext cx="551329"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1200" b="0" i="1">
                          <a:solidFill>
                            <a:prstClr val="black"/>
                          </a:solidFill>
                          <a:latin typeface="Cambria Math" panose="02040503050406030204" pitchFamily="18" charset="0"/>
                          <a:cs typeface="Times New Roman" panose="02020603050405020304" pitchFamily="18" charset="0"/>
                        </a:rPr>
                        <m:t>𝑁</m:t>
                      </m:r>
                      <m:r>
                        <a:rPr lang="en-US" altLang="ko-KR" sz="1200" b="0" i="1" smtClean="0">
                          <a:solidFill>
                            <a:prstClr val="black"/>
                          </a:solidFill>
                          <a:latin typeface="Cambria Math" panose="02040503050406030204" pitchFamily="18" charset="0"/>
                          <a:cs typeface="Times New Roman" panose="02020603050405020304" pitchFamily="18" charset="0"/>
                        </a:rPr>
                        <m:t>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1200" dirty="0">
                  <a:solidFill>
                    <a:prstClr val="black"/>
                  </a:solidFill>
                  <a:latin typeface="Symbol" panose="05050102010706020507" pitchFamily="18" charset="2"/>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1AD94878-AE42-4C6D-8F46-F03352515E0B}"/>
                  </a:ext>
                </a:extLst>
              </p:cNvPr>
              <p:cNvSpPr txBox="1">
                <a:spLocks noRot="1" noChangeAspect="1" noMove="1" noResize="1" noEditPoints="1" noAdjustHandles="1" noChangeArrowheads="1" noChangeShapeType="1" noTextEdit="1"/>
              </p:cNvSpPr>
              <p:nvPr/>
            </p:nvSpPr>
            <p:spPr>
              <a:xfrm>
                <a:off x="367323" y="8789345"/>
                <a:ext cx="551329" cy="276999"/>
              </a:xfrm>
              <a:prstGeom prst="rect">
                <a:avLst/>
              </a:prstGeom>
              <a:blipFill>
                <a:blip r:embed="rId26"/>
                <a:stretch>
                  <a:fillRect l="-13187" r="-8791" b="-11111"/>
                </a:stretch>
              </a:blipFill>
            </p:spPr>
            <p:txBody>
              <a:bodyPr/>
              <a:lstStyle/>
              <a:p>
                <a:r>
                  <a:rPr lang="ko-KR" altLang="en-US">
                    <a:noFill/>
                  </a:rPr>
                  <a:t> </a:t>
                </a:r>
              </a:p>
            </p:txBody>
          </p:sp>
        </mc:Fallback>
      </mc:AlternateContent>
      <p:sp>
        <p:nvSpPr>
          <p:cNvPr id="9" name="Rectangle 43">
            <a:extLst>
              <a:ext uri="{FF2B5EF4-FFF2-40B4-BE49-F238E27FC236}">
                <a16:creationId xmlns:a16="http://schemas.microsoft.com/office/drawing/2014/main" id="{01319DDD-C6F3-4C08-969C-2661835E6C60}"/>
              </a:ext>
            </a:extLst>
          </p:cNvPr>
          <p:cNvSpPr/>
          <p:nvPr/>
        </p:nvSpPr>
        <p:spPr>
          <a:xfrm rot="5400000">
            <a:off x="1624857" y="7777029"/>
            <a:ext cx="240129" cy="11975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0800000" scaled="1"/>
            <a:tileRect/>
          </a:gra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E6F6671-91A3-4CC7-AFE6-4DE54FF5D034}"/>
                  </a:ext>
                </a:extLst>
              </p:cNvPr>
              <p:cNvSpPr txBox="1"/>
              <p:nvPr/>
            </p:nvSpPr>
            <p:spPr>
              <a:xfrm>
                <a:off x="2136515" y="7676123"/>
                <a:ext cx="298425" cy="184666"/>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solidFill>
                            <a:schemeClr val="accent4">
                              <a:lumMod val="10000"/>
                            </a:schemeClr>
                          </a:solidFill>
                          <a:latin typeface="Cambria Math" panose="02040503050406030204" pitchFamily="18" charset="0"/>
                          <a:cs typeface="Arial" panose="020B0604020202020204" pitchFamily="34" charset="0"/>
                        </a:rPr>
                        <m:t>𝐿</m:t>
                      </m:r>
                      <m:r>
                        <a:rPr lang="en-US" altLang="ko-KR" sz="1200" b="0" i="1" smtClean="0">
                          <a:solidFill>
                            <a:schemeClr val="accent4">
                              <a:lumMod val="10000"/>
                            </a:schemeClr>
                          </a:solidFill>
                          <a:latin typeface="Cambria Math" panose="02040503050406030204" pitchFamily="18" charset="0"/>
                          <a:cs typeface="Arial" panose="020B0604020202020204" pitchFamily="34" charset="0"/>
                        </a:rPr>
                        <m:t>2</m:t>
                      </m:r>
                    </m:oMath>
                  </m:oMathPara>
                </a14:m>
                <a:endParaRPr lang="ko-KR" altLang="en-US" sz="1200" dirty="0">
                  <a:solidFill>
                    <a:schemeClr val="accent4">
                      <a:lumMod val="10000"/>
                    </a:schemeClr>
                  </a:solidFill>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DE6F6671-91A3-4CC7-AFE6-4DE54FF5D034}"/>
                  </a:ext>
                </a:extLst>
              </p:cNvPr>
              <p:cNvSpPr txBox="1">
                <a:spLocks noRot="1" noChangeAspect="1" noMove="1" noResize="1" noEditPoints="1" noAdjustHandles="1" noChangeArrowheads="1" noChangeShapeType="1" noTextEdit="1"/>
              </p:cNvSpPr>
              <p:nvPr/>
            </p:nvSpPr>
            <p:spPr>
              <a:xfrm>
                <a:off x="2136515" y="7676123"/>
                <a:ext cx="298425" cy="184666"/>
              </a:xfrm>
              <a:prstGeom prst="rect">
                <a:avLst/>
              </a:prstGeom>
              <a:blipFill>
                <a:blip r:embed="rId27"/>
                <a:stretch>
                  <a:fillRect l="-2041" b="-10000"/>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83EBF97-8E70-47A6-BB34-1130D55D22E3}"/>
                  </a:ext>
                </a:extLst>
              </p:cNvPr>
              <p:cNvSpPr txBox="1"/>
              <p:nvPr/>
            </p:nvSpPr>
            <p:spPr>
              <a:xfrm>
                <a:off x="2099248" y="6963826"/>
                <a:ext cx="377871" cy="184666"/>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solidFill>
                            <a:schemeClr val="accent4">
                              <a:lumMod val="10000"/>
                            </a:schemeClr>
                          </a:solidFill>
                          <a:latin typeface="Cambria Math" panose="02040503050406030204" pitchFamily="18" charset="0"/>
                          <a:cs typeface="Arial" panose="020B0604020202020204" pitchFamily="34" charset="0"/>
                        </a:rPr>
                        <m:t>𝐿</m:t>
                      </m:r>
                      <m:r>
                        <a:rPr lang="en-US" altLang="ko-KR" sz="1200" b="0" i="1" smtClean="0">
                          <a:solidFill>
                            <a:schemeClr val="accent4">
                              <a:lumMod val="10000"/>
                            </a:schemeClr>
                          </a:solidFill>
                          <a:latin typeface="Cambria Math" panose="02040503050406030204" pitchFamily="18" charset="0"/>
                          <a:cs typeface="Arial" panose="020B0604020202020204" pitchFamily="34" charset="0"/>
                        </a:rPr>
                        <m:t>1</m:t>
                      </m:r>
                    </m:oMath>
                  </m:oMathPara>
                </a14:m>
                <a:endParaRPr lang="ko-KR" altLang="en-US" sz="1200" dirty="0">
                  <a:solidFill>
                    <a:schemeClr val="accent4">
                      <a:lumMod val="10000"/>
                    </a:schemeClr>
                  </a:solidFill>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783EBF97-8E70-47A6-BB34-1130D55D22E3}"/>
                  </a:ext>
                </a:extLst>
              </p:cNvPr>
              <p:cNvSpPr txBox="1">
                <a:spLocks noRot="1" noChangeAspect="1" noMove="1" noResize="1" noEditPoints="1" noAdjustHandles="1" noChangeArrowheads="1" noChangeShapeType="1" noTextEdit="1"/>
              </p:cNvSpPr>
              <p:nvPr/>
            </p:nvSpPr>
            <p:spPr>
              <a:xfrm>
                <a:off x="2099248" y="6963826"/>
                <a:ext cx="377871" cy="184666"/>
              </a:xfrm>
              <a:prstGeom prst="rect">
                <a:avLst/>
              </a:prstGeom>
              <a:blipFill>
                <a:blip r:embed="rId28"/>
                <a:stretch>
                  <a:fillRect b="-6452"/>
                </a:stretch>
              </a:blipFill>
              <a:ln>
                <a:noFill/>
              </a:ln>
            </p:spPr>
            <p:txBody>
              <a:bodyPr/>
              <a:lstStyle/>
              <a:p>
                <a:r>
                  <a:rPr lang="ko-KR" altLang="en-US">
                    <a:noFill/>
                  </a:rPr>
                  <a:t> </a:t>
                </a:r>
              </a:p>
            </p:txBody>
          </p:sp>
        </mc:Fallback>
      </mc:AlternateContent>
      <p:sp>
        <p:nvSpPr>
          <p:cNvPr id="12" name="Rectangle 31">
            <a:extLst>
              <a:ext uri="{FF2B5EF4-FFF2-40B4-BE49-F238E27FC236}">
                <a16:creationId xmlns:a16="http://schemas.microsoft.com/office/drawing/2014/main" id="{29C0F460-12B5-47D8-A7D3-30657C20D274}"/>
              </a:ext>
            </a:extLst>
          </p:cNvPr>
          <p:cNvSpPr/>
          <p:nvPr/>
        </p:nvSpPr>
        <p:spPr>
          <a:xfrm flipH="1">
            <a:off x="1595433" y="6026335"/>
            <a:ext cx="343356" cy="254856"/>
          </a:xfrm>
          <a:prstGeom prst="rect">
            <a:avLst/>
          </a:prstGeom>
          <a:solidFill>
            <a:srgbClr val="00B050"/>
          </a:solidFill>
          <a:ln>
            <a:no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88">
            <a:extLst>
              <a:ext uri="{FF2B5EF4-FFF2-40B4-BE49-F238E27FC236}">
                <a16:creationId xmlns:a16="http://schemas.microsoft.com/office/drawing/2014/main" id="{7D4102FA-CB81-4ADA-8368-DA8FD03FFA6B}"/>
              </a:ext>
            </a:extLst>
          </p:cNvPr>
          <p:cNvSpPr/>
          <p:nvPr/>
        </p:nvSpPr>
        <p:spPr>
          <a:xfrm rot="10800000">
            <a:off x="1377864" y="8395043"/>
            <a:ext cx="805895" cy="105515"/>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연결선 13">
            <a:extLst>
              <a:ext uri="{FF2B5EF4-FFF2-40B4-BE49-F238E27FC236}">
                <a16:creationId xmlns:a16="http://schemas.microsoft.com/office/drawing/2014/main" id="{C7C39685-1A41-4114-A41E-8AADF04E1498}"/>
              </a:ext>
            </a:extLst>
          </p:cNvPr>
          <p:cNvCxnSpPr>
            <a:cxnSpLocks/>
          </p:cNvCxnSpPr>
          <p:nvPr/>
        </p:nvCxnSpPr>
        <p:spPr>
          <a:xfrm>
            <a:off x="1771920" y="6379729"/>
            <a:ext cx="0" cy="2216162"/>
          </a:xfrm>
          <a:prstGeom prst="line">
            <a:avLst/>
          </a:prstGeom>
          <a:ln w="1270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5" name="오른쪽 화살표 90">
            <a:extLst>
              <a:ext uri="{FF2B5EF4-FFF2-40B4-BE49-F238E27FC236}">
                <a16:creationId xmlns:a16="http://schemas.microsoft.com/office/drawing/2014/main" id="{D6574236-8E85-4377-8B50-FA8D665A073B}"/>
              </a:ext>
            </a:extLst>
          </p:cNvPr>
          <p:cNvSpPr/>
          <p:nvPr/>
        </p:nvSpPr>
        <p:spPr>
          <a:xfrm>
            <a:off x="2141444" y="6180453"/>
            <a:ext cx="317506" cy="157269"/>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6" name="직선 연결선 15">
            <a:extLst>
              <a:ext uri="{FF2B5EF4-FFF2-40B4-BE49-F238E27FC236}">
                <a16:creationId xmlns:a16="http://schemas.microsoft.com/office/drawing/2014/main" id="{C53E92A5-3287-48D5-947C-AF83EB01F223}"/>
              </a:ext>
            </a:extLst>
          </p:cNvPr>
          <p:cNvCxnSpPr>
            <a:cxnSpLocks/>
          </p:cNvCxnSpPr>
          <p:nvPr/>
        </p:nvCxnSpPr>
        <p:spPr>
          <a:xfrm flipH="1">
            <a:off x="1555307" y="6383520"/>
            <a:ext cx="126120" cy="660662"/>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CCC9FFD3-F144-4110-BDAF-3C69C995BEEE}"/>
              </a:ext>
            </a:extLst>
          </p:cNvPr>
          <p:cNvCxnSpPr>
            <a:cxnSpLocks/>
          </p:cNvCxnSpPr>
          <p:nvPr/>
        </p:nvCxnSpPr>
        <p:spPr>
          <a:xfrm>
            <a:off x="1553385" y="7049686"/>
            <a:ext cx="0" cy="764331"/>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CC0E5933-80DF-4ACA-BF67-AC955C074964}"/>
              </a:ext>
            </a:extLst>
          </p:cNvPr>
          <p:cNvCxnSpPr>
            <a:cxnSpLocks/>
          </p:cNvCxnSpPr>
          <p:nvPr/>
        </p:nvCxnSpPr>
        <p:spPr>
          <a:xfrm flipH="1">
            <a:off x="1900653" y="7816222"/>
            <a:ext cx="89801" cy="645912"/>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BDDF8566-8D46-4B01-B8AA-6FFB5ED3FE67}"/>
              </a:ext>
            </a:extLst>
          </p:cNvPr>
          <p:cNvCxnSpPr>
            <a:cxnSpLocks/>
          </p:cNvCxnSpPr>
          <p:nvPr/>
        </p:nvCxnSpPr>
        <p:spPr>
          <a:xfrm>
            <a:off x="1990455" y="7043668"/>
            <a:ext cx="0" cy="773248"/>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직사각형 19">
                <a:extLst>
                  <a:ext uri="{FF2B5EF4-FFF2-40B4-BE49-F238E27FC236}">
                    <a16:creationId xmlns:a16="http://schemas.microsoft.com/office/drawing/2014/main" id="{47F2F290-EF2B-4107-B816-2BC4E037568B}"/>
                  </a:ext>
                </a:extLst>
              </p:cNvPr>
              <p:cNvSpPr/>
              <p:nvPr/>
            </p:nvSpPr>
            <p:spPr>
              <a:xfrm>
                <a:off x="2088964" y="5943953"/>
                <a:ext cx="40094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1200" dirty="0"/>
              </a:p>
            </p:txBody>
          </p:sp>
        </mc:Choice>
        <mc:Fallback xmlns="">
          <p:sp>
            <p:nvSpPr>
              <p:cNvPr id="20" name="직사각형 19">
                <a:extLst>
                  <a:ext uri="{FF2B5EF4-FFF2-40B4-BE49-F238E27FC236}">
                    <a16:creationId xmlns:a16="http://schemas.microsoft.com/office/drawing/2014/main" id="{47F2F290-EF2B-4107-B816-2BC4E037568B}"/>
                  </a:ext>
                </a:extLst>
              </p:cNvPr>
              <p:cNvSpPr>
                <a:spLocks noRot="1" noChangeAspect="1" noMove="1" noResize="1" noEditPoints="1" noAdjustHandles="1" noChangeArrowheads="1" noChangeShapeType="1" noTextEdit="1"/>
              </p:cNvSpPr>
              <p:nvPr/>
            </p:nvSpPr>
            <p:spPr>
              <a:xfrm>
                <a:off x="2088964" y="5943953"/>
                <a:ext cx="400944" cy="276999"/>
              </a:xfrm>
              <a:prstGeom prst="rect">
                <a:avLst/>
              </a:prstGeom>
              <a:blipFill>
                <a:blip r:embed="rId29"/>
                <a:stretch>
                  <a:fillRect/>
                </a:stretch>
              </a:blipFill>
            </p:spPr>
            <p:txBody>
              <a:bodyPr/>
              <a:lstStyle/>
              <a:p>
                <a:r>
                  <a:rPr lang="ko-KR" altLang="en-US">
                    <a:noFill/>
                  </a:rPr>
                  <a:t> </a:t>
                </a:r>
              </a:p>
            </p:txBody>
          </p:sp>
        </mc:Fallback>
      </mc:AlternateContent>
      <p:sp>
        <p:nvSpPr>
          <p:cNvPr id="21" name="아래쪽 화살표 100">
            <a:extLst>
              <a:ext uri="{FF2B5EF4-FFF2-40B4-BE49-F238E27FC236}">
                <a16:creationId xmlns:a16="http://schemas.microsoft.com/office/drawing/2014/main" id="{C6339B2E-7C5D-4117-A2B3-5A37E5C662DF}"/>
              </a:ext>
            </a:extLst>
          </p:cNvPr>
          <p:cNvSpPr/>
          <p:nvPr/>
        </p:nvSpPr>
        <p:spPr>
          <a:xfrm>
            <a:off x="1707700" y="6082453"/>
            <a:ext cx="113372" cy="155330"/>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a:extLst>
              <a:ext uri="{FF2B5EF4-FFF2-40B4-BE49-F238E27FC236}">
                <a16:creationId xmlns:a16="http://schemas.microsoft.com/office/drawing/2014/main" id="{56DCC4F6-6F33-4AB5-976E-DD9FF339F117}"/>
              </a:ext>
            </a:extLst>
          </p:cNvPr>
          <p:cNvCxnSpPr>
            <a:cxnSpLocks/>
          </p:cNvCxnSpPr>
          <p:nvPr/>
        </p:nvCxnSpPr>
        <p:spPr>
          <a:xfrm>
            <a:off x="2111519" y="6367520"/>
            <a:ext cx="0" cy="183163"/>
          </a:xfrm>
          <a:prstGeom prst="line">
            <a:avLst/>
          </a:prstGeom>
        </p:spPr>
        <p:style>
          <a:lnRef idx="1">
            <a:schemeClr val="dk1"/>
          </a:lnRef>
          <a:fillRef idx="0">
            <a:schemeClr val="dk1"/>
          </a:fillRef>
          <a:effectRef idx="0">
            <a:schemeClr val="dk1"/>
          </a:effectRef>
          <a:fontRef idx="minor">
            <a:schemeClr val="tx1"/>
          </a:fontRef>
        </p:style>
      </p:cxnSp>
      <p:cxnSp>
        <p:nvCxnSpPr>
          <p:cNvPr id="23" name="직선 화살표 연결선 22">
            <a:extLst>
              <a:ext uri="{FF2B5EF4-FFF2-40B4-BE49-F238E27FC236}">
                <a16:creationId xmlns:a16="http://schemas.microsoft.com/office/drawing/2014/main" id="{ED513716-9412-4A6B-A16D-0B176E0DED3D}"/>
              </a:ext>
            </a:extLst>
          </p:cNvPr>
          <p:cNvCxnSpPr/>
          <p:nvPr/>
        </p:nvCxnSpPr>
        <p:spPr>
          <a:xfrm>
            <a:off x="2121547" y="6453339"/>
            <a:ext cx="2571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C86D1C5-965F-45EF-A93A-CE7794D3E03B}"/>
                  </a:ext>
                </a:extLst>
              </p:cNvPr>
              <p:cNvSpPr txBox="1"/>
              <p:nvPr/>
            </p:nvSpPr>
            <p:spPr>
              <a:xfrm>
                <a:off x="2311623" y="6304824"/>
                <a:ext cx="23397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200" b="0" i="1" smtClean="0">
                          <a:solidFill>
                            <a:prstClr val="black"/>
                          </a:solidFill>
                          <a:latin typeface="Cambria Math" panose="02040503050406030204" pitchFamily="18" charset="0"/>
                          <a:cs typeface="Times New Roman" panose="02020603050405020304" pitchFamily="18" charset="0"/>
                        </a:rPr>
                        <m:t>𝑥</m:t>
                      </m:r>
                    </m:oMath>
                  </m:oMathPara>
                </a14:m>
                <a:endParaRPr lang="ko-KR" altLang="en-US" sz="1200" dirty="0"/>
              </a:p>
            </p:txBody>
          </p:sp>
        </mc:Choice>
        <mc:Fallback xmlns="">
          <p:sp>
            <p:nvSpPr>
              <p:cNvPr id="24" name="TextBox 23">
                <a:extLst>
                  <a:ext uri="{FF2B5EF4-FFF2-40B4-BE49-F238E27FC236}">
                    <a16:creationId xmlns:a16="http://schemas.microsoft.com/office/drawing/2014/main" id="{1C86D1C5-965F-45EF-A93A-CE7794D3E03B}"/>
                  </a:ext>
                </a:extLst>
              </p:cNvPr>
              <p:cNvSpPr txBox="1">
                <a:spLocks noRot="1" noChangeAspect="1" noMove="1" noResize="1" noEditPoints="1" noAdjustHandles="1" noChangeArrowheads="1" noChangeShapeType="1" noTextEdit="1"/>
              </p:cNvSpPr>
              <p:nvPr/>
            </p:nvSpPr>
            <p:spPr>
              <a:xfrm>
                <a:off x="2311623" y="6304824"/>
                <a:ext cx="233972" cy="276999"/>
              </a:xfrm>
              <a:prstGeom prst="rect">
                <a:avLst/>
              </a:prstGeom>
              <a:blipFill>
                <a:blip r:embed="rId30"/>
                <a:stretch>
                  <a:fillRect/>
                </a:stretch>
              </a:blipFill>
            </p:spPr>
            <p:txBody>
              <a:bodyPr/>
              <a:lstStyle/>
              <a:p>
                <a:r>
                  <a:rPr lang="ko-KR" altLang="en-US">
                    <a:noFill/>
                  </a:rPr>
                  <a:t> </a:t>
                </a:r>
              </a:p>
            </p:txBody>
          </p:sp>
        </mc:Fallback>
      </mc:AlternateContent>
      <p:sp>
        <p:nvSpPr>
          <p:cNvPr id="25" name="TextBox 24">
            <a:extLst>
              <a:ext uri="{FF2B5EF4-FFF2-40B4-BE49-F238E27FC236}">
                <a16:creationId xmlns:a16="http://schemas.microsoft.com/office/drawing/2014/main" id="{FF3E0567-A570-4FE1-A35A-03F689FB8E91}"/>
              </a:ext>
            </a:extLst>
          </p:cNvPr>
          <p:cNvSpPr txBox="1"/>
          <p:nvPr/>
        </p:nvSpPr>
        <p:spPr>
          <a:xfrm>
            <a:off x="73752" y="5794074"/>
            <a:ext cx="332907"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cxnSp>
        <p:nvCxnSpPr>
          <p:cNvPr id="28" name="연결선: 구부러짐 27">
            <a:extLst>
              <a:ext uri="{FF2B5EF4-FFF2-40B4-BE49-F238E27FC236}">
                <a16:creationId xmlns:a16="http://schemas.microsoft.com/office/drawing/2014/main" id="{5C108094-34F7-4C2F-9ECE-ADF7A7D2847E}"/>
              </a:ext>
            </a:extLst>
          </p:cNvPr>
          <p:cNvCxnSpPr>
            <a:cxnSpLocks/>
            <a:stCxn id="85" idx="1"/>
          </p:cNvCxnSpPr>
          <p:nvPr/>
        </p:nvCxnSpPr>
        <p:spPr>
          <a:xfrm rot="10800000">
            <a:off x="1123620" y="6173715"/>
            <a:ext cx="276440" cy="150890"/>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2D976C8-03E9-47C5-A382-52424D22E469}"/>
              </a:ext>
            </a:extLst>
          </p:cNvPr>
          <p:cNvSpPr txBox="1"/>
          <p:nvPr/>
        </p:nvSpPr>
        <p:spPr>
          <a:xfrm>
            <a:off x="2610076" y="5827734"/>
            <a:ext cx="332907"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d</a:t>
            </a:r>
            <a:endParaRPr lang="ko-KR" altLang="en-US" sz="1600" b="1" dirty="0">
              <a:latin typeface="helvetica" panose="020B0604020202020204" pitchFamily="34" charset="0"/>
              <a:cs typeface="helvetica" panose="020B0604020202020204" pitchFamily="34" charset="0"/>
            </a:endParaRPr>
          </a:p>
        </p:txBody>
      </p:sp>
      <p:pic>
        <p:nvPicPr>
          <p:cNvPr id="30" name="그림 29">
            <a:extLst>
              <a:ext uri="{FF2B5EF4-FFF2-40B4-BE49-F238E27FC236}">
                <a16:creationId xmlns:a16="http://schemas.microsoft.com/office/drawing/2014/main" id="{8A291634-331D-4F45-8A73-7A5F9CE81314}"/>
              </a:ext>
            </a:extLst>
          </p:cNvPr>
          <p:cNvPicPr>
            <a:picLocks noChangeAspect="1"/>
          </p:cNvPicPr>
          <p:nvPr/>
        </p:nvPicPr>
        <p:blipFill rotWithShape="1">
          <a:blip r:embed="rId31"/>
          <a:srcRect l="24127" t="27158" r="6144" b="9425"/>
          <a:stretch/>
        </p:blipFill>
        <p:spPr>
          <a:xfrm>
            <a:off x="4038985" y="7437417"/>
            <a:ext cx="1340356" cy="437524"/>
          </a:xfrm>
          <a:prstGeom prst="rect">
            <a:avLst/>
          </a:prstGeom>
        </p:spPr>
      </p:pic>
      <p:grpSp>
        <p:nvGrpSpPr>
          <p:cNvPr id="31" name="그룹 30">
            <a:extLst>
              <a:ext uri="{FF2B5EF4-FFF2-40B4-BE49-F238E27FC236}">
                <a16:creationId xmlns:a16="http://schemas.microsoft.com/office/drawing/2014/main" id="{665732BE-0A65-4C72-841D-0B9A1EFFAC7A}"/>
              </a:ext>
            </a:extLst>
          </p:cNvPr>
          <p:cNvGrpSpPr/>
          <p:nvPr/>
        </p:nvGrpSpPr>
        <p:grpSpPr>
          <a:xfrm>
            <a:off x="4064363" y="7895098"/>
            <a:ext cx="1266617" cy="357973"/>
            <a:chOff x="1000330" y="4798267"/>
            <a:chExt cx="1469373" cy="415276"/>
          </a:xfrm>
        </p:grpSpPr>
        <p:grpSp>
          <p:nvGrpSpPr>
            <p:cNvPr id="282" name="그룹 399">
              <a:extLst>
                <a:ext uri="{FF2B5EF4-FFF2-40B4-BE49-F238E27FC236}">
                  <a16:creationId xmlns:a16="http://schemas.microsoft.com/office/drawing/2014/main" id="{9D49BBB6-7818-4C14-8916-BDF5D40E7DAF}"/>
                </a:ext>
              </a:extLst>
            </p:cNvPr>
            <p:cNvGrpSpPr/>
            <p:nvPr/>
          </p:nvGrpSpPr>
          <p:grpSpPr>
            <a:xfrm>
              <a:off x="1000330" y="4799736"/>
              <a:ext cx="1469373" cy="410046"/>
              <a:chOff x="539550" y="1719858"/>
              <a:chExt cx="3316110" cy="925399"/>
            </a:xfrm>
          </p:grpSpPr>
          <p:sp>
            <p:nvSpPr>
              <p:cNvPr id="291" name="직사각형 290">
                <a:extLst>
                  <a:ext uri="{FF2B5EF4-FFF2-40B4-BE49-F238E27FC236}">
                    <a16:creationId xmlns:a16="http://schemas.microsoft.com/office/drawing/2014/main" id="{6F81D669-F1BA-4E39-94C5-8BC89C128C9D}"/>
                  </a:ext>
                </a:extLst>
              </p:cNvPr>
              <p:cNvSpPr/>
              <p:nvPr/>
            </p:nvSpPr>
            <p:spPr>
              <a:xfrm rot="5400000">
                <a:off x="1736543" y="529881"/>
                <a:ext cx="918383" cy="3312369"/>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2" name="타원 291">
                <a:extLst>
                  <a:ext uri="{FF2B5EF4-FFF2-40B4-BE49-F238E27FC236}">
                    <a16:creationId xmlns:a16="http://schemas.microsoft.com/office/drawing/2014/main" id="{EC499EFA-3D78-4FD1-BB96-845EBEEB6E49}"/>
                  </a:ext>
                </a:extLst>
              </p:cNvPr>
              <p:cNvSpPr/>
              <p:nvPr/>
            </p:nvSpPr>
            <p:spPr>
              <a:xfrm rot="5400000">
                <a:off x="960928" y="211374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3" name="타원 292">
                <a:extLst>
                  <a:ext uri="{FF2B5EF4-FFF2-40B4-BE49-F238E27FC236}">
                    <a16:creationId xmlns:a16="http://schemas.microsoft.com/office/drawing/2014/main" id="{CEDCD615-3C64-424E-BEDB-9893C270DB50}"/>
                  </a:ext>
                </a:extLst>
              </p:cNvPr>
              <p:cNvSpPr/>
              <p:nvPr/>
            </p:nvSpPr>
            <p:spPr>
              <a:xfrm rot="5400000">
                <a:off x="2252227"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4" name="타원 293">
                <a:extLst>
                  <a:ext uri="{FF2B5EF4-FFF2-40B4-BE49-F238E27FC236}">
                    <a16:creationId xmlns:a16="http://schemas.microsoft.com/office/drawing/2014/main" id="{52EEAA91-69F6-42ED-8F63-0F8E4BDFEB8D}"/>
                  </a:ext>
                </a:extLst>
              </p:cNvPr>
              <p:cNvSpPr/>
              <p:nvPr/>
            </p:nvSpPr>
            <p:spPr>
              <a:xfrm rot="5400000">
                <a:off x="3165341"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5" name="타원 294">
                <a:extLst>
                  <a:ext uri="{FF2B5EF4-FFF2-40B4-BE49-F238E27FC236}">
                    <a16:creationId xmlns:a16="http://schemas.microsoft.com/office/drawing/2014/main" id="{6FA4D9E4-6178-408D-A6D6-47FCDD0235DE}"/>
                  </a:ext>
                </a:extLst>
              </p:cNvPr>
              <p:cNvSpPr/>
              <p:nvPr/>
            </p:nvSpPr>
            <p:spPr>
              <a:xfrm rot="5400000">
                <a:off x="3264588" y="21830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6" name="타원 295">
                <a:extLst>
                  <a:ext uri="{FF2B5EF4-FFF2-40B4-BE49-F238E27FC236}">
                    <a16:creationId xmlns:a16="http://schemas.microsoft.com/office/drawing/2014/main" id="{299AB6CA-DE7E-4892-99E3-B44E100E1D3E}"/>
                  </a:ext>
                </a:extLst>
              </p:cNvPr>
              <p:cNvSpPr/>
              <p:nvPr/>
            </p:nvSpPr>
            <p:spPr>
              <a:xfrm rot="5400000">
                <a:off x="2559947" y="241714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7" name="타원 296">
                <a:extLst>
                  <a:ext uri="{FF2B5EF4-FFF2-40B4-BE49-F238E27FC236}">
                    <a16:creationId xmlns:a16="http://schemas.microsoft.com/office/drawing/2014/main" id="{31A9E5EC-73CD-4A9B-982D-44C0EB9363C3}"/>
                  </a:ext>
                </a:extLst>
              </p:cNvPr>
              <p:cNvSpPr/>
              <p:nvPr/>
            </p:nvSpPr>
            <p:spPr>
              <a:xfrm rot="5400000">
                <a:off x="2418081" y="198038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8" name="타원 297">
                <a:extLst>
                  <a:ext uri="{FF2B5EF4-FFF2-40B4-BE49-F238E27FC236}">
                    <a16:creationId xmlns:a16="http://schemas.microsoft.com/office/drawing/2014/main" id="{AEDA96E7-0E73-48E0-B58E-892B1996DDF2}"/>
                  </a:ext>
                </a:extLst>
              </p:cNvPr>
              <p:cNvSpPr/>
              <p:nvPr/>
            </p:nvSpPr>
            <p:spPr>
              <a:xfrm rot="5400000">
                <a:off x="1556666" y="175918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9" name="타원 298">
                <a:extLst>
                  <a:ext uri="{FF2B5EF4-FFF2-40B4-BE49-F238E27FC236}">
                    <a16:creationId xmlns:a16="http://schemas.microsoft.com/office/drawing/2014/main" id="{6A440C3A-7C87-4A78-B63F-AB8D6DF8E2B2}"/>
                  </a:ext>
                </a:extLst>
              </p:cNvPr>
              <p:cNvSpPr/>
              <p:nvPr/>
            </p:nvSpPr>
            <p:spPr>
              <a:xfrm rot="5400000">
                <a:off x="3057158" y="176311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0" name="타원 299">
                <a:extLst>
                  <a:ext uri="{FF2B5EF4-FFF2-40B4-BE49-F238E27FC236}">
                    <a16:creationId xmlns:a16="http://schemas.microsoft.com/office/drawing/2014/main" id="{67E52D5D-FDE1-4843-BBA2-50FB426428E1}"/>
                  </a:ext>
                </a:extLst>
              </p:cNvPr>
              <p:cNvSpPr/>
              <p:nvPr/>
            </p:nvSpPr>
            <p:spPr>
              <a:xfrm rot="5400000">
                <a:off x="3261423" y="195444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1" name="타원 300">
                <a:extLst>
                  <a:ext uri="{FF2B5EF4-FFF2-40B4-BE49-F238E27FC236}">
                    <a16:creationId xmlns:a16="http://schemas.microsoft.com/office/drawing/2014/main" id="{897F31EF-AFFC-4C3E-B922-C4A7A2D48FE3}"/>
                  </a:ext>
                </a:extLst>
              </p:cNvPr>
              <p:cNvSpPr/>
              <p:nvPr/>
            </p:nvSpPr>
            <p:spPr>
              <a:xfrm rot="5400000">
                <a:off x="3261423" y="172809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2" name="타원 301">
                <a:extLst>
                  <a:ext uri="{FF2B5EF4-FFF2-40B4-BE49-F238E27FC236}">
                    <a16:creationId xmlns:a16="http://schemas.microsoft.com/office/drawing/2014/main" id="{745F464C-AA43-4F6E-A356-50963EC1BB4C}"/>
                  </a:ext>
                </a:extLst>
              </p:cNvPr>
              <p:cNvSpPr/>
              <p:nvPr/>
            </p:nvSpPr>
            <p:spPr>
              <a:xfrm rot="5400000">
                <a:off x="955102" y="173014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3" name="타원 302">
                <a:extLst>
                  <a:ext uri="{FF2B5EF4-FFF2-40B4-BE49-F238E27FC236}">
                    <a16:creationId xmlns:a16="http://schemas.microsoft.com/office/drawing/2014/main" id="{E02573A3-4299-42B4-A549-947420E1BE6A}"/>
                  </a:ext>
                </a:extLst>
              </p:cNvPr>
              <p:cNvSpPr/>
              <p:nvPr/>
            </p:nvSpPr>
            <p:spPr>
              <a:xfrm rot="5400000">
                <a:off x="1976683" y="24962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4" name="타원 303">
                <a:extLst>
                  <a:ext uri="{FF2B5EF4-FFF2-40B4-BE49-F238E27FC236}">
                    <a16:creationId xmlns:a16="http://schemas.microsoft.com/office/drawing/2014/main" id="{647D3846-6AAC-4183-A5FC-910592993CB1}"/>
                  </a:ext>
                </a:extLst>
              </p:cNvPr>
              <p:cNvSpPr/>
              <p:nvPr/>
            </p:nvSpPr>
            <p:spPr>
              <a:xfrm rot="5400000">
                <a:off x="2106424" y="238519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5" name="타원 304">
                <a:extLst>
                  <a:ext uri="{FF2B5EF4-FFF2-40B4-BE49-F238E27FC236}">
                    <a16:creationId xmlns:a16="http://schemas.microsoft.com/office/drawing/2014/main" id="{9A1406BF-DDDE-4C68-BD38-D4C33AAE0106}"/>
                  </a:ext>
                </a:extLst>
              </p:cNvPr>
              <p:cNvSpPr/>
              <p:nvPr/>
            </p:nvSpPr>
            <p:spPr>
              <a:xfrm rot="5400000">
                <a:off x="2769240" y="237364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6" name="타원 305">
                <a:extLst>
                  <a:ext uri="{FF2B5EF4-FFF2-40B4-BE49-F238E27FC236}">
                    <a16:creationId xmlns:a16="http://schemas.microsoft.com/office/drawing/2014/main" id="{D428D192-094A-49F8-8E43-B4114E4240E3}"/>
                  </a:ext>
                </a:extLst>
              </p:cNvPr>
              <p:cNvSpPr/>
              <p:nvPr/>
            </p:nvSpPr>
            <p:spPr>
              <a:xfrm rot="5400000">
                <a:off x="1274826" y="2141341"/>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7" name="타원 306">
                <a:extLst>
                  <a:ext uri="{FF2B5EF4-FFF2-40B4-BE49-F238E27FC236}">
                    <a16:creationId xmlns:a16="http://schemas.microsoft.com/office/drawing/2014/main" id="{C7D9EE20-8338-43B7-ACBE-CCFB10494BF1}"/>
                  </a:ext>
                </a:extLst>
              </p:cNvPr>
              <p:cNvSpPr/>
              <p:nvPr/>
            </p:nvSpPr>
            <p:spPr>
              <a:xfrm rot="5400000">
                <a:off x="2695399"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8" name="타원 307">
                <a:extLst>
                  <a:ext uri="{FF2B5EF4-FFF2-40B4-BE49-F238E27FC236}">
                    <a16:creationId xmlns:a16="http://schemas.microsoft.com/office/drawing/2014/main" id="{4F1F29C4-4499-48B6-803C-8094C33B9DEB}"/>
                  </a:ext>
                </a:extLst>
              </p:cNvPr>
              <p:cNvSpPr/>
              <p:nvPr/>
            </p:nvSpPr>
            <p:spPr>
              <a:xfrm rot="5400000">
                <a:off x="2491071" y="213664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9" name="타원 308">
                <a:extLst>
                  <a:ext uri="{FF2B5EF4-FFF2-40B4-BE49-F238E27FC236}">
                    <a16:creationId xmlns:a16="http://schemas.microsoft.com/office/drawing/2014/main" id="{D395894E-3C15-4AD9-9F93-0958C6213344}"/>
                  </a:ext>
                </a:extLst>
              </p:cNvPr>
              <p:cNvSpPr/>
              <p:nvPr/>
            </p:nvSpPr>
            <p:spPr>
              <a:xfrm rot="5400000">
                <a:off x="2717969" y="2030435"/>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0" name="타원 309">
                <a:extLst>
                  <a:ext uri="{FF2B5EF4-FFF2-40B4-BE49-F238E27FC236}">
                    <a16:creationId xmlns:a16="http://schemas.microsoft.com/office/drawing/2014/main" id="{71D6F3B3-1E1E-4528-97F8-0EE6BD453A33}"/>
                  </a:ext>
                </a:extLst>
              </p:cNvPr>
              <p:cNvSpPr/>
              <p:nvPr/>
            </p:nvSpPr>
            <p:spPr>
              <a:xfrm rot="5400000">
                <a:off x="1838568"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1" name="타원 310">
                <a:extLst>
                  <a:ext uri="{FF2B5EF4-FFF2-40B4-BE49-F238E27FC236}">
                    <a16:creationId xmlns:a16="http://schemas.microsoft.com/office/drawing/2014/main" id="{E5FF6A85-DF24-40DA-989D-28235FF61AB9}"/>
                  </a:ext>
                </a:extLst>
              </p:cNvPr>
              <p:cNvSpPr/>
              <p:nvPr/>
            </p:nvSpPr>
            <p:spPr>
              <a:xfrm rot="5400000">
                <a:off x="1826342" y="218131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2" name="타원 311">
                <a:extLst>
                  <a:ext uri="{FF2B5EF4-FFF2-40B4-BE49-F238E27FC236}">
                    <a16:creationId xmlns:a16="http://schemas.microsoft.com/office/drawing/2014/main" id="{FF726128-D3C3-4CBD-9C05-DFF41DE06925}"/>
                  </a:ext>
                </a:extLst>
              </p:cNvPr>
              <p:cNvSpPr/>
              <p:nvPr/>
            </p:nvSpPr>
            <p:spPr>
              <a:xfrm rot="5400000">
                <a:off x="1309662" y="1826987"/>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3" name="타원 312">
                <a:extLst>
                  <a:ext uri="{FF2B5EF4-FFF2-40B4-BE49-F238E27FC236}">
                    <a16:creationId xmlns:a16="http://schemas.microsoft.com/office/drawing/2014/main" id="{EB99B40F-352B-43F6-952F-41B69CA32D61}"/>
                  </a:ext>
                </a:extLst>
              </p:cNvPr>
              <p:cNvSpPr/>
              <p:nvPr/>
            </p:nvSpPr>
            <p:spPr>
              <a:xfrm rot="5400000">
                <a:off x="1532852" y="235673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4" name="타원 313">
                <a:extLst>
                  <a:ext uri="{FF2B5EF4-FFF2-40B4-BE49-F238E27FC236}">
                    <a16:creationId xmlns:a16="http://schemas.microsoft.com/office/drawing/2014/main" id="{CB9FD354-053C-4417-BEF5-A5ED96FA6441}"/>
                  </a:ext>
                </a:extLst>
              </p:cNvPr>
              <p:cNvSpPr/>
              <p:nvPr/>
            </p:nvSpPr>
            <p:spPr>
              <a:xfrm rot="5400000">
                <a:off x="1459365" y="20773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5" name="타원 314">
                <a:extLst>
                  <a:ext uri="{FF2B5EF4-FFF2-40B4-BE49-F238E27FC236}">
                    <a16:creationId xmlns:a16="http://schemas.microsoft.com/office/drawing/2014/main" id="{CFAAD318-CEC9-42B1-B64B-61DC50C4ED20}"/>
                  </a:ext>
                </a:extLst>
              </p:cNvPr>
              <p:cNvSpPr/>
              <p:nvPr/>
            </p:nvSpPr>
            <p:spPr>
              <a:xfrm rot="5400000">
                <a:off x="2967379" y="232251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6" name="타원 315">
                <a:extLst>
                  <a:ext uri="{FF2B5EF4-FFF2-40B4-BE49-F238E27FC236}">
                    <a16:creationId xmlns:a16="http://schemas.microsoft.com/office/drawing/2014/main" id="{0E341D46-77E5-4EE2-91B8-1C7276A04C36}"/>
                  </a:ext>
                </a:extLst>
              </p:cNvPr>
              <p:cNvSpPr/>
              <p:nvPr/>
            </p:nvSpPr>
            <p:spPr>
              <a:xfrm rot="5400000">
                <a:off x="2001109" y="203555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7" name="타원 316">
                <a:extLst>
                  <a:ext uri="{FF2B5EF4-FFF2-40B4-BE49-F238E27FC236}">
                    <a16:creationId xmlns:a16="http://schemas.microsoft.com/office/drawing/2014/main" id="{C22CB8A6-3679-4CC2-BBB4-22F8D66937A9}"/>
                  </a:ext>
                </a:extLst>
              </p:cNvPr>
              <p:cNvSpPr/>
              <p:nvPr/>
            </p:nvSpPr>
            <p:spPr>
              <a:xfrm rot="5400000">
                <a:off x="1708624" y="205548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8" name="타원 317">
                <a:extLst>
                  <a:ext uri="{FF2B5EF4-FFF2-40B4-BE49-F238E27FC236}">
                    <a16:creationId xmlns:a16="http://schemas.microsoft.com/office/drawing/2014/main" id="{22005D58-C74E-42FC-8D46-5DF26DC7F6A6}"/>
                  </a:ext>
                </a:extLst>
              </p:cNvPr>
              <p:cNvSpPr/>
              <p:nvPr/>
            </p:nvSpPr>
            <p:spPr>
              <a:xfrm rot="5400000">
                <a:off x="935606" y="2386269"/>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9" name="타원 318">
                <a:extLst>
                  <a:ext uri="{FF2B5EF4-FFF2-40B4-BE49-F238E27FC236}">
                    <a16:creationId xmlns:a16="http://schemas.microsoft.com/office/drawing/2014/main" id="{CE249272-992C-4D98-827D-C780C568A1CA}"/>
                  </a:ext>
                </a:extLst>
              </p:cNvPr>
              <p:cNvSpPr/>
              <p:nvPr/>
            </p:nvSpPr>
            <p:spPr>
              <a:xfrm rot="5400000">
                <a:off x="1798221" y="24613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0" name="타원 319">
                <a:extLst>
                  <a:ext uri="{FF2B5EF4-FFF2-40B4-BE49-F238E27FC236}">
                    <a16:creationId xmlns:a16="http://schemas.microsoft.com/office/drawing/2014/main" id="{21E628B4-F8D0-4DFE-BD38-95E68D352FA4}"/>
                  </a:ext>
                </a:extLst>
              </p:cNvPr>
              <p:cNvSpPr/>
              <p:nvPr/>
            </p:nvSpPr>
            <p:spPr>
              <a:xfrm rot="5400000">
                <a:off x="1114305" y="197737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1" name="타원 320">
                <a:extLst>
                  <a:ext uri="{FF2B5EF4-FFF2-40B4-BE49-F238E27FC236}">
                    <a16:creationId xmlns:a16="http://schemas.microsoft.com/office/drawing/2014/main" id="{4CFACD75-06E6-458E-B63F-D21E8F44086D}"/>
                  </a:ext>
                </a:extLst>
              </p:cNvPr>
              <p:cNvSpPr/>
              <p:nvPr/>
            </p:nvSpPr>
            <p:spPr>
              <a:xfrm rot="5400000">
                <a:off x="2334446" y="18271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2" name="타원 321">
                <a:extLst>
                  <a:ext uri="{FF2B5EF4-FFF2-40B4-BE49-F238E27FC236}">
                    <a16:creationId xmlns:a16="http://schemas.microsoft.com/office/drawing/2014/main" id="{DF666655-93A5-4ED4-A047-339E653AA652}"/>
                  </a:ext>
                </a:extLst>
              </p:cNvPr>
              <p:cNvSpPr/>
              <p:nvPr/>
            </p:nvSpPr>
            <p:spPr>
              <a:xfrm rot="5400000">
                <a:off x="2147976" y="209216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3" name="타원 322">
                <a:extLst>
                  <a:ext uri="{FF2B5EF4-FFF2-40B4-BE49-F238E27FC236}">
                    <a16:creationId xmlns:a16="http://schemas.microsoft.com/office/drawing/2014/main" id="{16DCF32B-1D24-4AAA-A36A-57B969C7C8BF}"/>
                  </a:ext>
                </a:extLst>
              </p:cNvPr>
              <p:cNvSpPr/>
              <p:nvPr/>
            </p:nvSpPr>
            <p:spPr>
              <a:xfrm rot="5400000">
                <a:off x="2152589" y="192623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4" name="타원 323">
                <a:extLst>
                  <a:ext uri="{FF2B5EF4-FFF2-40B4-BE49-F238E27FC236}">
                    <a16:creationId xmlns:a16="http://schemas.microsoft.com/office/drawing/2014/main" id="{EE7C1C4C-D394-4511-9B9D-CBD53F5B35C9}"/>
                  </a:ext>
                </a:extLst>
              </p:cNvPr>
              <p:cNvSpPr/>
              <p:nvPr/>
            </p:nvSpPr>
            <p:spPr>
              <a:xfrm rot="5400000">
                <a:off x="2918286"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5" name="타원 324">
                <a:extLst>
                  <a:ext uri="{FF2B5EF4-FFF2-40B4-BE49-F238E27FC236}">
                    <a16:creationId xmlns:a16="http://schemas.microsoft.com/office/drawing/2014/main" id="{94C12D6A-D5BB-4372-8D81-5C744D6748A1}"/>
                  </a:ext>
                </a:extLst>
              </p:cNvPr>
              <p:cNvSpPr/>
              <p:nvPr/>
            </p:nvSpPr>
            <p:spPr>
              <a:xfrm rot="5400000">
                <a:off x="1184126" y="231819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6" name="타원 325">
                <a:extLst>
                  <a:ext uri="{FF2B5EF4-FFF2-40B4-BE49-F238E27FC236}">
                    <a16:creationId xmlns:a16="http://schemas.microsoft.com/office/drawing/2014/main" id="{3F453472-BBD1-4825-B3CE-0D14015D10D6}"/>
                  </a:ext>
                </a:extLst>
              </p:cNvPr>
              <p:cNvSpPr/>
              <p:nvPr/>
            </p:nvSpPr>
            <p:spPr>
              <a:xfrm rot="5400000">
                <a:off x="1331885"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7" name="타원 326">
                <a:extLst>
                  <a:ext uri="{FF2B5EF4-FFF2-40B4-BE49-F238E27FC236}">
                    <a16:creationId xmlns:a16="http://schemas.microsoft.com/office/drawing/2014/main" id="{EEF7D1CA-374F-40EE-9642-CED2C8C6BF56}"/>
                  </a:ext>
                </a:extLst>
              </p:cNvPr>
              <p:cNvSpPr/>
              <p:nvPr/>
            </p:nvSpPr>
            <p:spPr>
              <a:xfrm rot="5400000">
                <a:off x="2491961" y="1838217"/>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8" name="타원 327">
                <a:extLst>
                  <a:ext uri="{FF2B5EF4-FFF2-40B4-BE49-F238E27FC236}">
                    <a16:creationId xmlns:a16="http://schemas.microsoft.com/office/drawing/2014/main" id="{44649A71-C3F2-4AA8-BBF6-7CBEAB13B1BD}"/>
                  </a:ext>
                </a:extLst>
              </p:cNvPr>
              <p:cNvSpPr/>
              <p:nvPr/>
            </p:nvSpPr>
            <p:spPr>
              <a:xfrm rot="5400000">
                <a:off x="3000788" y="202512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9" name="타원 328">
                <a:extLst>
                  <a:ext uri="{FF2B5EF4-FFF2-40B4-BE49-F238E27FC236}">
                    <a16:creationId xmlns:a16="http://schemas.microsoft.com/office/drawing/2014/main" id="{4055E6C2-4F5B-45EE-946A-B9D3A36EAB19}"/>
                  </a:ext>
                </a:extLst>
              </p:cNvPr>
              <p:cNvSpPr/>
              <p:nvPr/>
            </p:nvSpPr>
            <p:spPr>
              <a:xfrm rot="5400000">
                <a:off x="2106424" y="177420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0" name="타원 329">
                <a:extLst>
                  <a:ext uri="{FF2B5EF4-FFF2-40B4-BE49-F238E27FC236}">
                    <a16:creationId xmlns:a16="http://schemas.microsoft.com/office/drawing/2014/main" id="{6946A450-44B8-4F33-8AE1-F23AA591FEBE}"/>
                  </a:ext>
                </a:extLst>
              </p:cNvPr>
              <p:cNvSpPr/>
              <p:nvPr/>
            </p:nvSpPr>
            <p:spPr>
              <a:xfrm rot="5400000">
                <a:off x="1679474" y="18793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1" name="타원 330">
                <a:extLst>
                  <a:ext uri="{FF2B5EF4-FFF2-40B4-BE49-F238E27FC236}">
                    <a16:creationId xmlns:a16="http://schemas.microsoft.com/office/drawing/2014/main" id="{B3F4D63E-0D3D-44B0-8049-D2F56CA47421}"/>
                  </a:ext>
                </a:extLst>
              </p:cNvPr>
              <p:cNvSpPr/>
              <p:nvPr/>
            </p:nvSpPr>
            <p:spPr>
              <a:xfrm rot="5400000">
                <a:off x="1090632" y="248538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2" name="타원 331">
                <a:extLst>
                  <a:ext uri="{FF2B5EF4-FFF2-40B4-BE49-F238E27FC236}">
                    <a16:creationId xmlns:a16="http://schemas.microsoft.com/office/drawing/2014/main" id="{55143DE0-9BDE-450D-AEBE-1670953A1F65}"/>
                  </a:ext>
                </a:extLst>
              </p:cNvPr>
              <p:cNvSpPr/>
              <p:nvPr/>
            </p:nvSpPr>
            <p:spPr>
              <a:xfrm rot="5400000">
                <a:off x="609446" y="17749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3" name="타원 332">
                <a:extLst>
                  <a:ext uri="{FF2B5EF4-FFF2-40B4-BE49-F238E27FC236}">
                    <a16:creationId xmlns:a16="http://schemas.microsoft.com/office/drawing/2014/main" id="{D07387F0-8EDD-419F-89EA-6D5FFE461FD9}"/>
                  </a:ext>
                </a:extLst>
              </p:cNvPr>
              <p:cNvSpPr/>
              <p:nvPr/>
            </p:nvSpPr>
            <p:spPr>
              <a:xfrm rot="5400000">
                <a:off x="701394" y="204302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4" name="타원 333">
                <a:extLst>
                  <a:ext uri="{FF2B5EF4-FFF2-40B4-BE49-F238E27FC236}">
                    <a16:creationId xmlns:a16="http://schemas.microsoft.com/office/drawing/2014/main" id="{F1453410-4187-4423-8094-ADB8D8C39568}"/>
                  </a:ext>
                </a:extLst>
              </p:cNvPr>
              <p:cNvSpPr/>
              <p:nvPr/>
            </p:nvSpPr>
            <p:spPr>
              <a:xfrm rot="5400000">
                <a:off x="580871" y="220697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5" name="타원 334">
                <a:extLst>
                  <a:ext uri="{FF2B5EF4-FFF2-40B4-BE49-F238E27FC236}">
                    <a16:creationId xmlns:a16="http://schemas.microsoft.com/office/drawing/2014/main" id="{6C14D5F5-9058-46B7-9BDF-CE6666E208F9}"/>
                  </a:ext>
                </a:extLst>
              </p:cNvPr>
              <p:cNvSpPr/>
              <p:nvPr/>
            </p:nvSpPr>
            <p:spPr>
              <a:xfrm rot="5400000">
                <a:off x="898368" y="19900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6" name="타원 335">
                <a:extLst>
                  <a:ext uri="{FF2B5EF4-FFF2-40B4-BE49-F238E27FC236}">
                    <a16:creationId xmlns:a16="http://schemas.microsoft.com/office/drawing/2014/main" id="{FD53B8B3-DC9A-4BD1-A2DD-52E369FDEA22}"/>
                  </a:ext>
                </a:extLst>
              </p:cNvPr>
              <p:cNvSpPr/>
              <p:nvPr/>
            </p:nvSpPr>
            <p:spPr>
              <a:xfrm rot="5400000">
                <a:off x="610336"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7" name="타원 336">
                <a:extLst>
                  <a:ext uri="{FF2B5EF4-FFF2-40B4-BE49-F238E27FC236}">
                    <a16:creationId xmlns:a16="http://schemas.microsoft.com/office/drawing/2014/main" id="{00A56BD7-364C-4781-8665-9E0BF2AEA3A3}"/>
                  </a:ext>
                </a:extLst>
              </p:cNvPr>
              <p:cNvSpPr/>
              <p:nvPr/>
            </p:nvSpPr>
            <p:spPr>
              <a:xfrm rot="5400000">
                <a:off x="784519"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8" name="타원 337">
                <a:extLst>
                  <a:ext uri="{FF2B5EF4-FFF2-40B4-BE49-F238E27FC236}">
                    <a16:creationId xmlns:a16="http://schemas.microsoft.com/office/drawing/2014/main" id="{A5A23F02-61B9-4BAD-B4E3-7E0F82099D0E}"/>
                  </a:ext>
                </a:extLst>
              </p:cNvPr>
              <p:cNvSpPr/>
              <p:nvPr/>
            </p:nvSpPr>
            <p:spPr>
              <a:xfrm rot="5400000">
                <a:off x="3561774" y="238868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9" name="타원 338">
                <a:extLst>
                  <a:ext uri="{FF2B5EF4-FFF2-40B4-BE49-F238E27FC236}">
                    <a16:creationId xmlns:a16="http://schemas.microsoft.com/office/drawing/2014/main" id="{1804DD41-F740-453F-A861-1CEE7A38BD10}"/>
                  </a:ext>
                </a:extLst>
              </p:cNvPr>
              <p:cNvSpPr/>
              <p:nvPr/>
            </p:nvSpPr>
            <p:spPr>
              <a:xfrm rot="5400000">
                <a:off x="3418648"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40" name="타원 339">
                <a:extLst>
                  <a:ext uri="{FF2B5EF4-FFF2-40B4-BE49-F238E27FC236}">
                    <a16:creationId xmlns:a16="http://schemas.microsoft.com/office/drawing/2014/main" id="{95FC8D96-DF1A-479D-9BC2-87D8137C7FA5}"/>
                  </a:ext>
                </a:extLst>
              </p:cNvPr>
              <p:cNvSpPr/>
              <p:nvPr/>
            </p:nvSpPr>
            <p:spPr>
              <a:xfrm rot="5400000">
                <a:off x="3543614" y="220608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41" name="타원 340">
                <a:extLst>
                  <a:ext uri="{FF2B5EF4-FFF2-40B4-BE49-F238E27FC236}">
                    <a16:creationId xmlns:a16="http://schemas.microsoft.com/office/drawing/2014/main" id="{8EEE4977-EAEB-46F8-BDC1-2450C30C8A79}"/>
                  </a:ext>
                </a:extLst>
              </p:cNvPr>
              <p:cNvSpPr/>
              <p:nvPr/>
            </p:nvSpPr>
            <p:spPr>
              <a:xfrm rot="5400000">
                <a:off x="3706680" y="17740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42" name="타원 341">
                <a:extLst>
                  <a:ext uri="{FF2B5EF4-FFF2-40B4-BE49-F238E27FC236}">
                    <a16:creationId xmlns:a16="http://schemas.microsoft.com/office/drawing/2014/main" id="{8682FF9B-494B-449C-9970-E8B083DC48C3}"/>
                  </a:ext>
                </a:extLst>
              </p:cNvPr>
              <p:cNvSpPr/>
              <p:nvPr/>
            </p:nvSpPr>
            <p:spPr>
              <a:xfrm rot="5400000">
                <a:off x="3418648" y="208645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43" name="타원 342">
                <a:extLst>
                  <a:ext uri="{FF2B5EF4-FFF2-40B4-BE49-F238E27FC236}">
                    <a16:creationId xmlns:a16="http://schemas.microsoft.com/office/drawing/2014/main" id="{1A5E2B8C-56D6-417E-9D76-2C77AFBAC25E}"/>
                  </a:ext>
                </a:extLst>
              </p:cNvPr>
              <p:cNvSpPr/>
              <p:nvPr/>
            </p:nvSpPr>
            <p:spPr>
              <a:xfrm rot="5400000">
                <a:off x="3417758" y="172197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44" name="타원 343">
                <a:extLst>
                  <a:ext uri="{FF2B5EF4-FFF2-40B4-BE49-F238E27FC236}">
                    <a16:creationId xmlns:a16="http://schemas.microsoft.com/office/drawing/2014/main" id="{89F574BF-3599-4FF4-86D5-551D701426E3}"/>
                  </a:ext>
                </a:extLst>
              </p:cNvPr>
              <p:cNvSpPr/>
              <p:nvPr/>
            </p:nvSpPr>
            <p:spPr>
              <a:xfrm rot="5400000">
                <a:off x="3418648" y="23501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45" name="타원 344">
                <a:extLst>
                  <a:ext uri="{FF2B5EF4-FFF2-40B4-BE49-F238E27FC236}">
                    <a16:creationId xmlns:a16="http://schemas.microsoft.com/office/drawing/2014/main" id="{B9EEB52E-080E-4027-825C-EB87E2A0ED69}"/>
                  </a:ext>
                </a:extLst>
              </p:cNvPr>
              <p:cNvSpPr/>
              <p:nvPr/>
            </p:nvSpPr>
            <p:spPr>
              <a:xfrm rot="5400000">
                <a:off x="3697155" y="225904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46" name="타원 345">
                <a:extLst>
                  <a:ext uri="{FF2B5EF4-FFF2-40B4-BE49-F238E27FC236}">
                    <a16:creationId xmlns:a16="http://schemas.microsoft.com/office/drawing/2014/main" id="{B38017F5-289C-4C41-AEAD-7FCC1F5AADA4}"/>
                  </a:ext>
                </a:extLst>
              </p:cNvPr>
              <p:cNvSpPr/>
              <p:nvPr/>
            </p:nvSpPr>
            <p:spPr>
              <a:xfrm rot="5400000">
                <a:off x="3571299" y="195704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grpSp>
        <p:sp>
          <p:nvSpPr>
            <p:cNvPr id="283" name="자유형 108">
              <a:extLst>
                <a:ext uri="{FF2B5EF4-FFF2-40B4-BE49-F238E27FC236}">
                  <a16:creationId xmlns:a16="http://schemas.microsoft.com/office/drawing/2014/main" id="{C613E94C-1141-46FB-BF67-9328B7E68A46}"/>
                </a:ext>
              </a:extLst>
            </p:cNvPr>
            <p:cNvSpPr/>
            <p:nvPr/>
          </p:nvSpPr>
          <p:spPr>
            <a:xfrm>
              <a:off x="1426756" y="4804965"/>
              <a:ext cx="148525" cy="405229"/>
            </a:xfrm>
            <a:custGeom>
              <a:avLst/>
              <a:gdLst>
                <a:gd name="connsiteX0" fmla="*/ 92149 w 211212"/>
                <a:gd name="connsiteY0" fmla="*/ 0 h 576263"/>
                <a:gd name="connsiteX1" fmla="*/ 54049 w 211212"/>
                <a:gd name="connsiteY1" fmla="*/ 9525 h 576263"/>
                <a:gd name="connsiteX2" fmla="*/ 25474 w 211212"/>
                <a:gd name="connsiteY2" fmla="*/ 28575 h 576263"/>
                <a:gd name="connsiteX3" fmla="*/ 15949 w 211212"/>
                <a:gd name="connsiteY3" fmla="*/ 42863 h 576263"/>
                <a:gd name="connsiteX4" fmla="*/ 6424 w 211212"/>
                <a:gd name="connsiteY4" fmla="*/ 66675 h 576263"/>
                <a:gd name="connsiteX5" fmla="*/ 20712 w 211212"/>
                <a:gd name="connsiteY5" fmla="*/ 71438 h 576263"/>
                <a:gd name="connsiteX6" fmla="*/ 39762 w 211212"/>
                <a:gd name="connsiteY6" fmla="*/ 100013 h 576263"/>
                <a:gd name="connsiteX7" fmla="*/ 49287 w 211212"/>
                <a:gd name="connsiteY7" fmla="*/ 114300 h 576263"/>
                <a:gd name="connsiteX8" fmla="*/ 63574 w 211212"/>
                <a:gd name="connsiteY8" fmla="*/ 128588 h 576263"/>
                <a:gd name="connsiteX9" fmla="*/ 68337 w 211212"/>
                <a:gd name="connsiteY9" fmla="*/ 142875 h 576263"/>
                <a:gd name="connsiteX10" fmla="*/ 96912 w 211212"/>
                <a:gd name="connsiteY10" fmla="*/ 161925 h 576263"/>
                <a:gd name="connsiteX11" fmla="*/ 106437 w 211212"/>
                <a:gd name="connsiteY11" fmla="*/ 176213 h 576263"/>
                <a:gd name="connsiteX12" fmla="*/ 120724 w 211212"/>
                <a:gd name="connsiteY12" fmla="*/ 185738 h 576263"/>
                <a:gd name="connsiteX13" fmla="*/ 130249 w 211212"/>
                <a:gd name="connsiteY13" fmla="*/ 214313 h 576263"/>
                <a:gd name="connsiteX14" fmla="*/ 120724 w 211212"/>
                <a:gd name="connsiteY14" fmla="*/ 242888 h 576263"/>
                <a:gd name="connsiteX15" fmla="*/ 125487 w 211212"/>
                <a:gd name="connsiteY15" fmla="*/ 280988 h 576263"/>
                <a:gd name="connsiteX16" fmla="*/ 135012 w 211212"/>
                <a:gd name="connsiteY16" fmla="*/ 295275 h 576263"/>
                <a:gd name="connsiteX17" fmla="*/ 154062 w 211212"/>
                <a:gd name="connsiteY17" fmla="*/ 328613 h 576263"/>
                <a:gd name="connsiteX18" fmla="*/ 163587 w 211212"/>
                <a:gd name="connsiteY18" fmla="*/ 357188 h 576263"/>
                <a:gd name="connsiteX19" fmla="*/ 182637 w 211212"/>
                <a:gd name="connsiteY19" fmla="*/ 385763 h 576263"/>
                <a:gd name="connsiteX20" fmla="*/ 187399 w 211212"/>
                <a:gd name="connsiteY20" fmla="*/ 400050 h 576263"/>
                <a:gd name="connsiteX21" fmla="*/ 196924 w 211212"/>
                <a:gd name="connsiteY21" fmla="*/ 414338 h 576263"/>
                <a:gd name="connsiteX22" fmla="*/ 206449 w 211212"/>
                <a:gd name="connsiteY22" fmla="*/ 442913 h 576263"/>
                <a:gd name="connsiteX23" fmla="*/ 211212 w 211212"/>
                <a:gd name="connsiteY23" fmla="*/ 457200 h 576263"/>
                <a:gd name="connsiteX24" fmla="*/ 201687 w 211212"/>
                <a:gd name="connsiteY24" fmla="*/ 485775 h 576263"/>
                <a:gd name="connsiteX25" fmla="*/ 196924 w 211212"/>
                <a:gd name="connsiteY25" fmla="*/ 500063 h 576263"/>
                <a:gd name="connsiteX26" fmla="*/ 187399 w 211212"/>
                <a:gd name="connsiteY26" fmla="*/ 514350 h 576263"/>
                <a:gd name="connsiteX27" fmla="*/ 182637 w 211212"/>
                <a:gd name="connsiteY27" fmla="*/ 528638 h 576263"/>
                <a:gd name="connsiteX28" fmla="*/ 173112 w 211212"/>
                <a:gd name="connsiteY28" fmla="*/ 542925 h 576263"/>
                <a:gd name="connsiteX29" fmla="*/ 158824 w 211212"/>
                <a:gd name="connsiteY29" fmla="*/ 576263 h 57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1212" h="576263">
                  <a:moveTo>
                    <a:pt x="92149" y="0"/>
                  </a:moveTo>
                  <a:cubicBezTo>
                    <a:pt x="85557" y="1319"/>
                    <a:pt x="62283" y="4951"/>
                    <a:pt x="54049" y="9525"/>
                  </a:cubicBezTo>
                  <a:cubicBezTo>
                    <a:pt x="44042" y="15084"/>
                    <a:pt x="25474" y="28575"/>
                    <a:pt x="25474" y="28575"/>
                  </a:cubicBezTo>
                  <a:cubicBezTo>
                    <a:pt x="22299" y="33338"/>
                    <a:pt x="19996" y="38815"/>
                    <a:pt x="15949" y="42863"/>
                  </a:cubicBezTo>
                  <a:cubicBezTo>
                    <a:pt x="8056" y="50756"/>
                    <a:pt x="-9419" y="50832"/>
                    <a:pt x="6424" y="66675"/>
                  </a:cubicBezTo>
                  <a:cubicBezTo>
                    <a:pt x="9974" y="70225"/>
                    <a:pt x="15949" y="69850"/>
                    <a:pt x="20712" y="71438"/>
                  </a:cubicBezTo>
                  <a:lnTo>
                    <a:pt x="39762" y="100013"/>
                  </a:lnTo>
                  <a:cubicBezTo>
                    <a:pt x="42937" y="104775"/>
                    <a:pt x="45240" y="110253"/>
                    <a:pt x="49287" y="114300"/>
                  </a:cubicBezTo>
                  <a:lnTo>
                    <a:pt x="63574" y="128588"/>
                  </a:lnTo>
                  <a:cubicBezTo>
                    <a:pt x="65162" y="133350"/>
                    <a:pt x="64787" y="139325"/>
                    <a:pt x="68337" y="142875"/>
                  </a:cubicBezTo>
                  <a:cubicBezTo>
                    <a:pt x="76432" y="150970"/>
                    <a:pt x="96912" y="161925"/>
                    <a:pt x="96912" y="161925"/>
                  </a:cubicBezTo>
                  <a:cubicBezTo>
                    <a:pt x="100087" y="166688"/>
                    <a:pt x="102390" y="172165"/>
                    <a:pt x="106437" y="176213"/>
                  </a:cubicBezTo>
                  <a:cubicBezTo>
                    <a:pt x="110484" y="180260"/>
                    <a:pt x="117691" y="180884"/>
                    <a:pt x="120724" y="185738"/>
                  </a:cubicBezTo>
                  <a:cubicBezTo>
                    <a:pt x="126045" y="194252"/>
                    <a:pt x="130249" y="214313"/>
                    <a:pt x="130249" y="214313"/>
                  </a:cubicBezTo>
                  <a:cubicBezTo>
                    <a:pt x="127074" y="223838"/>
                    <a:pt x="119479" y="232925"/>
                    <a:pt x="120724" y="242888"/>
                  </a:cubicBezTo>
                  <a:cubicBezTo>
                    <a:pt x="122312" y="255588"/>
                    <a:pt x="122119" y="268640"/>
                    <a:pt x="125487" y="280988"/>
                  </a:cubicBezTo>
                  <a:cubicBezTo>
                    <a:pt x="126993" y="286510"/>
                    <a:pt x="132172" y="290305"/>
                    <a:pt x="135012" y="295275"/>
                  </a:cubicBezTo>
                  <a:cubicBezTo>
                    <a:pt x="159187" y="337580"/>
                    <a:pt x="130852" y="293796"/>
                    <a:pt x="154062" y="328613"/>
                  </a:cubicBezTo>
                  <a:cubicBezTo>
                    <a:pt x="157237" y="338138"/>
                    <a:pt x="158018" y="348834"/>
                    <a:pt x="163587" y="357188"/>
                  </a:cubicBezTo>
                  <a:lnTo>
                    <a:pt x="182637" y="385763"/>
                  </a:lnTo>
                  <a:cubicBezTo>
                    <a:pt x="184224" y="390525"/>
                    <a:pt x="185154" y="395560"/>
                    <a:pt x="187399" y="400050"/>
                  </a:cubicBezTo>
                  <a:cubicBezTo>
                    <a:pt x="189959" y="405170"/>
                    <a:pt x="194599" y="409107"/>
                    <a:pt x="196924" y="414338"/>
                  </a:cubicBezTo>
                  <a:cubicBezTo>
                    <a:pt x="201002" y="423513"/>
                    <a:pt x="203274" y="433388"/>
                    <a:pt x="206449" y="442913"/>
                  </a:cubicBezTo>
                  <a:lnTo>
                    <a:pt x="211212" y="457200"/>
                  </a:lnTo>
                  <a:lnTo>
                    <a:pt x="201687" y="485775"/>
                  </a:lnTo>
                  <a:cubicBezTo>
                    <a:pt x="200099" y="490538"/>
                    <a:pt x="199709" y="495886"/>
                    <a:pt x="196924" y="500063"/>
                  </a:cubicBezTo>
                  <a:lnTo>
                    <a:pt x="187399" y="514350"/>
                  </a:lnTo>
                  <a:cubicBezTo>
                    <a:pt x="185812" y="519113"/>
                    <a:pt x="184882" y="524148"/>
                    <a:pt x="182637" y="528638"/>
                  </a:cubicBezTo>
                  <a:cubicBezTo>
                    <a:pt x="180077" y="533757"/>
                    <a:pt x="175437" y="537695"/>
                    <a:pt x="173112" y="542925"/>
                  </a:cubicBezTo>
                  <a:cubicBezTo>
                    <a:pt x="156736" y="579771"/>
                    <a:pt x="172060" y="563027"/>
                    <a:pt x="158824" y="576263"/>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4" name="자유형 109">
              <a:extLst>
                <a:ext uri="{FF2B5EF4-FFF2-40B4-BE49-F238E27FC236}">
                  <a16:creationId xmlns:a16="http://schemas.microsoft.com/office/drawing/2014/main" id="{5155E709-88AF-4714-94AA-3AFDF4C5CF78}"/>
                </a:ext>
              </a:extLst>
            </p:cNvPr>
            <p:cNvSpPr/>
            <p:nvPr/>
          </p:nvSpPr>
          <p:spPr>
            <a:xfrm>
              <a:off x="1297314" y="4804965"/>
              <a:ext cx="284666" cy="388484"/>
            </a:xfrm>
            <a:custGeom>
              <a:avLst/>
              <a:gdLst>
                <a:gd name="connsiteX0" fmla="*/ 385763 w 404814"/>
                <a:gd name="connsiteY0" fmla="*/ 0 h 552450"/>
                <a:gd name="connsiteX1" fmla="*/ 404813 w 404814"/>
                <a:gd name="connsiteY1" fmla="*/ 38100 h 552450"/>
                <a:gd name="connsiteX2" fmla="*/ 400050 w 404814"/>
                <a:gd name="connsiteY2" fmla="*/ 57150 h 552450"/>
                <a:gd name="connsiteX3" fmla="*/ 371475 w 404814"/>
                <a:gd name="connsiteY3" fmla="*/ 66675 h 552450"/>
                <a:gd name="connsiteX4" fmla="*/ 357188 w 404814"/>
                <a:gd name="connsiteY4" fmla="*/ 71438 h 552450"/>
                <a:gd name="connsiteX5" fmla="*/ 342900 w 404814"/>
                <a:gd name="connsiteY5" fmla="*/ 76200 h 552450"/>
                <a:gd name="connsiteX6" fmla="*/ 300038 w 404814"/>
                <a:gd name="connsiteY6" fmla="*/ 95250 h 552450"/>
                <a:gd name="connsiteX7" fmla="*/ 285750 w 404814"/>
                <a:gd name="connsiteY7" fmla="*/ 100013 h 552450"/>
                <a:gd name="connsiteX8" fmla="*/ 276225 w 404814"/>
                <a:gd name="connsiteY8" fmla="*/ 114300 h 552450"/>
                <a:gd name="connsiteX9" fmla="*/ 247650 w 404814"/>
                <a:gd name="connsiteY9" fmla="*/ 142875 h 552450"/>
                <a:gd name="connsiteX10" fmla="*/ 223838 w 404814"/>
                <a:gd name="connsiteY10" fmla="*/ 166688 h 552450"/>
                <a:gd name="connsiteX11" fmla="*/ 204788 w 404814"/>
                <a:gd name="connsiteY11" fmla="*/ 195263 h 552450"/>
                <a:gd name="connsiteX12" fmla="*/ 195263 w 404814"/>
                <a:gd name="connsiteY12" fmla="*/ 209550 h 552450"/>
                <a:gd name="connsiteX13" fmla="*/ 171450 w 404814"/>
                <a:gd name="connsiteY13" fmla="*/ 233363 h 552450"/>
                <a:gd name="connsiteX14" fmla="*/ 123825 w 404814"/>
                <a:gd name="connsiteY14" fmla="*/ 238125 h 552450"/>
                <a:gd name="connsiteX15" fmla="*/ 42863 w 404814"/>
                <a:gd name="connsiteY15" fmla="*/ 242888 h 552450"/>
                <a:gd name="connsiteX16" fmla="*/ 33338 w 404814"/>
                <a:gd name="connsiteY16" fmla="*/ 257175 h 552450"/>
                <a:gd name="connsiteX17" fmla="*/ 19050 w 404814"/>
                <a:gd name="connsiteY17" fmla="*/ 276225 h 552450"/>
                <a:gd name="connsiteX18" fmla="*/ 14288 w 404814"/>
                <a:gd name="connsiteY18" fmla="*/ 290513 h 552450"/>
                <a:gd name="connsiteX19" fmla="*/ 0 w 404814"/>
                <a:gd name="connsiteY19" fmla="*/ 319088 h 552450"/>
                <a:gd name="connsiteX20" fmla="*/ 14288 w 404814"/>
                <a:gd name="connsiteY20" fmla="*/ 328613 h 552450"/>
                <a:gd name="connsiteX21" fmla="*/ 61913 w 404814"/>
                <a:gd name="connsiteY21" fmla="*/ 333375 h 552450"/>
                <a:gd name="connsiteX22" fmla="*/ 71438 w 404814"/>
                <a:gd name="connsiteY22" fmla="*/ 361950 h 552450"/>
                <a:gd name="connsiteX23" fmla="*/ 80963 w 404814"/>
                <a:gd name="connsiteY23" fmla="*/ 390525 h 552450"/>
                <a:gd name="connsiteX24" fmla="*/ 90488 w 404814"/>
                <a:gd name="connsiteY24" fmla="*/ 404813 h 552450"/>
                <a:gd name="connsiteX25" fmla="*/ 95250 w 404814"/>
                <a:gd name="connsiteY25" fmla="*/ 423863 h 552450"/>
                <a:gd name="connsiteX26" fmla="*/ 95250 w 404814"/>
                <a:gd name="connsiteY26" fmla="*/ 466725 h 552450"/>
                <a:gd name="connsiteX27" fmla="*/ 80963 w 404814"/>
                <a:gd name="connsiteY27" fmla="*/ 471488 h 552450"/>
                <a:gd name="connsiteX28" fmla="*/ 52388 w 404814"/>
                <a:gd name="connsiteY28" fmla="*/ 485775 h 552450"/>
                <a:gd name="connsiteX29" fmla="*/ 23813 w 404814"/>
                <a:gd name="connsiteY29"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4814" h="552450">
                  <a:moveTo>
                    <a:pt x="385763" y="0"/>
                  </a:moveTo>
                  <a:cubicBezTo>
                    <a:pt x="388452" y="4481"/>
                    <a:pt x="404813" y="27850"/>
                    <a:pt x="404813" y="38100"/>
                  </a:cubicBezTo>
                  <a:cubicBezTo>
                    <a:pt x="404813" y="44645"/>
                    <a:pt x="405020" y="52890"/>
                    <a:pt x="400050" y="57150"/>
                  </a:cubicBezTo>
                  <a:cubicBezTo>
                    <a:pt x="392427" y="63684"/>
                    <a:pt x="381000" y="63500"/>
                    <a:pt x="371475" y="66675"/>
                  </a:cubicBezTo>
                  <a:lnTo>
                    <a:pt x="357188" y="71438"/>
                  </a:lnTo>
                  <a:lnTo>
                    <a:pt x="342900" y="76200"/>
                  </a:lnTo>
                  <a:cubicBezTo>
                    <a:pt x="320259" y="91295"/>
                    <a:pt x="334044" y="83914"/>
                    <a:pt x="300038" y="95250"/>
                  </a:cubicBezTo>
                  <a:lnTo>
                    <a:pt x="285750" y="100013"/>
                  </a:lnTo>
                  <a:cubicBezTo>
                    <a:pt x="282575" y="104775"/>
                    <a:pt x="280028" y="110022"/>
                    <a:pt x="276225" y="114300"/>
                  </a:cubicBezTo>
                  <a:cubicBezTo>
                    <a:pt x="267276" y="124368"/>
                    <a:pt x="255122" y="131667"/>
                    <a:pt x="247650" y="142875"/>
                  </a:cubicBezTo>
                  <a:cubicBezTo>
                    <a:pt x="234950" y="161925"/>
                    <a:pt x="242888" y="153988"/>
                    <a:pt x="223838" y="166688"/>
                  </a:cubicBezTo>
                  <a:lnTo>
                    <a:pt x="204788" y="195263"/>
                  </a:lnTo>
                  <a:lnTo>
                    <a:pt x="195263" y="209550"/>
                  </a:lnTo>
                  <a:cubicBezTo>
                    <a:pt x="189105" y="218787"/>
                    <a:pt x="183959" y="230476"/>
                    <a:pt x="171450" y="233363"/>
                  </a:cubicBezTo>
                  <a:cubicBezTo>
                    <a:pt x="155904" y="236950"/>
                    <a:pt x="139736" y="236946"/>
                    <a:pt x="123825" y="238125"/>
                  </a:cubicBezTo>
                  <a:cubicBezTo>
                    <a:pt x="96865" y="240122"/>
                    <a:pt x="69850" y="241300"/>
                    <a:pt x="42863" y="242888"/>
                  </a:cubicBezTo>
                  <a:cubicBezTo>
                    <a:pt x="39688" y="247650"/>
                    <a:pt x="36665" y="252518"/>
                    <a:pt x="33338" y="257175"/>
                  </a:cubicBezTo>
                  <a:cubicBezTo>
                    <a:pt x="28724" y="263634"/>
                    <a:pt x="22988" y="269333"/>
                    <a:pt x="19050" y="276225"/>
                  </a:cubicBezTo>
                  <a:cubicBezTo>
                    <a:pt x="16559" y="280584"/>
                    <a:pt x="16533" y="286023"/>
                    <a:pt x="14288" y="290513"/>
                  </a:cubicBezTo>
                  <a:cubicBezTo>
                    <a:pt x="-4180" y="327450"/>
                    <a:pt x="11975" y="283167"/>
                    <a:pt x="0" y="319088"/>
                  </a:cubicBezTo>
                  <a:cubicBezTo>
                    <a:pt x="4763" y="322263"/>
                    <a:pt x="8711" y="327326"/>
                    <a:pt x="14288" y="328613"/>
                  </a:cubicBezTo>
                  <a:cubicBezTo>
                    <a:pt x="29834" y="332200"/>
                    <a:pt x="48132" y="325336"/>
                    <a:pt x="61913" y="333375"/>
                  </a:cubicBezTo>
                  <a:cubicBezTo>
                    <a:pt x="70586" y="338434"/>
                    <a:pt x="68263" y="352425"/>
                    <a:pt x="71438" y="361950"/>
                  </a:cubicBezTo>
                  <a:cubicBezTo>
                    <a:pt x="71440" y="361955"/>
                    <a:pt x="80959" y="390520"/>
                    <a:pt x="80963" y="390525"/>
                  </a:cubicBezTo>
                  <a:lnTo>
                    <a:pt x="90488" y="404813"/>
                  </a:lnTo>
                  <a:cubicBezTo>
                    <a:pt x="92075" y="411163"/>
                    <a:pt x="93452" y="417569"/>
                    <a:pt x="95250" y="423863"/>
                  </a:cubicBezTo>
                  <a:cubicBezTo>
                    <a:pt x="99971" y="440385"/>
                    <a:pt x="106795" y="446521"/>
                    <a:pt x="95250" y="466725"/>
                  </a:cubicBezTo>
                  <a:cubicBezTo>
                    <a:pt x="92759" y="471084"/>
                    <a:pt x="85453" y="469243"/>
                    <a:pt x="80963" y="471488"/>
                  </a:cubicBezTo>
                  <a:cubicBezTo>
                    <a:pt x="44042" y="489949"/>
                    <a:pt x="88291" y="473808"/>
                    <a:pt x="52388" y="485775"/>
                  </a:cubicBezTo>
                  <a:cubicBezTo>
                    <a:pt x="10604" y="513631"/>
                    <a:pt x="23813" y="493377"/>
                    <a:pt x="23813" y="55245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5" name="자유형 110">
              <a:extLst>
                <a:ext uri="{FF2B5EF4-FFF2-40B4-BE49-F238E27FC236}">
                  <a16:creationId xmlns:a16="http://schemas.microsoft.com/office/drawing/2014/main" id="{DD0C2BFF-F379-4468-85E2-ED755F928F32}"/>
                </a:ext>
              </a:extLst>
            </p:cNvPr>
            <p:cNvSpPr/>
            <p:nvPr/>
          </p:nvSpPr>
          <p:spPr>
            <a:xfrm>
              <a:off x="1588677" y="4815012"/>
              <a:ext cx="137355" cy="395182"/>
            </a:xfrm>
            <a:custGeom>
              <a:avLst/>
              <a:gdLst>
                <a:gd name="connsiteX0" fmla="*/ 114300 w 195328"/>
                <a:gd name="connsiteY0" fmla="*/ 0 h 561975"/>
                <a:gd name="connsiteX1" fmla="*/ 142875 w 195328"/>
                <a:gd name="connsiteY1" fmla="*/ 38100 h 561975"/>
                <a:gd name="connsiteX2" fmla="*/ 147637 w 195328"/>
                <a:gd name="connsiteY2" fmla="*/ 52387 h 561975"/>
                <a:gd name="connsiteX3" fmla="*/ 152400 w 195328"/>
                <a:gd name="connsiteY3" fmla="*/ 128587 h 561975"/>
                <a:gd name="connsiteX4" fmla="*/ 157162 w 195328"/>
                <a:gd name="connsiteY4" fmla="*/ 142875 h 561975"/>
                <a:gd name="connsiteX5" fmla="*/ 161925 w 195328"/>
                <a:gd name="connsiteY5" fmla="*/ 171450 h 561975"/>
                <a:gd name="connsiteX6" fmla="*/ 176212 w 195328"/>
                <a:gd name="connsiteY6" fmla="*/ 176212 h 561975"/>
                <a:gd name="connsiteX7" fmla="*/ 195262 w 195328"/>
                <a:gd name="connsiteY7" fmla="*/ 204787 h 561975"/>
                <a:gd name="connsiteX8" fmla="*/ 190500 w 195328"/>
                <a:gd name="connsiteY8" fmla="*/ 252412 h 561975"/>
                <a:gd name="connsiteX9" fmla="*/ 185737 w 195328"/>
                <a:gd name="connsiteY9" fmla="*/ 266700 h 561975"/>
                <a:gd name="connsiteX10" fmla="*/ 171450 w 195328"/>
                <a:gd name="connsiteY10" fmla="*/ 276225 h 561975"/>
                <a:gd name="connsiteX11" fmla="*/ 152400 w 195328"/>
                <a:gd name="connsiteY11" fmla="*/ 304800 h 561975"/>
                <a:gd name="connsiteX12" fmla="*/ 133350 w 195328"/>
                <a:gd name="connsiteY12" fmla="*/ 333375 h 561975"/>
                <a:gd name="connsiteX13" fmla="*/ 123825 w 195328"/>
                <a:gd name="connsiteY13" fmla="*/ 347662 h 561975"/>
                <a:gd name="connsiteX14" fmla="*/ 147637 w 195328"/>
                <a:gd name="connsiteY14" fmla="*/ 390525 h 561975"/>
                <a:gd name="connsiteX15" fmla="*/ 157162 w 195328"/>
                <a:gd name="connsiteY15" fmla="*/ 404812 h 561975"/>
                <a:gd name="connsiteX16" fmla="*/ 138112 w 195328"/>
                <a:gd name="connsiteY16" fmla="*/ 428625 h 561975"/>
                <a:gd name="connsiteX17" fmla="*/ 114300 w 195328"/>
                <a:gd name="connsiteY17" fmla="*/ 447675 h 561975"/>
                <a:gd name="connsiteX18" fmla="*/ 76200 w 195328"/>
                <a:gd name="connsiteY18" fmla="*/ 471487 h 561975"/>
                <a:gd name="connsiteX19" fmla="*/ 61912 w 195328"/>
                <a:gd name="connsiteY19" fmla="*/ 476250 h 561975"/>
                <a:gd name="connsiteX20" fmla="*/ 47625 w 195328"/>
                <a:gd name="connsiteY20" fmla="*/ 504825 h 561975"/>
                <a:gd name="connsiteX21" fmla="*/ 42862 w 195328"/>
                <a:gd name="connsiteY21" fmla="*/ 538162 h 561975"/>
                <a:gd name="connsiteX22" fmla="*/ 28575 w 195328"/>
                <a:gd name="connsiteY22" fmla="*/ 542925 h 561975"/>
                <a:gd name="connsiteX23" fmla="*/ 0 w 195328"/>
                <a:gd name="connsiteY23"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328" h="561975">
                  <a:moveTo>
                    <a:pt x="114300" y="0"/>
                  </a:moveTo>
                  <a:cubicBezTo>
                    <a:pt x="118976" y="5845"/>
                    <a:pt x="137820" y="27989"/>
                    <a:pt x="142875" y="38100"/>
                  </a:cubicBezTo>
                  <a:cubicBezTo>
                    <a:pt x="145120" y="42590"/>
                    <a:pt x="146050" y="47625"/>
                    <a:pt x="147637" y="52387"/>
                  </a:cubicBezTo>
                  <a:cubicBezTo>
                    <a:pt x="149225" y="77787"/>
                    <a:pt x="149736" y="103277"/>
                    <a:pt x="152400" y="128587"/>
                  </a:cubicBezTo>
                  <a:cubicBezTo>
                    <a:pt x="152926" y="133580"/>
                    <a:pt x="156073" y="137974"/>
                    <a:pt x="157162" y="142875"/>
                  </a:cubicBezTo>
                  <a:cubicBezTo>
                    <a:pt x="159257" y="152301"/>
                    <a:pt x="157134" y="163066"/>
                    <a:pt x="161925" y="171450"/>
                  </a:cubicBezTo>
                  <a:cubicBezTo>
                    <a:pt x="164416" y="175808"/>
                    <a:pt x="171450" y="174625"/>
                    <a:pt x="176212" y="176212"/>
                  </a:cubicBezTo>
                  <a:cubicBezTo>
                    <a:pt x="182562" y="185737"/>
                    <a:pt x="196401" y="193396"/>
                    <a:pt x="195262" y="204787"/>
                  </a:cubicBezTo>
                  <a:cubicBezTo>
                    <a:pt x="193675" y="220662"/>
                    <a:pt x="192926" y="236643"/>
                    <a:pt x="190500" y="252412"/>
                  </a:cubicBezTo>
                  <a:cubicBezTo>
                    <a:pt x="189737" y="257374"/>
                    <a:pt x="188873" y="262780"/>
                    <a:pt x="185737" y="266700"/>
                  </a:cubicBezTo>
                  <a:cubicBezTo>
                    <a:pt x="182161" y="271169"/>
                    <a:pt x="176212" y="273050"/>
                    <a:pt x="171450" y="276225"/>
                  </a:cubicBezTo>
                  <a:cubicBezTo>
                    <a:pt x="162341" y="303549"/>
                    <a:pt x="173210" y="278044"/>
                    <a:pt x="152400" y="304800"/>
                  </a:cubicBezTo>
                  <a:cubicBezTo>
                    <a:pt x="145372" y="313836"/>
                    <a:pt x="139700" y="323850"/>
                    <a:pt x="133350" y="333375"/>
                  </a:cubicBezTo>
                  <a:lnTo>
                    <a:pt x="123825" y="347662"/>
                  </a:lnTo>
                  <a:cubicBezTo>
                    <a:pt x="132206" y="372810"/>
                    <a:pt x="125803" y="357774"/>
                    <a:pt x="147637" y="390525"/>
                  </a:cubicBezTo>
                  <a:lnTo>
                    <a:pt x="157162" y="404812"/>
                  </a:lnTo>
                  <a:cubicBezTo>
                    <a:pt x="147286" y="444320"/>
                    <a:pt x="161598" y="409837"/>
                    <a:pt x="138112" y="428625"/>
                  </a:cubicBezTo>
                  <a:cubicBezTo>
                    <a:pt x="107336" y="453245"/>
                    <a:pt x="150213" y="435702"/>
                    <a:pt x="114300" y="447675"/>
                  </a:cubicBezTo>
                  <a:cubicBezTo>
                    <a:pt x="99205" y="470316"/>
                    <a:pt x="110205" y="460152"/>
                    <a:pt x="76200" y="471487"/>
                  </a:cubicBezTo>
                  <a:lnTo>
                    <a:pt x="61912" y="476250"/>
                  </a:lnTo>
                  <a:cubicBezTo>
                    <a:pt x="53883" y="488293"/>
                    <a:pt x="50442" y="490738"/>
                    <a:pt x="47625" y="504825"/>
                  </a:cubicBezTo>
                  <a:cubicBezTo>
                    <a:pt x="45424" y="515832"/>
                    <a:pt x="47882" y="528122"/>
                    <a:pt x="42862" y="538162"/>
                  </a:cubicBezTo>
                  <a:cubicBezTo>
                    <a:pt x="40617" y="542652"/>
                    <a:pt x="32963" y="540487"/>
                    <a:pt x="28575" y="542925"/>
                  </a:cubicBezTo>
                  <a:cubicBezTo>
                    <a:pt x="18568" y="548485"/>
                    <a:pt x="0" y="561975"/>
                    <a:pt x="0"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6" name="자유형 111">
              <a:extLst>
                <a:ext uri="{FF2B5EF4-FFF2-40B4-BE49-F238E27FC236}">
                  <a16:creationId xmlns:a16="http://schemas.microsoft.com/office/drawing/2014/main" id="{326F798B-DB69-45C8-88AB-03A3AABA7D79}"/>
                </a:ext>
              </a:extLst>
            </p:cNvPr>
            <p:cNvSpPr/>
            <p:nvPr/>
          </p:nvSpPr>
          <p:spPr>
            <a:xfrm>
              <a:off x="1679100" y="4798267"/>
              <a:ext cx="187628" cy="398531"/>
            </a:xfrm>
            <a:custGeom>
              <a:avLst/>
              <a:gdLst>
                <a:gd name="connsiteX0" fmla="*/ 95250 w 266820"/>
                <a:gd name="connsiteY0" fmla="*/ 0 h 566738"/>
                <a:gd name="connsiteX1" fmla="*/ 71438 w 266820"/>
                <a:gd name="connsiteY1" fmla="*/ 14288 h 566738"/>
                <a:gd name="connsiteX2" fmla="*/ 33338 w 266820"/>
                <a:gd name="connsiteY2" fmla="*/ 23813 h 566738"/>
                <a:gd name="connsiteX3" fmla="*/ 4763 w 266820"/>
                <a:gd name="connsiteY3" fmla="*/ 33338 h 566738"/>
                <a:gd name="connsiteX4" fmla="*/ 0 w 266820"/>
                <a:gd name="connsiteY4" fmla="*/ 47625 h 566738"/>
                <a:gd name="connsiteX5" fmla="*/ 4763 w 266820"/>
                <a:gd name="connsiteY5" fmla="*/ 71438 h 566738"/>
                <a:gd name="connsiteX6" fmla="*/ 23813 w 266820"/>
                <a:gd name="connsiteY6" fmla="*/ 114300 h 566738"/>
                <a:gd name="connsiteX7" fmla="*/ 33338 w 266820"/>
                <a:gd name="connsiteY7" fmla="*/ 142875 h 566738"/>
                <a:gd name="connsiteX8" fmla="*/ 42863 w 266820"/>
                <a:gd name="connsiteY8" fmla="*/ 176213 h 566738"/>
                <a:gd name="connsiteX9" fmla="*/ 47625 w 266820"/>
                <a:gd name="connsiteY9" fmla="*/ 204788 h 566738"/>
                <a:gd name="connsiteX10" fmla="*/ 90488 w 266820"/>
                <a:gd name="connsiteY10" fmla="*/ 219075 h 566738"/>
                <a:gd name="connsiteX11" fmla="*/ 104775 w 266820"/>
                <a:gd name="connsiteY11" fmla="*/ 223838 h 566738"/>
                <a:gd name="connsiteX12" fmla="*/ 214313 w 266820"/>
                <a:gd name="connsiteY12" fmla="*/ 214313 h 566738"/>
                <a:gd name="connsiteX13" fmla="*/ 214313 w 266820"/>
                <a:gd name="connsiteY13" fmla="*/ 171450 h 566738"/>
                <a:gd name="connsiteX14" fmla="*/ 185738 w 266820"/>
                <a:gd name="connsiteY14" fmla="*/ 176213 h 566738"/>
                <a:gd name="connsiteX15" fmla="*/ 171450 w 266820"/>
                <a:gd name="connsiteY15" fmla="*/ 185738 h 566738"/>
                <a:gd name="connsiteX16" fmla="*/ 142875 w 266820"/>
                <a:gd name="connsiteY16" fmla="*/ 200025 h 566738"/>
                <a:gd name="connsiteX17" fmla="*/ 157163 w 266820"/>
                <a:gd name="connsiteY17" fmla="*/ 228600 h 566738"/>
                <a:gd name="connsiteX18" fmla="*/ 171450 w 266820"/>
                <a:gd name="connsiteY18" fmla="*/ 238125 h 566738"/>
                <a:gd name="connsiteX19" fmla="*/ 180975 w 266820"/>
                <a:gd name="connsiteY19" fmla="*/ 252413 h 566738"/>
                <a:gd name="connsiteX20" fmla="*/ 209550 w 266820"/>
                <a:gd name="connsiteY20" fmla="*/ 276225 h 566738"/>
                <a:gd name="connsiteX21" fmla="*/ 242888 w 266820"/>
                <a:gd name="connsiteY21" fmla="*/ 285750 h 566738"/>
                <a:gd name="connsiteX22" fmla="*/ 257175 w 266820"/>
                <a:gd name="connsiteY22" fmla="*/ 290513 h 566738"/>
                <a:gd name="connsiteX23" fmla="*/ 266700 w 266820"/>
                <a:gd name="connsiteY23" fmla="*/ 304800 h 566738"/>
                <a:gd name="connsiteX24" fmla="*/ 261938 w 266820"/>
                <a:gd name="connsiteY24" fmla="*/ 319088 h 566738"/>
                <a:gd name="connsiteX25" fmla="*/ 252413 w 266820"/>
                <a:gd name="connsiteY25" fmla="*/ 338138 h 566738"/>
                <a:gd name="connsiteX26" fmla="*/ 238125 w 266820"/>
                <a:gd name="connsiteY26" fmla="*/ 366713 h 566738"/>
                <a:gd name="connsiteX27" fmla="*/ 228600 w 266820"/>
                <a:gd name="connsiteY27" fmla="*/ 395288 h 566738"/>
                <a:gd name="connsiteX28" fmla="*/ 223838 w 266820"/>
                <a:gd name="connsiteY28" fmla="*/ 409575 h 566738"/>
                <a:gd name="connsiteX29" fmla="*/ 209550 w 266820"/>
                <a:gd name="connsiteY29" fmla="*/ 414338 h 566738"/>
                <a:gd name="connsiteX30" fmla="*/ 200025 w 266820"/>
                <a:gd name="connsiteY30" fmla="*/ 400050 h 566738"/>
                <a:gd name="connsiteX31" fmla="*/ 185738 w 266820"/>
                <a:gd name="connsiteY31" fmla="*/ 395288 h 566738"/>
                <a:gd name="connsiteX32" fmla="*/ 171450 w 266820"/>
                <a:gd name="connsiteY32" fmla="*/ 385763 h 566738"/>
                <a:gd name="connsiteX33" fmla="*/ 142875 w 266820"/>
                <a:gd name="connsiteY33" fmla="*/ 400050 h 566738"/>
                <a:gd name="connsiteX34" fmla="*/ 133350 w 266820"/>
                <a:gd name="connsiteY34" fmla="*/ 414338 h 566738"/>
                <a:gd name="connsiteX35" fmla="*/ 114300 w 266820"/>
                <a:gd name="connsiteY35" fmla="*/ 438150 h 566738"/>
                <a:gd name="connsiteX36" fmla="*/ 109538 w 266820"/>
                <a:gd name="connsiteY36" fmla="*/ 452438 h 566738"/>
                <a:gd name="connsiteX37" fmla="*/ 104775 w 266820"/>
                <a:gd name="connsiteY37" fmla="*/ 528638 h 566738"/>
                <a:gd name="connsiteX38" fmla="*/ 90488 w 266820"/>
                <a:gd name="connsiteY38" fmla="*/ 538163 h 566738"/>
                <a:gd name="connsiteX39" fmla="*/ 61913 w 266820"/>
                <a:gd name="connsiteY39" fmla="*/ 547688 h 566738"/>
                <a:gd name="connsiteX40" fmla="*/ 33338 w 266820"/>
                <a:gd name="connsiteY40" fmla="*/ 566738 h 5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6820" h="566738">
                  <a:moveTo>
                    <a:pt x="95250" y="0"/>
                  </a:moveTo>
                  <a:cubicBezTo>
                    <a:pt x="87313" y="4763"/>
                    <a:pt x="79717" y="10148"/>
                    <a:pt x="71438" y="14288"/>
                  </a:cubicBezTo>
                  <a:cubicBezTo>
                    <a:pt x="59883" y="20065"/>
                    <a:pt x="45283" y="20555"/>
                    <a:pt x="33338" y="23813"/>
                  </a:cubicBezTo>
                  <a:cubicBezTo>
                    <a:pt x="23652" y="26455"/>
                    <a:pt x="4763" y="33338"/>
                    <a:pt x="4763" y="33338"/>
                  </a:cubicBezTo>
                  <a:cubicBezTo>
                    <a:pt x="3175" y="38100"/>
                    <a:pt x="0" y="42605"/>
                    <a:pt x="0" y="47625"/>
                  </a:cubicBezTo>
                  <a:cubicBezTo>
                    <a:pt x="0" y="55720"/>
                    <a:pt x="2633" y="63628"/>
                    <a:pt x="4763" y="71438"/>
                  </a:cubicBezTo>
                  <a:cubicBezTo>
                    <a:pt x="12611" y="100212"/>
                    <a:pt x="10707" y="94641"/>
                    <a:pt x="23813" y="114300"/>
                  </a:cubicBezTo>
                  <a:lnTo>
                    <a:pt x="33338" y="142875"/>
                  </a:lnTo>
                  <a:cubicBezTo>
                    <a:pt x="37874" y="156484"/>
                    <a:pt x="39875" y="161275"/>
                    <a:pt x="42863" y="176213"/>
                  </a:cubicBezTo>
                  <a:cubicBezTo>
                    <a:pt x="44757" y="185682"/>
                    <a:pt x="43307" y="196151"/>
                    <a:pt x="47625" y="204788"/>
                  </a:cubicBezTo>
                  <a:cubicBezTo>
                    <a:pt x="53713" y="216964"/>
                    <a:pt x="83655" y="217936"/>
                    <a:pt x="90488" y="219075"/>
                  </a:cubicBezTo>
                  <a:cubicBezTo>
                    <a:pt x="95250" y="220663"/>
                    <a:pt x="99755" y="223838"/>
                    <a:pt x="104775" y="223838"/>
                  </a:cubicBezTo>
                  <a:cubicBezTo>
                    <a:pt x="189996" y="223838"/>
                    <a:pt x="172242" y="228335"/>
                    <a:pt x="214313" y="214313"/>
                  </a:cubicBezTo>
                  <a:cubicBezTo>
                    <a:pt x="217995" y="203267"/>
                    <a:pt x="227851" y="181120"/>
                    <a:pt x="214313" y="171450"/>
                  </a:cubicBezTo>
                  <a:cubicBezTo>
                    <a:pt x="206455" y="165837"/>
                    <a:pt x="195263" y="174625"/>
                    <a:pt x="185738" y="176213"/>
                  </a:cubicBezTo>
                  <a:cubicBezTo>
                    <a:pt x="180975" y="179388"/>
                    <a:pt x="176570" y="183178"/>
                    <a:pt x="171450" y="185738"/>
                  </a:cubicBezTo>
                  <a:cubicBezTo>
                    <a:pt x="132014" y="205455"/>
                    <a:pt x="183824" y="172727"/>
                    <a:pt x="142875" y="200025"/>
                  </a:cubicBezTo>
                  <a:cubicBezTo>
                    <a:pt x="146749" y="211646"/>
                    <a:pt x="147931" y="219368"/>
                    <a:pt x="157163" y="228600"/>
                  </a:cubicBezTo>
                  <a:cubicBezTo>
                    <a:pt x="161210" y="232647"/>
                    <a:pt x="166688" y="234950"/>
                    <a:pt x="171450" y="238125"/>
                  </a:cubicBezTo>
                  <a:cubicBezTo>
                    <a:pt x="174625" y="242888"/>
                    <a:pt x="177311" y="248016"/>
                    <a:pt x="180975" y="252413"/>
                  </a:cubicBezTo>
                  <a:cubicBezTo>
                    <a:pt x="188497" y="261439"/>
                    <a:pt x="198849" y="270874"/>
                    <a:pt x="209550" y="276225"/>
                  </a:cubicBezTo>
                  <a:cubicBezTo>
                    <a:pt x="217167" y="280034"/>
                    <a:pt x="235761" y="283714"/>
                    <a:pt x="242888" y="285750"/>
                  </a:cubicBezTo>
                  <a:cubicBezTo>
                    <a:pt x="247715" y="287129"/>
                    <a:pt x="252413" y="288925"/>
                    <a:pt x="257175" y="290513"/>
                  </a:cubicBezTo>
                  <a:cubicBezTo>
                    <a:pt x="260350" y="295275"/>
                    <a:pt x="265759" y="299154"/>
                    <a:pt x="266700" y="304800"/>
                  </a:cubicBezTo>
                  <a:cubicBezTo>
                    <a:pt x="267525" y="309752"/>
                    <a:pt x="263915" y="314474"/>
                    <a:pt x="261938" y="319088"/>
                  </a:cubicBezTo>
                  <a:cubicBezTo>
                    <a:pt x="259141" y="325614"/>
                    <a:pt x="255210" y="331613"/>
                    <a:pt x="252413" y="338138"/>
                  </a:cubicBezTo>
                  <a:cubicBezTo>
                    <a:pt x="240582" y="365741"/>
                    <a:pt x="256429" y="339256"/>
                    <a:pt x="238125" y="366713"/>
                  </a:cubicBezTo>
                  <a:lnTo>
                    <a:pt x="228600" y="395288"/>
                  </a:lnTo>
                  <a:cubicBezTo>
                    <a:pt x="227013" y="400050"/>
                    <a:pt x="228600" y="407987"/>
                    <a:pt x="223838" y="409575"/>
                  </a:cubicBezTo>
                  <a:lnTo>
                    <a:pt x="209550" y="414338"/>
                  </a:lnTo>
                  <a:cubicBezTo>
                    <a:pt x="206375" y="409575"/>
                    <a:pt x="204495" y="403626"/>
                    <a:pt x="200025" y="400050"/>
                  </a:cubicBezTo>
                  <a:cubicBezTo>
                    <a:pt x="196105" y="396914"/>
                    <a:pt x="190228" y="397533"/>
                    <a:pt x="185738" y="395288"/>
                  </a:cubicBezTo>
                  <a:cubicBezTo>
                    <a:pt x="180618" y="392728"/>
                    <a:pt x="176213" y="388938"/>
                    <a:pt x="171450" y="385763"/>
                  </a:cubicBezTo>
                  <a:cubicBezTo>
                    <a:pt x="159830" y="389636"/>
                    <a:pt x="152107" y="390818"/>
                    <a:pt x="142875" y="400050"/>
                  </a:cubicBezTo>
                  <a:cubicBezTo>
                    <a:pt x="138828" y="404097"/>
                    <a:pt x="136525" y="409575"/>
                    <a:pt x="133350" y="414338"/>
                  </a:cubicBezTo>
                  <a:cubicBezTo>
                    <a:pt x="121380" y="450250"/>
                    <a:pt x="138920" y="407375"/>
                    <a:pt x="114300" y="438150"/>
                  </a:cubicBezTo>
                  <a:cubicBezTo>
                    <a:pt x="111164" y="442070"/>
                    <a:pt x="111125" y="447675"/>
                    <a:pt x="109538" y="452438"/>
                  </a:cubicBezTo>
                  <a:cubicBezTo>
                    <a:pt x="107950" y="477838"/>
                    <a:pt x="110296" y="503794"/>
                    <a:pt x="104775" y="528638"/>
                  </a:cubicBezTo>
                  <a:cubicBezTo>
                    <a:pt x="103533" y="534225"/>
                    <a:pt x="95718" y="535838"/>
                    <a:pt x="90488" y="538163"/>
                  </a:cubicBezTo>
                  <a:cubicBezTo>
                    <a:pt x="81313" y="542241"/>
                    <a:pt x="70267" y="542119"/>
                    <a:pt x="61913" y="547688"/>
                  </a:cubicBezTo>
                  <a:lnTo>
                    <a:pt x="33338" y="566738"/>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7" name="자유형 112">
              <a:extLst>
                <a:ext uri="{FF2B5EF4-FFF2-40B4-BE49-F238E27FC236}">
                  <a16:creationId xmlns:a16="http://schemas.microsoft.com/office/drawing/2014/main" id="{C8E66448-90B2-4E86-9F42-5CF172F7F082}"/>
                </a:ext>
              </a:extLst>
            </p:cNvPr>
            <p:cNvSpPr/>
            <p:nvPr/>
          </p:nvSpPr>
          <p:spPr>
            <a:xfrm>
              <a:off x="1754482" y="4801616"/>
              <a:ext cx="430680" cy="395182"/>
            </a:xfrm>
            <a:custGeom>
              <a:avLst/>
              <a:gdLst>
                <a:gd name="connsiteX0" fmla="*/ 92826 w 612456"/>
                <a:gd name="connsiteY0" fmla="*/ 0 h 561975"/>
                <a:gd name="connsiteX1" fmla="*/ 64251 w 612456"/>
                <a:gd name="connsiteY1" fmla="*/ 4762 h 561975"/>
                <a:gd name="connsiteX2" fmla="*/ 49964 w 612456"/>
                <a:gd name="connsiteY2" fmla="*/ 19050 h 561975"/>
                <a:gd name="connsiteX3" fmla="*/ 21389 w 612456"/>
                <a:gd name="connsiteY3" fmla="*/ 33337 h 561975"/>
                <a:gd name="connsiteX4" fmla="*/ 2339 w 612456"/>
                <a:gd name="connsiteY4" fmla="*/ 61912 h 561975"/>
                <a:gd name="connsiteX5" fmla="*/ 30914 w 612456"/>
                <a:gd name="connsiteY5" fmla="*/ 80962 h 561975"/>
                <a:gd name="connsiteX6" fmla="*/ 45201 w 612456"/>
                <a:gd name="connsiteY6" fmla="*/ 123825 h 561975"/>
                <a:gd name="connsiteX7" fmla="*/ 35676 w 612456"/>
                <a:gd name="connsiteY7" fmla="*/ 142875 h 561975"/>
                <a:gd name="connsiteX8" fmla="*/ 26151 w 612456"/>
                <a:gd name="connsiteY8" fmla="*/ 157162 h 561975"/>
                <a:gd name="connsiteX9" fmla="*/ 21389 w 612456"/>
                <a:gd name="connsiteY9" fmla="*/ 171450 h 561975"/>
                <a:gd name="connsiteX10" fmla="*/ 49964 w 612456"/>
                <a:gd name="connsiteY10" fmla="*/ 180975 h 561975"/>
                <a:gd name="connsiteX11" fmla="*/ 78539 w 612456"/>
                <a:gd name="connsiteY11" fmla="*/ 195262 h 561975"/>
                <a:gd name="connsiteX12" fmla="*/ 88064 w 612456"/>
                <a:gd name="connsiteY12" fmla="*/ 209550 h 561975"/>
                <a:gd name="connsiteX13" fmla="*/ 116639 w 612456"/>
                <a:gd name="connsiteY13" fmla="*/ 219075 h 561975"/>
                <a:gd name="connsiteX14" fmla="*/ 121401 w 612456"/>
                <a:gd name="connsiteY14" fmla="*/ 280987 h 561975"/>
                <a:gd name="connsiteX15" fmla="*/ 111876 w 612456"/>
                <a:gd name="connsiteY15" fmla="*/ 309562 h 561975"/>
                <a:gd name="connsiteX16" fmla="*/ 107114 w 612456"/>
                <a:gd name="connsiteY16" fmla="*/ 323850 h 561975"/>
                <a:gd name="connsiteX17" fmla="*/ 111876 w 612456"/>
                <a:gd name="connsiteY17" fmla="*/ 338137 h 561975"/>
                <a:gd name="connsiteX18" fmla="*/ 126164 w 612456"/>
                <a:gd name="connsiteY18" fmla="*/ 347662 h 561975"/>
                <a:gd name="connsiteX19" fmla="*/ 169026 w 612456"/>
                <a:gd name="connsiteY19" fmla="*/ 357187 h 561975"/>
                <a:gd name="connsiteX20" fmla="*/ 169026 w 612456"/>
                <a:gd name="connsiteY20" fmla="*/ 404812 h 561975"/>
                <a:gd name="connsiteX21" fmla="*/ 159501 w 612456"/>
                <a:gd name="connsiteY21" fmla="*/ 447675 h 561975"/>
                <a:gd name="connsiteX22" fmla="*/ 173789 w 612456"/>
                <a:gd name="connsiteY22" fmla="*/ 452437 h 561975"/>
                <a:gd name="connsiteX23" fmla="*/ 211889 w 612456"/>
                <a:gd name="connsiteY23" fmla="*/ 442912 h 561975"/>
                <a:gd name="connsiteX24" fmla="*/ 254751 w 612456"/>
                <a:gd name="connsiteY24" fmla="*/ 419100 h 561975"/>
                <a:gd name="connsiteX25" fmla="*/ 283326 w 612456"/>
                <a:gd name="connsiteY25" fmla="*/ 438150 h 561975"/>
                <a:gd name="connsiteX26" fmla="*/ 297614 w 612456"/>
                <a:gd name="connsiteY26" fmla="*/ 447675 h 561975"/>
                <a:gd name="connsiteX27" fmla="*/ 321426 w 612456"/>
                <a:gd name="connsiteY27" fmla="*/ 442912 h 561975"/>
                <a:gd name="connsiteX28" fmla="*/ 335714 w 612456"/>
                <a:gd name="connsiteY28" fmla="*/ 414337 h 561975"/>
                <a:gd name="connsiteX29" fmla="*/ 345239 w 612456"/>
                <a:gd name="connsiteY29" fmla="*/ 400050 h 561975"/>
                <a:gd name="connsiteX30" fmla="*/ 359526 w 612456"/>
                <a:gd name="connsiteY30" fmla="*/ 371475 h 561975"/>
                <a:gd name="connsiteX31" fmla="*/ 373814 w 612456"/>
                <a:gd name="connsiteY31" fmla="*/ 361950 h 561975"/>
                <a:gd name="connsiteX32" fmla="*/ 378576 w 612456"/>
                <a:gd name="connsiteY32" fmla="*/ 347662 h 561975"/>
                <a:gd name="connsiteX33" fmla="*/ 411914 w 612456"/>
                <a:gd name="connsiteY33" fmla="*/ 352425 h 561975"/>
                <a:gd name="connsiteX34" fmla="*/ 426201 w 612456"/>
                <a:gd name="connsiteY34" fmla="*/ 361950 h 561975"/>
                <a:gd name="connsiteX35" fmla="*/ 440489 w 612456"/>
                <a:gd name="connsiteY35" fmla="*/ 376237 h 561975"/>
                <a:gd name="connsiteX36" fmla="*/ 454776 w 612456"/>
                <a:gd name="connsiteY36" fmla="*/ 381000 h 561975"/>
                <a:gd name="connsiteX37" fmla="*/ 497639 w 612456"/>
                <a:gd name="connsiteY37" fmla="*/ 376237 h 561975"/>
                <a:gd name="connsiteX38" fmla="*/ 526214 w 612456"/>
                <a:gd name="connsiteY38" fmla="*/ 357187 h 561975"/>
                <a:gd name="connsiteX39" fmla="*/ 545264 w 612456"/>
                <a:gd name="connsiteY39" fmla="*/ 352425 h 561975"/>
                <a:gd name="connsiteX40" fmla="*/ 559551 w 612456"/>
                <a:gd name="connsiteY40" fmla="*/ 366712 h 561975"/>
                <a:gd name="connsiteX41" fmla="*/ 573839 w 612456"/>
                <a:gd name="connsiteY41" fmla="*/ 371475 h 561975"/>
                <a:gd name="connsiteX42" fmla="*/ 592889 w 612456"/>
                <a:gd name="connsiteY42" fmla="*/ 390525 h 561975"/>
                <a:gd name="connsiteX43" fmla="*/ 597651 w 612456"/>
                <a:gd name="connsiteY43" fmla="*/ 404812 h 561975"/>
                <a:gd name="connsiteX44" fmla="*/ 611939 w 612456"/>
                <a:gd name="connsiteY44" fmla="*/ 414337 h 561975"/>
                <a:gd name="connsiteX45" fmla="*/ 607176 w 612456"/>
                <a:gd name="connsiteY45" fmla="*/ 428625 h 561975"/>
                <a:gd name="connsiteX46" fmla="*/ 564314 w 612456"/>
                <a:gd name="connsiteY46" fmla="*/ 466725 h 561975"/>
                <a:gd name="connsiteX47" fmla="*/ 554789 w 612456"/>
                <a:gd name="connsiteY47" fmla="*/ 481012 h 561975"/>
                <a:gd name="connsiteX48" fmla="*/ 540501 w 612456"/>
                <a:gd name="connsiteY48" fmla="*/ 490537 h 561975"/>
                <a:gd name="connsiteX49" fmla="*/ 535739 w 612456"/>
                <a:gd name="connsiteY49" fmla="*/ 504825 h 561975"/>
                <a:gd name="connsiteX50" fmla="*/ 526214 w 612456"/>
                <a:gd name="connsiteY50" fmla="*/ 519112 h 561975"/>
                <a:gd name="connsiteX51" fmla="*/ 540501 w 612456"/>
                <a:gd name="connsiteY51" fmla="*/ 533400 h 561975"/>
                <a:gd name="connsiteX52" fmla="*/ 554789 w 612456"/>
                <a:gd name="connsiteY52" fmla="*/ 542925 h 561975"/>
                <a:gd name="connsiteX53" fmla="*/ 559551 w 612456"/>
                <a:gd name="connsiteY53" fmla="*/ 557212 h 561975"/>
                <a:gd name="connsiteX54" fmla="*/ 564314 w 612456"/>
                <a:gd name="connsiteY54"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2456" h="561975">
                  <a:moveTo>
                    <a:pt x="92826" y="0"/>
                  </a:moveTo>
                  <a:cubicBezTo>
                    <a:pt x="83301" y="1587"/>
                    <a:pt x="73075" y="840"/>
                    <a:pt x="64251" y="4762"/>
                  </a:cubicBezTo>
                  <a:cubicBezTo>
                    <a:pt x="58096" y="7497"/>
                    <a:pt x="55138" y="14738"/>
                    <a:pt x="49964" y="19050"/>
                  </a:cubicBezTo>
                  <a:cubicBezTo>
                    <a:pt x="37655" y="29308"/>
                    <a:pt x="35707" y="28565"/>
                    <a:pt x="21389" y="33337"/>
                  </a:cubicBezTo>
                  <a:cubicBezTo>
                    <a:pt x="15039" y="42862"/>
                    <a:pt x="-7186" y="55562"/>
                    <a:pt x="2339" y="61912"/>
                  </a:cubicBezTo>
                  <a:lnTo>
                    <a:pt x="30914" y="80962"/>
                  </a:lnTo>
                  <a:cubicBezTo>
                    <a:pt x="49425" y="108729"/>
                    <a:pt x="55042" y="100863"/>
                    <a:pt x="45201" y="123825"/>
                  </a:cubicBezTo>
                  <a:cubicBezTo>
                    <a:pt x="42404" y="130350"/>
                    <a:pt x="39198" y="136711"/>
                    <a:pt x="35676" y="142875"/>
                  </a:cubicBezTo>
                  <a:cubicBezTo>
                    <a:pt x="32836" y="147845"/>
                    <a:pt x="29326" y="152400"/>
                    <a:pt x="26151" y="157162"/>
                  </a:cubicBezTo>
                  <a:cubicBezTo>
                    <a:pt x="24564" y="161925"/>
                    <a:pt x="17839" y="167900"/>
                    <a:pt x="21389" y="171450"/>
                  </a:cubicBezTo>
                  <a:cubicBezTo>
                    <a:pt x="28489" y="178550"/>
                    <a:pt x="41610" y="175406"/>
                    <a:pt x="49964" y="180975"/>
                  </a:cubicBezTo>
                  <a:cubicBezTo>
                    <a:pt x="68428" y="193285"/>
                    <a:pt x="58821" y="188690"/>
                    <a:pt x="78539" y="195262"/>
                  </a:cubicBezTo>
                  <a:cubicBezTo>
                    <a:pt x="81714" y="200025"/>
                    <a:pt x="83210" y="206516"/>
                    <a:pt x="88064" y="209550"/>
                  </a:cubicBezTo>
                  <a:cubicBezTo>
                    <a:pt x="96578" y="214871"/>
                    <a:pt x="116639" y="219075"/>
                    <a:pt x="116639" y="219075"/>
                  </a:cubicBezTo>
                  <a:cubicBezTo>
                    <a:pt x="133708" y="244677"/>
                    <a:pt x="130375" y="233128"/>
                    <a:pt x="121401" y="280987"/>
                  </a:cubicBezTo>
                  <a:cubicBezTo>
                    <a:pt x="119551" y="290855"/>
                    <a:pt x="115051" y="300037"/>
                    <a:pt x="111876" y="309562"/>
                  </a:cubicBezTo>
                  <a:lnTo>
                    <a:pt x="107114" y="323850"/>
                  </a:lnTo>
                  <a:cubicBezTo>
                    <a:pt x="108701" y="328612"/>
                    <a:pt x="108740" y="334217"/>
                    <a:pt x="111876" y="338137"/>
                  </a:cubicBezTo>
                  <a:cubicBezTo>
                    <a:pt x="115452" y="342607"/>
                    <a:pt x="121044" y="345102"/>
                    <a:pt x="126164" y="347662"/>
                  </a:cubicBezTo>
                  <a:cubicBezTo>
                    <a:pt x="137891" y="353526"/>
                    <a:pt x="158045" y="355357"/>
                    <a:pt x="169026" y="357187"/>
                  </a:cubicBezTo>
                  <a:cubicBezTo>
                    <a:pt x="177210" y="381738"/>
                    <a:pt x="174787" y="367368"/>
                    <a:pt x="169026" y="404812"/>
                  </a:cubicBezTo>
                  <a:cubicBezTo>
                    <a:pt x="164236" y="435948"/>
                    <a:pt x="166903" y="425469"/>
                    <a:pt x="159501" y="447675"/>
                  </a:cubicBezTo>
                  <a:cubicBezTo>
                    <a:pt x="164264" y="449262"/>
                    <a:pt x="168769" y="452437"/>
                    <a:pt x="173789" y="452437"/>
                  </a:cubicBezTo>
                  <a:cubicBezTo>
                    <a:pt x="185286" y="452437"/>
                    <a:pt x="200613" y="446671"/>
                    <a:pt x="211889" y="442912"/>
                  </a:cubicBezTo>
                  <a:cubicBezTo>
                    <a:pt x="224964" y="403688"/>
                    <a:pt x="211475" y="412917"/>
                    <a:pt x="254751" y="419100"/>
                  </a:cubicBezTo>
                  <a:lnTo>
                    <a:pt x="283326" y="438150"/>
                  </a:lnTo>
                  <a:lnTo>
                    <a:pt x="297614" y="447675"/>
                  </a:lnTo>
                  <a:cubicBezTo>
                    <a:pt x="305551" y="446087"/>
                    <a:pt x="314398" y="446928"/>
                    <a:pt x="321426" y="442912"/>
                  </a:cubicBezTo>
                  <a:cubicBezTo>
                    <a:pt x="330980" y="437453"/>
                    <a:pt x="331558" y="422648"/>
                    <a:pt x="335714" y="414337"/>
                  </a:cubicBezTo>
                  <a:cubicBezTo>
                    <a:pt x="338274" y="409218"/>
                    <a:pt x="342064" y="404812"/>
                    <a:pt x="345239" y="400050"/>
                  </a:cubicBezTo>
                  <a:cubicBezTo>
                    <a:pt x="349112" y="388429"/>
                    <a:pt x="350293" y="380708"/>
                    <a:pt x="359526" y="371475"/>
                  </a:cubicBezTo>
                  <a:cubicBezTo>
                    <a:pt x="363574" y="367428"/>
                    <a:pt x="369051" y="365125"/>
                    <a:pt x="373814" y="361950"/>
                  </a:cubicBezTo>
                  <a:cubicBezTo>
                    <a:pt x="375401" y="357187"/>
                    <a:pt x="375026" y="351212"/>
                    <a:pt x="378576" y="347662"/>
                  </a:cubicBezTo>
                  <a:cubicBezTo>
                    <a:pt x="389923" y="336315"/>
                    <a:pt x="402058" y="346793"/>
                    <a:pt x="411914" y="352425"/>
                  </a:cubicBezTo>
                  <a:cubicBezTo>
                    <a:pt x="416884" y="355265"/>
                    <a:pt x="421804" y="358286"/>
                    <a:pt x="426201" y="361950"/>
                  </a:cubicBezTo>
                  <a:cubicBezTo>
                    <a:pt x="431375" y="366262"/>
                    <a:pt x="434885" y="372501"/>
                    <a:pt x="440489" y="376237"/>
                  </a:cubicBezTo>
                  <a:cubicBezTo>
                    <a:pt x="444666" y="379022"/>
                    <a:pt x="450014" y="379412"/>
                    <a:pt x="454776" y="381000"/>
                  </a:cubicBezTo>
                  <a:cubicBezTo>
                    <a:pt x="469064" y="379412"/>
                    <a:pt x="484001" y="380783"/>
                    <a:pt x="497639" y="376237"/>
                  </a:cubicBezTo>
                  <a:cubicBezTo>
                    <a:pt x="508499" y="372617"/>
                    <a:pt x="515108" y="359963"/>
                    <a:pt x="526214" y="357187"/>
                  </a:cubicBezTo>
                  <a:lnTo>
                    <a:pt x="545264" y="352425"/>
                  </a:lnTo>
                  <a:cubicBezTo>
                    <a:pt x="550026" y="357187"/>
                    <a:pt x="553947" y="362976"/>
                    <a:pt x="559551" y="366712"/>
                  </a:cubicBezTo>
                  <a:cubicBezTo>
                    <a:pt x="563728" y="369497"/>
                    <a:pt x="570289" y="367925"/>
                    <a:pt x="573839" y="371475"/>
                  </a:cubicBezTo>
                  <a:cubicBezTo>
                    <a:pt x="599240" y="396876"/>
                    <a:pt x="554786" y="377823"/>
                    <a:pt x="592889" y="390525"/>
                  </a:cubicBezTo>
                  <a:cubicBezTo>
                    <a:pt x="594476" y="395287"/>
                    <a:pt x="594515" y="400892"/>
                    <a:pt x="597651" y="404812"/>
                  </a:cubicBezTo>
                  <a:cubicBezTo>
                    <a:pt x="601227" y="409282"/>
                    <a:pt x="609813" y="409022"/>
                    <a:pt x="611939" y="414337"/>
                  </a:cubicBezTo>
                  <a:cubicBezTo>
                    <a:pt x="613803" y="418998"/>
                    <a:pt x="610258" y="424662"/>
                    <a:pt x="607176" y="428625"/>
                  </a:cubicBezTo>
                  <a:cubicBezTo>
                    <a:pt x="589611" y="451209"/>
                    <a:pt x="583411" y="453993"/>
                    <a:pt x="564314" y="466725"/>
                  </a:cubicBezTo>
                  <a:cubicBezTo>
                    <a:pt x="561139" y="471487"/>
                    <a:pt x="558836" y="476965"/>
                    <a:pt x="554789" y="481012"/>
                  </a:cubicBezTo>
                  <a:cubicBezTo>
                    <a:pt x="550741" y="485059"/>
                    <a:pt x="544077" y="486067"/>
                    <a:pt x="540501" y="490537"/>
                  </a:cubicBezTo>
                  <a:cubicBezTo>
                    <a:pt x="537365" y="494457"/>
                    <a:pt x="537984" y="500335"/>
                    <a:pt x="535739" y="504825"/>
                  </a:cubicBezTo>
                  <a:cubicBezTo>
                    <a:pt x="533179" y="509944"/>
                    <a:pt x="529389" y="514350"/>
                    <a:pt x="526214" y="519112"/>
                  </a:cubicBezTo>
                  <a:cubicBezTo>
                    <a:pt x="530976" y="523875"/>
                    <a:pt x="535327" y="529088"/>
                    <a:pt x="540501" y="533400"/>
                  </a:cubicBezTo>
                  <a:cubicBezTo>
                    <a:pt x="544898" y="537064"/>
                    <a:pt x="551213" y="538455"/>
                    <a:pt x="554789" y="542925"/>
                  </a:cubicBezTo>
                  <a:cubicBezTo>
                    <a:pt x="557925" y="546845"/>
                    <a:pt x="557306" y="552722"/>
                    <a:pt x="559551" y="557212"/>
                  </a:cubicBezTo>
                  <a:cubicBezTo>
                    <a:pt x="560555" y="559220"/>
                    <a:pt x="562726" y="560387"/>
                    <a:pt x="564314"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8" name="자유형 113">
              <a:extLst>
                <a:ext uri="{FF2B5EF4-FFF2-40B4-BE49-F238E27FC236}">
                  <a16:creationId xmlns:a16="http://schemas.microsoft.com/office/drawing/2014/main" id="{F8851FD0-6903-4CF2-B2EA-23EEF99886C5}"/>
                </a:ext>
              </a:extLst>
            </p:cNvPr>
            <p:cNvSpPr/>
            <p:nvPr/>
          </p:nvSpPr>
          <p:spPr>
            <a:xfrm>
              <a:off x="1903197" y="4808314"/>
              <a:ext cx="81307" cy="398531"/>
            </a:xfrm>
            <a:custGeom>
              <a:avLst/>
              <a:gdLst>
                <a:gd name="connsiteX0" fmla="*/ 407 w 115624"/>
                <a:gd name="connsiteY0" fmla="*/ 0 h 566737"/>
                <a:gd name="connsiteX1" fmla="*/ 19457 w 115624"/>
                <a:gd name="connsiteY1" fmla="*/ 23812 h 566737"/>
                <a:gd name="connsiteX2" fmla="*/ 28982 w 115624"/>
                <a:gd name="connsiteY2" fmla="*/ 38100 h 566737"/>
                <a:gd name="connsiteX3" fmla="*/ 43269 w 115624"/>
                <a:gd name="connsiteY3" fmla="*/ 47625 h 566737"/>
                <a:gd name="connsiteX4" fmla="*/ 67082 w 115624"/>
                <a:gd name="connsiteY4" fmla="*/ 71437 h 566737"/>
                <a:gd name="connsiteX5" fmla="*/ 76607 w 115624"/>
                <a:gd name="connsiteY5" fmla="*/ 85725 h 566737"/>
                <a:gd name="connsiteX6" fmla="*/ 43269 w 115624"/>
                <a:gd name="connsiteY6" fmla="*/ 123825 h 566737"/>
                <a:gd name="connsiteX7" fmla="*/ 38507 w 115624"/>
                <a:gd name="connsiteY7" fmla="*/ 138112 h 566737"/>
                <a:gd name="connsiteX8" fmla="*/ 19457 w 115624"/>
                <a:gd name="connsiteY8" fmla="*/ 166687 h 566737"/>
                <a:gd name="connsiteX9" fmla="*/ 5169 w 115624"/>
                <a:gd name="connsiteY9" fmla="*/ 195262 h 566737"/>
                <a:gd name="connsiteX10" fmla="*/ 407 w 115624"/>
                <a:gd name="connsiteY10" fmla="*/ 209550 h 566737"/>
                <a:gd name="connsiteX11" fmla="*/ 33744 w 115624"/>
                <a:gd name="connsiteY11" fmla="*/ 223837 h 566737"/>
                <a:gd name="connsiteX12" fmla="*/ 62319 w 115624"/>
                <a:gd name="connsiteY12" fmla="*/ 238125 h 566737"/>
                <a:gd name="connsiteX13" fmla="*/ 76607 w 115624"/>
                <a:gd name="connsiteY13" fmla="*/ 247650 h 566737"/>
                <a:gd name="connsiteX14" fmla="*/ 105182 w 115624"/>
                <a:gd name="connsiteY14" fmla="*/ 257175 h 566737"/>
                <a:gd name="connsiteX15" fmla="*/ 114707 w 115624"/>
                <a:gd name="connsiteY15" fmla="*/ 409575 h 566737"/>
                <a:gd name="connsiteX16" fmla="*/ 105182 w 115624"/>
                <a:gd name="connsiteY16" fmla="*/ 447675 h 566737"/>
                <a:gd name="connsiteX17" fmla="*/ 86132 w 115624"/>
                <a:gd name="connsiteY17" fmla="*/ 476250 h 566737"/>
                <a:gd name="connsiteX18" fmla="*/ 76607 w 115624"/>
                <a:gd name="connsiteY18" fmla="*/ 490537 h 566737"/>
                <a:gd name="connsiteX19" fmla="*/ 95657 w 115624"/>
                <a:gd name="connsiteY19" fmla="*/ 533400 h 566737"/>
                <a:gd name="connsiteX20" fmla="*/ 100419 w 115624"/>
                <a:gd name="connsiteY20" fmla="*/ 547687 h 566737"/>
                <a:gd name="connsiteX21" fmla="*/ 109944 w 115624"/>
                <a:gd name="connsiteY21" fmla="*/ 566737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624" h="566737">
                  <a:moveTo>
                    <a:pt x="407" y="0"/>
                  </a:moveTo>
                  <a:cubicBezTo>
                    <a:pt x="6757" y="7937"/>
                    <a:pt x="13358" y="15680"/>
                    <a:pt x="19457" y="23812"/>
                  </a:cubicBezTo>
                  <a:cubicBezTo>
                    <a:pt x="22891" y="28391"/>
                    <a:pt x="24935" y="34052"/>
                    <a:pt x="28982" y="38100"/>
                  </a:cubicBezTo>
                  <a:cubicBezTo>
                    <a:pt x="33029" y="42147"/>
                    <a:pt x="38507" y="44450"/>
                    <a:pt x="43269" y="47625"/>
                  </a:cubicBezTo>
                  <a:cubicBezTo>
                    <a:pt x="68671" y="85727"/>
                    <a:pt x="35329" y="39684"/>
                    <a:pt x="67082" y="71437"/>
                  </a:cubicBezTo>
                  <a:cubicBezTo>
                    <a:pt x="71129" y="75484"/>
                    <a:pt x="73432" y="80962"/>
                    <a:pt x="76607" y="85725"/>
                  </a:cubicBezTo>
                  <a:cubicBezTo>
                    <a:pt x="54382" y="119063"/>
                    <a:pt x="67082" y="107950"/>
                    <a:pt x="43269" y="123825"/>
                  </a:cubicBezTo>
                  <a:cubicBezTo>
                    <a:pt x="41682" y="128587"/>
                    <a:pt x="40945" y="133724"/>
                    <a:pt x="38507" y="138112"/>
                  </a:cubicBezTo>
                  <a:cubicBezTo>
                    <a:pt x="32948" y="148119"/>
                    <a:pt x="23077" y="155827"/>
                    <a:pt x="19457" y="166687"/>
                  </a:cubicBezTo>
                  <a:cubicBezTo>
                    <a:pt x="12884" y="186405"/>
                    <a:pt x="17479" y="176798"/>
                    <a:pt x="5169" y="195262"/>
                  </a:cubicBezTo>
                  <a:cubicBezTo>
                    <a:pt x="3582" y="200025"/>
                    <a:pt x="-1457" y="204889"/>
                    <a:pt x="407" y="209550"/>
                  </a:cubicBezTo>
                  <a:cubicBezTo>
                    <a:pt x="4062" y="218687"/>
                    <a:pt x="27528" y="222283"/>
                    <a:pt x="33744" y="223837"/>
                  </a:cubicBezTo>
                  <a:cubicBezTo>
                    <a:pt x="74693" y="251135"/>
                    <a:pt x="22883" y="218406"/>
                    <a:pt x="62319" y="238125"/>
                  </a:cubicBezTo>
                  <a:cubicBezTo>
                    <a:pt x="67439" y="240685"/>
                    <a:pt x="71376" y="245325"/>
                    <a:pt x="76607" y="247650"/>
                  </a:cubicBezTo>
                  <a:cubicBezTo>
                    <a:pt x="85782" y="251728"/>
                    <a:pt x="105182" y="257175"/>
                    <a:pt x="105182" y="257175"/>
                  </a:cubicBezTo>
                  <a:cubicBezTo>
                    <a:pt x="119995" y="316434"/>
                    <a:pt x="114707" y="289672"/>
                    <a:pt x="114707" y="409575"/>
                  </a:cubicBezTo>
                  <a:cubicBezTo>
                    <a:pt x="114707" y="413793"/>
                    <a:pt x="108939" y="440913"/>
                    <a:pt x="105182" y="447675"/>
                  </a:cubicBezTo>
                  <a:cubicBezTo>
                    <a:pt x="99623" y="457682"/>
                    <a:pt x="92482" y="466725"/>
                    <a:pt x="86132" y="476250"/>
                  </a:cubicBezTo>
                  <a:lnTo>
                    <a:pt x="76607" y="490537"/>
                  </a:lnTo>
                  <a:cubicBezTo>
                    <a:pt x="87942" y="524542"/>
                    <a:pt x="80563" y="510758"/>
                    <a:pt x="95657" y="533400"/>
                  </a:cubicBezTo>
                  <a:cubicBezTo>
                    <a:pt x="97244" y="538162"/>
                    <a:pt x="98174" y="543197"/>
                    <a:pt x="100419" y="547687"/>
                  </a:cubicBezTo>
                  <a:cubicBezTo>
                    <a:pt x="110824" y="568499"/>
                    <a:pt x="109944" y="554808"/>
                    <a:pt x="109944" y="566737"/>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9" name="자유형 114">
              <a:extLst>
                <a:ext uri="{FF2B5EF4-FFF2-40B4-BE49-F238E27FC236}">
                  <a16:creationId xmlns:a16="http://schemas.microsoft.com/office/drawing/2014/main" id="{52ACAA42-3543-4363-8A82-45898F25BAD3}"/>
                </a:ext>
              </a:extLst>
            </p:cNvPr>
            <p:cNvSpPr/>
            <p:nvPr/>
          </p:nvSpPr>
          <p:spPr>
            <a:xfrm>
              <a:off x="1126515" y="4800947"/>
              <a:ext cx="867391" cy="412596"/>
            </a:xfrm>
            <a:custGeom>
              <a:avLst/>
              <a:gdLst>
                <a:gd name="connsiteX0" fmla="*/ 1233487 w 1233487"/>
                <a:gd name="connsiteY0" fmla="*/ 15239 h 586739"/>
                <a:gd name="connsiteX1" fmla="*/ 1209675 w 1233487"/>
                <a:gd name="connsiteY1" fmla="*/ 20002 h 586739"/>
                <a:gd name="connsiteX2" fmla="*/ 1200150 w 1233487"/>
                <a:gd name="connsiteY2" fmla="*/ 48577 h 586739"/>
                <a:gd name="connsiteX3" fmla="*/ 1157287 w 1233487"/>
                <a:gd name="connsiteY3" fmla="*/ 58102 h 586739"/>
                <a:gd name="connsiteX4" fmla="*/ 1138237 w 1233487"/>
                <a:gd name="connsiteY4" fmla="*/ 62864 h 586739"/>
                <a:gd name="connsiteX5" fmla="*/ 1095375 w 1233487"/>
                <a:gd name="connsiteY5" fmla="*/ 72389 h 586739"/>
                <a:gd name="connsiteX6" fmla="*/ 1052512 w 1233487"/>
                <a:gd name="connsiteY6" fmla="*/ 62864 h 586739"/>
                <a:gd name="connsiteX7" fmla="*/ 1038225 w 1233487"/>
                <a:gd name="connsiteY7" fmla="*/ 53339 h 586739"/>
                <a:gd name="connsiteX8" fmla="*/ 1028700 w 1233487"/>
                <a:gd name="connsiteY8" fmla="*/ 39052 h 586739"/>
                <a:gd name="connsiteX9" fmla="*/ 1014412 w 1233487"/>
                <a:gd name="connsiteY9" fmla="*/ 34289 h 586739"/>
                <a:gd name="connsiteX10" fmla="*/ 995362 w 1233487"/>
                <a:gd name="connsiteY10" fmla="*/ 15239 h 586739"/>
                <a:gd name="connsiteX11" fmla="*/ 985837 w 1233487"/>
                <a:gd name="connsiteY11" fmla="*/ 952 h 586739"/>
                <a:gd name="connsiteX12" fmla="*/ 928687 w 1233487"/>
                <a:gd name="connsiteY12" fmla="*/ 24764 h 586739"/>
                <a:gd name="connsiteX13" fmla="*/ 914400 w 1233487"/>
                <a:gd name="connsiteY13" fmla="*/ 34289 h 586739"/>
                <a:gd name="connsiteX14" fmla="*/ 904875 w 1233487"/>
                <a:gd name="connsiteY14" fmla="*/ 77152 h 586739"/>
                <a:gd name="connsiteX15" fmla="*/ 919162 w 1233487"/>
                <a:gd name="connsiteY15" fmla="*/ 86677 h 586739"/>
                <a:gd name="connsiteX16" fmla="*/ 938212 w 1233487"/>
                <a:gd name="connsiteY16" fmla="*/ 143827 h 586739"/>
                <a:gd name="connsiteX17" fmla="*/ 952500 w 1233487"/>
                <a:gd name="connsiteY17" fmla="*/ 172402 h 586739"/>
                <a:gd name="connsiteX18" fmla="*/ 966787 w 1233487"/>
                <a:gd name="connsiteY18" fmla="*/ 181927 h 586739"/>
                <a:gd name="connsiteX19" fmla="*/ 976312 w 1233487"/>
                <a:gd name="connsiteY19" fmla="*/ 196214 h 586739"/>
                <a:gd name="connsiteX20" fmla="*/ 990600 w 1233487"/>
                <a:gd name="connsiteY20" fmla="*/ 205739 h 586739"/>
                <a:gd name="connsiteX21" fmla="*/ 995362 w 1233487"/>
                <a:gd name="connsiteY21" fmla="*/ 220027 h 586739"/>
                <a:gd name="connsiteX22" fmla="*/ 1000125 w 1233487"/>
                <a:gd name="connsiteY22" fmla="*/ 320039 h 586739"/>
                <a:gd name="connsiteX23" fmla="*/ 1014412 w 1233487"/>
                <a:gd name="connsiteY23" fmla="*/ 324802 h 586739"/>
                <a:gd name="connsiteX24" fmla="*/ 1028700 w 1233487"/>
                <a:gd name="connsiteY24" fmla="*/ 334327 h 586739"/>
                <a:gd name="connsiteX25" fmla="*/ 1057275 w 1233487"/>
                <a:gd name="connsiteY25" fmla="*/ 343852 h 586739"/>
                <a:gd name="connsiteX26" fmla="*/ 1066800 w 1233487"/>
                <a:gd name="connsiteY26" fmla="*/ 358139 h 586739"/>
                <a:gd name="connsiteX27" fmla="*/ 1038225 w 1233487"/>
                <a:gd name="connsiteY27" fmla="*/ 372427 h 586739"/>
                <a:gd name="connsiteX28" fmla="*/ 1009650 w 1233487"/>
                <a:gd name="connsiteY28" fmla="*/ 391477 h 586739"/>
                <a:gd name="connsiteX29" fmla="*/ 995362 w 1233487"/>
                <a:gd name="connsiteY29" fmla="*/ 401002 h 586739"/>
                <a:gd name="connsiteX30" fmla="*/ 966787 w 1233487"/>
                <a:gd name="connsiteY30" fmla="*/ 396239 h 586739"/>
                <a:gd name="connsiteX31" fmla="*/ 938212 w 1233487"/>
                <a:gd name="connsiteY31" fmla="*/ 386714 h 586739"/>
                <a:gd name="connsiteX32" fmla="*/ 885825 w 1233487"/>
                <a:gd name="connsiteY32" fmla="*/ 391477 h 586739"/>
                <a:gd name="connsiteX33" fmla="*/ 857250 w 1233487"/>
                <a:gd name="connsiteY33" fmla="*/ 401002 h 586739"/>
                <a:gd name="connsiteX34" fmla="*/ 842962 w 1233487"/>
                <a:gd name="connsiteY34" fmla="*/ 405764 h 586739"/>
                <a:gd name="connsiteX35" fmla="*/ 809625 w 1233487"/>
                <a:gd name="connsiteY35" fmla="*/ 367664 h 586739"/>
                <a:gd name="connsiteX36" fmla="*/ 800100 w 1233487"/>
                <a:gd name="connsiteY36" fmla="*/ 339089 h 586739"/>
                <a:gd name="connsiteX37" fmla="*/ 795337 w 1233487"/>
                <a:gd name="connsiteY37" fmla="*/ 324802 h 586739"/>
                <a:gd name="connsiteX38" fmla="*/ 790575 w 1233487"/>
                <a:gd name="connsiteY38" fmla="*/ 281939 h 586739"/>
                <a:gd name="connsiteX39" fmla="*/ 776287 w 1233487"/>
                <a:gd name="connsiteY39" fmla="*/ 277177 h 586739"/>
                <a:gd name="connsiteX40" fmla="*/ 762000 w 1233487"/>
                <a:gd name="connsiteY40" fmla="*/ 267652 h 586739"/>
                <a:gd name="connsiteX41" fmla="*/ 747712 w 1233487"/>
                <a:gd name="connsiteY41" fmla="*/ 262889 h 586739"/>
                <a:gd name="connsiteX42" fmla="*/ 704850 w 1233487"/>
                <a:gd name="connsiteY42" fmla="*/ 239077 h 586739"/>
                <a:gd name="connsiteX43" fmla="*/ 676275 w 1233487"/>
                <a:gd name="connsiteY43" fmla="*/ 220027 h 586739"/>
                <a:gd name="connsiteX44" fmla="*/ 661987 w 1233487"/>
                <a:gd name="connsiteY44" fmla="*/ 215264 h 586739"/>
                <a:gd name="connsiteX45" fmla="*/ 633412 w 1233487"/>
                <a:gd name="connsiteY45" fmla="*/ 196214 h 586739"/>
                <a:gd name="connsiteX46" fmla="*/ 604837 w 1233487"/>
                <a:gd name="connsiteY46" fmla="*/ 186689 h 586739"/>
                <a:gd name="connsiteX47" fmla="*/ 576262 w 1233487"/>
                <a:gd name="connsiteY47" fmla="*/ 196214 h 586739"/>
                <a:gd name="connsiteX48" fmla="*/ 552450 w 1233487"/>
                <a:gd name="connsiteY48" fmla="*/ 224789 h 586739"/>
                <a:gd name="connsiteX49" fmla="*/ 538162 w 1233487"/>
                <a:gd name="connsiteY49" fmla="*/ 229552 h 586739"/>
                <a:gd name="connsiteX50" fmla="*/ 542925 w 1233487"/>
                <a:gd name="connsiteY50" fmla="*/ 286702 h 586739"/>
                <a:gd name="connsiteX51" fmla="*/ 566737 w 1233487"/>
                <a:gd name="connsiteY51" fmla="*/ 310514 h 586739"/>
                <a:gd name="connsiteX52" fmla="*/ 614362 w 1233487"/>
                <a:gd name="connsiteY52" fmla="*/ 343852 h 586739"/>
                <a:gd name="connsiteX53" fmla="*/ 628650 w 1233487"/>
                <a:gd name="connsiteY53" fmla="*/ 348614 h 586739"/>
                <a:gd name="connsiteX54" fmla="*/ 657225 w 1233487"/>
                <a:gd name="connsiteY54" fmla="*/ 367664 h 586739"/>
                <a:gd name="connsiteX55" fmla="*/ 647700 w 1233487"/>
                <a:gd name="connsiteY55" fmla="*/ 381952 h 586739"/>
                <a:gd name="connsiteX56" fmla="*/ 600075 w 1233487"/>
                <a:gd name="connsiteY56" fmla="*/ 396239 h 586739"/>
                <a:gd name="connsiteX57" fmla="*/ 585787 w 1233487"/>
                <a:gd name="connsiteY57" fmla="*/ 405764 h 586739"/>
                <a:gd name="connsiteX58" fmla="*/ 557212 w 1233487"/>
                <a:gd name="connsiteY58" fmla="*/ 410527 h 586739"/>
                <a:gd name="connsiteX59" fmla="*/ 542925 w 1233487"/>
                <a:gd name="connsiteY59" fmla="*/ 415289 h 586739"/>
                <a:gd name="connsiteX60" fmla="*/ 528637 w 1233487"/>
                <a:gd name="connsiteY60" fmla="*/ 410527 h 586739"/>
                <a:gd name="connsiteX61" fmla="*/ 504825 w 1233487"/>
                <a:gd name="connsiteY61" fmla="*/ 391477 h 586739"/>
                <a:gd name="connsiteX62" fmla="*/ 471487 w 1233487"/>
                <a:gd name="connsiteY62" fmla="*/ 396239 h 586739"/>
                <a:gd name="connsiteX63" fmla="*/ 442912 w 1233487"/>
                <a:gd name="connsiteY63" fmla="*/ 405764 h 586739"/>
                <a:gd name="connsiteX64" fmla="*/ 400050 w 1233487"/>
                <a:gd name="connsiteY64" fmla="*/ 434339 h 586739"/>
                <a:gd name="connsiteX65" fmla="*/ 385762 w 1233487"/>
                <a:gd name="connsiteY65" fmla="*/ 443864 h 586739"/>
                <a:gd name="connsiteX66" fmla="*/ 376237 w 1233487"/>
                <a:gd name="connsiteY66" fmla="*/ 458152 h 586739"/>
                <a:gd name="connsiteX67" fmla="*/ 338137 w 1233487"/>
                <a:gd name="connsiteY67" fmla="*/ 443864 h 586739"/>
                <a:gd name="connsiteX68" fmla="*/ 323850 w 1233487"/>
                <a:gd name="connsiteY68" fmla="*/ 439102 h 586739"/>
                <a:gd name="connsiteX69" fmla="*/ 285750 w 1233487"/>
                <a:gd name="connsiteY69" fmla="*/ 448627 h 586739"/>
                <a:gd name="connsiteX70" fmla="*/ 257175 w 1233487"/>
                <a:gd name="connsiteY70" fmla="*/ 467677 h 586739"/>
                <a:gd name="connsiteX71" fmla="*/ 242887 w 1233487"/>
                <a:gd name="connsiteY71" fmla="*/ 477202 h 586739"/>
                <a:gd name="connsiteX72" fmla="*/ 228600 w 1233487"/>
                <a:gd name="connsiteY72" fmla="*/ 486727 h 586739"/>
                <a:gd name="connsiteX73" fmla="*/ 195262 w 1233487"/>
                <a:gd name="connsiteY73" fmla="*/ 467677 h 586739"/>
                <a:gd name="connsiteX74" fmla="*/ 166687 w 1233487"/>
                <a:gd name="connsiteY74" fmla="*/ 448627 h 586739"/>
                <a:gd name="connsiteX75" fmla="*/ 152400 w 1233487"/>
                <a:gd name="connsiteY75" fmla="*/ 391477 h 586739"/>
                <a:gd name="connsiteX76" fmla="*/ 138112 w 1233487"/>
                <a:gd name="connsiteY76" fmla="*/ 386714 h 586739"/>
                <a:gd name="connsiteX77" fmla="*/ 66675 w 1233487"/>
                <a:gd name="connsiteY77" fmla="*/ 381952 h 586739"/>
                <a:gd name="connsiteX78" fmla="*/ 23812 w 1233487"/>
                <a:gd name="connsiteY78" fmla="*/ 386714 h 586739"/>
                <a:gd name="connsiteX79" fmla="*/ 4762 w 1233487"/>
                <a:gd name="connsiteY79" fmla="*/ 420052 h 586739"/>
                <a:gd name="connsiteX80" fmla="*/ 0 w 1233487"/>
                <a:gd name="connsiteY80" fmla="*/ 453389 h 586739"/>
                <a:gd name="connsiteX81" fmla="*/ 4762 w 1233487"/>
                <a:gd name="connsiteY81" fmla="*/ 472439 h 586739"/>
                <a:gd name="connsiteX82" fmla="*/ 23812 w 1233487"/>
                <a:gd name="connsiteY82" fmla="*/ 477202 h 586739"/>
                <a:gd name="connsiteX83" fmla="*/ 71437 w 1233487"/>
                <a:gd name="connsiteY83" fmla="*/ 491489 h 586739"/>
                <a:gd name="connsiteX84" fmla="*/ 76200 w 1233487"/>
                <a:gd name="connsiteY84" fmla="*/ 505777 h 586739"/>
                <a:gd name="connsiteX85" fmla="*/ 85725 w 1233487"/>
                <a:gd name="connsiteY85" fmla="*/ 520064 h 586739"/>
                <a:gd name="connsiteX86" fmla="*/ 95250 w 1233487"/>
                <a:gd name="connsiteY86" fmla="*/ 558164 h 586739"/>
                <a:gd name="connsiteX87" fmla="*/ 104775 w 1233487"/>
                <a:gd name="connsiteY87" fmla="*/ 586739 h 586739"/>
                <a:gd name="connsiteX88" fmla="*/ 114300 w 1233487"/>
                <a:gd name="connsiteY88" fmla="*/ 586739 h 5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33487" h="586739">
                  <a:moveTo>
                    <a:pt x="1233487" y="15239"/>
                  </a:moveTo>
                  <a:cubicBezTo>
                    <a:pt x="1225550" y="16827"/>
                    <a:pt x="1215399" y="14278"/>
                    <a:pt x="1209675" y="20002"/>
                  </a:cubicBezTo>
                  <a:cubicBezTo>
                    <a:pt x="1202576" y="27102"/>
                    <a:pt x="1209675" y="45402"/>
                    <a:pt x="1200150" y="48577"/>
                  </a:cubicBezTo>
                  <a:cubicBezTo>
                    <a:pt x="1172344" y="57844"/>
                    <a:pt x="1199194" y="49721"/>
                    <a:pt x="1157287" y="58102"/>
                  </a:cubicBezTo>
                  <a:cubicBezTo>
                    <a:pt x="1150869" y="59386"/>
                    <a:pt x="1144627" y="61444"/>
                    <a:pt x="1138237" y="62864"/>
                  </a:cubicBezTo>
                  <a:cubicBezTo>
                    <a:pt x="1083822" y="74956"/>
                    <a:pt x="1141834" y="60775"/>
                    <a:pt x="1095375" y="72389"/>
                  </a:cubicBezTo>
                  <a:cubicBezTo>
                    <a:pt x="1084396" y="70559"/>
                    <a:pt x="1064238" y="68727"/>
                    <a:pt x="1052512" y="62864"/>
                  </a:cubicBezTo>
                  <a:cubicBezTo>
                    <a:pt x="1047393" y="60304"/>
                    <a:pt x="1042987" y="56514"/>
                    <a:pt x="1038225" y="53339"/>
                  </a:cubicBezTo>
                  <a:cubicBezTo>
                    <a:pt x="1035050" y="48577"/>
                    <a:pt x="1033169" y="42628"/>
                    <a:pt x="1028700" y="39052"/>
                  </a:cubicBezTo>
                  <a:cubicBezTo>
                    <a:pt x="1024780" y="35916"/>
                    <a:pt x="1017962" y="37839"/>
                    <a:pt x="1014412" y="34289"/>
                  </a:cubicBezTo>
                  <a:cubicBezTo>
                    <a:pt x="989011" y="8888"/>
                    <a:pt x="1033465" y="27941"/>
                    <a:pt x="995362" y="15239"/>
                  </a:cubicBezTo>
                  <a:cubicBezTo>
                    <a:pt x="992187" y="10477"/>
                    <a:pt x="991390" y="2340"/>
                    <a:pt x="985837" y="952"/>
                  </a:cubicBezTo>
                  <a:cubicBezTo>
                    <a:pt x="964091" y="-4485"/>
                    <a:pt x="943815" y="14679"/>
                    <a:pt x="928687" y="24764"/>
                  </a:cubicBezTo>
                  <a:lnTo>
                    <a:pt x="914400" y="34289"/>
                  </a:lnTo>
                  <a:cubicBezTo>
                    <a:pt x="898525" y="58102"/>
                    <a:pt x="885825" y="58101"/>
                    <a:pt x="904875" y="77152"/>
                  </a:cubicBezTo>
                  <a:cubicBezTo>
                    <a:pt x="908922" y="81199"/>
                    <a:pt x="914400" y="83502"/>
                    <a:pt x="919162" y="86677"/>
                  </a:cubicBezTo>
                  <a:lnTo>
                    <a:pt x="938212" y="143827"/>
                  </a:lnTo>
                  <a:cubicBezTo>
                    <a:pt x="942085" y="155446"/>
                    <a:pt x="943270" y="163171"/>
                    <a:pt x="952500" y="172402"/>
                  </a:cubicBezTo>
                  <a:cubicBezTo>
                    <a:pt x="956547" y="176449"/>
                    <a:pt x="962025" y="178752"/>
                    <a:pt x="966787" y="181927"/>
                  </a:cubicBezTo>
                  <a:cubicBezTo>
                    <a:pt x="969962" y="186689"/>
                    <a:pt x="972265" y="192167"/>
                    <a:pt x="976312" y="196214"/>
                  </a:cubicBezTo>
                  <a:cubicBezTo>
                    <a:pt x="980360" y="200261"/>
                    <a:pt x="987024" y="201269"/>
                    <a:pt x="990600" y="205739"/>
                  </a:cubicBezTo>
                  <a:cubicBezTo>
                    <a:pt x="993736" y="209659"/>
                    <a:pt x="993775" y="215264"/>
                    <a:pt x="995362" y="220027"/>
                  </a:cubicBezTo>
                  <a:cubicBezTo>
                    <a:pt x="996950" y="253364"/>
                    <a:pt x="994155" y="287202"/>
                    <a:pt x="1000125" y="320039"/>
                  </a:cubicBezTo>
                  <a:cubicBezTo>
                    <a:pt x="1001023" y="324978"/>
                    <a:pt x="1009922" y="322557"/>
                    <a:pt x="1014412" y="324802"/>
                  </a:cubicBezTo>
                  <a:cubicBezTo>
                    <a:pt x="1019532" y="327362"/>
                    <a:pt x="1023469" y="332002"/>
                    <a:pt x="1028700" y="334327"/>
                  </a:cubicBezTo>
                  <a:cubicBezTo>
                    <a:pt x="1037875" y="338405"/>
                    <a:pt x="1057275" y="343852"/>
                    <a:pt x="1057275" y="343852"/>
                  </a:cubicBezTo>
                  <a:cubicBezTo>
                    <a:pt x="1060450" y="348614"/>
                    <a:pt x="1067923" y="352527"/>
                    <a:pt x="1066800" y="358139"/>
                  </a:cubicBezTo>
                  <a:cubicBezTo>
                    <a:pt x="1065214" y="366066"/>
                    <a:pt x="1043139" y="369697"/>
                    <a:pt x="1038225" y="372427"/>
                  </a:cubicBezTo>
                  <a:cubicBezTo>
                    <a:pt x="1028218" y="377987"/>
                    <a:pt x="1019175" y="385127"/>
                    <a:pt x="1009650" y="391477"/>
                  </a:cubicBezTo>
                  <a:lnTo>
                    <a:pt x="995362" y="401002"/>
                  </a:lnTo>
                  <a:cubicBezTo>
                    <a:pt x="985837" y="399414"/>
                    <a:pt x="976155" y="398581"/>
                    <a:pt x="966787" y="396239"/>
                  </a:cubicBezTo>
                  <a:cubicBezTo>
                    <a:pt x="957047" y="393804"/>
                    <a:pt x="938212" y="386714"/>
                    <a:pt x="938212" y="386714"/>
                  </a:cubicBezTo>
                  <a:cubicBezTo>
                    <a:pt x="920750" y="388302"/>
                    <a:pt x="903093" y="388430"/>
                    <a:pt x="885825" y="391477"/>
                  </a:cubicBezTo>
                  <a:cubicBezTo>
                    <a:pt x="875938" y="393222"/>
                    <a:pt x="866775" y="397827"/>
                    <a:pt x="857250" y="401002"/>
                  </a:cubicBezTo>
                  <a:lnTo>
                    <a:pt x="842962" y="405764"/>
                  </a:lnTo>
                  <a:cubicBezTo>
                    <a:pt x="826294" y="394651"/>
                    <a:pt x="817562" y="391476"/>
                    <a:pt x="809625" y="367664"/>
                  </a:cubicBezTo>
                  <a:lnTo>
                    <a:pt x="800100" y="339089"/>
                  </a:lnTo>
                  <a:lnTo>
                    <a:pt x="795337" y="324802"/>
                  </a:lnTo>
                  <a:cubicBezTo>
                    <a:pt x="793750" y="310514"/>
                    <a:pt x="795914" y="295286"/>
                    <a:pt x="790575" y="281939"/>
                  </a:cubicBezTo>
                  <a:cubicBezTo>
                    <a:pt x="788711" y="277278"/>
                    <a:pt x="780777" y="279422"/>
                    <a:pt x="776287" y="277177"/>
                  </a:cubicBezTo>
                  <a:cubicBezTo>
                    <a:pt x="771168" y="274617"/>
                    <a:pt x="767119" y="270212"/>
                    <a:pt x="762000" y="267652"/>
                  </a:cubicBezTo>
                  <a:cubicBezTo>
                    <a:pt x="757510" y="265407"/>
                    <a:pt x="752101" y="265327"/>
                    <a:pt x="747712" y="262889"/>
                  </a:cubicBezTo>
                  <a:cubicBezTo>
                    <a:pt x="698587" y="235597"/>
                    <a:pt x="737177" y="249852"/>
                    <a:pt x="704850" y="239077"/>
                  </a:cubicBezTo>
                  <a:cubicBezTo>
                    <a:pt x="695325" y="232727"/>
                    <a:pt x="687135" y="223647"/>
                    <a:pt x="676275" y="220027"/>
                  </a:cubicBezTo>
                  <a:cubicBezTo>
                    <a:pt x="671512" y="218439"/>
                    <a:pt x="666376" y="217702"/>
                    <a:pt x="661987" y="215264"/>
                  </a:cubicBezTo>
                  <a:cubicBezTo>
                    <a:pt x="651980" y="209705"/>
                    <a:pt x="644272" y="199834"/>
                    <a:pt x="633412" y="196214"/>
                  </a:cubicBezTo>
                  <a:lnTo>
                    <a:pt x="604837" y="186689"/>
                  </a:lnTo>
                  <a:cubicBezTo>
                    <a:pt x="595312" y="189864"/>
                    <a:pt x="581831" y="187860"/>
                    <a:pt x="576262" y="196214"/>
                  </a:cubicBezTo>
                  <a:cubicBezTo>
                    <a:pt x="569234" y="206757"/>
                    <a:pt x="563451" y="217455"/>
                    <a:pt x="552450" y="224789"/>
                  </a:cubicBezTo>
                  <a:cubicBezTo>
                    <a:pt x="548273" y="227574"/>
                    <a:pt x="542925" y="227964"/>
                    <a:pt x="538162" y="229552"/>
                  </a:cubicBezTo>
                  <a:cubicBezTo>
                    <a:pt x="539750" y="248602"/>
                    <a:pt x="539176" y="267957"/>
                    <a:pt x="542925" y="286702"/>
                  </a:cubicBezTo>
                  <a:cubicBezTo>
                    <a:pt x="545465" y="299401"/>
                    <a:pt x="557848" y="304164"/>
                    <a:pt x="566737" y="310514"/>
                  </a:cubicBezTo>
                  <a:cubicBezTo>
                    <a:pt x="576246" y="317307"/>
                    <a:pt x="606150" y="341115"/>
                    <a:pt x="614362" y="343852"/>
                  </a:cubicBezTo>
                  <a:lnTo>
                    <a:pt x="628650" y="348614"/>
                  </a:lnTo>
                  <a:cubicBezTo>
                    <a:pt x="638175" y="354964"/>
                    <a:pt x="663575" y="358139"/>
                    <a:pt x="657225" y="367664"/>
                  </a:cubicBezTo>
                  <a:cubicBezTo>
                    <a:pt x="654050" y="372427"/>
                    <a:pt x="652554" y="378918"/>
                    <a:pt x="647700" y="381952"/>
                  </a:cubicBezTo>
                  <a:cubicBezTo>
                    <a:pt x="639968" y="386784"/>
                    <a:pt x="611229" y="393451"/>
                    <a:pt x="600075" y="396239"/>
                  </a:cubicBezTo>
                  <a:cubicBezTo>
                    <a:pt x="595312" y="399414"/>
                    <a:pt x="591217" y="403954"/>
                    <a:pt x="585787" y="405764"/>
                  </a:cubicBezTo>
                  <a:cubicBezTo>
                    <a:pt x="576626" y="408818"/>
                    <a:pt x="566638" y="408432"/>
                    <a:pt x="557212" y="410527"/>
                  </a:cubicBezTo>
                  <a:cubicBezTo>
                    <a:pt x="552312" y="411616"/>
                    <a:pt x="547687" y="413702"/>
                    <a:pt x="542925" y="415289"/>
                  </a:cubicBezTo>
                  <a:cubicBezTo>
                    <a:pt x="538162" y="413702"/>
                    <a:pt x="532557" y="413663"/>
                    <a:pt x="528637" y="410527"/>
                  </a:cubicBezTo>
                  <a:cubicBezTo>
                    <a:pt x="497862" y="385907"/>
                    <a:pt x="540737" y="403447"/>
                    <a:pt x="504825" y="391477"/>
                  </a:cubicBezTo>
                  <a:cubicBezTo>
                    <a:pt x="493712" y="393064"/>
                    <a:pt x="482425" y="393715"/>
                    <a:pt x="471487" y="396239"/>
                  </a:cubicBezTo>
                  <a:cubicBezTo>
                    <a:pt x="461704" y="398497"/>
                    <a:pt x="442912" y="405764"/>
                    <a:pt x="442912" y="405764"/>
                  </a:cubicBezTo>
                  <a:lnTo>
                    <a:pt x="400050" y="434339"/>
                  </a:lnTo>
                  <a:lnTo>
                    <a:pt x="385762" y="443864"/>
                  </a:lnTo>
                  <a:cubicBezTo>
                    <a:pt x="382587" y="448627"/>
                    <a:pt x="381741" y="456579"/>
                    <a:pt x="376237" y="458152"/>
                  </a:cubicBezTo>
                  <a:cubicBezTo>
                    <a:pt x="358697" y="463163"/>
                    <a:pt x="350756" y="450173"/>
                    <a:pt x="338137" y="443864"/>
                  </a:cubicBezTo>
                  <a:cubicBezTo>
                    <a:pt x="333647" y="441619"/>
                    <a:pt x="328612" y="440689"/>
                    <a:pt x="323850" y="439102"/>
                  </a:cubicBezTo>
                  <a:cubicBezTo>
                    <a:pt x="317247" y="440422"/>
                    <a:pt x="293991" y="444049"/>
                    <a:pt x="285750" y="448627"/>
                  </a:cubicBezTo>
                  <a:cubicBezTo>
                    <a:pt x="275743" y="454187"/>
                    <a:pt x="266700" y="461327"/>
                    <a:pt x="257175" y="467677"/>
                  </a:cubicBezTo>
                  <a:lnTo>
                    <a:pt x="242887" y="477202"/>
                  </a:lnTo>
                  <a:lnTo>
                    <a:pt x="228600" y="486727"/>
                  </a:lnTo>
                  <a:cubicBezTo>
                    <a:pt x="180821" y="477170"/>
                    <a:pt x="222254" y="491295"/>
                    <a:pt x="195262" y="467677"/>
                  </a:cubicBezTo>
                  <a:cubicBezTo>
                    <a:pt x="186647" y="460139"/>
                    <a:pt x="166687" y="448627"/>
                    <a:pt x="166687" y="448627"/>
                  </a:cubicBezTo>
                  <a:cubicBezTo>
                    <a:pt x="135225" y="401432"/>
                    <a:pt x="192862" y="492631"/>
                    <a:pt x="152400" y="391477"/>
                  </a:cubicBezTo>
                  <a:cubicBezTo>
                    <a:pt x="150535" y="386816"/>
                    <a:pt x="143102" y="387268"/>
                    <a:pt x="138112" y="386714"/>
                  </a:cubicBezTo>
                  <a:cubicBezTo>
                    <a:pt x="114393" y="384079"/>
                    <a:pt x="90487" y="383539"/>
                    <a:pt x="66675" y="381952"/>
                  </a:cubicBezTo>
                  <a:cubicBezTo>
                    <a:pt x="52387" y="383539"/>
                    <a:pt x="37758" y="383228"/>
                    <a:pt x="23812" y="386714"/>
                  </a:cubicBezTo>
                  <a:cubicBezTo>
                    <a:pt x="5037" y="391408"/>
                    <a:pt x="7469" y="403810"/>
                    <a:pt x="4762" y="420052"/>
                  </a:cubicBezTo>
                  <a:cubicBezTo>
                    <a:pt x="2917" y="431124"/>
                    <a:pt x="1587" y="442277"/>
                    <a:pt x="0" y="453389"/>
                  </a:cubicBezTo>
                  <a:cubicBezTo>
                    <a:pt x="1587" y="459739"/>
                    <a:pt x="134" y="467811"/>
                    <a:pt x="4762" y="472439"/>
                  </a:cubicBezTo>
                  <a:cubicBezTo>
                    <a:pt x="9390" y="477067"/>
                    <a:pt x="17543" y="475321"/>
                    <a:pt x="23812" y="477202"/>
                  </a:cubicBezTo>
                  <a:cubicBezTo>
                    <a:pt x="81762" y="494588"/>
                    <a:pt x="27545" y="480517"/>
                    <a:pt x="71437" y="491489"/>
                  </a:cubicBezTo>
                  <a:cubicBezTo>
                    <a:pt x="73025" y="496252"/>
                    <a:pt x="73955" y="501287"/>
                    <a:pt x="76200" y="505777"/>
                  </a:cubicBezTo>
                  <a:cubicBezTo>
                    <a:pt x="78760" y="510896"/>
                    <a:pt x="83769" y="514685"/>
                    <a:pt x="85725" y="520064"/>
                  </a:cubicBezTo>
                  <a:cubicBezTo>
                    <a:pt x="90199" y="532367"/>
                    <a:pt x="91110" y="545745"/>
                    <a:pt x="95250" y="558164"/>
                  </a:cubicBezTo>
                  <a:cubicBezTo>
                    <a:pt x="98425" y="567689"/>
                    <a:pt x="94735" y="586739"/>
                    <a:pt x="104775" y="586739"/>
                  </a:cubicBezTo>
                  <a:lnTo>
                    <a:pt x="114300" y="586739"/>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0" name="자유형 116">
              <a:extLst>
                <a:ext uri="{FF2B5EF4-FFF2-40B4-BE49-F238E27FC236}">
                  <a16:creationId xmlns:a16="http://schemas.microsoft.com/office/drawing/2014/main" id="{1FBA1DFA-1374-403C-84CB-8AC858893DC5}"/>
                </a:ext>
              </a:extLst>
            </p:cNvPr>
            <p:cNvSpPr/>
            <p:nvPr/>
          </p:nvSpPr>
          <p:spPr>
            <a:xfrm>
              <a:off x="2013999" y="4801616"/>
              <a:ext cx="267920" cy="408578"/>
            </a:xfrm>
            <a:custGeom>
              <a:avLst/>
              <a:gdLst>
                <a:gd name="connsiteX0" fmla="*/ 0 w 381000"/>
                <a:gd name="connsiteY0" fmla="*/ 0 h 581025"/>
                <a:gd name="connsiteX1" fmla="*/ 23813 w 381000"/>
                <a:gd name="connsiteY1" fmla="*/ 4762 h 581025"/>
                <a:gd name="connsiteX2" fmla="*/ 38100 w 381000"/>
                <a:gd name="connsiteY2" fmla="*/ 19050 h 581025"/>
                <a:gd name="connsiteX3" fmla="*/ 80963 w 381000"/>
                <a:gd name="connsiteY3" fmla="*/ 42862 h 581025"/>
                <a:gd name="connsiteX4" fmla="*/ 109538 w 381000"/>
                <a:gd name="connsiteY4" fmla="*/ 57150 h 581025"/>
                <a:gd name="connsiteX5" fmla="*/ 138113 w 381000"/>
                <a:gd name="connsiteY5" fmla="*/ 71437 h 581025"/>
                <a:gd name="connsiteX6" fmla="*/ 147638 w 381000"/>
                <a:gd name="connsiteY6" fmla="*/ 85725 h 581025"/>
                <a:gd name="connsiteX7" fmla="*/ 142875 w 381000"/>
                <a:gd name="connsiteY7" fmla="*/ 100012 h 581025"/>
                <a:gd name="connsiteX8" fmla="*/ 114300 w 381000"/>
                <a:gd name="connsiteY8" fmla="*/ 128587 h 581025"/>
                <a:gd name="connsiteX9" fmla="*/ 104775 w 381000"/>
                <a:gd name="connsiteY9" fmla="*/ 142875 h 581025"/>
                <a:gd name="connsiteX10" fmla="*/ 90488 w 381000"/>
                <a:gd name="connsiteY10" fmla="*/ 147637 h 581025"/>
                <a:gd name="connsiteX11" fmla="*/ 85725 w 381000"/>
                <a:gd name="connsiteY11" fmla="*/ 161925 h 581025"/>
                <a:gd name="connsiteX12" fmla="*/ 71438 w 381000"/>
                <a:gd name="connsiteY12" fmla="*/ 171450 h 581025"/>
                <a:gd name="connsiteX13" fmla="*/ 61913 w 381000"/>
                <a:gd name="connsiteY13" fmla="*/ 200025 h 581025"/>
                <a:gd name="connsiteX14" fmla="*/ 76200 w 381000"/>
                <a:gd name="connsiteY14" fmla="*/ 204787 h 581025"/>
                <a:gd name="connsiteX15" fmla="*/ 104775 w 381000"/>
                <a:gd name="connsiteY15" fmla="*/ 223837 h 581025"/>
                <a:gd name="connsiteX16" fmla="*/ 109538 w 381000"/>
                <a:gd name="connsiteY16" fmla="*/ 238125 h 581025"/>
                <a:gd name="connsiteX17" fmla="*/ 100013 w 381000"/>
                <a:gd name="connsiteY17" fmla="*/ 290512 h 581025"/>
                <a:gd name="connsiteX18" fmla="*/ 95250 w 381000"/>
                <a:gd name="connsiteY18" fmla="*/ 314325 h 581025"/>
                <a:gd name="connsiteX19" fmla="*/ 85725 w 381000"/>
                <a:gd name="connsiteY19" fmla="*/ 342900 h 581025"/>
                <a:gd name="connsiteX20" fmla="*/ 90488 w 381000"/>
                <a:gd name="connsiteY20" fmla="*/ 390525 h 581025"/>
                <a:gd name="connsiteX21" fmla="*/ 95250 w 381000"/>
                <a:gd name="connsiteY21" fmla="*/ 404812 h 581025"/>
                <a:gd name="connsiteX22" fmla="*/ 114300 w 381000"/>
                <a:gd name="connsiteY22" fmla="*/ 400050 h 581025"/>
                <a:gd name="connsiteX23" fmla="*/ 157163 w 381000"/>
                <a:gd name="connsiteY23" fmla="*/ 390525 h 581025"/>
                <a:gd name="connsiteX24" fmla="*/ 171450 w 381000"/>
                <a:gd name="connsiteY24" fmla="*/ 385762 h 581025"/>
                <a:gd name="connsiteX25" fmla="*/ 185738 w 381000"/>
                <a:gd name="connsiteY25" fmla="*/ 376237 h 581025"/>
                <a:gd name="connsiteX26" fmla="*/ 204788 w 381000"/>
                <a:gd name="connsiteY26" fmla="*/ 371475 h 581025"/>
                <a:gd name="connsiteX27" fmla="*/ 247650 w 381000"/>
                <a:gd name="connsiteY27" fmla="*/ 352425 h 581025"/>
                <a:gd name="connsiteX28" fmla="*/ 271463 w 381000"/>
                <a:gd name="connsiteY28" fmla="*/ 347662 h 581025"/>
                <a:gd name="connsiteX29" fmla="*/ 285750 w 381000"/>
                <a:gd name="connsiteY29" fmla="*/ 342900 h 581025"/>
                <a:gd name="connsiteX30" fmla="*/ 309563 w 381000"/>
                <a:gd name="connsiteY30" fmla="*/ 371475 h 581025"/>
                <a:gd name="connsiteX31" fmla="*/ 314325 w 381000"/>
                <a:gd name="connsiteY31" fmla="*/ 385762 h 581025"/>
                <a:gd name="connsiteX32" fmla="*/ 323850 w 381000"/>
                <a:gd name="connsiteY32" fmla="*/ 400050 h 581025"/>
                <a:gd name="connsiteX33" fmla="*/ 338138 w 381000"/>
                <a:gd name="connsiteY33" fmla="*/ 428625 h 581025"/>
                <a:gd name="connsiteX34" fmla="*/ 352425 w 381000"/>
                <a:gd name="connsiteY34" fmla="*/ 438150 h 581025"/>
                <a:gd name="connsiteX35" fmla="*/ 381000 w 381000"/>
                <a:gd name="connsiteY35" fmla="*/ 461962 h 581025"/>
                <a:gd name="connsiteX36" fmla="*/ 376238 w 381000"/>
                <a:gd name="connsiteY36" fmla="*/ 557212 h 581025"/>
                <a:gd name="connsiteX37" fmla="*/ 371475 w 381000"/>
                <a:gd name="connsiteY37" fmla="*/ 581025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1000" h="581025">
                  <a:moveTo>
                    <a:pt x="0" y="0"/>
                  </a:moveTo>
                  <a:cubicBezTo>
                    <a:pt x="7938" y="1587"/>
                    <a:pt x="16573" y="1142"/>
                    <a:pt x="23813" y="4762"/>
                  </a:cubicBezTo>
                  <a:cubicBezTo>
                    <a:pt x="29837" y="7774"/>
                    <a:pt x="32784" y="14915"/>
                    <a:pt x="38100" y="19050"/>
                  </a:cubicBezTo>
                  <a:cubicBezTo>
                    <a:pt x="62664" y="38156"/>
                    <a:pt x="59406" y="35677"/>
                    <a:pt x="80963" y="42862"/>
                  </a:cubicBezTo>
                  <a:cubicBezTo>
                    <a:pt x="121906" y="70158"/>
                    <a:pt x="70104" y="37432"/>
                    <a:pt x="109538" y="57150"/>
                  </a:cubicBezTo>
                  <a:cubicBezTo>
                    <a:pt x="146460" y="75611"/>
                    <a:pt x="102206" y="59470"/>
                    <a:pt x="138113" y="71437"/>
                  </a:cubicBezTo>
                  <a:cubicBezTo>
                    <a:pt x="141288" y="76200"/>
                    <a:pt x="146697" y="80079"/>
                    <a:pt x="147638" y="85725"/>
                  </a:cubicBezTo>
                  <a:cubicBezTo>
                    <a:pt x="148463" y="90677"/>
                    <a:pt x="145957" y="96049"/>
                    <a:pt x="142875" y="100012"/>
                  </a:cubicBezTo>
                  <a:cubicBezTo>
                    <a:pt x="134605" y="110645"/>
                    <a:pt x="121772" y="117379"/>
                    <a:pt x="114300" y="128587"/>
                  </a:cubicBezTo>
                  <a:cubicBezTo>
                    <a:pt x="111125" y="133350"/>
                    <a:pt x="109245" y="139299"/>
                    <a:pt x="104775" y="142875"/>
                  </a:cubicBezTo>
                  <a:cubicBezTo>
                    <a:pt x="100855" y="146011"/>
                    <a:pt x="95250" y="146050"/>
                    <a:pt x="90488" y="147637"/>
                  </a:cubicBezTo>
                  <a:cubicBezTo>
                    <a:pt x="88900" y="152400"/>
                    <a:pt x="88861" y="158005"/>
                    <a:pt x="85725" y="161925"/>
                  </a:cubicBezTo>
                  <a:cubicBezTo>
                    <a:pt x="82149" y="166394"/>
                    <a:pt x="74471" y="166596"/>
                    <a:pt x="71438" y="171450"/>
                  </a:cubicBezTo>
                  <a:cubicBezTo>
                    <a:pt x="66117" y="179964"/>
                    <a:pt x="61913" y="200025"/>
                    <a:pt x="61913" y="200025"/>
                  </a:cubicBezTo>
                  <a:cubicBezTo>
                    <a:pt x="66675" y="201612"/>
                    <a:pt x="71812" y="202349"/>
                    <a:pt x="76200" y="204787"/>
                  </a:cubicBezTo>
                  <a:cubicBezTo>
                    <a:pt x="86207" y="210346"/>
                    <a:pt x="104775" y="223837"/>
                    <a:pt x="104775" y="223837"/>
                  </a:cubicBezTo>
                  <a:cubicBezTo>
                    <a:pt x="106363" y="228600"/>
                    <a:pt x="109538" y="233105"/>
                    <a:pt x="109538" y="238125"/>
                  </a:cubicBezTo>
                  <a:cubicBezTo>
                    <a:pt x="109538" y="258755"/>
                    <a:pt x="104180" y="271760"/>
                    <a:pt x="100013" y="290512"/>
                  </a:cubicBezTo>
                  <a:cubicBezTo>
                    <a:pt x="98257" y="298414"/>
                    <a:pt x="97380" y="306515"/>
                    <a:pt x="95250" y="314325"/>
                  </a:cubicBezTo>
                  <a:cubicBezTo>
                    <a:pt x="92608" y="324011"/>
                    <a:pt x="85725" y="342900"/>
                    <a:pt x="85725" y="342900"/>
                  </a:cubicBezTo>
                  <a:cubicBezTo>
                    <a:pt x="87313" y="358775"/>
                    <a:pt x="88062" y="374756"/>
                    <a:pt x="90488" y="390525"/>
                  </a:cubicBezTo>
                  <a:cubicBezTo>
                    <a:pt x="91251" y="395487"/>
                    <a:pt x="90589" y="402948"/>
                    <a:pt x="95250" y="404812"/>
                  </a:cubicBezTo>
                  <a:cubicBezTo>
                    <a:pt x="101327" y="407243"/>
                    <a:pt x="108006" y="401848"/>
                    <a:pt x="114300" y="400050"/>
                  </a:cubicBezTo>
                  <a:cubicBezTo>
                    <a:pt x="147133" y="390669"/>
                    <a:pt x="105586" y="399120"/>
                    <a:pt x="157163" y="390525"/>
                  </a:cubicBezTo>
                  <a:cubicBezTo>
                    <a:pt x="161925" y="388937"/>
                    <a:pt x="166960" y="388007"/>
                    <a:pt x="171450" y="385762"/>
                  </a:cubicBezTo>
                  <a:cubicBezTo>
                    <a:pt x="176570" y="383202"/>
                    <a:pt x="180477" y="378492"/>
                    <a:pt x="185738" y="376237"/>
                  </a:cubicBezTo>
                  <a:cubicBezTo>
                    <a:pt x="191754" y="373659"/>
                    <a:pt x="198438" y="373062"/>
                    <a:pt x="204788" y="371475"/>
                  </a:cubicBezTo>
                  <a:cubicBezTo>
                    <a:pt x="218859" y="364439"/>
                    <a:pt x="232449" y="356986"/>
                    <a:pt x="247650" y="352425"/>
                  </a:cubicBezTo>
                  <a:cubicBezTo>
                    <a:pt x="255403" y="350099"/>
                    <a:pt x="263610" y="349625"/>
                    <a:pt x="271463" y="347662"/>
                  </a:cubicBezTo>
                  <a:cubicBezTo>
                    <a:pt x="276333" y="346444"/>
                    <a:pt x="280988" y="344487"/>
                    <a:pt x="285750" y="342900"/>
                  </a:cubicBezTo>
                  <a:cubicBezTo>
                    <a:pt x="296285" y="353434"/>
                    <a:pt x="302932" y="358212"/>
                    <a:pt x="309563" y="371475"/>
                  </a:cubicBezTo>
                  <a:cubicBezTo>
                    <a:pt x="311808" y="375965"/>
                    <a:pt x="312080" y="381272"/>
                    <a:pt x="314325" y="385762"/>
                  </a:cubicBezTo>
                  <a:cubicBezTo>
                    <a:pt x="316885" y="390882"/>
                    <a:pt x="321290" y="394930"/>
                    <a:pt x="323850" y="400050"/>
                  </a:cubicBezTo>
                  <a:cubicBezTo>
                    <a:pt x="331596" y="415542"/>
                    <a:pt x="324491" y="414977"/>
                    <a:pt x="338138" y="428625"/>
                  </a:cubicBezTo>
                  <a:cubicBezTo>
                    <a:pt x="342185" y="432672"/>
                    <a:pt x="348028" y="434486"/>
                    <a:pt x="352425" y="438150"/>
                  </a:cubicBezTo>
                  <a:cubicBezTo>
                    <a:pt x="389094" y="468707"/>
                    <a:pt x="345528" y="438313"/>
                    <a:pt x="381000" y="461962"/>
                  </a:cubicBezTo>
                  <a:cubicBezTo>
                    <a:pt x="379413" y="493712"/>
                    <a:pt x="378773" y="525524"/>
                    <a:pt x="376238" y="557212"/>
                  </a:cubicBezTo>
                  <a:cubicBezTo>
                    <a:pt x="375592" y="565281"/>
                    <a:pt x="371475" y="581025"/>
                    <a:pt x="371475" y="58102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2" name="자유형: 도형 31">
            <a:extLst>
              <a:ext uri="{FF2B5EF4-FFF2-40B4-BE49-F238E27FC236}">
                <a16:creationId xmlns:a16="http://schemas.microsoft.com/office/drawing/2014/main" id="{7571BD42-2F47-406D-A85C-0EE6FE36462D}"/>
              </a:ext>
            </a:extLst>
          </p:cNvPr>
          <p:cNvSpPr/>
          <p:nvPr/>
        </p:nvSpPr>
        <p:spPr>
          <a:xfrm>
            <a:off x="3923940" y="8387308"/>
            <a:ext cx="1493549" cy="438926"/>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7"/>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33" name="Rectangle 31">
            <a:extLst>
              <a:ext uri="{FF2B5EF4-FFF2-40B4-BE49-F238E27FC236}">
                <a16:creationId xmlns:a16="http://schemas.microsoft.com/office/drawing/2014/main" id="{A4D8C892-6E2A-44E8-8A7D-FE65DD9F5CDF}"/>
              </a:ext>
            </a:extLst>
          </p:cNvPr>
          <p:cNvSpPr/>
          <p:nvPr/>
        </p:nvSpPr>
        <p:spPr>
          <a:xfrm flipH="1">
            <a:off x="4545258" y="6709929"/>
            <a:ext cx="343356" cy="254856"/>
          </a:xfrm>
          <a:prstGeom prst="rect">
            <a:avLst/>
          </a:prstGeom>
          <a:solidFill>
            <a:srgbClr val="00B050"/>
          </a:solidFill>
          <a:ln>
            <a:no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아래쪽 화살표 100">
            <a:extLst>
              <a:ext uri="{FF2B5EF4-FFF2-40B4-BE49-F238E27FC236}">
                <a16:creationId xmlns:a16="http://schemas.microsoft.com/office/drawing/2014/main" id="{F53D9548-9C85-4C95-8BF9-E3BF4F3CC144}"/>
              </a:ext>
            </a:extLst>
          </p:cNvPr>
          <p:cNvSpPr/>
          <p:nvPr/>
        </p:nvSpPr>
        <p:spPr>
          <a:xfrm>
            <a:off x="4671489" y="6766046"/>
            <a:ext cx="105935" cy="155330"/>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Rectangle 31">
            <a:extLst>
              <a:ext uri="{FF2B5EF4-FFF2-40B4-BE49-F238E27FC236}">
                <a16:creationId xmlns:a16="http://schemas.microsoft.com/office/drawing/2014/main" id="{D5D82701-C23D-41EE-ACF8-4881BD8B2EE2}"/>
              </a:ext>
            </a:extLst>
          </p:cNvPr>
          <p:cNvSpPr/>
          <p:nvPr/>
        </p:nvSpPr>
        <p:spPr>
          <a:xfrm flipH="1">
            <a:off x="6281719" y="6706012"/>
            <a:ext cx="343356" cy="254856"/>
          </a:xfrm>
          <a:prstGeom prst="rect">
            <a:avLst/>
          </a:prstGeom>
          <a:solidFill>
            <a:srgbClr val="00B050"/>
          </a:solidFill>
          <a:ln>
            <a:no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아래쪽 화살표 100">
            <a:extLst>
              <a:ext uri="{FF2B5EF4-FFF2-40B4-BE49-F238E27FC236}">
                <a16:creationId xmlns:a16="http://schemas.microsoft.com/office/drawing/2014/main" id="{37A5C3F4-9639-42D5-9EE3-20A936691C7C}"/>
              </a:ext>
            </a:extLst>
          </p:cNvPr>
          <p:cNvSpPr/>
          <p:nvPr/>
        </p:nvSpPr>
        <p:spPr>
          <a:xfrm>
            <a:off x="6407950" y="6762129"/>
            <a:ext cx="105935" cy="155330"/>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Rectangle 31">
            <a:extLst>
              <a:ext uri="{FF2B5EF4-FFF2-40B4-BE49-F238E27FC236}">
                <a16:creationId xmlns:a16="http://schemas.microsoft.com/office/drawing/2014/main" id="{C5A4419A-B712-4371-8260-5F0F2E308865}"/>
              </a:ext>
            </a:extLst>
          </p:cNvPr>
          <p:cNvSpPr/>
          <p:nvPr/>
        </p:nvSpPr>
        <p:spPr>
          <a:xfrm flipH="1">
            <a:off x="8020670" y="6705960"/>
            <a:ext cx="343356" cy="254856"/>
          </a:xfrm>
          <a:prstGeom prst="rect">
            <a:avLst/>
          </a:prstGeom>
          <a:solidFill>
            <a:srgbClr val="00B050"/>
          </a:solidFill>
          <a:ln>
            <a:no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아래쪽 화살표 100">
            <a:extLst>
              <a:ext uri="{FF2B5EF4-FFF2-40B4-BE49-F238E27FC236}">
                <a16:creationId xmlns:a16="http://schemas.microsoft.com/office/drawing/2014/main" id="{E9B23431-502E-4775-88A7-F0C0F93A3B54}"/>
              </a:ext>
            </a:extLst>
          </p:cNvPr>
          <p:cNvSpPr/>
          <p:nvPr/>
        </p:nvSpPr>
        <p:spPr>
          <a:xfrm>
            <a:off x="8146901" y="6762077"/>
            <a:ext cx="105935" cy="155330"/>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3EDB7E75-FAC8-4304-A7A6-CF80FF5C5184}"/>
              </a:ext>
            </a:extLst>
          </p:cNvPr>
          <p:cNvSpPr/>
          <p:nvPr/>
        </p:nvSpPr>
        <p:spPr>
          <a:xfrm>
            <a:off x="4064363" y="6961991"/>
            <a:ext cx="902283" cy="86258"/>
          </a:xfrm>
          <a:prstGeom prst="rect">
            <a:avLst/>
          </a:prstGeom>
          <a:blipFill>
            <a:blip r:embed="rId3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0" name="직선 화살표 연결선 39">
            <a:extLst>
              <a:ext uri="{FF2B5EF4-FFF2-40B4-BE49-F238E27FC236}">
                <a16:creationId xmlns:a16="http://schemas.microsoft.com/office/drawing/2014/main" id="{6F73EECD-A78A-4EA2-B8F2-E2F5D97DA2EB}"/>
              </a:ext>
            </a:extLst>
          </p:cNvPr>
          <p:cNvCxnSpPr>
            <a:cxnSpLocks/>
          </p:cNvCxnSpPr>
          <p:nvPr/>
        </p:nvCxnSpPr>
        <p:spPr>
          <a:xfrm>
            <a:off x="3837011" y="6367437"/>
            <a:ext cx="504545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직사각형 40">
            <a:extLst>
              <a:ext uri="{FF2B5EF4-FFF2-40B4-BE49-F238E27FC236}">
                <a16:creationId xmlns:a16="http://schemas.microsoft.com/office/drawing/2014/main" id="{DE53C042-B2B7-4EFD-A0EF-F9C2B493AAAC}"/>
              </a:ext>
            </a:extLst>
          </p:cNvPr>
          <p:cNvSpPr/>
          <p:nvPr/>
        </p:nvSpPr>
        <p:spPr>
          <a:xfrm>
            <a:off x="5903792" y="6066737"/>
            <a:ext cx="1053228" cy="320155"/>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Time</a:t>
            </a:r>
            <a:endParaRPr lang="ko-KR" altLang="en-US" sz="1200" dirty="0">
              <a:latin typeface="Helvetica" panose="020B0604020202020204" pitchFamily="34" charset="0"/>
              <a:cs typeface="Helvetica" panose="020B0604020202020204" pitchFamily="34" charset="0"/>
            </a:endParaRPr>
          </a:p>
        </p:txBody>
      </p:sp>
      <p:sp>
        <p:nvSpPr>
          <p:cNvPr id="42" name="오른쪽 화살표 90">
            <a:extLst>
              <a:ext uri="{FF2B5EF4-FFF2-40B4-BE49-F238E27FC236}">
                <a16:creationId xmlns:a16="http://schemas.microsoft.com/office/drawing/2014/main" id="{7BC81DBC-71C2-4D48-8881-E524CA65E93F}"/>
              </a:ext>
            </a:extLst>
          </p:cNvPr>
          <p:cNvSpPr/>
          <p:nvPr/>
        </p:nvSpPr>
        <p:spPr>
          <a:xfrm>
            <a:off x="5799361" y="6927452"/>
            <a:ext cx="168927" cy="157269"/>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3" name="직사각형 42">
                <a:extLst>
                  <a:ext uri="{FF2B5EF4-FFF2-40B4-BE49-F238E27FC236}">
                    <a16:creationId xmlns:a16="http://schemas.microsoft.com/office/drawing/2014/main" id="{A70864F2-094A-4EFC-84DF-B634F75C304F}"/>
                  </a:ext>
                </a:extLst>
              </p:cNvPr>
              <p:cNvSpPr/>
              <p:nvPr/>
            </p:nvSpPr>
            <p:spPr>
              <a:xfrm>
                <a:off x="5709450" y="7023236"/>
                <a:ext cx="40094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1200" dirty="0"/>
              </a:p>
            </p:txBody>
          </p:sp>
        </mc:Choice>
        <mc:Fallback xmlns="">
          <p:sp>
            <p:nvSpPr>
              <p:cNvPr id="43" name="직사각형 42">
                <a:extLst>
                  <a:ext uri="{FF2B5EF4-FFF2-40B4-BE49-F238E27FC236}">
                    <a16:creationId xmlns:a16="http://schemas.microsoft.com/office/drawing/2014/main" id="{A70864F2-094A-4EFC-84DF-B634F75C304F}"/>
                  </a:ext>
                </a:extLst>
              </p:cNvPr>
              <p:cNvSpPr>
                <a:spLocks noRot="1" noChangeAspect="1" noMove="1" noResize="1" noEditPoints="1" noAdjustHandles="1" noChangeArrowheads="1" noChangeShapeType="1" noTextEdit="1"/>
              </p:cNvSpPr>
              <p:nvPr/>
            </p:nvSpPr>
            <p:spPr>
              <a:xfrm>
                <a:off x="5709450" y="7023236"/>
                <a:ext cx="400944" cy="276999"/>
              </a:xfrm>
              <a:prstGeom prst="rect">
                <a:avLst/>
              </a:prstGeom>
              <a:blipFill>
                <a:blip r:embed="rId33"/>
                <a:stretch>
                  <a:fillRect/>
                </a:stretch>
              </a:blipFill>
            </p:spPr>
            <p:txBody>
              <a:bodyPr/>
              <a:lstStyle/>
              <a:p>
                <a:r>
                  <a:rPr lang="ko-KR" altLang="en-US">
                    <a:noFill/>
                  </a:rPr>
                  <a:t> </a:t>
                </a:r>
              </a:p>
            </p:txBody>
          </p:sp>
        </mc:Fallback>
      </mc:AlternateContent>
      <p:sp>
        <p:nvSpPr>
          <p:cNvPr id="44" name="오른쪽 화살표 90">
            <a:extLst>
              <a:ext uri="{FF2B5EF4-FFF2-40B4-BE49-F238E27FC236}">
                <a16:creationId xmlns:a16="http://schemas.microsoft.com/office/drawing/2014/main" id="{8B15A519-5192-4099-A3B3-747FF41022E4}"/>
              </a:ext>
            </a:extLst>
          </p:cNvPr>
          <p:cNvSpPr/>
          <p:nvPr/>
        </p:nvSpPr>
        <p:spPr>
          <a:xfrm>
            <a:off x="7563649" y="6933094"/>
            <a:ext cx="326715" cy="157269"/>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5" name="직사각형 44">
                <a:extLst>
                  <a:ext uri="{FF2B5EF4-FFF2-40B4-BE49-F238E27FC236}">
                    <a16:creationId xmlns:a16="http://schemas.microsoft.com/office/drawing/2014/main" id="{F2D3CFF6-F794-444B-BB4C-DCA299E160DC}"/>
                  </a:ext>
                </a:extLst>
              </p:cNvPr>
              <p:cNvSpPr/>
              <p:nvPr/>
            </p:nvSpPr>
            <p:spPr>
              <a:xfrm>
                <a:off x="7482344" y="7011887"/>
                <a:ext cx="48590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b="0" i="1">
                          <a:solidFill>
                            <a:prstClr val="black"/>
                          </a:solidFill>
                          <a:latin typeface="Cambria Math" panose="02040503050406030204" pitchFamily="18" charset="0"/>
                          <a:cs typeface="Times New Roman" panose="02020603050405020304" pitchFamily="18" charset="0"/>
                        </a:rPr>
                        <m:t>2</m:t>
                      </m:r>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1200" dirty="0"/>
              </a:p>
            </p:txBody>
          </p:sp>
        </mc:Choice>
        <mc:Fallback xmlns="">
          <p:sp>
            <p:nvSpPr>
              <p:cNvPr id="45" name="직사각형 44">
                <a:extLst>
                  <a:ext uri="{FF2B5EF4-FFF2-40B4-BE49-F238E27FC236}">
                    <a16:creationId xmlns:a16="http://schemas.microsoft.com/office/drawing/2014/main" id="{F2D3CFF6-F794-444B-BB4C-DCA299E160DC}"/>
                  </a:ext>
                </a:extLst>
              </p:cNvPr>
              <p:cNvSpPr>
                <a:spLocks noRot="1" noChangeAspect="1" noMove="1" noResize="1" noEditPoints="1" noAdjustHandles="1" noChangeArrowheads="1" noChangeShapeType="1" noTextEdit="1"/>
              </p:cNvSpPr>
              <p:nvPr/>
            </p:nvSpPr>
            <p:spPr>
              <a:xfrm>
                <a:off x="7482344" y="7011887"/>
                <a:ext cx="485902" cy="276999"/>
              </a:xfrm>
              <a:prstGeom prst="rect">
                <a:avLst/>
              </a:prstGeom>
              <a:blipFill>
                <a:blip r:embed="rId3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E594778-F4CB-4946-8D6F-70DDB8750428}"/>
                  </a:ext>
                </a:extLst>
              </p:cNvPr>
              <p:cNvSpPr txBox="1"/>
              <p:nvPr/>
            </p:nvSpPr>
            <p:spPr>
              <a:xfrm>
                <a:off x="514967" y="7318099"/>
                <a:ext cx="551329"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solidFill>
                            <a:prstClr val="black"/>
                          </a:solidFill>
                          <a:latin typeface="Cambria Math" panose="02040503050406030204" pitchFamily="18" charset="0"/>
                          <a:cs typeface="Times New Roman" panose="02020603050405020304" pitchFamily="18" charset="0"/>
                        </a:rPr>
                        <m:t>𝐹𝑆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1200" dirty="0">
                  <a:solidFill>
                    <a:prstClr val="black"/>
                  </a:solidFill>
                  <a:latin typeface="helvetica" panose="020B0604020202020204" pitchFamily="34" charset="0"/>
                  <a:cs typeface="helvetica" panose="020B0604020202020204" pitchFamily="34" charset="0"/>
                </a:endParaRPr>
              </a:p>
            </p:txBody>
          </p:sp>
        </mc:Choice>
        <mc:Fallback xmlns="">
          <p:sp>
            <p:nvSpPr>
              <p:cNvPr id="46" name="TextBox 45">
                <a:extLst>
                  <a:ext uri="{FF2B5EF4-FFF2-40B4-BE49-F238E27FC236}">
                    <a16:creationId xmlns:a16="http://schemas.microsoft.com/office/drawing/2014/main" id="{4E594778-F4CB-4946-8D6F-70DDB8750428}"/>
                  </a:ext>
                </a:extLst>
              </p:cNvPr>
              <p:cNvSpPr txBox="1">
                <a:spLocks noRot="1" noChangeAspect="1" noMove="1" noResize="1" noEditPoints="1" noAdjustHandles="1" noChangeArrowheads="1" noChangeShapeType="1" noTextEdit="1"/>
              </p:cNvSpPr>
              <p:nvPr/>
            </p:nvSpPr>
            <p:spPr>
              <a:xfrm>
                <a:off x="514967" y="7318099"/>
                <a:ext cx="551329" cy="276999"/>
              </a:xfrm>
              <a:prstGeom prst="rect">
                <a:avLst/>
              </a:prstGeom>
              <a:blipFill>
                <a:blip r:embed="rId35"/>
                <a:stretch>
                  <a:fillRect l="-10989" r="-7692" b="-8696"/>
                </a:stretch>
              </a:blipFill>
            </p:spPr>
            <p:txBody>
              <a:bodyPr/>
              <a:lstStyle/>
              <a:p>
                <a:r>
                  <a:rPr lang="ko-KR" altLang="en-US">
                    <a:noFill/>
                  </a:rPr>
                  <a:t> </a:t>
                </a:r>
              </a:p>
            </p:txBody>
          </p:sp>
        </mc:Fallback>
      </mc:AlternateContent>
      <p:sp>
        <p:nvSpPr>
          <p:cNvPr id="47" name="자유형 88">
            <a:extLst>
              <a:ext uri="{FF2B5EF4-FFF2-40B4-BE49-F238E27FC236}">
                <a16:creationId xmlns:a16="http://schemas.microsoft.com/office/drawing/2014/main" id="{07FA0B80-4591-4CEF-927F-6D3C080D38A8}"/>
              </a:ext>
            </a:extLst>
          </p:cNvPr>
          <p:cNvSpPr/>
          <p:nvPr/>
        </p:nvSpPr>
        <p:spPr>
          <a:xfrm rot="10800000">
            <a:off x="1357647" y="6399653"/>
            <a:ext cx="805895" cy="105515"/>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8" name="연결선: 구부러짐 47">
            <a:extLst>
              <a:ext uri="{FF2B5EF4-FFF2-40B4-BE49-F238E27FC236}">
                <a16:creationId xmlns:a16="http://schemas.microsoft.com/office/drawing/2014/main" id="{F2D1A8B8-670E-4449-8AC4-A5FDA23EF020}"/>
              </a:ext>
            </a:extLst>
          </p:cNvPr>
          <p:cNvCxnSpPr>
            <a:cxnSpLocks/>
            <a:stCxn id="47" idx="47"/>
            <a:endCxn id="46" idx="0"/>
          </p:cNvCxnSpPr>
          <p:nvPr/>
        </p:nvCxnSpPr>
        <p:spPr>
          <a:xfrm rot="10800000" flipV="1">
            <a:off x="790633" y="6447397"/>
            <a:ext cx="567015" cy="870701"/>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연결선: 구부러짐 48">
            <a:extLst>
              <a:ext uri="{FF2B5EF4-FFF2-40B4-BE49-F238E27FC236}">
                <a16:creationId xmlns:a16="http://schemas.microsoft.com/office/drawing/2014/main" id="{DB09ED1F-62A6-48AC-A91E-4ACC80211494}"/>
              </a:ext>
            </a:extLst>
          </p:cNvPr>
          <p:cNvCxnSpPr>
            <a:cxnSpLocks/>
            <a:stCxn id="13" idx="47"/>
            <a:endCxn id="46" idx="2"/>
          </p:cNvCxnSpPr>
          <p:nvPr/>
        </p:nvCxnSpPr>
        <p:spPr>
          <a:xfrm rot="10800000">
            <a:off x="790632" y="7595098"/>
            <a:ext cx="587232" cy="847690"/>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1DC7E42E-1912-4EEE-850C-8632BE8914E2}"/>
              </a:ext>
            </a:extLst>
          </p:cNvPr>
          <p:cNvCxnSpPr>
            <a:stCxn id="414" idx="47"/>
            <a:endCxn id="8" idx="3"/>
          </p:cNvCxnSpPr>
          <p:nvPr/>
        </p:nvCxnSpPr>
        <p:spPr>
          <a:xfrm flipH="1" flipV="1">
            <a:off x="918652" y="8927846"/>
            <a:ext cx="212008" cy="48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A63140A4-BFF8-466C-A676-83C1E0C2B173}"/>
              </a:ext>
            </a:extLst>
          </p:cNvPr>
          <p:cNvCxnSpPr>
            <a:cxnSpLocks/>
          </p:cNvCxnSpPr>
          <p:nvPr/>
        </p:nvCxnSpPr>
        <p:spPr>
          <a:xfrm>
            <a:off x="4062230" y="6666031"/>
            <a:ext cx="0" cy="298956"/>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2" name="직사각형 51">
                <a:extLst>
                  <a:ext uri="{FF2B5EF4-FFF2-40B4-BE49-F238E27FC236}">
                    <a16:creationId xmlns:a16="http://schemas.microsoft.com/office/drawing/2014/main" id="{8B29AD24-8833-4035-955E-4353CBFE9ACE}"/>
                  </a:ext>
                </a:extLst>
              </p:cNvPr>
              <p:cNvSpPr/>
              <p:nvPr/>
            </p:nvSpPr>
            <p:spPr>
              <a:xfrm>
                <a:off x="3786211" y="6417022"/>
                <a:ext cx="65973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sz="1200" i="1">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a:solidFill>
                                <a:prstClr val="black"/>
                              </a:solidFill>
                              <a:latin typeface="Cambria Math" panose="02040503050406030204" pitchFamily="18" charset="0"/>
                              <a:cs typeface="Times New Roman" panose="02020603050405020304" pitchFamily="18" charset="0"/>
                            </a:rPr>
                            <m:t>0</m:t>
                          </m:r>
                        </m:sub>
                      </m:sSub>
                    </m:oMath>
                  </m:oMathPara>
                </a14:m>
                <a:endParaRPr lang="ko-KR" altLang="en-US" sz="1200" dirty="0"/>
              </a:p>
            </p:txBody>
          </p:sp>
        </mc:Choice>
        <mc:Fallback xmlns="">
          <p:sp>
            <p:nvSpPr>
              <p:cNvPr id="52" name="직사각형 51">
                <a:extLst>
                  <a:ext uri="{FF2B5EF4-FFF2-40B4-BE49-F238E27FC236}">
                    <a16:creationId xmlns:a16="http://schemas.microsoft.com/office/drawing/2014/main" id="{8B29AD24-8833-4035-955E-4353CBFE9ACE}"/>
                  </a:ext>
                </a:extLst>
              </p:cNvPr>
              <p:cNvSpPr>
                <a:spLocks noRot="1" noChangeAspect="1" noMove="1" noResize="1" noEditPoints="1" noAdjustHandles="1" noChangeArrowheads="1" noChangeShapeType="1" noTextEdit="1"/>
              </p:cNvSpPr>
              <p:nvPr/>
            </p:nvSpPr>
            <p:spPr>
              <a:xfrm>
                <a:off x="3786211" y="6417022"/>
                <a:ext cx="659732" cy="276999"/>
              </a:xfrm>
              <a:prstGeom prst="rect">
                <a:avLst/>
              </a:prstGeom>
              <a:blipFill>
                <a:blip r:embed="rId36"/>
                <a:stretch>
                  <a:fillRect/>
                </a:stretch>
              </a:blipFill>
            </p:spPr>
            <p:txBody>
              <a:bodyPr/>
              <a:lstStyle/>
              <a:p>
                <a:r>
                  <a:rPr lang="ko-KR" altLang="en-US">
                    <a:noFill/>
                  </a:rPr>
                  <a:t> </a:t>
                </a:r>
              </a:p>
            </p:txBody>
          </p:sp>
        </mc:Fallback>
      </mc:AlternateContent>
      <p:cxnSp>
        <p:nvCxnSpPr>
          <p:cNvPr id="53" name="직선 연결선 52">
            <a:extLst>
              <a:ext uri="{FF2B5EF4-FFF2-40B4-BE49-F238E27FC236}">
                <a16:creationId xmlns:a16="http://schemas.microsoft.com/office/drawing/2014/main" id="{39B02908-AD99-4D99-9BD3-69377691C17C}"/>
              </a:ext>
            </a:extLst>
          </p:cNvPr>
          <p:cNvCxnSpPr>
            <a:cxnSpLocks/>
          </p:cNvCxnSpPr>
          <p:nvPr/>
        </p:nvCxnSpPr>
        <p:spPr>
          <a:xfrm>
            <a:off x="5971689" y="6666031"/>
            <a:ext cx="0" cy="302353"/>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직사각형 53">
                <a:extLst>
                  <a:ext uri="{FF2B5EF4-FFF2-40B4-BE49-F238E27FC236}">
                    <a16:creationId xmlns:a16="http://schemas.microsoft.com/office/drawing/2014/main" id="{99F56578-2CA7-4B6D-A320-D8756AD96836}"/>
                  </a:ext>
                </a:extLst>
              </p:cNvPr>
              <p:cNvSpPr/>
              <p:nvPr/>
            </p:nvSpPr>
            <p:spPr>
              <a:xfrm>
                <a:off x="5475301" y="6418955"/>
                <a:ext cx="1024511"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sz="1200" i="1">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a:solidFill>
                                <a:prstClr val="black"/>
                              </a:solidFill>
                              <a:latin typeface="Cambria Math" panose="02040503050406030204" pitchFamily="18" charset="0"/>
                              <a:cs typeface="Times New Roman" panose="02020603050405020304" pitchFamily="18" charset="0"/>
                            </a:rPr>
                            <m:t>0</m:t>
                          </m:r>
                        </m:sub>
                      </m:sSub>
                      <m:r>
                        <a:rPr lang="en-US" altLang="ko-KR" sz="1200" b="0" i="1">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1200" dirty="0"/>
              </a:p>
            </p:txBody>
          </p:sp>
        </mc:Choice>
        <mc:Fallback xmlns="">
          <p:sp>
            <p:nvSpPr>
              <p:cNvPr id="54" name="직사각형 53">
                <a:extLst>
                  <a:ext uri="{FF2B5EF4-FFF2-40B4-BE49-F238E27FC236}">
                    <a16:creationId xmlns:a16="http://schemas.microsoft.com/office/drawing/2014/main" id="{99F56578-2CA7-4B6D-A320-D8756AD96836}"/>
                  </a:ext>
                </a:extLst>
              </p:cNvPr>
              <p:cNvSpPr>
                <a:spLocks noRot="1" noChangeAspect="1" noMove="1" noResize="1" noEditPoints="1" noAdjustHandles="1" noChangeArrowheads="1" noChangeShapeType="1" noTextEdit="1"/>
              </p:cNvSpPr>
              <p:nvPr/>
            </p:nvSpPr>
            <p:spPr>
              <a:xfrm>
                <a:off x="5475301" y="6418955"/>
                <a:ext cx="1024511" cy="276999"/>
              </a:xfrm>
              <a:prstGeom prst="rect">
                <a:avLst/>
              </a:prstGeom>
              <a:blipFill>
                <a:blip r:embed="rId3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5" name="직사각형 54">
                <a:extLst>
                  <a:ext uri="{FF2B5EF4-FFF2-40B4-BE49-F238E27FC236}">
                    <a16:creationId xmlns:a16="http://schemas.microsoft.com/office/drawing/2014/main" id="{27C34EB0-CDC7-4C43-83DF-97D16C77A4D9}"/>
                  </a:ext>
                </a:extLst>
              </p:cNvPr>
              <p:cNvSpPr/>
              <p:nvPr/>
            </p:nvSpPr>
            <p:spPr>
              <a:xfrm>
                <a:off x="7333746" y="6420438"/>
                <a:ext cx="1109471"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sz="1200" i="1">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a:solidFill>
                                <a:prstClr val="black"/>
                              </a:solidFill>
                              <a:latin typeface="Cambria Math" panose="02040503050406030204" pitchFamily="18" charset="0"/>
                              <a:cs typeface="Times New Roman" panose="02020603050405020304" pitchFamily="18" charset="0"/>
                            </a:rPr>
                            <m:t>0</m:t>
                          </m:r>
                        </m:sub>
                      </m:sSub>
                      <m:r>
                        <a:rPr lang="en-US" altLang="ko-KR" sz="1200" b="0" i="1">
                          <a:solidFill>
                            <a:prstClr val="black"/>
                          </a:solidFill>
                          <a:latin typeface="Cambria Math" panose="02040503050406030204" pitchFamily="18" charset="0"/>
                          <a:cs typeface="Times New Roman" panose="02020603050405020304" pitchFamily="18" charset="0"/>
                        </a:rPr>
                        <m:t>+2</m:t>
                      </m:r>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1200" dirty="0"/>
              </a:p>
            </p:txBody>
          </p:sp>
        </mc:Choice>
        <mc:Fallback xmlns="">
          <p:sp>
            <p:nvSpPr>
              <p:cNvPr id="55" name="직사각형 54">
                <a:extLst>
                  <a:ext uri="{FF2B5EF4-FFF2-40B4-BE49-F238E27FC236}">
                    <a16:creationId xmlns:a16="http://schemas.microsoft.com/office/drawing/2014/main" id="{27C34EB0-CDC7-4C43-83DF-97D16C77A4D9}"/>
                  </a:ext>
                </a:extLst>
              </p:cNvPr>
              <p:cNvSpPr>
                <a:spLocks noRot="1" noChangeAspect="1" noMove="1" noResize="1" noEditPoints="1" noAdjustHandles="1" noChangeArrowheads="1" noChangeShapeType="1" noTextEdit="1"/>
              </p:cNvSpPr>
              <p:nvPr/>
            </p:nvSpPr>
            <p:spPr>
              <a:xfrm>
                <a:off x="7333746" y="6420438"/>
                <a:ext cx="1109471" cy="276999"/>
              </a:xfrm>
              <a:prstGeom prst="rect">
                <a:avLst/>
              </a:prstGeom>
              <a:blipFill>
                <a:blip r:embed="rId38"/>
                <a:stretch>
                  <a:fillRect/>
                </a:stretch>
              </a:blipFill>
            </p:spPr>
            <p:txBody>
              <a:bodyPr/>
              <a:lstStyle/>
              <a:p>
                <a:r>
                  <a:rPr lang="ko-KR" altLang="en-US">
                    <a:noFill/>
                  </a:rPr>
                  <a:t> </a:t>
                </a:r>
              </a:p>
            </p:txBody>
          </p:sp>
        </mc:Fallback>
      </mc:AlternateContent>
      <p:cxnSp>
        <p:nvCxnSpPr>
          <p:cNvPr id="56" name="직선 연결선 55">
            <a:extLst>
              <a:ext uri="{FF2B5EF4-FFF2-40B4-BE49-F238E27FC236}">
                <a16:creationId xmlns:a16="http://schemas.microsoft.com/office/drawing/2014/main" id="{485FB0AC-9E42-4FE2-999C-DC022FFFB9BF}"/>
              </a:ext>
            </a:extLst>
          </p:cNvPr>
          <p:cNvCxnSpPr>
            <a:cxnSpLocks/>
          </p:cNvCxnSpPr>
          <p:nvPr/>
        </p:nvCxnSpPr>
        <p:spPr>
          <a:xfrm>
            <a:off x="7894111" y="6666031"/>
            <a:ext cx="0" cy="29478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D493EF64-7B9E-423F-90D5-3BD16628351A}"/>
                  </a:ext>
                </a:extLst>
              </p:cNvPr>
              <p:cNvSpPr txBox="1"/>
              <p:nvPr/>
            </p:nvSpPr>
            <p:spPr>
              <a:xfrm>
                <a:off x="4394433" y="8794894"/>
                <a:ext cx="551329"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solidFill>
                            <a:prstClr val="black"/>
                          </a:solidFill>
                          <a:latin typeface="Cambria Math" panose="02040503050406030204" pitchFamily="18" charset="0"/>
                          <a:cs typeface="Times New Roman" panose="02020603050405020304" pitchFamily="18" charset="0"/>
                        </a:rPr>
                        <m:t>𝑁𝑆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sSub>
                        <m:sSubPr>
                          <m:ctrlPr>
                            <a:rPr lang="en-US" altLang="ko-KR" sz="1200" i="1" smtClean="0">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smtClean="0">
                              <a:solidFill>
                                <a:prstClr val="black"/>
                              </a:solidFill>
                              <a:latin typeface="Cambria Math" panose="02040503050406030204" pitchFamily="18" charset="0"/>
                              <a:cs typeface="Times New Roman" panose="02020603050405020304" pitchFamily="18" charset="0"/>
                            </a:rPr>
                            <m:t>0</m:t>
                          </m:r>
                        </m:sub>
                      </m:sSub>
                      <m:r>
                        <a:rPr lang="en-US" altLang="ko-KR" sz="12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1200" dirty="0">
                  <a:solidFill>
                    <a:prstClr val="black"/>
                  </a:solidFill>
                  <a:latin typeface="Symbol" panose="05050102010706020507" pitchFamily="18" charset="2"/>
                  <a:cs typeface="Times New Roman" panose="02020603050405020304" pitchFamily="18" charset="0"/>
                </a:endParaRPr>
              </a:p>
            </p:txBody>
          </p:sp>
        </mc:Choice>
        <mc:Fallback xmlns="">
          <p:sp>
            <p:nvSpPr>
              <p:cNvPr id="57" name="TextBox 56">
                <a:extLst>
                  <a:ext uri="{FF2B5EF4-FFF2-40B4-BE49-F238E27FC236}">
                    <a16:creationId xmlns:a16="http://schemas.microsoft.com/office/drawing/2014/main" id="{D493EF64-7B9E-423F-90D5-3BD16628351A}"/>
                  </a:ext>
                </a:extLst>
              </p:cNvPr>
              <p:cNvSpPr txBox="1">
                <a:spLocks noRot="1" noChangeAspect="1" noMove="1" noResize="1" noEditPoints="1" noAdjustHandles="1" noChangeArrowheads="1" noChangeShapeType="1" noTextEdit="1"/>
              </p:cNvSpPr>
              <p:nvPr/>
            </p:nvSpPr>
            <p:spPr>
              <a:xfrm>
                <a:off x="4394433" y="8794894"/>
                <a:ext cx="551329" cy="276999"/>
              </a:xfrm>
              <a:prstGeom prst="rect">
                <a:avLst/>
              </a:prstGeom>
              <a:blipFill>
                <a:blip r:embed="rId39"/>
                <a:stretch>
                  <a:fillRect l="-18889" r="-15556" b="-111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9370A73-A140-41A5-BB7A-DD71AD1FB97A}"/>
                  </a:ext>
                </a:extLst>
              </p:cNvPr>
              <p:cNvSpPr txBox="1"/>
              <p:nvPr/>
            </p:nvSpPr>
            <p:spPr>
              <a:xfrm>
                <a:off x="4463504" y="7200782"/>
                <a:ext cx="551329"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solidFill>
                            <a:prstClr val="black"/>
                          </a:solidFill>
                          <a:latin typeface="Cambria Math" panose="02040503050406030204" pitchFamily="18" charset="0"/>
                          <a:cs typeface="Times New Roman" panose="02020603050405020304" pitchFamily="18" charset="0"/>
                        </a:rPr>
                        <m:t>𝐹𝑆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sSub>
                        <m:sSubPr>
                          <m:ctrlPr>
                            <a:rPr lang="en-US" altLang="ko-KR" sz="1200" i="1" smtClean="0">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smtClean="0">
                              <a:solidFill>
                                <a:prstClr val="black"/>
                              </a:solidFill>
                              <a:latin typeface="Cambria Math" panose="02040503050406030204" pitchFamily="18" charset="0"/>
                              <a:cs typeface="Times New Roman" panose="02020603050405020304" pitchFamily="18" charset="0"/>
                            </a:rPr>
                            <m:t>0</m:t>
                          </m:r>
                        </m:sub>
                      </m:sSub>
                      <m:r>
                        <a:rPr lang="en-US" altLang="ko-KR" sz="12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1200" dirty="0">
                  <a:solidFill>
                    <a:prstClr val="black"/>
                  </a:solidFill>
                  <a:latin typeface="Symbol" panose="05050102010706020507" pitchFamily="18" charset="2"/>
                  <a:cs typeface="Times New Roman" panose="02020603050405020304" pitchFamily="18" charset="0"/>
                </a:endParaRPr>
              </a:p>
            </p:txBody>
          </p:sp>
        </mc:Choice>
        <mc:Fallback xmlns="">
          <p:sp>
            <p:nvSpPr>
              <p:cNvPr id="58" name="TextBox 57">
                <a:extLst>
                  <a:ext uri="{FF2B5EF4-FFF2-40B4-BE49-F238E27FC236}">
                    <a16:creationId xmlns:a16="http://schemas.microsoft.com/office/drawing/2014/main" id="{69370A73-A140-41A5-BB7A-DD71AD1FB97A}"/>
                  </a:ext>
                </a:extLst>
              </p:cNvPr>
              <p:cNvSpPr txBox="1">
                <a:spLocks noRot="1" noChangeAspect="1" noMove="1" noResize="1" noEditPoints="1" noAdjustHandles="1" noChangeArrowheads="1" noChangeShapeType="1" noTextEdit="1"/>
              </p:cNvSpPr>
              <p:nvPr/>
            </p:nvSpPr>
            <p:spPr>
              <a:xfrm>
                <a:off x="4463504" y="7200782"/>
                <a:ext cx="551329" cy="276999"/>
              </a:xfrm>
              <a:prstGeom prst="rect">
                <a:avLst/>
              </a:prstGeom>
              <a:blipFill>
                <a:blip r:embed="rId40"/>
                <a:stretch>
                  <a:fillRect l="-17582" r="-13187" b="-8696"/>
                </a:stretch>
              </a:blipFill>
            </p:spPr>
            <p:txBody>
              <a:bodyPr/>
              <a:lstStyle/>
              <a:p>
                <a:r>
                  <a:rPr lang="ko-KR" altLang="en-US">
                    <a:noFill/>
                  </a:rPr>
                  <a:t> </a:t>
                </a:r>
              </a:p>
            </p:txBody>
          </p:sp>
        </mc:Fallback>
      </mc:AlternateContent>
      <p:sp>
        <p:nvSpPr>
          <p:cNvPr id="59" name="직사각형 58">
            <a:extLst>
              <a:ext uri="{FF2B5EF4-FFF2-40B4-BE49-F238E27FC236}">
                <a16:creationId xmlns:a16="http://schemas.microsoft.com/office/drawing/2014/main" id="{82F6FC31-3ED1-4CAF-ACC9-38D08B71ADC4}"/>
              </a:ext>
            </a:extLst>
          </p:cNvPr>
          <p:cNvSpPr/>
          <p:nvPr/>
        </p:nvSpPr>
        <p:spPr>
          <a:xfrm>
            <a:off x="161226" y="5910155"/>
            <a:ext cx="1123100" cy="533592"/>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Translated diffuser</a:t>
            </a:r>
            <a:endParaRPr lang="ko-KR" altLang="en-US" sz="1200" dirty="0">
              <a:latin typeface="Helvetica" panose="020B0604020202020204" pitchFamily="34" charset="0"/>
              <a:cs typeface="Helvetica" panose="020B0604020202020204" pitchFamily="34" charset="0"/>
            </a:endParaRPr>
          </a:p>
        </p:txBody>
      </p:sp>
      <p:sp>
        <p:nvSpPr>
          <p:cNvPr id="60" name="직사각형 59">
            <a:extLst>
              <a:ext uri="{FF2B5EF4-FFF2-40B4-BE49-F238E27FC236}">
                <a16:creationId xmlns:a16="http://schemas.microsoft.com/office/drawing/2014/main" id="{95CAE227-E57C-49BD-BC10-B78A6E68EEB5}"/>
              </a:ext>
            </a:extLst>
          </p:cNvPr>
          <p:cNvSpPr/>
          <p:nvPr/>
        </p:nvSpPr>
        <p:spPr>
          <a:xfrm>
            <a:off x="2799477" y="6779949"/>
            <a:ext cx="1192479" cy="533592"/>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Translated diffuser</a:t>
            </a:r>
            <a:endParaRPr lang="ko-KR" altLang="en-US" sz="1200"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61" name="직사각형 60">
                <a:extLst>
                  <a:ext uri="{FF2B5EF4-FFF2-40B4-BE49-F238E27FC236}">
                    <a16:creationId xmlns:a16="http://schemas.microsoft.com/office/drawing/2014/main" id="{1647038A-31DF-41BB-AB46-9E05168E98DA}"/>
                  </a:ext>
                </a:extLst>
              </p:cNvPr>
              <p:cNvSpPr/>
              <p:nvPr/>
            </p:nvSpPr>
            <p:spPr>
              <a:xfrm>
                <a:off x="2679169" y="7241958"/>
                <a:ext cx="1433094" cy="461665"/>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Far-field speckles </a:t>
                </a:r>
                <a14:m>
                  <m:oMath xmlns:m="http://schemas.openxmlformats.org/officeDocument/2006/math">
                    <m:r>
                      <a:rPr lang="en-US" altLang="ko-KR" sz="1200" b="0" i="1" dirty="0">
                        <a:solidFill>
                          <a:prstClr val="black"/>
                        </a:solidFill>
                        <a:latin typeface="Cambria Math" panose="02040503050406030204" pitchFamily="18" charset="0"/>
                        <a:cs typeface="Times New Roman" panose="02020603050405020304" pitchFamily="18" charset="0"/>
                      </a:rPr>
                      <m:t>[</m:t>
                    </m:r>
                    <m:r>
                      <a:rPr lang="en-US" altLang="ko-KR" sz="1200" b="0" i="1" smtClean="0">
                        <a:solidFill>
                          <a:prstClr val="black"/>
                        </a:solidFill>
                        <a:latin typeface="Cambria Math" panose="02040503050406030204" pitchFamily="18" charset="0"/>
                        <a:cs typeface="Times New Roman" panose="02020603050405020304" pitchFamily="18" charset="0"/>
                      </a:rPr>
                      <m:t>𝐹𝑆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smtClean="0">
                        <a:solidFill>
                          <a:prstClr val="black"/>
                        </a:solidFill>
                        <a:latin typeface="Cambria Math" panose="02040503050406030204" pitchFamily="18" charset="0"/>
                        <a:cs typeface="Times New Roman" panose="02020603050405020304" pitchFamily="18" charset="0"/>
                      </a:rPr>
                      <m:t>)</m:t>
                    </m:r>
                  </m:oMath>
                </a14:m>
                <a:r>
                  <a:rPr lang="en-US" altLang="ko-KR" sz="1200" dirty="0">
                    <a:solidFill>
                      <a:prstClr val="black"/>
                    </a:solidFill>
                    <a:latin typeface="Symbol" panose="05050102010706020507" pitchFamily="18" charset="2"/>
                    <a:cs typeface="Times New Roman" panose="02020603050405020304" pitchFamily="18" charset="0"/>
                  </a:rPr>
                  <a:t>]</a:t>
                </a:r>
                <a:endParaRPr lang="ko-KR" altLang="en-US" sz="1200" dirty="0">
                  <a:solidFill>
                    <a:prstClr val="black"/>
                  </a:solidFill>
                  <a:latin typeface="Symbol" panose="05050102010706020507" pitchFamily="18" charset="2"/>
                  <a:cs typeface="Times New Roman" panose="02020603050405020304" pitchFamily="18" charset="0"/>
                </a:endParaRPr>
              </a:p>
            </p:txBody>
          </p:sp>
        </mc:Choice>
        <mc:Fallback xmlns="">
          <p:sp>
            <p:nvSpPr>
              <p:cNvPr id="61" name="직사각형 60">
                <a:extLst>
                  <a:ext uri="{FF2B5EF4-FFF2-40B4-BE49-F238E27FC236}">
                    <a16:creationId xmlns:a16="http://schemas.microsoft.com/office/drawing/2014/main" id="{1647038A-31DF-41BB-AB46-9E05168E98DA}"/>
                  </a:ext>
                </a:extLst>
              </p:cNvPr>
              <p:cNvSpPr>
                <a:spLocks noRot="1" noChangeAspect="1" noMove="1" noResize="1" noEditPoints="1" noAdjustHandles="1" noChangeArrowheads="1" noChangeShapeType="1" noTextEdit="1"/>
              </p:cNvSpPr>
              <p:nvPr/>
            </p:nvSpPr>
            <p:spPr>
              <a:xfrm>
                <a:off x="2679169" y="7241958"/>
                <a:ext cx="1433094" cy="461665"/>
              </a:xfrm>
              <a:prstGeom prst="rect">
                <a:avLst/>
              </a:prstGeom>
              <a:blipFill>
                <a:blip r:embed="rId41"/>
                <a:stretch>
                  <a:fillRect t="-2632" b="-7895"/>
                </a:stretch>
              </a:blipFill>
            </p:spPr>
            <p:txBody>
              <a:bodyPr/>
              <a:lstStyle/>
              <a:p>
                <a:r>
                  <a:rPr lang="ko-KR" altLang="en-US">
                    <a:noFill/>
                  </a:rPr>
                  <a:t> </a:t>
                </a:r>
              </a:p>
            </p:txBody>
          </p:sp>
        </mc:Fallback>
      </mc:AlternateContent>
      <p:sp>
        <p:nvSpPr>
          <p:cNvPr id="62" name="직사각형 61">
            <a:extLst>
              <a:ext uri="{FF2B5EF4-FFF2-40B4-BE49-F238E27FC236}">
                <a16:creationId xmlns:a16="http://schemas.microsoft.com/office/drawing/2014/main" id="{D5DD1065-9EAA-4C1C-A513-855AA96BA360}"/>
              </a:ext>
            </a:extLst>
          </p:cNvPr>
          <p:cNvSpPr/>
          <p:nvPr/>
        </p:nvSpPr>
        <p:spPr>
          <a:xfrm>
            <a:off x="2645768" y="8011641"/>
            <a:ext cx="1499897" cy="533592"/>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Disordered medium</a:t>
            </a:r>
            <a:endParaRPr lang="ko-KR" altLang="en-US" sz="1200" dirty="0">
              <a:latin typeface="Helvetica" panose="020B0604020202020204" pitchFamily="34" charset="0"/>
              <a:cs typeface="Helvetica" panose="020B0604020202020204" pitchFamily="34" charset="0"/>
            </a:endParaRPr>
          </a:p>
        </p:txBody>
      </p:sp>
      <p:sp>
        <p:nvSpPr>
          <p:cNvPr id="63" name="직사각형 62">
            <a:extLst>
              <a:ext uri="{FF2B5EF4-FFF2-40B4-BE49-F238E27FC236}">
                <a16:creationId xmlns:a16="http://schemas.microsoft.com/office/drawing/2014/main" id="{349FB728-5F00-493B-B415-63FD7FB16FB0}"/>
              </a:ext>
            </a:extLst>
          </p:cNvPr>
          <p:cNvSpPr/>
          <p:nvPr/>
        </p:nvSpPr>
        <p:spPr>
          <a:xfrm>
            <a:off x="5979619" y="6961991"/>
            <a:ext cx="902283" cy="86258"/>
          </a:xfrm>
          <a:prstGeom prst="rect">
            <a:avLst/>
          </a:prstGeom>
          <a:blipFill>
            <a:blip r:embed="rId3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4" name="그룹 63">
            <a:extLst>
              <a:ext uri="{FF2B5EF4-FFF2-40B4-BE49-F238E27FC236}">
                <a16:creationId xmlns:a16="http://schemas.microsoft.com/office/drawing/2014/main" id="{DB96F338-E88E-4388-9F08-78338F0DC032}"/>
              </a:ext>
            </a:extLst>
          </p:cNvPr>
          <p:cNvGrpSpPr/>
          <p:nvPr/>
        </p:nvGrpSpPr>
        <p:grpSpPr>
          <a:xfrm>
            <a:off x="5820089" y="7895098"/>
            <a:ext cx="1266617" cy="357973"/>
            <a:chOff x="1000330" y="4798267"/>
            <a:chExt cx="1469373" cy="415276"/>
          </a:xfrm>
        </p:grpSpPr>
        <p:grpSp>
          <p:nvGrpSpPr>
            <p:cNvPr id="217" name="그룹 399">
              <a:extLst>
                <a:ext uri="{FF2B5EF4-FFF2-40B4-BE49-F238E27FC236}">
                  <a16:creationId xmlns:a16="http://schemas.microsoft.com/office/drawing/2014/main" id="{211B7BDC-E03E-4C88-B215-919D819A55E4}"/>
                </a:ext>
              </a:extLst>
            </p:cNvPr>
            <p:cNvGrpSpPr/>
            <p:nvPr/>
          </p:nvGrpSpPr>
          <p:grpSpPr>
            <a:xfrm>
              <a:off x="1000330" y="4799736"/>
              <a:ext cx="1469373" cy="410046"/>
              <a:chOff x="539550" y="1719858"/>
              <a:chExt cx="3316110" cy="925399"/>
            </a:xfrm>
          </p:grpSpPr>
          <p:sp>
            <p:nvSpPr>
              <p:cNvPr id="226" name="직사각형 225">
                <a:extLst>
                  <a:ext uri="{FF2B5EF4-FFF2-40B4-BE49-F238E27FC236}">
                    <a16:creationId xmlns:a16="http://schemas.microsoft.com/office/drawing/2014/main" id="{BB6E69B8-4C6E-47D2-B865-869D7676B67A}"/>
                  </a:ext>
                </a:extLst>
              </p:cNvPr>
              <p:cNvSpPr/>
              <p:nvPr/>
            </p:nvSpPr>
            <p:spPr>
              <a:xfrm rot="5400000">
                <a:off x="1736543" y="529881"/>
                <a:ext cx="918383" cy="3312369"/>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27" name="타원 226">
                <a:extLst>
                  <a:ext uri="{FF2B5EF4-FFF2-40B4-BE49-F238E27FC236}">
                    <a16:creationId xmlns:a16="http://schemas.microsoft.com/office/drawing/2014/main" id="{AE3DC142-2FDD-4312-9A0B-FC5239F458AE}"/>
                  </a:ext>
                </a:extLst>
              </p:cNvPr>
              <p:cNvSpPr/>
              <p:nvPr/>
            </p:nvSpPr>
            <p:spPr>
              <a:xfrm rot="5400000">
                <a:off x="960928" y="211374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28" name="타원 227">
                <a:extLst>
                  <a:ext uri="{FF2B5EF4-FFF2-40B4-BE49-F238E27FC236}">
                    <a16:creationId xmlns:a16="http://schemas.microsoft.com/office/drawing/2014/main" id="{A818F97F-9F8F-48A0-A119-042DB7B283C0}"/>
                  </a:ext>
                </a:extLst>
              </p:cNvPr>
              <p:cNvSpPr/>
              <p:nvPr/>
            </p:nvSpPr>
            <p:spPr>
              <a:xfrm rot="5400000">
                <a:off x="2252227"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29" name="타원 228">
                <a:extLst>
                  <a:ext uri="{FF2B5EF4-FFF2-40B4-BE49-F238E27FC236}">
                    <a16:creationId xmlns:a16="http://schemas.microsoft.com/office/drawing/2014/main" id="{923E577A-DC48-4340-BE1A-03FAD110CD9B}"/>
                  </a:ext>
                </a:extLst>
              </p:cNvPr>
              <p:cNvSpPr/>
              <p:nvPr/>
            </p:nvSpPr>
            <p:spPr>
              <a:xfrm rot="5400000">
                <a:off x="3165341"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0" name="타원 229">
                <a:extLst>
                  <a:ext uri="{FF2B5EF4-FFF2-40B4-BE49-F238E27FC236}">
                    <a16:creationId xmlns:a16="http://schemas.microsoft.com/office/drawing/2014/main" id="{9AA4A38D-AFC5-43BB-A123-2288D28559B6}"/>
                  </a:ext>
                </a:extLst>
              </p:cNvPr>
              <p:cNvSpPr/>
              <p:nvPr/>
            </p:nvSpPr>
            <p:spPr>
              <a:xfrm rot="5400000">
                <a:off x="3264588" y="21830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1" name="타원 230">
                <a:extLst>
                  <a:ext uri="{FF2B5EF4-FFF2-40B4-BE49-F238E27FC236}">
                    <a16:creationId xmlns:a16="http://schemas.microsoft.com/office/drawing/2014/main" id="{9E2B34E6-945A-48F5-B117-A28DF5C7F472}"/>
                  </a:ext>
                </a:extLst>
              </p:cNvPr>
              <p:cNvSpPr/>
              <p:nvPr/>
            </p:nvSpPr>
            <p:spPr>
              <a:xfrm rot="5400000">
                <a:off x="2559947" y="241714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2" name="타원 231">
                <a:extLst>
                  <a:ext uri="{FF2B5EF4-FFF2-40B4-BE49-F238E27FC236}">
                    <a16:creationId xmlns:a16="http://schemas.microsoft.com/office/drawing/2014/main" id="{58B87D84-9F2D-47FE-AAC3-27782E9D55D3}"/>
                  </a:ext>
                </a:extLst>
              </p:cNvPr>
              <p:cNvSpPr/>
              <p:nvPr/>
            </p:nvSpPr>
            <p:spPr>
              <a:xfrm rot="5400000">
                <a:off x="2418081" y="198038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3" name="타원 232">
                <a:extLst>
                  <a:ext uri="{FF2B5EF4-FFF2-40B4-BE49-F238E27FC236}">
                    <a16:creationId xmlns:a16="http://schemas.microsoft.com/office/drawing/2014/main" id="{22266005-C0A2-499D-BF29-166543D37CBB}"/>
                  </a:ext>
                </a:extLst>
              </p:cNvPr>
              <p:cNvSpPr/>
              <p:nvPr/>
            </p:nvSpPr>
            <p:spPr>
              <a:xfrm rot="5400000">
                <a:off x="1556666" y="175918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4" name="타원 233">
                <a:extLst>
                  <a:ext uri="{FF2B5EF4-FFF2-40B4-BE49-F238E27FC236}">
                    <a16:creationId xmlns:a16="http://schemas.microsoft.com/office/drawing/2014/main" id="{694A26C0-39BE-43F4-8B03-61F379118FCC}"/>
                  </a:ext>
                </a:extLst>
              </p:cNvPr>
              <p:cNvSpPr/>
              <p:nvPr/>
            </p:nvSpPr>
            <p:spPr>
              <a:xfrm rot="5400000">
                <a:off x="3057158" y="176311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5" name="타원 234">
                <a:extLst>
                  <a:ext uri="{FF2B5EF4-FFF2-40B4-BE49-F238E27FC236}">
                    <a16:creationId xmlns:a16="http://schemas.microsoft.com/office/drawing/2014/main" id="{F3087439-AE3F-4F91-899E-9E5CA98EC37E}"/>
                  </a:ext>
                </a:extLst>
              </p:cNvPr>
              <p:cNvSpPr/>
              <p:nvPr/>
            </p:nvSpPr>
            <p:spPr>
              <a:xfrm rot="5400000">
                <a:off x="3261423" y="195444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6" name="타원 235">
                <a:extLst>
                  <a:ext uri="{FF2B5EF4-FFF2-40B4-BE49-F238E27FC236}">
                    <a16:creationId xmlns:a16="http://schemas.microsoft.com/office/drawing/2014/main" id="{60CEFD2E-3D08-4579-B71A-B852EE3B428D}"/>
                  </a:ext>
                </a:extLst>
              </p:cNvPr>
              <p:cNvSpPr/>
              <p:nvPr/>
            </p:nvSpPr>
            <p:spPr>
              <a:xfrm rot="5400000">
                <a:off x="3261423" y="172809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7" name="타원 236">
                <a:extLst>
                  <a:ext uri="{FF2B5EF4-FFF2-40B4-BE49-F238E27FC236}">
                    <a16:creationId xmlns:a16="http://schemas.microsoft.com/office/drawing/2014/main" id="{C69B17C1-0D8F-4222-AACF-CC5C4782FC6B}"/>
                  </a:ext>
                </a:extLst>
              </p:cNvPr>
              <p:cNvSpPr/>
              <p:nvPr/>
            </p:nvSpPr>
            <p:spPr>
              <a:xfrm rot="5400000">
                <a:off x="955102" y="173014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8" name="타원 237">
                <a:extLst>
                  <a:ext uri="{FF2B5EF4-FFF2-40B4-BE49-F238E27FC236}">
                    <a16:creationId xmlns:a16="http://schemas.microsoft.com/office/drawing/2014/main" id="{6CE6D6EA-C4CA-4D9A-8660-C05C55E63B5A}"/>
                  </a:ext>
                </a:extLst>
              </p:cNvPr>
              <p:cNvSpPr/>
              <p:nvPr/>
            </p:nvSpPr>
            <p:spPr>
              <a:xfrm rot="5400000">
                <a:off x="1976683" y="24962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39" name="타원 238">
                <a:extLst>
                  <a:ext uri="{FF2B5EF4-FFF2-40B4-BE49-F238E27FC236}">
                    <a16:creationId xmlns:a16="http://schemas.microsoft.com/office/drawing/2014/main" id="{744D7CAA-0EB5-403B-9462-F4F06513C61C}"/>
                  </a:ext>
                </a:extLst>
              </p:cNvPr>
              <p:cNvSpPr/>
              <p:nvPr/>
            </p:nvSpPr>
            <p:spPr>
              <a:xfrm rot="5400000">
                <a:off x="2106424" y="238519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0" name="타원 239">
                <a:extLst>
                  <a:ext uri="{FF2B5EF4-FFF2-40B4-BE49-F238E27FC236}">
                    <a16:creationId xmlns:a16="http://schemas.microsoft.com/office/drawing/2014/main" id="{9CF4F95B-886A-47B9-9BCE-4338412C5C78}"/>
                  </a:ext>
                </a:extLst>
              </p:cNvPr>
              <p:cNvSpPr/>
              <p:nvPr/>
            </p:nvSpPr>
            <p:spPr>
              <a:xfrm rot="5400000">
                <a:off x="2769240" y="237364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1" name="타원 240">
                <a:extLst>
                  <a:ext uri="{FF2B5EF4-FFF2-40B4-BE49-F238E27FC236}">
                    <a16:creationId xmlns:a16="http://schemas.microsoft.com/office/drawing/2014/main" id="{86D1CBD4-E20E-447B-A45F-5D75B4A0EB05}"/>
                  </a:ext>
                </a:extLst>
              </p:cNvPr>
              <p:cNvSpPr/>
              <p:nvPr/>
            </p:nvSpPr>
            <p:spPr>
              <a:xfrm rot="5400000">
                <a:off x="1274826" y="2141341"/>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2" name="타원 241">
                <a:extLst>
                  <a:ext uri="{FF2B5EF4-FFF2-40B4-BE49-F238E27FC236}">
                    <a16:creationId xmlns:a16="http://schemas.microsoft.com/office/drawing/2014/main" id="{C58B3861-55B6-4EB2-AC24-75A42E16D639}"/>
                  </a:ext>
                </a:extLst>
              </p:cNvPr>
              <p:cNvSpPr/>
              <p:nvPr/>
            </p:nvSpPr>
            <p:spPr>
              <a:xfrm rot="5400000">
                <a:off x="2695399"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3" name="타원 242">
                <a:extLst>
                  <a:ext uri="{FF2B5EF4-FFF2-40B4-BE49-F238E27FC236}">
                    <a16:creationId xmlns:a16="http://schemas.microsoft.com/office/drawing/2014/main" id="{68AC446E-97E2-4112-989B-8CF6B935C723}"/>
                  </a:ext>
                </a:extLst>
              </p:cNvPr>
              <p:cNvSpPr/>
              <p:nvPr/>
            </p:nvSpPr>
            <p:spPr>
              <a:xfrm rot="5400000">
                <a:off x="2491071" y="213664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4" name="타원 243">
                <a:extLst>
                  <a:ext uri="{FF2B5EF4-FFF2-40B4-BE49-F238E27FC236}">
                    <a16:creationId xmlns:a16="http://schemas.microsoft.com/office/drawing/2014/main" id="{B364FEB8-5835-40DE-BC8D-A90C8A701900}"/>
                  </a:ext>
                </a:extLst>
              </p:cNvPr>
              <p:cNvSpPr/>
              <p:nvPr/>
            </p:nvSpPr>
            <p:spPr>
              <a:xfrm rot="5400000">
                <a:off x="2717969" y="2030435"/>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5" name="타원 244">
                <a:extLst>
                  <a:ext uri="{FF2B5EF4-FFF2-40B4-BE49-F238E27FC236}">
                    <a16:creationId xmlns:a16="http://schemas.microsoft.com/office/drawing/2014/main" id="{C476E3E2-6259-4EE4-9DFC-5CFE16B260B3}"/>
                  </a:ext>
                </a:extLst>
              </p:cNvPr>
              <p:cNvSpPr/>
              <p:nvPr/>
            </p:nvSpPr>
            <p:spPr>
              <a:xfrm rot="5400000">
                <a:off x="1838568"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6" name="타원 245">
                <a:extLst>
                  <a:ext uri="{FF2B5EF4-FFF2-40B4-BE49-F238E27FC236}">
                    <a16:creationId xmlns:a16="http://schemas.microsoft.com/office/drawing/2014/main" id="{EF3B409C-955D-4DCA-B992-A8A4FEA0AAB8}"/>
                  </a:ext>
                </a:extLst>
              </p:cNvPr>
              <p:cNvSpPr/>
              <p:nvPr/>
            </p:nvSpPr>
            <p:spPr>
              <a:xfrm rot="5400000">
                <a:off x="1826342" y="218131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7" name="타원 246">
                <a:extLst>
                  <a:ext uri="{FF2B5EF4-FFF2-40B4-BE49-F238E27FC236}">
                    <a16:creationId xmlns:a16="http://schemas.microsoft.com/office/drawing/2014/main" id="{3A2AE3E4-01B7-4190-A0F6-43456E1B3DE3}"/>
                  </a:ext>
                </a:extLst>
              </p:cNvPr>
              <p:cNvSpPr/>
              <p:nvPr/>
            </p:nvSpPr>
            <p:spPr>
              <a:xfrm rot="5400000">
                <a:off x="1309662" y="1826987"/>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8" name="타원 247">
                <a:extLst>
                  <a:ext uri="{FF2B5EF4-FFF2-40B4-BE49-F238E27FC236}">
                    <a16:creationId xmlns:a16="http://schemas.microsoft.com/office/drawing/2014/main" id="{C921B6B7-9CE1-4FC1-A036-7E0D6622FCF4}"/>
                  </a:ext>
                </a:extLst>
              </p:cNvPr>
              <p:cNvSpPr/>
              <p:nvPr/>
            </p:nvSpPr>
            <p:spPr>
              <a:xfrm rot="5400000">
                <a:off x="1532852" y="235673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9" name="타원 248">
                <a:extLst>
                  <a:ext uri="{FF2B5EF4-FFF2-40B4-BE49-F238E27FC236}">
                    <a16:creationId xmlns:a16="http://schemas.microsoft.com/office/drawing/2014/main" id="{97C18F9E-35B1-4787-825E-0D57EA4EC17B}"/>
                  </a:ext>
                </a:extLst>
              </p:cNvPr>
              <p:cNvSpPr/>
              <p:nvPr/>
            </p:nvSpPr>
            <p:spPr>
              <a:xfrm rot="5400000">
                <a:off x="1459365" y="20773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0" name="타원 249">
                <a:extLst>
                  <a:ext uri="{FF2B5EF4-FFF2-40B4-BE49-F238E27FC236}">
                    <a16:creationId xmlns:a16="http://schemas.microsoft.com/office/drawing/2014/main" id="{ECA5648A-D571-4E41-ACA0-ADA7962BC853}"/>
                  </a:ext>
                </a:extLst>
              </p:cNvPr>
              <p:cNvSpPr/>
              <p:nvPr/>
            </p:nvSpPr>
            <p:spPr>
              <a:xfrm rot="5400000">
                <a:off x="2967379" y="232251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1" name="타원 250">
                <a:extLst>
                  <a:ext uri="{FF2B5EF4-FFF2-40B4-BE49-F238E27FC236}">
                    <a16:creationId xmlns:a16="http://schemas.microsoft.com/office/drawing/2014/main" id="{BC2568B5-2437-4F03-A60D-D7493A736569}"/>
                  </a:ext>
                </a:extLst>
              </p:cNvPr>
              <p:cNvSpPr/>
              <p:nvPr/>
            </p:nvSpPr>
            <p:spPr>
              <a:xfrm rot="5400000">
                <a:off x="2001109" y="203555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2" name="타원 251">
                <a:extLst>
                  <a:ext uri="{FF2B5EF4-FFF2-40B4-BE49-F238E27FC236}">
                    <a16:creationId xmlns:a16="http://schemas.microsoft.com/office/drawing/2014/main" id="{4942E529-3207-4744-A8FE-1C1BFD9F1049}"/>
                  </a:ext>
                </a:extLst>
              </p:cNvPr>
              <p:cNvSpPr/>
              <p:nvPr/>
            </p:nvSpPr>
            <p:spPr>
              <a:xfrm rot="5400000">
                <a:off x="1708624" y="205548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3" name="타원 252">
                <a:extLst>
                  <a:ext uri="{FF2B5EF4-FFF2-40B4-BE49-F238E27FC236}">
                    <a16:creationId xmlns:a16="http://schemas.microsoft.com/office/drawing/2014/main" id="{4778C6EC-772C-4B29-AF2E-2CD28894938E}"/>
                  </a:ext>
                </a:extLst>
              </p:cNvPr>
              <p:cNvSpPr/>
              <p:nvPr/>
            </p:nvSpPr>
            <p:spPr>
              <a:xfrm rot="5400000">
                <a:off x="935606" y="2386269"/>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4" name="타원 253">
                <a:extLst>
                  <a:ext uri="{FF2B5EF4-FFF2-40B4-BE49-F238E27FC236}">
                    <a16:creationId xmlns:a16="http://schemas.microsoft.com/office/drawing/2014/main" id="{A6F46899-C4C7-4149-9944-D1B18A60951C}"/>
                  </a:ext>
                </a:extLst>
              </p:cNvPr>
              <p:cNvSpPr/>
              <p:nvPr/>
            </p:nvSpPr>
            <p:spPr>
              <a:xfrm rot="5400000">
                <a:off x="1798221" y="24613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5" name="타원 254">
                <a:extLst>
                  <a:ext uri="{FF2B5EF4-FFF2-40B4-BE49-F238E27FC236}">
                    <a16:creationId xmlns:a16="http://schemas.microsoft.com/office/drawing/2014/main" id="{AEB2EEF2-1C32-42D8-9088-E3393C97207A}"/>
                  </a:ext>
                </a:extLst>
              </p:cNvPr>
              <p:cNvSpPr/>
              <p:nvPr/>
            </p:nvSpPr>
            <p:spPr>
              <a:xfrm rot="5400000">
                <a:off x="1114305" y="197737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6" name="타원 255">
                <a:extLst>
                  <a:ext uri="{FF2B5EF4-FFF2-40B4-BE49-F238E27FC236}">
                    <a16:creationId xmlns:a16="http://schemas.microsoft.com/office/drawing/2014/main" id="{F54B36A7-706A-4FE5-8BED-33C07BC259A5}"/>
                  </a:ext>
                </a:extLst>
              </p:cNvPr>
              <p:cNvSpPr/>
              <p:nvPr/>
            </p:nvSpPr>
            <p:spPr>
              <a:xfrm rot="5400000">
                <a:off x="2334446" y="18271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7" name="타원 256">
                <a:extLst>
                  <a:ext uri="{FF2B5EF4-FFF2-40B4-BE49-F238E27FC236}">
                    <a16:creationId xmlns:a16="http://schemas.microsoft.com/office/drawing/2014/main" id="{EC62DCF8-C839-45C1-948A-E7D270B773E8}"/>
                  </a:ext>
                </a:extLst>
              </p:cNvPr>
              <p:cNvSpPr/>
              <p:nvPr/>
            </p:nvSpPr>
            <p:spPr>
              <a:xfrm rot="5400000">
                <a:off x="2147976" y="209216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8" name="타원 257">
                <a:extLst>
                  <a:ext uri="{FF2B5EF4-FFF2-40B4-BE49-F238E27FC236}">
                    <a16:creationId xmlns:a16="http://schemas.microsoft.com/office/drawing/2014/main" id="{9A8D21A2-AB75-462A-8516-8BE8B187A72F}"/>
                  </a:ext>
                </a:extLst>
              </p:cNvPr>
              <p:cNvSpPr/>
              <p:nvPr/>
            </p:nvSpPr>
            <p:spPr>
              <a:xfrm rot="5400000">
                <a:off x="2152589" y="192623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9" name="타원 258">
                <a:extLst>
                  <a:ext uri="{FF2B5EF4-FFF2-40B4-BE49-F238E27FC236}">
                    <a16:creationId xmlns:a16="http://schemas.microsoft.com/office/drawing/2014/main" id="{47AE6610-39EA-4362-A288-3C8610A4F8E1}"/>
                  </a:ext>
                </a:extLst>
              </p:cNvPr>
              <p:cNvSpPr/>
              <p:nvPr/>
            </p:nvSpPr>
            <p:spPr>
              <a:xfrm rot="5400000">
                <a:off x="2918286"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0" name="타원 259">
                <a:extLst>
                  <a:ext uri="{FF2B5EF4-FFF2-40B4-BE49-F238E27FC236}">
                    <a16:creationId xmlns:a16="http://schemas.microsoft.com/office/drawing/2014/main" id="{7CAEE114-103A-4717-B274-A7D7F3EBD682}"/>
                  </a:ext>
                </a:extLst>
              </p:cNvPr>
              <p:cNvSpPr/>
              <p:nvPr/>
            </p:nvSpPr>
            <p:spPr>
              <a:xfrm rot="5400000">
                <a:off x="1184126" y="231819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1" name="타원 260">
                <a:extLst>
                  <a:ext uri="{FF2B5EF4-FFF2-40B4-BE49-F238E27FC236}">
                    <a16:creationId xmlns:a16="http://schemas.microsoft.com/office/drawing/2014/main" id="{CE8FDEC4-560B-4288-9687-827965A07275}"/>
                  </a:ext>
                </a:extLst>
              </p:cNvPr>
              <p:cNvSpPr/>
              <p:nvPr/>
            </p:nvSpPr>
            <p:spPr>
              <a:xfrm rot="5400000">
                <a:off x="1331885"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2" name="타원 261">
                <a:extLst>
                  <a:ext uri="{FF2B5EF4-FFF2-40B4-BE49-F238E27FC236}">
                    <a16:creationId xmlns:a16="http://schemas.microsoft.com/office/drawing/2014/main" id="{78CA50C8-4094-4081-A872-6F0F4BA3D4F9}"/>
                  </a:ext>
                </a:extLst>
              </p:cNvPr>
              <p:cNvSpPr/>
              <p:nvPr/>
            </p:nvSpPr>
            <p:spPr>
              <a:xfrm rot="5400000">
                <a:off x="2491961" y="1838217"/>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3" name="타원 262">
                <a:extLst>
                  <a:ext uri="{FF2B5EF4-FFF2-40B4-BE49-F238E27FC236}">
                    <a16:creationId xmlns:a16="http://schemas.microsoft.com/office/drawing/2014/main" id="{91354B9C-5D40-4EF9-B7A0-490C98E3233A}"/>
                  </a:ext>
                </a:extLst>
              </p:cNvPr>
              <p:cNvSpPr/>
              <p:nvPr/>
            </p:nvSpPr>
            <p:spPr>
              <a:xfrm rot="5400000">
                <a:off x="3000788" y="202512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4" name="타원 263">
                <a:extLst>
                  <a:ext uri="{FF2B5EF4-FFF2-40B4-BE49-F238E27FC236}">
                    <a16:creationId xmlns:a16="http://schemas.microsoft.com/office/drawing/2014/main" id="{F3472F3E-8DFB-4115-91F8-1F1B7D03635B}"/>
                  </a:ext>
                </a:extLst>
              </p:cNvPr>
              <p:cNvSpPr/>
              <p:nvPr/>
            </p:nvSpPr>
            <p:spPr>
              <a:xfrm rot="5400000">
                <a:off x="2106424" y="177420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5" name="타원 264">
                <a:extLst>
                  <a:ext uri="{FF2B5EF4-FFF2-40B4-BE49-F238E27FC236}">
                    <a16:creationId xmlns:a16="http://schemas.microsoft.com/office/drawing/2014/main" id="{11ABEB67-FA2C-4DC5-A72C-54E2A570D5B7}"/>
                  </a:ext>
                </a:extLst>
              </p:cNvPr>
              <p:cNvSpPr/>
              <p:nvPr/>
            </p:nvSpPr>
            <p:spPr>
              <a:xfrm rot="5400000">
                <a:off x="1679474" y="18793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6" name="타원 265">
                <a:extLst>
                  <a:ext uri="{FF2B5EF4-FFF2-40B4-BE49-F238E27FC236}">
                    <a16:creationId xmlns:a16="http://schemas.microsoft.com/office/drawing/2014/main" id="{1A59D1B0-422A-4517-B945-D46363C4A4DE}"/>
                  </a:ext>
                </a:extLst>
              </p:cNvPr>
              <p:cNvSpPr/>
              <p:nvPr/>
            </p:nvSpPr>
            <p:spPr>
              <a:xfrm rot="5400000">
                <a:off x="1090632" y="248538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7" name="타원 266">
                <a:extLst>
                  <a:ext uri="{FF2B5EF4-FFF2-40B4-BE49-F238E27FC236}">
                    <a16:creationId xmlns:a16="http://schemas.microsoft.com/office/drawing/2014/main" id="{964C9112-97FA-4032-9558-8AA43E5770C7}"/>
                  </a:ext>
                </a:extLst>
              </p:cNvPr>
              <p:cNvSpPr/>
              <p:nvPr/>
            </p:nvSpPr>
            <p:spPr>
              <a:xfrm rot="5400000">
                <a:off x="609446" y="17749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8" name="타원 267">
                <a:extLst>
                  <a:ext uri="{FF2B5EF4-FFF2-40B4-BE49-F238E27FC236}">
                    <a16:creationId xmlns:a16="http://schemas.microsoft.com/office/drawing/2014/main" id="{DD860A2A-AA5D-46F8-B6EE-6520A65C67E6}"/>
                  </a:ext>
                </a:extLst>
              </p:cNvPr>
              <p:cNvSpPr/>
              <p:nvPr/>
            </p:nvSpPr>
            <p:spPr>
              <a:xfrm rot="5400000">
                <a:off x="701394" y="204302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9" name="타원 268">
                <a:extLst>
                  <a:ext uri="{FF2B5EF4-FFF2-40B4-BE49-F238E27FC236}">
                    <a16:creationId xmlns:a16="http://schemas.microsoft.com/office/drawing/2014/main" id="{18990278-A1D0-4423-9ACC-C5FAB6EF3E72}"/>
                  </a:ext>
                </a:extLst>
              </p:cNvPr>
              <p:cNvSpPr/>
              <p:nvPr/>
            </p:nvSpPr>
            <p:spPr>
              <a:xfrm rot="5400000">
                <a:off x="580871" y="220697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0" name="타원 269">
                <a:extLst>
                  <a:ext uri="{FF2B5EF4-FFF2-40B4-BE49-F238E27FC236}">
                    <a16:creationId xmlns:a16="http://schemas.microsoft.com/office/drawing/2014/main" id="{1883D3B5-8479-4EEC-9590-21398DF0D6F4}"/>
                  </a:ext>
                </a:extLst>
              </p:cNvPr>
              <p:cNvSpPr/>
              <p:nvPr/>
            </p:nvSpPr>
            <p:spPr>
              <a:xfrm rot="5400000">
                <a:off x="898368" y="19900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1" name="타원 270">
                <a:extLst>
                  <a:ext uri="{FF2B5EF4-FFF2-40B4-BE49-F238E27FC236}">
                    <a16:creationId xmlns:a16="http://schemas.microsoft.com/office/drawing/2014/main" id="{FC3384BD-E1D2-4779-97AD-87BA73F7143C}"/>
                  </a:ext>
                </a:extLst>
              </p:cNvPr>
              <p:cNvSpPr/>
              <p:nvPr/>
            </p:nvSpPr>
            <p:spPr>
              <a:xfrm rot="5400000">
                <a:off x="610336"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2" name="타원 271">
                <a:extLst>
                  <a:ext uri="{FF2B5EF4-FFF2-40B4-BE49-F238E27FC236}">
                    <a16:creationId xmlns:a16="http://schemas.microsoft.com/office/drawing/2014/main" id="{EFF6C8C4-4756-46EA-B29F-48F97EAC69F8}"/>
                  </a:ext>
                </a:extLst>
              </p:cNvPr>
              <p:cNvSpPr/>
              <p:nvPr/>
            </p:nvSpPr>
            <p:spPr>
              <a:xfrm rot="5400000">
                <a:off x="784519"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3" name="타원 272">
                <a:extLst>
                  <a:ext uri="{FF2B5EF4-FFF2-40B4-BE49-F238E27FC236}">
                    <a16:creationId xmlns:a16="http://schemas.microsoft.com/office/drawing/2014/main" id="{832EDB34-692A-4E3B-9C55-A262879FDB8F}"/>
                  </a:ext>
                </a:extLst>
              </p:cNvPr>
              <p:cNvSpPr/>
              <p:nvPr/>
            </p:nvSpPr>
            <p:spPr>
              <a:xfrm rot="5400000">
                <a:off x="3561774" y="238868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4" name="타원 273">
                <a:extLst>
                  <a:ext uri="{FF2B5EF4-FFF2-40B4-BE49-F238E27FC236}">
                    <a16:creationId xmlns:a16="http://schemas.microsoft.com/office/drawing/2014/main" id="{5C6BB821-4FB5-4E65-AF52-7439D61975A6}"/>
                  </a:ext>
                </a:extLst>
              </p:cNvPr>
              <p:cNvSpPr/>
              <p:nvPr/>
            </p:nvSpPr>
            <p:spPr>
              <a:xfrm rot="5400000">
                <a:off x="3418648"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5" name="타원 274">
                <a:extLst>
                  <a:ext uri="{FF2B5EF4-FFF2-40B4-BE49-F238E27FC236}">
                    <a16:creationId xmlns:a16="http://schemas.microsoft.com/office/drawing/2014/main" id="{83765285-941E-4612-8841-4F97F5DE19D7}"/>
                  </a:ext>
                </a:extLst>
              </p:cNvPr>
              <p:cNvSpPr/>
              <p:nvPr/>
            </p:nvSpPr>
            <p:spPr>
              <a:xfrm rot="5400000">
                <a:off x="3543614" y="220608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6" name="타원 275">
                <a:extLst>
                  <a:ext uri="{FF2B5EF4-FFF2-40B4-BE49-F238E27FC236}">
                    <a16:creationId xmlns:a16="http://schemas.microsoft.com/office/drawing/2014/main" id="{6A97E041-2F35-4D74-BE52-47D9D6169485}"/>
                  </a:ext>
                </a:extLst>
              </p:cNvPr>
              <p:cNvSpPr/>
              <p:nvPr/>
            </p:nvSpPr>
            <p:spPr>
              <a:xfrm rot="5400000">
                <a:off x="3706680" y="17740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7" name="타원 276">
                <a:extLst>
                  <a:ext uri="{FF2B5EF4-FFF2-40B4-BE49-F238E27FC236}">
                    <a16:creationId xmlns:a16="http://schemas.microsoft.com/office/drawing/2014/main" id="{99A693FB-DD7C-460B-A4D2-8CE35F170C3D}"/>
                  </a:ext>
                </a:extLst>
              </p:cNvPr>
              <p:cNvSpPr/>
              <p:nvPr/>
            </p:nvSpPr>
            <p:spPr>
              <a:xfrm rot="5400000">
                <a:off x="3418648" y="208645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8" name="타원 277">
                <a:extLst>
                  <a:ext uri="{FF2B5EF4-FFF2-40B4-BE49-F238E27FC236}">
                    <a16:creationId xmlns:a16="http://schemas.microsoft.com/office/drawing/2014/main" id="{5525CF45-A30D-4EFC-9487-3EEC64A5C531}"/>
                  </a:ext>
                </a:extLst>
              </p:cNvPr>
              <p:cNvSpPr/>
              <p:nvPr/>
            </p:nvSpPr>
            <p:spPr>
              <a:xfrm rot="5400000">
                <a:off x="3417758" y="172197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9" name="타원 278">
                <a:extLst>
                  <a:ext uri="{FF2B5EF4-FFF2-40B4-BE49-F238E27FC236}">
                    <a16:creationId xmlns:a16="http://schemas.microsoft.com/office/drawing/2014/main" id="{1C78FBFA-8E90-4A3B-B1EC-205964E8B324}"/>
                  </a:ext>
                </a:extLst>
              </p:cNvPr>
              <p:cNvSpPr/>
              <p:nvPr/>
            </p:nvSpPr>
            <p:spPr>
              <a:xfrm rot="5400000">
                <a:off x="3418648" y="23501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80" name="타원 279">
                <a:extLst>
                  <a:ext uri="{FF2B5EF4-FFF2-40B4-BE49-F238E27FC236}">
                    <a16:creationId xmlns:a16="http://schemas.microsoft.com/office/drawing/2014/main" id="{B756491B-E528-4536-BF52-AB27FFA3AA0F}"/>
                  </a:ext>
                </a:extLst>
              </p:cNvPr>
              <p:cNvSpPr/>
              <p:nvPr/>
            </p:nvSpPr>
            <p:spPr>
              <a:xfrm rot="5400000">
                <a:off x="3697155" y="225904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81" name="타원 280">
                <a:extLst>
                  <a:ext uri="{FF2B5EF4-FFF2-40B4-BE49-F238E27FC236}">
                    <a16:creationId xmlns:a16="http://schemas.microsoft.com/office/drawing/2014/main" id="{0D3F79AB-224B-4ADD-820E-114865B5B1D3}"/>
                  </a:ext>
                </a:extLst>
              </p:cNvPr>
              <p:cNvSpPr/>
              <p:nvPr/>
            </p:nvSpPr>
            <p:spPr>
              <a:xfrm rot="5400000">
                <a:off x="3571299" y="195704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grpSp>
        <p:sp>
          <p:nvSpPr>
            <p:cNvPr id="218" name="자유형 108">
              <a:extLst>
                <a:ext uri="{FF2B5EF4-FFF2-40B4-BE49-F238E27FC236}">
                  <a16:creationId xmlns:a16="http://schemas.microsoft.com/office/drawing/2014/main" id="{4881B4D1-F9E3-4EFA-A480-11DCED6FF53D}"/>
                </a:ext>
              </a:extLst>
            </p:cNvPr>
            <p:cNvSpPr/>
            <p:nvPr/>
          </p:nvSpPr>
          <p:spPr>
            <a:xfrm>
              <a:off x="1426756" y="4804965"/>
              <a:ext cx="148525" cy="405229"/>
            </a:xfrm>
            <a:custGeom>
              <a:avLst/>
              <a:gdLst>
                <a:gd name="connsiteX0" fmla="*/ 92149 w 211212"/>
                <a:gd name="connsiteY0" fmla="*/ 0 h 576263"/>
                <a:gd name="connsiteX1" fmla="*/ 54049 w 211212"/>
                <a:gd name="connsiteY1" fmla="*/ 9525 h 576263"/>
                <a:gd name="connsiteX2" fmla="*/ 25474 w 211212"/>
                <a:gd name="connsiteY2" fmla="*/ 28575 h 576263"/>
                <a:gd name="connsiteX3" fmla="*/ 15949 w 211212"/>
                <a:gd name="connsiteY3" fmla="*/ 42863 h 576263"/>
                <a:gd name="connsiteX4" fmla="*/ 6424 w 211212"/>
                <a:gd name="connsiteY4" fmla="*/ 66675 h 576263"/>
                <a:gd name="connsiteX5" fmla="*/ 20712 w 211212"/>
                <a:gd name="connsiteY5" fmla="*/ 71438 h 576263"/>
                <a:gd name="connsiteX6" fmla="*/ 39762 w 211212"/>
                <a:gd name="connsiteY6" fmla="*/ 100013 h 576263"/>
                <a:gd name="connsiteX7" fmla="*/ 49287 w 211212"/>
                <a:gd name="connsiteY7" fmla="*/ 114300 h 576263"/>
                <a:gd name="connsiteX8" fmla="*/ 63574 w 211212"/>
                <a:gd name="connsiteY8" fmla="*/ 128588 h 576263"/>
                <a:gd name="connsiteX9" fmla="*/ 68337 w 211212"/>
                <a:gd name="connsiteY9" fmla="*/ 142875 h 576263"/>
                <a:gd name="connsiteX10" fmla="*/ 96912 w 211212"/>
                <a:gd name="connsiteY10" fmla="*/ 161925 h 576263"/>
                <a:gd name="connsiteX11" fmla="*/ 106437 w 211212"/>
                <a:gd name="connsiteY11" fmla="*/ 176213 h 576263"/>
                <a:gd name="connsiteX12" fmla="*/ 120724 w 211212"/>
                <a:gd name="connsiteY12" fmla="*/ 185738 h 576263"/>
                <a:gd name="connsiteX13" fmla="*/ 130249 w 211212"/>
                <a:gd name="connsiteY13" fmla="*/ 214313 h 576263"/>
                <a:gd name="connsiteX14" fmla="*/ 120724 w 211212"/>
                <a:gd name="connsiteY14" fmla="*/ 242888 h 576263"/>
                <a:gd name="connsiteX15" fmla="*/ 125487 w 211212"/>
                <a:gd name="connsiteY15" fmla="*/ 280988 h 576263"/>
                <a:gd name="connsiteX16" fmla="*/ 135012 w 211212"/>
                <a:gd name="connsiteY16" fmla="*/ 295275 h 576263"/>
                <a:gd name="connsiteX17" fmla="*/ 154062 w 211212"/>
                <a:gd name="connsiteY17" fmla="*/ 328613 h 576263"/>
                <a:gd name="connsiteX18" fmla="*/ 163587 w 211212"/>
                <a:gd name="connsiteY18" fmla="*/ 357188 h 576263"/>
                <a:gd name="connsiteX19" fmla="*/ 182637 w 211212"/>
                <a:gd name="connsiteY19" fmla="*/ 385763 h 576263"/>
                <a:gd name="connsiteX20" fmla="*/ 187399 w 211212"/>
                <a:gd name="connsiteY20" fmla="*/ 400050 h 576263"/>
                <a:gd name="connsiteX21" fmla="*/ 196924 w 211212"/>
                <a:gd name="connsiteY21" fmla="*/ 414338 h 576263"/>
                <a:gd name="connsiteX22" fmla="*/ 206449 w 211212"/>
                <a:gd name="connsiteY22" fmla="*/ 442913 h 576263"/>
                <a:gd name="connsiteX23" fmla="*/ 211212 w 211212"/>
                <a:gd name="connsiteY23" fmla="*/ 457200 h 576263"/>
                <a:gd name="connsiteX24" fmla="*/ 201687 w 211212"/>
                <a:gd name="connsiteY24" fmla="*/ 485775 h 576263"/>
                <a:gd name="connsiteX25" fmla="*/ 196924 w 211212"/>
                <a:gd name="connsiteY25" fmla="*/ 500063 h 576263"/>
                <a:gd name="connsiteX26" fmla="*/ 187399 w 211212"/>
                <a:gd name="connsiteY26" fmla="*/ 514350 h 576263"/>
                <a:gd name="connsiteX27" fmla="*/ 182637 w 211212"/>
                <a:gd name="connsiteY27" fmla="*/ 528638 h 576263"/>
                <a:gd name="connsiteX28" fmla="*/ 173112 w 211212"/>
                <a:gd name="connsiteY28" fmla="*/ 542925 h 576263"/>
                <a:gd name="connsiteX29" fmla="*/ 158824 w 211212"/>
                <a:gd name="connsiteY29" fmla="*/ 576263 h 57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1212" h="576263">
                  <a:moveTo>
                    <a:pt x="92149" y="0"/>
                  </a:moveTo>
                  <a:cubicBezTo>
                    <a:pt x="85557" y="1319"/>
                    <a:pt x="62283" y="4951"/>
                    <a:pt x="54049" y="9525"/>
                  </a:cubicBezTo>
                  <a:cubicBezTo>
                    <a:pt x="44042" y="15084"/>
                    <a:pt x="25474" y="28575"/>
                    <a:pt x="25474" y="28575"/>
                  </a:cubicBezTo>
                  <a:cubicBezTo>
                    <a:pt x="22299" y="33338"/>
                    <a:pt x="19996" y="38815"/>
                    <a:pt x="15949" y="42863"/>
                  </a:cubicBezTo>
                  <a:cubicBezTo>
                    <a:pt x="8056" y="50756"/>
                    <a:pt x="-9419" y="50832"/>
                    <a:pt x="6424" y="66675"/>
                  </a:cubicBezTo>
                  <a:cubicBezTo>
                    <a:pt x="9974" y="70225"/>
                    <a:pt x="15949" y="69850"/>
                    <a:pt x="20712" y="71438"/>
                  </a:cubicBezTo>
                  <a:lnTo>
                    <a:pt x="39762" y="100013"/>
                  </a:lnTo>
                  <a:cubicBezTo>
                    <a:pt x="42937" y="104775"/>
                    <a:pt x="45240" y="110253"/>
                    <a:pt x="49287" y="114300"/>
                  </a:cubicBezTo>
                  <a:lnTo>
                    <a:pt x="63574" y="128588"/>
                  </a:lnTo>
                  <a:cubicBezTo>
                    <a:pt x="65162" y="133350"/>
                    <a:pt x="64787" y="139325"/>
                    <a:pt x="68337" y="142875"/>
                  </a:cubicBezTo>
                  <a:cubicBezTo>
                    <a:pt x="76432" y="150970"/>
                    <a:pt x="96912" y="161925"/>
                    <a:pt x="96912" y="161925"/>
                  </a:cubicBezTo>
                  <a:cubicBezTo>
                    <a:pt x="100087" y="166688"/>
                    <a:pt x="102390" y="172165"/>
                    <a:pt x="106437" y="176213"/>
                  </a:cubicBezTo>
                  <a:cubicBezTo>
                    <a:pt x="110484" y="180260"/>
                    <a:pt x="117691" y="180884"/>
                    <a:pt x="120724" y="185738"/>
                  </a:cubicBezTo>
                  <a:cubicBezTo>
                    <a:pt x="126045" y="194252"/>
                    <a:pt x="130249" y="214313"/>
                    <a:pt x="130249" y="214313"/>
                  </a:cubicBezTo>
                  <a:cubicBezTo>
                    <a:pt x="127074" y="223838"/>
                    <a:pt x="119479" y="232925"/>
                    <a:pt x="120724" y="242888"/>
                  </a:cubicBezTo>
                  <a:cubicBezTo>
                    <a:pt x="122312" y="255588"/>
                    <a:pt x="122119" y="268640"/>
                    <a:pt x="125487" y="280988"/>
                  </a:cubicBezTo>
                  <a:cubicBezTo>
                    <a:pt x="126993" y="286510"/>
                    <a:pt x="132172" y="290305"/>
                    <a:pt x="135012" y="295275"/>
                  </a:cubicBezTo>
                  <a:cubicBezTo>
                    <a:pt x="159187" y="337580"/>
                    <a:pt x="130852" y="293796"/>
                    <a:pt x="154062" y="328613"/>
                  </a:cubicBezTo>
                  <a:cubicBezTo>
                    <a:pt x="157237" y="338138"/>
                    <a:pt x="158018" y="348834"/>
                    <a:pt x="163587" y="357188"/>
                  </a:cubicBezTo>
                  <a:lnTo>
                    <a:pt x="182637" y="385763"/>
                  </a:lnTo>
                  <a:cubicBezTo>
                    <a:pt x="184224" y="390525"/>
                    <a:pt x="185154" y="395560"/>
                    <a:pt x="187399" y="400050"/>
                  </a:cubicBezTo>
                  <a:cubicBezTo>
                    <a:pt x="189959" y="405170"/>
                    <a:pt x="194599" y="409107"/>
                    <a:pt x="196924" y="414338"/>
                  </a:cubicBezTo>
                  <a:cubicBezTo>
                    <a:pt x="201002" y="423513"/>
                    <a:pt x="203274" y="433388"/>
                    <a:pt x="206449" y="442913"/>
                  </a:cubicBezTo>
                  <a:lnTo>
                    <a:pt x="211212" y="457200"/>
                  </a:lnTo>
                  <a:lnTo>
                    <a:pt x="201687" y="485775"/>
                  </a:lnTo>
                  <a:cubicBezTo>
                    <a:pt x="200099" y="490538"/>
                    <a:pt x="199709" y="495886"/>
                    <a:pt x="196924" y="500063"/>
                  </a:cubicBezTo>
                  <a:lnTo>
                    <a:pt x="187399" y="514350"/>
                  </a:lnTo>
                  <a:cubicBezTo>
                    <a:pt x="185812" y="519113"/>
                    <a:pt x="184882" y="524148"/>
                    <a:pt x="182637" y="528638"/>
                  </a:cubicBezTo>
                  <a:cubicBezTo>
                    <a:pt x="180077" y="533757"/>
                    <a:pt x="175437" y="537695"/>
                    <a:pt x="173112" y="542925"/>
                  </a:cubicBezTo>
                  <a:cubicBezTo>
                    <a:pt x="156736" y="579771"/>
                    <a:pt x="172060" y="563027"/>
                    <a:pt x="158824" y="576263"/>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9" name="자유형 109">
              <a:extLst>
                <a:ext uri="{FF2B5EF4-FFF2-40B4-BE49-F238E27FC236}">
                  <a16:creationId xmlns:a16="http://schemas.microsoft.com/office/drawing/2014/main" id="{C49AF985-FB5C-47E0-923A-CF4E0D71FD8C}"/>
                </a:ext>
              </a:extLst>
            </p:cNvPr>
            <p:cNvSpPr/>
            <p:nvPr/>
          </p:nvSpPr>
          <p:spPr>
            <a:xfrm>
              <a:off x="1297314" y="4804965"/>
              <a:ext cx="284666" cy="388484"/>
            </a:xfrm>
            <a:custGeom>
              <a:avLst/>
              <a:gdLst>
                <a:gd name="connsiteX0" fmla="*/ 385763 w 404814"/>
                <a:gd name="connsiteY0" fmla="*/ 0 h 552450"/>
                <a:gd name="connsiteX1" fmla="*/ 404813 w 404814"/>
                <a:gd name="connsiteY1" fmla="*/ 38100 h 552450"/>
                <a:gd name="connsiteX2" fmla="*/ 400050 w 404814"/>
                <a:gd name="connsiteY2" fmla="*/ 57150 h 552450"/>
                <a:gd name="connsiteX3" fmla="*/ 371475 w 404814"/>
                <a:gd name="connsiteY3" fmla="*/ 66675 h 552450"/>
                <a:gd name="connsiteX4" fmla="*/ 357188 w 404814"/>
                <a:gd name="connsiteY4" fmla="*/ 71438 h 552450"/>
                <a:gd name="connsiteX5" fmla="*/ 342900 w 404814"/>
                <a:gd name="connsiteY5" fmla="*/ 76200 h 552450"/>
                <a:gd name="connsiteX6" fmla="*/ 300038 w 404814"/>
                <a:gd name="connsiteY6" fmla="*/ 95250 h 552450"/>
                <a:gd name="connsiteX7" fmla="*/ 285750 w 404814"/>
                <a:gd name="connsiteY7" fmla="*/ 100013 h 552450"/>
                <a:gd name="connsiteX8" fmla="*/ 276225 w 404814"/>
                <a:gd name="connsiteY8" fmla="*/ 114300 h 552450"/>
                <a:gd name="connsiteX9" fmla="*/ 247650 w 404814"/>
                <a:gd name="connsiteY9" fmla="*/ 142875 h 552450"/>
                <a:gd name="connsiteX10" fmla="*/ 223838 w 404814"/>
                <a:gd name="connsiteY10" fmla="*/ 166688 h 552450"/>
                <a:gd name="connsiteX11" fmla="*/ 204788 w 404814"/>
                <a:gd name="connsiteY11" fmla="*/ 195263 h 552450"/>
                <a:gd name="connsiteX12" fmla="*/ 195263 w 404814"/>
                <a:gd name="connsiteY12" fmla="*/ 209550 h 552450"/>
                <a:gd name="connsiteX13" fmla="*/ 171450 w 404814"/>
                <a:gd name="connsiteY13" fmla="*/ 233363 h 552450"/>
                <a:gd name="connsiteX14" fmla="*/ 123825 w 404814"/>
                <a:gd name="connsiteY14" fmla="*/ 238125 h 552450"/>
                <a:gd name="connsiteX15" fmla="*/ 42863 w 404814"/>
                <a:gd name="connsiteY15" fmla="*/ 242888 h 552450"/>
                <a:gd name="connsiteX16" fmla="*/ 33338 w 404814"/>
                <a:gd name="connsiteY16" fmla="*/ 257175 h 552450"/>
                <a:gd name="connsiteX17" fmla="*/ 19050 w 404814"/>
                <a:gd name="connsiteY17" fmla="*/ 276225 h 552450"/>
                <a:gd name="connsiteX18" fmla="*/ 14288 w 404814"/>
                <a:gd name="connsiteY18" fmla="*/ 290513 h 552450"/>
                <a:gd name="connsiteX19" fmla="*/ 0 w 404814"/>
                <a:gd name="connsiteY19" fmla="*/ 319088 h 552450"/>
                <a:gd name="connsiteX20" fmla="*/ 14288 w 404814"/>
                <a:gd name="connsiteY20" fmla="*/ 328613 h 552450"/>
                <a:gd name="connsiteX21" fmla="*/ 61913 w 404814"/>
                <a:gd name="connsiteY21" fmla="*/ 333375 h 552450"/>
                <a:gd name="connsiteX22" fmla="*/ 71438 w 404814"/>
                <a:gd name="connsiteY22" fmla="*/ 361950 h 552450"/>
                <a:gd name="connsiteX23" fmla="*/ 80963 w 404814"/>
                <a:gd name="connsiteY23" fmla="*/ 390525 h 552450"/>
                <a:gd name="connsiteX24" fmla="*/ 90488 w 404814"/>
                <a:gd name="connsiteY24" fmla="*/ 404813 h 552450"/>
                <a:gd name="connsiteX25" fmla="*/ 95250 w 404814"/>
                <a:gd name="connsiteY25" fmla="*/ 423863 h 552450"/>
                <a:gd name="connsiteX26" fmla="*/ 95250 w 404814"/>
                <a:gd name="connsiteY26" fmla="*/ 466725 h 552450"/>
                <a:gd name="connsiteX27" fmla="*/ 80963 w 404814"/>
                <a:gd name="connsiteY27" fmla="*/ 471488 h 552450"/>
                <a:gd name="connsiteX28" fmla="*/ 52388 w 404814"/>
                <a:gd name="connsiteY28" fmla="*/ 485775 h 552450"/>
                <a:gd name="connsiteX29" fmla="*/ 23813 w 404814"/>
                <a:gd name="connsiteY29"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4814" h="552450">
                  <a:moveTo>
                    <a:pt x="385763" y="0"/>
                  </a:moveTo>
                  <a:cubicBezTo>
                    <a:pt x="388452" y="4481"/>
                    <a:pt x="404813" y="27850"/>
                    <a:pt x="404813" y="38100"/>
                  </a:cubicBezTo>
                  <a:cubicBezTo>
                    <a:pt x="404813" y="44645"/>
                    <a:pt x="405020" y="52890"/>
                    <a:pt x="400050" y="57150"/>
                  </a:cubicBezTo>
                  <a:cubicBezTo>
                    <a:pt x="392427" y="63684"/>
                    <a:pt x="381000" y="63500"/>
                    <a:pt x="371475" y="66675"/>
                  </a:cubicBezTo>
                  <a:lnTo>
                    <a:pt x="357188" y="71438"/>
                  </a:lnTo>
                  <a:lnTo>
                    <a:pt x="342900" y="76200"/>
                  </a:lnTo>
                  <a:cubicBezTo>
                    <a:pt x="320259" y="91295"/>
                    <a:pt x="334044" y="83914"/>
                    <a:pt x="300038" y="95250"/>
                  </a:cubicBezTo>
                  <a:lnTo>
                    <a:pt x="285750" y="100013"/>
                  </a:lnTo>
                  <a:cubicBezTo>
                    <a:pt x="282575" y="104775"/>
                    <a:pt x="280028" y="110022"/>
                    <a:pt x="276225" y="114300"/>
                  </a:cubicBezTo>
                  <a:cubicBezTo>
                    <a:pt x="267276" y="124368"/>
                    <a:pt x="255122" y="131667"/>
                    <a:pt x="247650" y="142875"/>
                  </a:cubicBezTo>
                  <a:cubicBezTo>
                    <a:pt x="234950" y="161925"/>
                    <a:pt x="242888" y="153988"/>
                    <a:pt x="223838" y="166688"/>
                  </a:cubicBezTo>
                  <a:lnTo>
                    <a:pt x="204788" y="195263"/>
                  </a:lnTo>
                  <a:lnTo>
                    <a:pt x="195263" y="209550"/>
                  </a:lnTo>
                  <a:cubicBezTo>
                    <a:pt x="189105" y="218787"/>
                    <a:pt x="183959" y="230476"/>
                    <a:pt x="171450" y="233363"/>
                  </a:cubicBezTo>
                  <a:cubicBezTo>
                    <a:pt x="155904" y="236950"/>
                    <a:pt x="139736" y="236946"/>
                    <a:pt x="123825" y="238125"/>
                  </a:cubicBezTo>
                  <a:cubicBezTo>
                    <a:pt x="96865" y="240122"/>
                    <a:pt x="69850" y="241300"/>
                    <a:pt x="42863" y="242888"/>
                  </a:cubicBezTo>
                  <a:cubicBezTo>
                    <a:pt x="39688" y="247650"/>
                    <a:pt x="36665" y="252518"/>
                    <a:pt x="33338" y="257175"/>
                  </a:cubicBezTo>
                  <a:cubicBezTo>
                    <a:pt x="28724" y="263634"/>
                    <a:pt x="22988" y="269333"/>
                    <a:pt x="19050" y="276225"/>
                  </a:cubicBezTo>
                  <a:cubicBezTo>
                    <a:pt x="16559" y="280584"/>
                    <a:pt x="16533" y="286023"/>
                    <a:pt x="14288" y="290513"/>
                  </a:cubicBezTo>
                  <a:cubicBezTo>
                    <a:pt x="-4180" y="327450"/>
                    <a:pt x="11975" y="283167"/>
                    <a:pt x="0" y="319088"/>
                  </a:cubicBezTo>
                  <a:cubicBezTo>
                    <a:pt x="4763" y="322263"/>
                    <a:pt x="8711" y="327326"/>
                    <a:pt x="14288" y="328613"/>
                  </a:cubicBezTo>
                  <a:cubicBezTo>
                    <a:pt x="29834" y="332200"/>
                    <a:pt x="48132" y="325336"/>
                    <a:pt x="61913" y="333375"/>
                  </a:cubicBezTo>
                  <a:cubicBezTo>
                    <a:pt x="70586" y="338434"/>
                    <a:pt x="68263" y="352425"/>
                    <a:pt x="71438" y="361950"/>
                  </a:cubicBezTo>
                  <a:cubicBezTo>
                    <a:pt x="71440" y="361955"/>
                    <a:pt x="80959" y="390520"/>
                    <a:pt x="80963" y="390525"/>
                  </a:cubicBezTo>
                  <a:lnTo>
                    <a:pt x="90488" y="404813"/>
                  </a:lnTo>
                  <a:cubicBezTo>
                    <a:pt x="92075" y="411163"/>
                    <a:pt x="93452" y="417569"/>
                    <a:pt x="95250" y="423863"/>
                  </a:cubicBezTo>
                  <a:cubicBezTo>
                    <a:pt x="99971" y="440385"/>
                    <a:pt x="106795" y="446521"/>
                    <a:pt x="95250" y="466725"/>
                  </a:cubicBezTo>
                  <a:cubicBezTo>
                    <a:pt x="92759" y="471084"/>
                    <a:pt x="85453" y="469243"/>
                    <a:pt x="80963" y="471488"/>
                  </a:cubicBezTo>
                  <a:cubicBezTo>
                    <a:pt x="44042" y="489949"/>
                    <a:pt x="88291" y="473808"/>
                    <a:pt x="52388" y="485775"/>
                  </a:cubicBezTo>
                  <a:cubicBezTo>
                    <a:pt x="10604" y="513631"/>
                    <a:pt x="23813" y="493377"/>
                    <a:pt x="23813" y="55245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0" name="자유형 110">
              <a:extLst>
                <a:ext uri="{FF2B5EF4-FFF2-40B4-BE49-F238E27FC236}">
                  <a16:creationId xmlns:a16="http://schemas.microsoft.com/office/drawing/2014/main" id="{1102B99B-9BED-44E7-95E4-96FCA6C29A95}"/>
                </a:ext>
              </a:extLst>
            </p:cNvPr>
            <p:cNvSpPr/>
            <p:nvPr/>
          </p:nvSpPr>
          <p:spPr>
            <a:xfrm>
              <a:off x="1588677" y="4815012"/>
              <a:ext cx="137355" cy="395182"/>
            </a:xfrm>
            <a:custGeom>
              <a:avLst/>
              <a:gdLst>
                <a:gd name="connsiteX0" fmla="*/ 114300 w 195328"/>
                <a:gd name="connsiteY0" fmla="*/ 0 h 561975"/>
                <a:gd name="connsiteX1" fmla="*/ 142875 w 195328"/>
                <a:gd name="connsiteY1" fmla="*/ 38100 h 561975"/>
                <a:gd name="connsiteX2" fmla="*/ 147637 w 195328"/>
                <a:gd name="connsiteY2" fmla="*/ 52387 h 561975"/>
                <a:gd name="connsiteX3" fmla="*/ 152400 w 195328"/>
                <a:gd name="connsiteY3" fmla="*/ 128587 h 561975"/>
                <a:gd name="connsiteX4" fmla="*/ 157162 w 195328"/>
                <a:gd name="connsiteY4" fmla="*/ 142875 h 561975"/>
                <a:gd name="connsiteX5" fmla="*/ 161925 w 195328"/>
                <a:gd name="connsiteY5" fmla="*/ 171450 h 561975"/>
                <a:gd name="connsiteX6" fmla="*/ 176212 w 195328"/>
                <a:gd name="connsiteY6" fmla="*/ 176212 h 561975"/>
                <a:gd name="connsiteX7" fmla="*/ 195262 w 195328"/>
                <a:gd name="connsiteY7" fmla="*/ 204787 h 561975"/>
                <a:gd name="connsiteX8" fmla="*/ 190500 w 195328"/>
                <a:gd name="connsiteY8" fmla="*/ 252412 h 561975"/>
                <a:gd name="connsiteX9" fmla="*/ 185737 w 195328"/>
                <a:gd name="connsiteY9" fmla="*/ 266700 h 561975"/>
                <a:gd name="connsiteX10" fmla="*/ 171450 w 195328"/>
                <a:gd name="connsiteY10" fmla="*/ 276225 h 561975"/>
                <a:gd name="connsiteX11" fmla="*/ 152400 w 195328"/>
                <a:gd name="connsiteY11" fmla="*/ 304800 h 561975"/>
                <a:gd name="connsiteX12" fmla="*/ 133350 w 195328"/>
                <a:gd name="connsiteY12" fmla="*/ 333375 h 561975"/>
                <a:gd name="connsiteX13" fmla="*/ 123825 w 195328"/>
                <a:gd name="connsiteY13" fmla="*/ 347662 h 561975"/>
                <a:gd name="connsiteX14" fmla="*/ 147637 w 195328"/>
                <a:gd name="connsiteY14" fmla="*/ 390525 h 561975"/>
                <a:gd name="connsiteX15" fmla="*/ 157162 w 195328"/>
                <a:gd name="connsiteY15" fmla="*/ 404812 h 561975"/>
                <a:gd name="connsiteX16" fmla="*/ 138112 w 195328"/>
                <a:gd name="connsiteY16" fmla="*/ 428625 h 561975"/>
                <a:gd name="connsiteX17" fmla="*/ 114300 w 195328"/>
                <a:gd name="connsiteY17" fmla="*/ 447675 h 561975"/>
                <a:gd name="connsiteX18" fmla="*/ 76200 w 195328"/>
                <a:gd name="connsiteY18" fmla="*/ 471487 h 561975"/>
                <a:gd name="connsiteX19" fmla="*/ 61912 w 195328"/>
                <a:gd name="connsiteY19" fmla="*/ 476250 h 561975"/>
                <a:gd name="connsiteX20" fmla="*/ 47625 w 195328"/>
                <a:gd name="connsiteY20" fmla="*/ 504825 h 561975"/>
                <a:gd name="connsiteX21" fmla="*/ 42862 w 195328"/>
                <a:gd name="connsiteY21" fmla="*/ 538162 h 561975"/>
                <a:gd name="connsiteX22" fmla="*/ 28575 w 195328"/>
                <a:gd name="connsiteY22" fmla="*/ 542925 h 561975"/>
                <a:gd name="connsiteX23" fmla="*/ 0 w 195328"/>
                <a:gd name="connsiteY23"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328" h="561975">
                  <a:moveTo>
                    <a:pt x="114300" y="0"/>
                  </a:moveTo>
                  <a:cubicBezTo>
                    <a:pt x="118976" y="5845"/>
                    <a:pt x="137820" y="27989"/>
                    <a:pt x="142875" y="38100"/>
                  </a:cubicBezTo>
                  <a:cubicBezTo>
                    <a:pt x="145120" y="42590"/>
                    <a:pt x="146050" y="47625"/>
                    <a:pt x="147637" y="52387"/>
                  </a:cubicBezTo>
                  <a:cubicBezTo>
                    <a:pt x="149225" y="77787"/>
                    <a:pt x="149736" y="103277"/>
                    <a:pt x="152400" y="128587"/>
                  </a:cubicBezTo>
                  <a:cubicBezTo>
                    <a:pt x="152926" y="133580"/>
                    <a:pt x="156073" y="137974"/>
                    <a:pt x="157162" y="142875"/>
                  </a:cubicBezTo>
                  <a:cubicBezTo>
                    <a:pt x="159257" y="152301"/>
                    <a:pt x="157134" y="163066"/>
                    <a:pt x="161925" y="171450"/>
                  </a:cubicBezTo>
                  <a:cubicBezTo>
                    <a:pt x="164416" y="175808"/>
                    <a:pt x="171450" y="174625"/>
                    <a:pt x="176212" y="176212"/>
                  </a:cubicBezTo>
                  <a:cubicBezTo>
                    <a:pt x="182562" y="185737"/>
                    <a:pt x="196401" y="193396"/>
                    <a:pt x="195262" y="204787"/>
                  </a:cubicBezTo>
                  <a:cubicBezTo>
                    <a:pt x="193675" y="220662"/>
                    <a:pt x="192926" y="236643"/>
                    <a:pt x="190500" y="252412"/>
                  </a:cubicBezTo>
                  <a:cubicBezTo>
                    <a:pt x="189737" y="257374"/>
                    <a:pt x="188873" y="262780"/>
                    <a:pt x="185737" y="266700"/>
                  </a:cubicBezTo>
                  <a:cubicBezTo>
                    <a:pt x="182161" y="271169"/>
                    <a:pt x="176212" y="273050"/>
                    <a:pt x="171450" y="276225"/>
                  </a:cubicBezTo>
                  <a:cubicBezTo>
                    <a:pt x="162341" y="303549"/>
                    <a:pt x="173210" y="278044"/>
                    <a:pt x="152400" y="304800"/>
                  </a:cubicBezTo>
                  <a:cubicBezTo>
                    <a:pt x="145372" y="313836"/>
                    <a:pt x="139700" y="323850"/>
                    <a:pt x="133350" y="333375"/>
                  </a:cubicBezTo>
                  <a:lnTo>
                    <a:pt x="123825" y="347662"/>
                  </a:lnTo>
                  <a:cubicBezTo>
                    <a:pt x="132206" y="372810"/>
                    <a:pt x="125803" y="357774"/>
                    <a:pt x="147637" y="390525"/>
                  </a:cubicBezTo>
                  <a:lnTo>
                    <a:pt x="157162" y="404812"/>
                  </a:lnTo>
                  <a:cubicBezTo>
                    <a:pt x="147286" y="444320"/>
                    <a:pt x="161598" y="409837"/>
                    <a:pt x="138112" y="428625"/>
                  </a:cubicBezTo>
                  <a:cubicBezTo>
                    <a:pt x="107336" y="453245"/>
                    <a:pt x="150213" y="435702"/>
                    <a:pt x="114300" y="447675"/>
                  </a:cubicBezTo>
                  <a:cubicBezTo>
                    <a:pt x="99205" y="470316"/>
                    <a:pt x="110205" y="460152"/>
                    <a:pt x="76200" y="471487"/>
                  </a:cubicBezTo>
                  <a:lnTo>
                    <a:pt x="61912" y="476250"/>
                  </a:lnTo>
                  <a:cubicBezTo>
                    <a:pt x="53883" y="488293"/>
                    <a:pt x="50442" y="490738"/>
                    <a:pt x="47625" y="504825"/>
                  </a:cubicBezTo>
                  <a:cubicBezTo>
                    <a:pt x="45424" y="515832"/>
                    <a:pt x="47882" y="528122"/>
                    <a:pt x="42862" y="538162"/>
                  </a:cubicBezTo>
                  <a:cubicBezTo>
                    <a:pt x="40617" y="542652"/>
                    <a:pt x="32963" y="540487"/>
                    <a:pt x="28575" y="542925"/>
                  </a:cubicBezTo>
                  <a:cubicBezTo>
                    <a:pt x="18568" y="548485"/>
                    <a:pt x="0" y="561975"/>
                    <a:pt x="0"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1" name="자유형 111">
              <a:extLst>
                <a:ext uri="{FF2B5EF4-FFF2-40B4-BE49-F238E27FC236}">
                  <a16:creationId xmlns:a16="http://schemas.microsoft.com/office/drawing/2014/main" id="{A79C01EB-28A0-4E9B-A20F-352275F02E61}"/>
                </a:ext>
              </a:extLst>
            </p:cNvPr>
            <p:cNvSpPr/>
            <p:nvPr/>
          </p:nvSpPr>
          <p:spPr>
            <a:xfrm>
              <a:off x="1679100" y="4798267"/>
              <a:ext cx="187628" cy="398531"/>
            </a:xfrm>
            <a:custGeom>
              <a:avLst/>
              <a:gdLst>
                <a:gd name="connsiteX0" fmla="*/ 95250 w 266820"/>
                <a:gd name="connsiteY0" fmla="*/ 0 h 566738"/>
                <a:gd name="connsiteX1" fmla="*/ 71438 w 266820"/>
                <a:gd name="connsiteY1" fmla="*/ 14288 h 566738"/>
                <a:gd name="connsiteX2" fmla="*/ 33338 w 266820"/>
                <a:gd name="connsiteY2" fmla="*/ 23813 h 566738"/>
                <a:gd name="connsiteX3" fmla="*/ 4763 w 266820"/>
                <a:gd name="connsiteY3" fmla="*/ 33338 h 566738"/>
                <a:gd name="connsiteX4" fmla="*/ 0 w 266820"/>
                <a:gd name="connsiteY4" fmla="*/ 47625 h 566738"/>
                <a:gd name="connsiteX5" fmla="*/ 4763 w 266820"/>
                <a:gd name="connsiteY5" fmla="*/ 71438 h 566738"/>
                <a:gd name="connsiteX6" fmla="*/ 23813 w 266820"/>
                <a:gd name="connsiteY6" fmla="*/ 114300 h 566738"/>
                <a:gd name="connsiteX7" fmla="*/ 33338 w 266820"/>
                <a:gd name="connsiteY7" fmla="*/ 142875 h 566738"/>
                <a:gd name="connsiteX8" fmla="*/ 42863 w 266820"/>
                <a:gd name="connsiteY8" fmla="*/ 176213 h 566738"/>
                <a:gd name="connsiteX9" fmla="*/ 47625 w 266820"/>
                <a:gd name="connsiteY9" fmla="*/ 204788 h 566738"/>
                <a:gd name="connsiteX10" fmla="*/ 90488 w 266820"/>
                <a:gd name="connsiteY10" fmla="*/ 219075 h 566738"/>
                <a:gd name="connsiteX11" fmla="*/ 104775 w 266820"/>
                <a:gd name="connsiteY11" fmla="*/ 223838 h 566738"/>
                <a:gd name="connsiteX12" fmla="*/ 214313 w 266820"/>
                <a:gd name="connsiteY12" fmla="*/ 214313 h 566738"/>
                <a:gd name="connsiteX13" fmla="*/ 214313 w 266820"/>
                <a:gd name="connsiteY13" fmla="*/ 171450 h 566738"/>
                <a:gd name="connsiteX14" fmla="*/ 185738 w 266820"/>
                <a:gd name="connsiteY14" fmla="*/ 176213 h 566738"/>
                <a:gd name="connsiteX15" fmla="*/ 171450 w 266820"/>
                <a:gd name="connsiteY15" fmla="*/ 185738 h 566738"/>
                <a:gd name="connsiteX16" fmla="*/ 142875 w 266820"/>
                <a:gd name="connsiteY16" fmla="*/ 200025 h 566738"/>
                <a:gd name="connsiteX17" fmla="*/ 157163 w 266820"/>
                <a:gd name="connsiteY17" fmla="*/ 228600 h 566738"/>
                <a:gd name="connsiteX18" fmla="*/ 171450 w 266820"/>
                <a:gd name="connsiteY18" fmla="*/ 238125 h 566738"/>
                <a:gd name="connsiteX19" fmla="*/ 180975 w 266820"/>
                <a:gd name="connsiteY19" fmla="*/ 252413 h 566738"/>
                <a:gd name="connsiteX20" fmla="*/ 209550 w 266820"/>
                <a:gd name="connsiteY20" fmla="*/ 276225 h 566738"/>
                <a:gd name="connsiteX21" fmla="*/ 242888 w 266820"/>
                <a:gd name="connsiteY21" fmla="*/ 285750 h 566738"/>
                <a:gd name="connsiteX22" fmla="*/ 257175 w 266820"/>
                <a:gd name="connsiteY22" fmla="*/ 290513 h 566738"/>
                <a:gd name="connsiteX23" fmla="*/ 266700 w 266820"/>
                <a:gd name="connsiteY23" fmla="*/ 304800 h 566738"/>
                <a:gd name="connsiteX24" fmla="*/ 261938 w 266820"/>
                <a:gd name="connsiteY24" fmla="*/ 319088 h 566738"/>
                <a:gd name="connsiteX25" fmla="*/ 252413 w 266820"/>
                <a:gd name="connsiteY25" fmla="*/ 338138 h 566738"/>
                <a:gd name="connsiteX26" fmla="*/ 238125 w 266820"/>
                <a:gd name="connsiteY26" fmla="*/ 366713 h 566738"/>
                <a:gd name="connsiteX27" fmla="*/ 228600 w 266820"/>
                <a:gd name="connsiteY27" fmla="*/ 395288 h 566738"/>
                <a:gd name="connsiteX28" fmla="*/ 223838 w 266820"/>
                <a:gd name="connsiteY28" fmla="*/ 409575 h 566738"/>
                <a:gd name="connsiteX29" fmla="*/ 209550 w 266820"/>
                <a:gd name="connsiteY29" fmla="*/ 414338 h 566738"/>
                <a:gd name="connsiteX30" fmla="*/ 200025 w 266820"/>
                <a:gd name="connsiteY30" fmla="*/ 400050 h 566738"/>
                <a:gd name="connsiteX31" fmla="*/ 185738 w 266820"/>
                <a:gd name="connsiteY31" fmla="*/ 395288 h 566738"/>
                <a:gd name="connsiteX32" fmla="*/ 171450 w 266820"/>
                <a:gd name="connsiteY32" fmla="*/ 385763 h 566738"/>
                <a:gd name="connsiteX33" fmla="*/ 142875 w 266820"/>
                <a:gd name="connsiteY33" fmla="*/ 400050 h 566738"/>
                <a:gd name="connsiteX34" fmla="*/ 133350 w 266820"/>
                <a:gd name="connsiteY34" fmla="*/ 414338 h 566738"/>
                <a:gd name="connsiteX35" fmla="*/ 114300 w 266820"/>
                <a:gd name="connsiteY35" fmla="*/ 438150 h 566738"/>
                <a:gd name="connsiteX36" fmla="*/ 109538 w 266820"/>
                <a:gd name="connsiteY36" fmla="*/ 452438 h 566738"/>
                <a:gd name="connsiteX37" fmla="*/ 104775 w 266820"/>
                <a:gd name="connsiteY37" fmla="*/ 528638 h 566738"/>
                <a:gd name="connsiteX38" fmla="*/ 90488 w 266820"/>
                <a:gd name="connsiteY38" fmla="*/ 538163 h 566738"/>
                <a:gd name="connsiteX39" fmla="*/ 61913 w 266820"/>
                <a:gd name="connsiteY39" fmla="*/ 547688 h 566738"/>
                <a:gd name="connsiteX40" fmla="*/ 33338 w 266820"/>
                <a:gd name="connsiteY40" fmla="*/ 566738 h 5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6820" h="566738">
                  <a:moveTo>
                    <a:pt x="95250" y="0"/>
                  </a:moveTo>
                  <a:cubicBezTo>
                    <a:pt x="87313" y="4763"/>
                    <a:pt x="79717" y="10148"/>
                    <a:pt x="71438" y="14288"/>
                  </a:cubicBezTo>
                  <a:cubicBezTo>
                    <a:pt x="59883" y="20065"/>
                    <a:pt x="45283" y="20555"/>
                    <a:pt x="33338" y="23813"/>
                  </a:cubicBezTo>
                  <a:cubicBezTo>
                    <a:pt x="23652" y="26455"/>
                    <a:pt x="4763" y="33338"/>
                    <a:pt x="4763" y="33338"/>
                  </a:cubicBezTo>
                  <a:cubicBezTo>
                    <a:pt x="3175" y="38100"/>
                    <a:pt x="0" y="42605"/>
                    <a:pt x="0" y="47625"/>
                  </a:cubicBezTo>
                  <a:cubicBezTo>
                    <a:pt x="0" y="55720"/>
                    <a:pt x="2633" y="63628"/>
                    <a:pt x="4763" y="71438"/>
                  </a:cubicBezTo>
                  <a:cubicBezTo>
                    <a:pt x="12611" y="100212"/>
                    <a:pt x="10707" y="94641"/>
                    <a:pt x="23813" y="114300"/>
                  </a:cubicBezTo>
                  <a:lnTo>
                    <a:pt x="33338" y="142875"/>
                  </a:lnTo>
                  <a:cubicBezTo>
                    <a:pt x="37874" y="156484"/>
                    <a:pt x="39875" y="161275"/>
                    <a:pt x="42863" y="176213"/>
                  </a:cubicBezTo>
                  <a:cubicBezTo>
                    <a:pt x="44757" y="185682"/>
                    <a:pt x="43307" y="196151"/>
                    <a:pt x="47625" y="204788"/>
                  </a:cubicBezTo>
                  <a:cubicBezTo>
                    <a:pt x="53713" y="216964"/>
                    <a:pt x="83655" y="217936"/>
                    <a:pt x="90488" y="219075"/>
                  </a:cubicBezTo>
                  <a:cubicBezTo>
                    <a:pt x="95250" y="220663"/>
                    <a:pt x="99755" y="223838"/>
                    <a:pt x="104775" y="223838"/>
                  </a:cubicBezTo>
                  <a:cubicBezTo>
                    <a:pt x="189996" y="223838"/>
                    <a:pt x="172242" y="228335"/>
                    <a:pt x="214313" y="214313"/>
                  </a:cubicBezTo>
                  <a:cubicBezTo>
                    <a:pt x="217995" y="203267"/>
                    <a:pt x="227851" y="181120"/>
                    <a:pt x="214313" y="171450"/>
                  </a:cubicBezTo>
                  <a:cubicBezTo>
                    <a:pt x="206455" y="165837"/>
                    <a:pt x="195263" y="174625"/>
                    <a:pt x="185738" y="176213"/>
                  </a:cubicBezTo>
                  <a:cubicBezTo>
                    <a:pt x="180975" y="179388"/>
                    <a:pt x="176570" y="183178"/>
                    <a:pt x="171450" y="185738"/>
                  </a:cubicBezTo>
                  <a:cubicBezTo>
                    <a:pt x="132014" y="205455"/>
                    <a:pt x="183824" y="172727"/>
                    <a:pt x="142875" y="200025"/>
                  </a:cubicBezTo>
                  <a:cubicBezTo>
                    <a:pt x="146749" y="211646"/>
                    <a:pt x="147931" y="219368"/>
                    <a:pt x="157163" y="228600"/>
                  </a:cubicBezTo>
                  <a:cubicBezTo>
                    <a:pt x="161210" y="232647"/>
                    <a:pt x="166688" y="234950"/>
                    <a:pt x="171450" y="238125"/>
                  </a:cubicBezTo>
                  <a:cubicBezTo>
                    <a:pt x="174625" y="242888"/>
                    <a:pt x="177311" y="248016"/>
                    <a:pt x="180975" y="252413"/>
                  </a:cubicBezTo>
                  <a:cubicBezTo>
                    <a:pt x="188497" y="261439"/>
                    <a:pt x="198849" y="270874"/>
                    <a:pt x="209550" y="276225"/>
                  </a:cubicBezTo>
                  <a:cubicBezTo>
                    <a:pt x="217167" y="280034"/>
                    <a:pt x="235761" y="283714"/>
                    <a:pt x="242888" y="285750"/>
                  </a:cubicBezTo>
                  <a:cubicBezTo>
                    <a:pt x="247715" y="287129"/>
                    <a:pt x="252413" y="288925"/>
                    <a:pt x="257175" y="290513"/>
                  </a:cubicBezTo>
                  <a:cubicBezTo>
                    <a:pt x="260350" y="295275"/>
                    <a:pt x="265759" y="299154"/>
                    <a:pt x="266700" y="304800"/>
                  </a:cubicBezTo>
                  <a:cubicBezTo>
                    <a:pt x="267525" y="309752"/>
                    <a:pt x="263915" y="314474"/>
                    <a:pt x="261938" y="319088"/>
                  </a:cubicBezTo>
                  <a:cubicBezTo>
                    <a:pt x="259141" y="325614"/>
                    <a:pt x="255210" y="331613"/>
                    <a:pt x="252413" y="338138"/>
                  </a:cubicBezTo>
                  <a:cubicBezTo>
                    <a:pt x="240582" y="365741"/>
                    <a:pt x="256429" y="339256"/>
                    <a:pt x="238125" y="366713"/>
                  </a:cubicBezTo>
                  <a:lnTo>
                    <a:pt x="228600" y="395288"/>
                  </a:lnTo>
                  <a:cubicBezTo>
                    <a:pt x="227013" y="400050"/>
                    <a:pt x="228600" y="407987"/>
                    <a:pt x="223838" y="409575"/>
                  </a:cubicBezTo>
                  <a:lnTo>
                    <a:pt x="209550" y="414338"/>
                  </a:lnTo>
                  <a:cubicBezTo>
                    <a:pt x="206375" y="409575"/>
                    <a:pt x="204495" y="403626"/>
                    <a:pt x="200025" y="400050"/>
                  </a:cubicBezTo>
                  <a:cubicBezTo>
                    <a:pt x="196105" y="396914"/>
                    <a:pt x="190228" y="397533"/>
                    <a:pt x="185738" y="395288"/>
                  </a:cubicBezTo>
                  <a:cubicBezTo>
                    <a:pt x="180618" y="392728"/>
                    <a:pt x="176213" y="388938"/>
                    <a:pt x="171450" y="385763"/>
                  </a:cubicBezTo>
                  <a:cubicBezTo>
                    <a:pt x="159830" y="389636"/>
                    <a:pt x="152107" y="390818"/>
                    <a:pt x="142875" y="400050"/>
                  </a:cubicBezTo>
                  <a:cubicBezTo>
                    <a:pt x="138828" y="404097"/>
                    <a:pt x="136525" y="409575"/>
                    <a:pt x="133350" y="414338"/>
                  </a:cubicBezTo>
                  <a:cubicBezTo>
                    <a:pt x="121380" y="450250"/>
                    <a:pt x="138920" y="407375"/>
                    <a:pt x="114300" y="438150"/>
                  </a:cubicBezTo>
                  <a:cubicBezTo>
                    <a:pt x="111164" y="442070"/>
                    <a:pt x="111125" y="447675"/>
                    <a:pt x="109538" y="452438"/>
                  </a:cubicBezTo>
                  <a:cubicBezTo>
                    <a:pt x="107950" y="477838"/>
                    <a:pt x="110296" y="503794"/>
                    <a:pt x="104775" y="528638"/>
                  </a:cubicBezTo>
                  <a:cubicBezTo>
                    <a:pt x="103533" y="534225"/>
                    <a:pt x="95718" y="535838"/>
                    <a:pt x="90488" y="538163"/>
                  </a:cubicBezTo>
                  <a:cubicBezTo>
                    <a:pt x="81313" y="542241"/>
                    <a:pt x="70267" y="542119"/>
                    <a:pt x="61913" y="547688"/>
                  </a:cubicBezTo>
                  <a:lnTo>
                    <a:pt x="33338" y="566738"/>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2" name="자유형 112">
              <a:extLst>
                <a:ext uri="{FF2B5EF4-FFF2-40B4-BE49-F238E27FC236}">
                  <a16:creationId xmlns:a16="http://schemas.microsoft.com/office/drawing/2014/main" id="{052B16BF-9778-4ED8-B94F-BB6CD8CB08FD}"/>
                </a:ext>
              </a:extLst>
            </p:cNvPr>
            <p:cNvSpPr/>
            <p:nvPr/>
          </p:nvSpPr>
          <p:spPr>
            <a:xfrm>
              <a:off x="1754482" y="4801616"/>
              <a:ext cx="430680" cy="395182"/>
            </a:xfrm>
            <a:custGeom>
              <a:avLst/>
              <a:gdLst>
                <a:gd name="connsiteX0" fmla="*/ 92826 w 612456"/>
                <a:gd name="connsiteY0" fmla="*/ 0 h 561975"/>
                <a:gd name="connsiteX1" fmla="*/ 64251 w 612456"/>
                <a:gd name="connsiteY1" fmla="*/ 4762 h 561975"/>
                <a:gd name="connsiteX2" fmla="*/ 49964 w 612456"/>
                <a:gd name="connsiteY2" fmla="*/ 19050 h 561975"/>
                <a:gd name="connsiteX3" fmla="*/ 21389 w 612456"/>
                <a:gd name="connsiteY3" fmla="*/ 33337 h 561975"/>
                <a:gd name="connsiteX4" fmla="*/ 2339 w 612456"/>
                <a:gd name="connsiteY4" fmla="*/ 61912 h 561975"/>
                <a:gd name="connsiteX5" fmla="*/ 30914 w 612456"/>
                <a:gd name="connsiteY5" fmla="*/ 80962 h 561975"/>
                <a:gd name="connsiteX6" fmla="*/ 45201 w 612456"/>
                <a:gd name="connsiteY6" fmla="*/ 123825 h 561975"/>
                <a:gd name="connsiteX7" fmla="*/ 35676 w 612456"/>
                <a:gd name="connsiteY7" fmla="*/ 142875 h 561975"/>
                <a:gd name="connsiteX8" fmla="*/ 26151 w 612456"/>
                <a:gd name="connsiteY8" fmla="*/ 157162 h 561975"/>
                <a:gd name="connsiteX9" fmla="*/ 21389 w 612456"/>
                <a:gd name="connsiteY9" fmla="*/ 171450 h 561975"/>
                <a:gd name="connsiteX10" fmla="*/ 49964 w 612456"/>
                <a:gd name="connsiteY10" fmla="*/ 180975 h 561975"/>
                <a:gd name="connsiteX11" fmla="*/ 78539 w 612456"/>
                <a:gd name="connsiteY11" fmla="*/ 195262 h 561975"/>
                <a:gd name="connsiteX12" fmla="*/ 88064 w 612456"/>
                <a:gd name="connsiteY12" fmla="*/ 209550 h 561975"/>
                <a:gd name="connsiteX13" fmla="*/ 116639 w 612456"/>
                <a:gd name="connsiteY13" fmla="*/ 219075 h 561975"/>
                <a:gd name="connsiteX14" fmla="*/ 121401 w 612456"/>
                <a:gd name="connsiteY14" fmla="*/ 280987 h 561975"/>
                <a:gd name="connsiteX15" fmla="*/ 111876 w 612456"/>
                <a:gd name="connsiteY15" fmla="*/ 309562 h 561975"/>
                <a:gd name="connsiteX16" fmla="*/ 107114 w 612456"/>
                <a:gd name="connsiteY16" fmla="*/ 323850 h 561975"/>
                <a:gd name="connsiteX17" fmla="*/ 111876 w 612456"/>
                <a:gd name="connsiteY17" fmla="*/ 338137 h 561975"/>
                <a:gd name="connsiteX18" fmla="*/ 126164 w 612456"/>
                <a:gd name="connsiteY18" fmla="*/ 347662 h 561975"/>
                <a:gd name="connsiteX19" fmla="*/ 169026 w 612456"/>
                <a:gd name="connsiteY19" fmla="*/ 357187 h 561975"/>
                <a:gd name="connsiteX20" fmla="*/ 169026 w 612456"/>
                <a:gd name="connsiteY20" fmla="*/ 404812 h 561975"/>
                <a:gd name="connsiteX21" fmla="*/ 159501 w 612456"/>
                <a:gd name="connsiteY21" fmla="*/ 447675 h 561975"/>
                <a:gd name="connsiteX22" fmla="*/ 173789 w 612456"/>
                <a:gd name="connsiteY22" fmla="*/ 452437 h 561975"/>
                <a:gd name="connsiteX23" fmla="*/ 211889 w 612456"/>
                <a:gd name="connsiteY23" fmla="*/ 442912 h 561975"/>
                <a:gd name="connsiteX24" fmla="*/ 254751 w 612456"/>
                <a:gd name="connsiteY24" fmla="*/ 419100 h 561975"/>
                <a:gd name="connsiteX25" fmla="*/ 283326 w 612456"/>
                <a:gd name="connsiteY25" fmla="*/ 438150 h 561975"/>
                <a:gd name="connsiteX26" fmla="*/ 297614 w 612456"/>
                <a:gd name="connsiteY26" fmla="*/ 447675 h 561975"/>
                <a:gd name="connsiteX27" fmla="*/ 321426 w 612456"/>
                <a:gd name="connsiteY27" fmla="*/ 442912 h 561975"/>
                <a:gd name="connsiteX28" fmla="*/ 335714 w 612456"/>
                <a:gd name="connsiteY28" fmla="*/ 414337 h 561975"/>
                <a:gd name="connsiteX29" fmla="*/ 345239 w 612456"/>
                <a:gd name="connsiteY29" fmla="*/ 400050 h 561975"/>
                <a:gd name="connsiteX30" fmla="*/ 359526 w 612456"/>
                <a:gd name="connsiteY30" fmla="*/ 371475 h 561975"/>
                <a:gd name="connsiteX31" fmla="*/ 373814 w 612456"/>
                <a:gd name="connsiteY31" fmla="*/ 361950 h 561975"/>
                <a:gd name="connsiteX32" fmla="*/ 378576 w 612456"/>
                <a:gd name="connsiteY32" fmla="*/ 347662 h 561975"/>
                <a:gd name="connsiteX33" fmla="*/ 411914 w 612456"/>
                <a:gd name="connsiteY33" fmla="*/ 352425 h 561975"/>
                <a:gd name="connsiteX34" fmla="*/ 426201 w 612456"/>
                <a:gd name="connsiteY34" fmla="*/ 361950 h 561975"/>
                <a:gd name="connsiteX35" fmla="*/ 440489 w 612456"/>
                <a:gd name="connsiteY35" fmla="*/ 376237 h 561975"/>
                <a:gd name="connsiteX36" fmla="*/ 454776 w 612456"/>
                <a:gd name="connsiteY36" fmla="*/ 381000 h 561975"/>
                <a:gd name="connsiteX37" fmla="*/ 497639 w 612456"/>
                <a:gd name="connsiteY37" fmla="*/ 376237 h 561975"/>
                <a:gd name="connsiteX38" fmla="*/ 526214 w 612456"/>
                <a:gd name="connsiteY38" fmla="*/ 357187 h 561975"/>
                <a:gd name="connsiteX39" fmla="*/ 545264 w 612456"/>
                <a:gd name="connsiteY39" fmla="*/ 352425 h 561975"/>
                <a:gd name="connsiteX40" fmla="*/ 559551 w 612456"/>
                <a:gd name="connsiteY40" fmla="*/ 366712 h 561975"/>
                <a:gd name="connsiteX41" fmla="*/ 573839 w 612456"/>
                <a:gd name="connsiteY41" fmla="*/ 371475 h 561975"/>
                <a:gd name="connsiteX42" fmla="*/ 592889 w 612456"/>
                <a:gd name="connsiteY42" fmla="*/ 390525 h 561975"/>
                <a:gd name="connsiteX43" fmla="*/ 597651 w 612456"/>
                <a:gd name="connsiteY43" fmla="*/ 404812 h 561975"/>
                <a:gd name="connsiteX44" fmla="*/ 611939 w 612456"/>
                <a:gd name="connsiteY44" fmla="*/ 414337 h 561975"/>
                <a:gd name="connsiteX45" fmla="*/ 607176 w 612456"/>
                <a:gd name="connsiteY45" fmla="*/ 428625 h 561975"/>
                <a:gd name="connsiteX46" fmla="*/ 564314 w 612456"/>
                <a:gd name="connsiteY46" fmla="*/ 466725 h 561975"/>
                <a:gd name="connsiteX47" fmla="*/ 554789 w 612456"/>
                <a:gd name="connsiteY47" fmla="*/ 481012 h 561975"/>
                <a:gd name="connsiteX48" fmla="*/ 540501 w 612456"/>
                <a:gd name="connsiteY48" fmla="*/ 490537 h 561975"/>
                <a:gd name="connsiteX49" fmla="*/ 535739 w 612456"/>
                <a:gd name="connsiteY49" fmla="*/ 504825 h 561975"/>
                <a:gd name="connsiteX50" fmla="*/ 526214 w 612456"/>
                <a:gd name="connsiteY50" fmla="*/ 519112 h 561975"/>
                <a:gd name="connsiteX51" fmla="*/ 540501 w 612456"/>
                <a:gd name="connsiteY51" fmla="*/ 533400 h 561975"/>
                <a:gd name="connsiteX52" fmla="*/ 554789 w 612456"/>
                <a:gd name="connsiteY52" fmla="*/ 542925 h 561975"/>
                <a:gd name="connsiteX53" fmla="*/ 559551 w 612456"/>
                <a:gd name="connsiteY53" fmla="*/ 557212 h 561975"/>
                <a:gd name="connsiteX54" fmla="*/ 564314 w 612456"/>
                <a:gd name="connsiteY54"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2456" h="561975">
                  <a:moveTo>
                    <a:pt x="92826" y="0"/>
                  </a:moveTo>
                  <a:cubicBezTo>
                    <a:pt x="83301" y="1587"/>
                    <a:pt x="73075" y="840"/>
                    <a:pt x="64251" y="4762"/>
                  </a:cubicBezTo>
                  <a:cubicBezTo>
                    <a:pt x="58096" y="7497"/>
                    <a:pt x="55138" y="14738"/>
                    <a:pt x="49964" y="19050"/>
                  </a:cubicBezTo>
                  <a:cubicBezTo>
                    <a:pt x="37655" y="29308"/>
                    <a:pt x="35707" y="28565"/>
                    <a:pt x="21389" y="33337"/>
                  </a:cubicBezTo>
                  <a:cubicBezTo>
                    <a:pt x="15039" y="42862"/>
                    <a:pt x="-7186" y="55562"/>
                    <a:pt x="2339" y="61912"/>
                  </a:cubicBezTo>
                  <a:lnTo>
                    <a:pt x="30914" y="80962"/>
                  </a:lnTo>
                  <a:cubicBezTo>
                    <a:pt x="49425" y="108729"/>
                    <a:pt x="55042" y="100863"/>
                    <a:pt x="45201" y="123825"/>
                  </a:cubicBezTo>
                  <a:cubicBezTo>
                    <a:pt x="42404" y="130350"/>
                    <a:pt x="39198" y="136711"/>
                    <a:pt x="35676" y="142875"/>
                  </a:cubicBezTo>
                  <a:cubicBezTo>
                    <a:pt x="32836" y="147845"/>
                    <a:pt x="29326" y="152400"/>
                    <a:pt x="26151" y="157162"/>
                  </a:cubicBezTo>
                  <a:cubicBezTo>
                    <a:pt x="24564" y="161925"/>
                    <a:pt x="17839" y="167900"/>
                    <a:pt x="21389" y="171450"/>
                  </a:cubicBezTo>
                  <a:cubicBezTo>
                    <a:pt x="28489" y="178550"/>
                    <a:pt x="41610" y="175406"/>
                    <a:pt x="49964" y="180975"/>
                  </a:cubicBezTo>
                  <a:cubicBezTo>
                    <a:pt x="68428" y="193285"/>
                    <a:pt x="58821" y="188690"/>
                    <a:pt x="78539" y="195262"/>
                  </a:cubicBezTo>
                  <a:cubicBezTo>
                    <a:pt x="81714" y="200025"/>
                    <a:pt x="83210" y="206516"/>
                    <a:pt x="88064" y="209550"/>
                  </a:cubicBezTo>
                  <a:cubicBezTo>
                    <a:pt x="96578" y="214871"/>
                    <a:pt x="116639" y="219075"/>
                    <a:pt x="116639" y="219075"/>
                  </a:cubicBezTo>
                  <a:cubicBezTo>
                    <a:pt x="133708" y="244677"/>
                    <a:pt x="130375" y="233128"/>
                    <a:pt x="121401" y="280987"/>
                  </a:cubicBezTo>
                  <a:cubicBezTo>
                    <a:pt x="119551" y="290855"/>
                    <a:pt x="115051" y="300037"/>
                    <a:pt x="111876" y="309562"/>
                  </a:cubicBezTo>
                  <a:lnTo>
                    <a:pt x="107114" y="323850"/>
                  </a:lnTo>
                  <a:cubicBezTo>
                    <a:pt x="108701" y="328612"/>
                    <a:pt x="108740" y="334217"/>
                    <a:pt x="111876" y="338137"/>
                  </a:cubicBezTo>
                  <a:cubicBezTo>
                    <a:pt x="115452" y="342607"/>
                    <a:pt x="121044" y="345102"/>
                    <a:pt x="126164" y="347662"/>
                  </a:cubicBezTo>
                  <a:cubicBezTo>
                    <a:pt x="137891" y="353526"/>
                    <a:pt x="158045" y="355357"/>
                    <a:pt x="169026" y="357187"/>
                  </a:cubicBezTo>
                  <a:cubicBezTo>
                    <a:pt x="177210" y="381738"/>
                    <a:pt x="174787" y="367368"/>
                    <a:pt x="169026" y="404812"/>
                  </a:cubicBezTo>
                  <a:cubicBezTo>
                    <a:pt x="164236" y="435948"/>
                    <a:pt x="166903" y="425469"/>
                    <a:pt x="159501" y="447675"/>
                  </a:cubicBezTo>
                  <a:cubicBezTo>
                    <a:pt x="164264" y="449262"/>
                    <a:pt x="168769" y="452437"/>
                    <a:pt x="173789" y="452437"/>
                  </a:cubicBezTo>
                  <a:cubicBezTo>
                    <a:pt x="185286" y="452437"/>
                    <a:pt x="200613" y="446671"/>
                    <a:pt x="211889" y="442912"/>
                  </a:cubicBezTo>
                  <a:cubicBezTo>
                    <a:pt x="224964" y="403688"/>
                    <a:pt x="211475" y="412917"/>
                    <a:pt x="254751" y="419100"/>
                  </a:cubicBezTo>
                  <a:lnTo>
                    <a:pt x="283326" y="438150"/>
                  </a:lnTo>
                  <a:lnTo>
                    <a:pt x="297614" y="447675"/>
                  </a:lnTo>
                  <a:cubicBezTo>
                    <a:pt x="305551" y="446087"/>
                    <a:pt x="314398" y="446928"/>
                    <a:pt x="321426" y="442912"/>
                  </a:cubicBezTo>
                  <a:cubicBezTo>
                    <a:pt x="330980" y="437453"/>
                    <a:pt x="331558" y="422648"/>
                    <a:pt x="335714" y="414337"/>
                  </a:cubicBezTo>
                  <a:cubicBezTo>
                    <a:pt x="338274" y="409218"/>
                    <a:pt x="342064" y="404812"/>
                    <a:pt x="345239" y="400050"/>
                  </a:cubicBezTo>
                  <a:cubicBezTo>
                    <a:pt x="349112" y="388429"/>
                    <a:pt x="350293" y="380708"/>
                    <a:pt x="359526" y="371475"/>
                  </a:cubicBezTo>
                  <a:cubicBezTo>
                    <a:pt x="363574" y="367428"/>
                    <a:pt x="369051" y="365125"/>
                    <a:pt x="373814" y="361950"/>
                  </a:cubicBezTo>
                  <a:cubicBezTo>
                    <a:pt x="375401" y="357187"/>
                    <a:pt x="375026" y="351212"/>
                    <a:pt x="378576" y="347662"/>
                  </a:cubicBezTo>
                  <a:cubicBezTo>
                    <a:pt x="389923" y="336315"/>
                    <a:pt x="402058" y="346793"/>
                    <a:pt x="411914" y="352425"/>
                  </a:cubicBezTo>
                  <a:cubicBezTo>
                    <a:pt x="416884" y="355265"/>
                    <a:pt x="421804" y="358286"/>
                    <a:pt x="426201" y="361950"/>
                  </a:cubicBezTo>
                  <a:cubicBezTo>
                    <a:pt x="431375" y="366262"/>
                    <a:pt x="434885" y="372501"/>
                    <a:pt x="440489" y="376237"/>
                  </a:cubicBezTo>
                  <a:cubicBezTo>
                    <a:pt x="444666" y="379022"/>
                    <a:pt x="450014" y="379412"/>
                    <a:pt x="454776" y="381000"/>
                  </a:cubicBezTo>
                  <a:cubicBezTo>
                    <a:pt x="469064" y="379412"/>
                    <a:pt x="484001" y="380783"/>
                    <a:pt x="497639" y="376237"/>
                  </a:cubicBezTo>
                  <a:cubicBezTo>
                    <a:pt x="508499" y="372617"/>
                    <a:pt x="515108" y="359963"/>
                    <a:pt x="526214" y="357187"/>
                  </a:cubicBezTo>
                  <a:lnTo>
                    <a:pt x="545264" y="352425"/>
                  </a:lnTo>
                  <a:cubicBezTo>
                    <a:pt x="550026" y="357187"/>
                    <a:pt x="553947" y="362976"/>
                    <a:pt x="559551" y="366712"/>
                  </a:cubicBezTo>
                  <a:cubicBezTo>
                    <a:pt x="563728" y="369497"/>
                    <a:pt x="570289" y="367925"/>
                    <a:pt x="573839" y="371475"/>
                  </a:cubicBezTo>
                  <a:cubicBezTo>
                    <a:pt x="599240" y="396876"/>
                    <a:pt x="554786" y="377823"/>
                    <a:pt x="592889" y="390525"/>
                  </a:cubicBezTo>
                  <a:cubicBezTo>
                    <a:pt x="594476" y="395287"/>
                    <a:pt x="594515" y="400892"/>
                    <a:pt x="597651" y="404812"/>
                  </a:cubicBezTo>
                  <a:cubicBezTo>
                    <a:pt x="601227" y="409282"/>
                    <a:pt x="609813" y="409022"/>
                    <a:pt x="611939" y="414337"/>
                  </a:cubicBezTo>
                  <a:cubicBezTo>
                    <a:pt x="613803" y="418998"/>
                    <a:pt x="610258" y="424662"/>
                    <a:pt x="607176" y="428625"/>
                  </a:cubicBezTo>
                  <a:cubicBezTo>
                    <a:pt x="589611" y="451209"/>
                    <a:pt x="583411" y="453993"/>
                    <a:pt x="564314" y="466725"/>
                  </a:cubicBezTo>
                  <a:cubicBezTo>
                    <a:pt x="561139" y="471487"/>
                    <a:pt x="558836" y="476965"/>
                    <a:pt x="554789" y="481012"/>
                  </a:cubicBezTo>
                  <a:cubicBezTo>
                    <a:pt x="550741" y="485059"/>
                    <a:pt x="544077" y="486067"/>
                    <a:pt x="540501" y="490537"/>
                  </a:cubicBezTo>
                  <a:cubicBezTo>
                    <a:pt x="537365" y="494457"/>
                    <a:pt x="537984" y="500335"/>
                    <a:pt x="535739" y="504825"/>
                  </a:cubicBezTo>
                  <a:cubicBezTo>
                    <a:pt x="533179" y="509944"/>
                    <a:pt x="529389" y="514350"/>
                    <a:pt x="526214" y="519112"/>
                  </a:cubicBezTo>
                  <a:cubicBezTo>
                    <a:pt x="530976" y="523875"/>
                    <a:pt x="535327" y="529088"/>
                    <a:pt x="540501" y="533400"/>
                  </a:cubicBezTo>
                  <a:cubicBezTo>
                    <a:pt x="544898" y="537064"/>
                    <a:pt x="551213" y="538455"/>
                    <a:pt x="554789" y="542925"/>
                  </a:cubicBezTo>
                  <a:cubicBezTo>
                    <a:pt x="557925" y="546845"/>
                    <a:pt x="557306" y="552722"/>
                    <a:pt x="559551" y="557212"/>
                  </a:cubicBezTo>
                  <a:cubicBezTo>
                    <a:pt x="560555" y="559220"/>
                    <a:pt x="562726" y="560387"/>
                    <a:pt x="564314"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3" name="자유형 113">
              <a:extLst>
                <a:ext uri="{FF2B5EF4-FFF2-40B4-BE49-F238E27FC236}">
                  <a16:creationId xmlns:a16="http://schemas.microsoft.com/office/drawing/2014/main" id="{EC7D9B47-419C-497F-B267-52463737CE21}"/>
                </a:ext>
              </a:extLst>
            </p:cNvPr>
            <p:cNvSpPr/>
            <p:nvPr/>
          </p:nvSpPr>
          <p:spPr>
            <a:xfrm>
              <a:off x="1903197" y="4808314"/>
              <a:ext cx="81307" cy="398531"/>
            </a:xfrm>
            <a:custGeom>
              <a:avLst/>
              <a:gdLst>
                <a:gd name="connsiteX0" fmla="*/ 407 w 115624"/>
                <a:gd name="connsiteY0" fmla="*/ 0 h 566737"/>
                <a:gd name="connsiteX1" fmla="*/ 19457 w 115624"/>
                <a:gd name="connsiteY1" fmla="*/ 23812 h 566737"/>
                <a:gd name="connsiteX2" fmla="*/ 28982 w 115624"/>
                <a:gd name="connsiteY2" fmla="*/ 38100 h 566737"/>
                <a:gd name="connsiteX3" fmla="*/ 43269 w 115624"/>
                <a:gd name="connsiteY3" fmla="*/ 47625 h 566737"/>
                <a:gd name="connsiteX4" fmla="*/ 67082 w 115624"/>
                <a:gd name="connsiteY4" fmla="*/ 71437 h 566737"/>
                <a:gd name="connsiteX5" fmla="*/ 76607 w 115624"/>
                <a:gd name="connsiteY5" fmla="*/ 85725 h 566737"/>
                <a:gd name="connsiteX6" fmla="*/ 43269 w 115624"/>
                <a:gd name="connsiteY6" fmla="*/ 123825 h 566737"/>
                <a:gd name="connsiteX7" fmla="*/ 38507 w 115624"/>
                <a:gd name="connsiteY7" fmla="*/ 138112 h 566737"/>
                <a:gd name="connsiteX8" fmla="*/ 19457 w 115624"/>
                <a:gd name="connsiteY8" fmla="*/ 166687 h 566737"/>
                <a:gd name="connsiteX9" fmla="*/ 5169 w 115624"/>
                <a:gd name="connsiteY9" fmla="*/ 195262 h 566737"/>
                <a:gd name="connsiteX10" fmla="*/ 407 w 115624"/>
                <a:gd name="connsiteY10" fmla="*/ 209550 h 566737"/>
                <a:gd name="connsiteX11" fmla="*/ 33744 w 115624"/>
                <a:gd name="connsiteY11" fmla="*/ 223837 h 566737"/>
                <a:gd name="connsiteX12" fmla="*/ 62319 w 115624"/>
                <a:gd name="connsiteY12" fmla="*/ 238125 h 566737"/>
                <a:gd name="connsiteX13" fmla="*/ 76607 w 115624"/>
                <a:gd name="connsiteY13" fmla="*/ 247650 h 566737"/>
                <a:gd name="connsiteX14" fmla="*/ 105182 w 115624"/>
                <a:gd name="connsiteY14" fmla="*/ 257175 h 566737"/>
                <a:gd name="connsiteX15" fmla="*/ 114707 w 115624"/>
                <a:gd name="connsiteY15" fmla="*/ 409575 h 566737"/>
                <a:gd name="connsiteX16" fmla="*/ 105182 w 115624"/>
                <a:gd name="connsiteY16" fmla="*/ 447675 h 566737"/>
                <a:gd name="connsiteX17" fmla="*/ 86132 w 115624"/>
                <a:gd name="connsiteY17" fmla="*/ 476250 h 566737"/>
                <a:gd name="connsiteX18" fmla="*/ 76607 w 115624"/>
                <a:gd name="connsiteY18" fmla="*/ 490537 h 566737"/>
                <a:gd name="connsiteX19" fmla="*/ 95657 w 115624"/>
                <a:gd name="connsiteY19" fmla="*/ 533400 h 566737"/>
                <a:gd name="connsiteX20" fmla="*/ 100419 w 115624"/>
                <a:gd name="connsiteY20" fmla="*/ 547687 h 566737"/>
                <a:gd name="connsiteX21" fmla="*/ 109944 w 115624"/>
                <a:gd name="connsiteY21" fmla="*/ 566737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624" h="566737">
                  <a:moveTo>
                    <a:pt x="407" y="0"/>
                  </a:moveTo>
                  <a:cubicBezTo>
                    <a:pt x="6757" y="7937"/>
                    <a:pt x="13358" y="15680"/>
                    <a:pt x="19457" y="23812"/>
                  </a:cubicBezTo>
                  <a:cubicBezTo>
                    <a:pt x="22891" y="28391"/>
                    <a:pt x="24935" y="34052"/>
                    <a:pt x="28982" y="38100"/>
                  </a:cubicBezTo>
                  <a:cubicBezTo>
                    <a:pt x="33029" y="42147"/>
                    <a:pt x="38507" y="44450"/>
                    <a:pt x="43269" y="47625"/>
                  </a:cubicBezTo>
                  <a:cubicBezTo>
                    <a:pt x="68671" y="85727"/>
                    <a:pt x="35329" y="39684"/>
                    <a:pt x="67082" y="71437"/>
                  </a:cubicBezTo>
                  <a:cubicBezTo>
                    <a:pt x="71129" y="75484"/>
                    <a:pt x="73432" y="80962"/>
                    <a:pt x="76607" y="85725"/>
                  </a:cubicBezTo>
                  <a:cubicBezTo>
                    <a:pt x="54382" y="119063"/>
                    <a:pt x="67082" y="107950"/>
                    <a:pt x="43269" y="123825"/>
                  </a:cubicBezTo>
                  <a:cubicBezTo>
                    <a:pt x="41682" y="128587"/>
                    <a:pt x="40945" y="133724"/>
                    <a:pt x="38507" y="138112"/>
                  </a:cubicBezTo>
                  <a:cubicBezTo>
                    <a:pt x="32948" y="148119"/>
                    <a:pt x="23077" y="155827"/>
                    <a:pt x="19457" y="166687"/>
                  </a:cubicBezTo>
                  <a:cubicBezTo>
                    <a:pt x="12884" y="186405"/>
                    <a:pt x="17479" y="176798"/>
                    <a:pt x="5169" y="195262"/>
                  </a:cubicBezTo>
                  <a:cubicBezTo>
                    <a:pt x="3582" y="200025"/>
                    <a:pt x="-1457" y="204889"/>
                    <a:pt x="407" y="209550"/>
                  </a:cubicBezTo>
                  <a:cubicBezTo>
                    <a:pt x="4062" y="218687"/>
                    <a:pt x="27528" y="222283"/>
                    <a:pt x="33744" y="223837"/>
                  </a:cubicBezTo>
                  <a:cubicBezTo>
                    <a:pt x="74693" y="251135"/>
                    <a:pt x="22883" y="218406"/>
                    <a:pt x="62319" y="238125"/>
                  </a:cubicBezTo>
                  <a:cubicBezTo>
                    <a:pt x="67439" y="240685"/>
                    <a:pt x="71376" y="245325"/>
                    <a:pt x="76607" y="247650"/>
                  </a:cubicBezTo>
                  <a:cubicBezTo>
                    <a:pt x="85782" y="251728"/>
                    <a:pt x="105182" y="257175"/>
                    <a:pt x="105182" y="257175"/>
                  </a:cubicBezTo>
                  <a:cubicBezTo>
                    <a:pt x="119995" y="316434"/>
                    <a:pt x="114707" y="289672"/>
                    <a:pt x="114707" y="409575"/>
                  </a:cubicBezTo>
                  <a:cubicBezTo>
                    <a:pt x="114707" y="413793"/>
                    <a:pt x="108939" y="440913"/>
                    <a:pt x="105182" y="447675"/>
                  </a:cubicBezTo>
                  <a:cubicBezTo>
                    <a:pt x="99623" y="457682"/>
                    <a:pt x="92482" y="466725"/>
                    <a:pt x="86132" y="476250"/>
                  </a:cubicBezTo>
                  <a:lnTo>
                    <a:pt x="76607" y="490537"/>
                  </a:lnTo>
                  <a:cubicBezTo>
                    <a:pt x="87942" y="524542"/>
                    <a:pt x="80563" y="510758"/>
                    <a:pt x="95657" y="533400"/>
                  </a:cubicBezTo>
                  <a:cubicBezTo>
                    <a:pt x="97244" y="538162"/>
                    <a:pt x="98174" y="543197"/>
                    <a:pt x="100419" y="547687"/>
                  </a:cubicBezTo>
                  <a:cubicBezTo>
                    <a:pt x="110824" y="568499"/>
                    <a:pt x="109944" y="554808"/>
                    <a:pt x="109944" y="566737"/>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4" name="자유형 114">
              <a:extLst>
                <a:ext uri="{FF2B5EF4-FFF2-40B4-BE49-F238E27FC236}">
                  <a16:creationId xmlns:a16="http://schemas.microsoft.com/office/drawing/2014/main" id="{8B7DDC9F-817C-4EC5-A59C-7CF5CF004639}"/>
                </a:ext>
              </a:extLst>
            </p:cNvPr>
            <p:cNvSpPr/>
            <p:nvPr/>
          </p:nvSpPr>
          <p:spPr>
            <a:xfrm>
              <a:off x="1126515" y="4800947"/>
              <a:ext cx="867391" cy="412596"/>
            </a:xfrm>
            <a:custGeom>
              <a:avLst/>
              <a:gdLst>
                <a:gd name="connsiteX0" fmla="*/ 1233487 w 1233487"/>
                <a:gd name="connsiteY0" fmla="*/ 15239 h 586739"/>
                <a:gd name="connsiteX1" fmla="*/ 1209675 w 1233487"/>
                <a:gd name="connsiteY1" fmla="*/ 20002 h 586739"/>
                <a:gd name="connsiteX2" fmla="*/ 1200150 w 1233487"/>
                <a:gd name="connsiteY2" fmla="*/ 48577 h 586739"/>
                <a:gd name="connsiteX3" fmla="*/ 1157287 w 1233487"/>
                <a:gd name="connsiteY3" fmla="*/ 58102 h 586739"/>
                <a:gd name="connsiteX4" fmla="*/ 1138237 w 1233487"/>
                <a:gd name="connsiteY4" fmla="*/ 62864 h 586739"/>
                <a:gd name="connsiteX5" fmla="*/ 1095375 w 1233487"/>
                <a:gd name="connsiteY5" fmla="*/ 72389 h 586739"/>
                <a:gd name="connsiteX6" fmla="*/ 1052512 w 1233487"/>
                <a:gd name="connsiteY6" fmla="*/ 62864 h 586739"/>
                <a:gd name="connsiteX7" fmla="*/ 1038225 w 1233487"/>
                <a:gd name="connsiteY7" fmla="*/ 53339 h 586739"/>
                <a:gd name="connsiteX8" fmla="*/ 1028700 w 1233487"/>
                <a:gd name="connsiteY8" fmla="*/ 39052 h 586739"/>
                <a:gd name="connsiteX9" fmla="*/ 1014412 w 1233487"/>
                <a:gd name="connsiteY9" fmla="*/ 34289 h 586739"/>
                <a:gd name="connsiteX10" fmla="*/ 995362 w 1233487"/>
                <a:gd name="connsiteY10" fmla="*/ 15239 h 586739"/>
                <a:gd name="connsiteX11" fmla="*/ 985837 w 1233487"/>
                <a:gd name="connsiteY11" fmla="*/ 952 h 586739"/>
                <a:gd name="connsiteX12" fmla="*/ 928687 w 1233487"/>
                <a:gd name="connsiteY12" fmla="*/ 24764 h 586739"/>
                <a:gd name="connsiteX13" fmla="*/ 914400 w 1233487"/>
                <a:gd name="connsiteY13" fmla="*/ 34289 h 586739"/>
                <a:gd name="connsiteX14" fmla="*/ 904875 w 1233487"/>
                <a:gd name="connsiteY14" fmla="*/ 77152 h 586739"/>
                <a:gd name="connsiteX15" fmla="*/ 919162 w 1233487"/>
                <a:gd name="connsiteY15" fmla="*/ 86677 h 586739"/>
                <a:gd name="connsiteX16" fmla="*/ 938212 w 1233487"/>
                <a:gd name="connsiteY16" fmla="*/ 143827 h 586739"/>
                <a:gd name="connsiteX17" fmla="*/ 952500 w 1233487"/>
                <a:gd name="connsiteY17" fmla="*/ 172402 h 586739"/>
                <a:gd name="connsiteX18" fmla="*/ 966787 w 1233487"/>
                <a:gd name="connsiteY18" fmla="*/ 181927 h 586739"/>
                <a:gd name="connsiteX19" fmla="*/ 976312 w 1233487"/>
                <a:gd name="connsiteY19" fmla="*/ 196214 h 586739"/>
                <a:gd name="connsiteX20" fmla="*/ 990600 w 1233487"/>
                <a:gd name="connsiteY20" fmla="*/ 205739 h 586739"/>
                <a:gd name="connsiteX21" fmla="*/ 995362 w 1233487"/>
                <a:gd name="connsiteY21" fmla="*/ 220027 h 586739"/>
                <a:gd name="connsiteX22" fmla="*/ 1000125 w 1233487"/>
                <a:gd name="connsiteY22" fmla="*/ 320039 h 586739"/>
                <a:gd name="connsiteX23" fmla="*/ 1014412 w 1233487"/>
                <a:gd name="connsiteY23" fmla="*/ 324802 h 586739"/>
                <a:gd name="connsiteX24" fmla="*/ 1028700 w 1233487"/>
                <a:gd name="connsiteY24" fmla="*/ 334327 h 586739"/>
                <a:gd name="connsiteX25" fmla="*/ 1057275 w 1233487"/>
                <a:gd name="connsiteY25" fmla="*/ 343852 h 586739"/>
                <a:gd name="connsiteX26" fmla="*/ 1066800 w 1233487"/>
                <a:gd name="connsiteY26" fmla="*/ 358139 h 586739"/>
                <a:gd name="connsiteX27" fmla="*/ 1038225 w 1233487"/>
                <a:gd name="connsiteY27" fmla="*/ 372427 h 586739"/>
                <a:gd name="connsiteX28" fmla="*/ 1009650 w 1233487"/>
                <a:gd name="connsiteY28" fmla="*/ 391477 h 586739"/>
                <a:gd name="connsiteX29" fmla="*/ 995362 w 1233487"/>
                <a:gd name="connsiteY29" fmla="*/ 401002 h 586739"/>
                <a:gd name="connsiteX30" fmla="*/ 966787 w 1233487"/>
                <a:gd name="connsiteY30" fmla="*/ 396239 h 586739"/>
                <a:gd name="connsiteX31" fmla="*/ 938212 w 1233487"/>
                <a:gd name="connsiteY31" fmla="*/ 386714 h 586739"/>
                <a:gd name="connsiteX32" fmla="*/ 885825 w 1233487"/>
                <a:gd name="connsiteY32" fmla="*/ 391477 h 586739"/>
                <a:gd name="connsiteX33" fmla="*/ 857250 w 1233487"/>
                <a:gd name="connsiteY33" fmla="*/ 401002 h 586739"/>
                <a:gd name="connsiteX34" fmla="*/ 842962 w 1233487"/>
                <a:gd name="connsiteY34" fmla="*/ 405764 h 586739"/>
                <a:gd name="connsiteX35" fmla="*/ 809625 w 1233487"/>
                <a:gd name="connsiteY35" fmla="*/ 367664 h 586739"/>
                <a:gd name="connsiteX36" fmla="*/ 800100 w 1233487"/>
                <a:gd name="connsiteY36" fmla="*/ 339089 h 586739"/>
                <a:gd name="connsiteX37" fmla="*/ 795337 w 1233487"/>
                <a:gd name="connsiteY37" fmla="*/ 324802 h 586739"/>
                <a:gd name="connsiteX38" fmla="*/ 790575 w 1233487"/>
                <a:gd name="connsiteY38" fmla="*/ 281939 h 586739"/>
                <a:gd name="connsiteX39" fmla="*/ 776287 w 1233487"/>
                <a:gd name="connsiteY39" fmla="*/ 277177 h 586739"/>
                <a:gd name="connsiteX40" fmla="*/ 762000 w 1233487"/>
                <a:gd name="connsiteY40" fmla="*/ 267652 h 586739"/>
                <a:gd name="connsiteX41" fmla="*/ 747712 w 1233487"/>
                <a:gd name="connsiteY41" fmla="*/ 262889 h 586739"/>
                <a:gd name="connsiteX42" fmla="*/ 704850 w 1233487"/>
                <a:gd name="connsiteY42" fmla="*/ 239077 h 586739"/>
                <a:gd name="connsiteX43" fmla="*/ 676275 w 1233487"/>
                <a:gd name="connsiteY43" fmla="*/ 220027 h 586739"/>
                <a:gd name="connsiteX44" fmla="*/ 661987 w 1233487"/>
                <a:gd name="connsiteY44" fmla="*/ 215264 h 586739"/>
                <a:gd name="connsiteX45" fmla="*/ 633412 w 1233487"/>
                <a:gd name="connsiteY45" fmla="*/ 196214 h 586739"/>
                <a:gd name="connsiteX46" fmla="*/ 604837 w 1233487"/>
                <a:gd name="connsiteY46" fmla="*/ 186689 h 586739"/>
                <a:gd name="connsiteX47" fmla="*/ 576262 w 1233487"/>
                <a:gd name="connsiteY47" fmla="*/ 196214 h 586739"/>
                <a:gd name="connsiteX48" fmla="*/ 552450 w 1233487"/>
                <a:gd name="connsiteY48" fmla="*/ 224789 h 586739"/>
                <a:gd name="connsiteX49" fmla="*/ 538162 w 1233487"/>
                <a:gd name="connsiteY49" fmla="*/ 229552 h 586739"/>
                <a:gd name="connsiteX50" fmla="*/ 542925 w 1233487"/>
                <a:gd name="connsiteY50" fmla="*/ 286702 h 586739"/>
                <a:gd name="connsiteX51" fmla="*/ 566737 w 1233487"/>
                <a:gd name="connsiteY51" fmla="*/ 310514 h 586739"/>
                <a:gd name="connsiteX52" fmla="*/ 614362 w 1233487"/>
                <a:gd name="connsiteY52" fmla="*/ 343852 h 586739"/>
                <a:gd name="connsiteX53" fmla="*/ 628650 w 1233487"/>
                <a:gd name="connsiteY53" fmla="*/ 348614 h 586739"/>
                <a:gd name="connsiteX54" fmla="*/ 657225 w 1233487"/>
                <a:gd name="connsiteY54" fmla="*/ 367664 h 586739"/>
                <a:gd name="connsiteX55" fmla="*/ 647700 w 1233487"/>
                <a:gd name="connsiteY55" fmla="*/ 381952 h 586739"/>
                <a:gd name="connsiteX56" fmla="*/ 600075 w 1233487"/>
                <a:gd name="connsiteY56" fmla="*/ 396239 h 586739"/>
                <a:gd name="connsiteX57" fmla="*/ 585787 w 1233487"/>
                <a:gd name="connsiteY57" fmla="*/ 405764 h 586739"/>
                <a:gd name="connsiteX58" fmla="*/ 557212 w 1233487"/>
                <a:gd name="connsiteY58" fmla="*/ 410527 h 586739"/>
                <a:gd name="connsiteX59" fmla="*/ 542925 w 1233487"/>
                <a:gd name="connsiteY59" fmla="*/ 415289 h 586739"/>
                <a:gd name="connsiteX60" fmla="*/ 528637 w 1233487"/>
                <a:gd name="connsiteY60" fmla="*/ 410527 h 586739"/>
                <a:gd name="connsiteX61" fmla="*/ 504825 w 1233487"/>
                <a:gd name="connsiteY61" fmla="*/ 391477 h 586739"/>
                <a:gd name="connsiteX62" fmla="*/ 471487 w 1233487"/>
                <a:gd name="connsiteY62" fmla="*/ 396239 h 586739"/>
                <a:gd name="connsiteX63" fmla="*/ 442912 w 1233487"/>
                <a:gd name="connsiteY63" fmla="*/ 405764 h 586739"/>
                <a:gd name="connsiteX64" fmla="*/ 400050 w 1233487"/>
                <a:gd name="connsiteY64" fmla="*/ 434339 h 586739"/>
                <a:gd name="connsiteX65" fmla="*/ 385762 w 1233487"/>
                <a:gd name="connsiteY65" fmla="*/ 443864 h 586739"/>
                <a:gd name="connsiteX66" fmla="*/ 376237 w 1233487"/>
                <a:gd name="connsiteY66" fmla="*/ 458152 h 586739"/>
                <a:gd name="connsiteX67" fmla="*/ 338137 w 1233487"/>
                <a:gd name="connsiteY67" fmla="*/ 443864 h 586739"/>
                <a:gd name="connsiteX68" fmla="*/ 323850 w 1233487"/>
                <a:gd name="connsiteY68" fmla="*/ 439102 h 586739"/>
                <a:gd name="connsiteX69" fmla="*/ 285750 w 1233487"/>
                <a:gd name="connsiteY69" fmla="*/ 448627 h 586739"/>
                <a:gd name="connsiteX70" fmla="*/ 257175 w 1233487"/>
                <a:gd name="connsiteY70" fmla="*/ 467677 h 586739"/>
                <a:gd name="connsiteX71" fmla="*/ 242887 w 1233487"/>
                <a:gd name="connsiteY71" fmla="*/ 477202 h 586739"/>
                <a:gd name="connsiteX72" fmla="*/ 228600 w 1233487"/>
                <a:gd name="connsiteY72" fmla="*/ 486727 h 586739"/>
                <a:gd name="connsiteX73" fmla="*/ 195262 w 1233487"/>
                <a:gd name="connsiteY73" fmla="*/ 467677 h 586739"/>
                <a:gd name="connsiteX74" fmla="*/ 166687 w 1233487"/>
                <a:gd name="connsiteY74" fmla="*/ 448627 h 586739"/>
                <a:gd name="connsiteX75" fmla="*/ 152400 w 1233487"/>
                <a:gd name="connsiteY75" fmla="*/ 391477 h 586739"/>
                <a:gd name="connsiteX76" fmla="*/ 138112 w 1233487"/>
                <a:gd name="connsiteY76" fmla="*/ 386714 h 586739"/>
                <a:gd name="connsiteX77" fmla="*/ 66675 w 1233487"/>
                <a:gd name="connsiteY77" fmla="*/ 381952 h 586739"/>
                <a:gd name="connsiteX78" fmla="*/ 23812 w 1233487"/>
                <a:gd name="connsiteY78" fmla="*/ 386714 h 586739"/>
                <a:gd name="connsiteX79" fmla="*/ 4762 w 1233487"/>
                <a:gd name="connsiteY79" fmla="*/ 420052 h 586739"/>
                <a:gd name="connsiteX80" fmla="*/ 0 w 1233487"/>
                <a:gd name="connsiteY80" fmla="*/ 453389 h 586739"/>
                <a:gd name="connsiteX81" fmla="*/ 4762 w 1233487"/>
                <a:gd name="connsiteY81" fmla="*/ 472439 h 586739"/>
                <a:gd name="connsiteX82" fmla="*/ 23812 w 1233487"/>
                <a:gd name="connsiteY82" fmla="*/ 477202 h 586739"/>
                <a:gd name="connsiteX83" fmla="*/ 71437 w 1233487"/>
                <a:gd name="connsiteY83" fmla="*/ 491489 h 586739"/>
                <a:gd name="connsiteX84" fmla="*/ 76200 w 1233487"/>
                <a:gd name="connsiteY84" fmla="*/ 505777 h 586739"/>
                <a:gd name="connsiteX85" fmla="*/ 85725 w 1233487"/>
                <a:gd name="connsiteY85" fmla="*/ 520064 h 586739"/>
                <a:gd name="connsiteX86" fmla="*/ 95250 w 1233487"/>
                <a:gd name="connsiteY86" fmla="*/ 558164 h 586739"/>
                <a:gd name="connsiteX87" fmla="*/ 104775 w 1233487"/>
                <a:gd name="connsiteY87" fmla="*/ 586739 h 586739"/>
                <a:gd name="connsiteX88" fmla="*/ 114300 w 1233487"/>
                <a:gd name="connsiteY88" fmla="*/ 586739 h 5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33487" h="586739">
                  <a:moveTo>
                    <a:pt x="1233487" y="15239"/>
                  </a:moveTo>
                  <a:cubicBezTo>
                    <a:pt x="1225550" y="16827"/>
                    <a:pt x="1215399" y="14278"/>
                    <a:pt x="1209675" y="20002"/>
                  </a:cubicBezTo>
                  <a:cubicBezTo>
                    <a:pt x="1202576" y="27102"/>
                    <a:pt x="1209675" y="45402"/>
                    <a:pt x="1200150" y="48577"/>
                  </a:cubicBezTo>
                  <a:cubicBezTo>
                    <a:pt x="1172344" y="57844"/>
                    <a:pt x="1199194" y="49721"/>
                    <a:pt x="1157287" y="58102"/>
                  </a:cubicBezTo>
                  <a:cubicBezTo>
                    <a:pt x="1150869" y="59386"/>
                    <a:pt x="1144627" y="61444"/>
                    <a:pt x="1138237" y="62864"/>
                  </a:cubicBezTo>
                  <a:cubicBezTo>
                    <a:pt x="1083822" y="74956"/>
                    <a:pt x="1141834" y="60775"/>
                    <a:pt x="1095375" y="72389"/>
                  </a:cubicBezTo>
                  <a:cubicBezTo>
                    <a:pt x="1084396" y="70559"/>
                    <a:pt x="1064238" y="68727"/>
                    <a:pt x="1052512" y="62864"/>
                  </a:cubicBezTo>
                  <a:cubicBezTo>
                    <a:pt x="1047393" y="60304"/>
                    <a:pt x="1042987" y="56514"/>
                    <a:pt x="1038225" y="53339"/>
                  </a:cubicBezTo>
                  <a:cubicBezTo>
                    <a:pt x="1035050" y="48577"/>
                    <a:pt x="1033169" y="42628"/>
                    <a:pt x="1028700" y="39052"/>
                  </a:cubicBezTo>
                  <a:cubicBezTo>
                    <a:pt x="1024780" y="35916"/>
                    <a:pt x="1017962" y="37839"/>
                    <a:pt x="1014412" y="34289"/>
                  </a:cubicBezTo>
                  <a:cubicBezTo>
                    <a:pt x="989011" y="8888"/>
                    <a:pt x="1033465" y="27941"/>
                    <a:pt x="995362" y="15239"/>
                  </a:cubicBezTo>
                  <a:cubicBezTo>
                    <a:pt x="992187" y="10477"/>
                    <a:pt x="991390" y="2340"/>
                    <a:pt x="985837" y="952"/>
                  </a:cubicBezTo>
                  <a:cubicBezTo>
                    <a:pt x="964091" y="-4485"/>
                    <a:pt x="943815" y="14679"/>
                    <a:pt x="928687" y="24764"/>
                  </a:cubicBezTo>
                  <a:lnTo>
                    <a:pt x="914400" y="34289"/>
                  </a:lnTo>
                  <a:cubicBezTo>
                    <a:pt x="898525" y="58102"/>
                    <a:pt x="885825" y="58101"/>
                    <a:pt x="904875" y="77152"/>
                  </a:cubicBezTo>
                  <a:cubicBezTo>
                    <a:pt x="908922" y="81199"/>
                    <a:pt x="914400" y="83502"/>
                    <a:pt x="919162" y="86677"/>
                  </a:cubicBezTo>
                  <a:lnTo>
                    <a:pt x="938212" y="143827"/>
                  </a:lnTo>
                  <a:cubicBezTo>
                    <a:pt x="942085" y="155446"/>
                    <a:pt x="943270" y="163171"/>
                    <a:pt x="952500" y="172402"/>
                  </a:cubicBezTo>
                  <a:cubicBezTo>
                    <a:pt x="956547" y="176449"/>
                    <a:pt x="962025" y="178752"/>
                    <a:pt x="966787" y="181927"/>
                  </a:cubicBezTo>
                  <a:cubicBezTo>
                    <a:pt x="969962" y="186689"/>
                    <a:pt x="972265" y="192167"/>
                    <a:pt x="976312" y="196214"/>
                  </a:cubicBezTo>
                  <a:cubicBezTo>
                    <a:pt x="980360" y="200261"/>
                    <a:pt x="987024" y="201269"/>
                    <a:pt x="990600" y="205739"/>
                  </a:cubicBezTo>
                  <a:cubicBezTo>
                    <a:pt x="993736" y="209659"/>
                    <a:pt x="993775" y="215264"/>
                    <a:pt x="995362" y="220027"/>
                  </a:cubicBezTo>
                  <a:cubicBezTo>
                    <a:pt x="996950" y="253364"/>
                    <a:pt x="994155" y="287202"/>
                    <a:pt x="1000125" y="320039"/>
                  </a:cubicBezTo>
                  <a:cubicBezTo>
                    <a:pt x="1001023" y="324978"/>
                    <a:pt x="1009922" y="322557"/>
                    <a:pt x="1014412" y="324802"/>
                  </a:cubicBezTo>
                  <a:cubicBezTo>
                    <a:pt x="1019532" y="327362"/>
                    <a:pt x="1023469" y="332002"/>
                    <a:pt x="1028700" y="334327"/>
                  </a:cubicBezTo>
                  <a:cubicBezTo>
                    <a:pt x="1037875" y="338405"/>
                    <a:pt x="1057275" y="343852"/>
                    <a:pt x="1057275" y="343852"/>
                  </a:cubicBezTo>
                  <a:cubicBezTo>
                    <a:pt x="1060450" y="348614"/>
                    <a:pt x="1067923" y="352527"/>
                    <a:pt x="1066800" y="358139"/>
                  </a:cubicBezTo>
                  <a:cubicBezTo>
                    <a:pt x="1065214" y="366066"/>
                    <a:pt x="1043139" y="369697"/>
                    <a:pt x="1038225" y="372427"/>
                  </a:cubicBezTo>
                  <a:cubicBezTo>
                    <a:pt x="1028218" y="377987"/>
                    <a:pt x="1019175" y="385127"/>
                    <a:pt x="1009650" y="391477"/>
                  </a:cubicBezTo>
                  <a:lnTo>
                    <a:pt x="995362" y="401002"/>
                  </a:lnTo>
                  <a:cubicBezTo>
                    <a:pt x="985837" y="399414"/>
                    <a:pt x="976155" y="398581"/>
                    <a:pt x="966787" y="396239"/>
                  </a:cubicBezTo>
                  <a:cubicBezTo>
                    <a:pt x="957047" y="393804"/>
                    <a:pt x="938212" y="386714"/>
                    <a:pt x="938212" y="386714"/>
                  </a:cubicBezTo>
                  <a:cubicBezTo>
                    <a:pt x="920750" y="388302"/>
                    <a:pt x="903093" y="388430"/>
                    <a:pt x="885825" y="391477"/>
                  </a:cubicBezTo>
                  <a:cubicBezTo>
                    <a:pt x="875938" y="393222"/>
                    <a:pt x="866775" y="397827"/>
                    <a:pt x="857250" y="401002"/>
                  </a:cubicBezTo>
                  <a:lnTo>
                    <a:pt x="842962" y="405764"/>
                  </a:lnTo>
                  <a:cubicBezTo>
                    <a:pt x="826294" y="394651"/>
                    <a:pt x="817562" y="391476"/>
                    <a:pt x="809625" y="367664"/>
                  </a:cubicBezTo>
                  <a:lnTo>
                    <a:pt x="800100" y="339089"/>
                  </a:lnTo>
                  <a:lnTo>
                    <a:pt x="795337" y="324802"/>
                  </a:lnTo>
                  <a:cubicBezTo>
                    <a:pt x="793750" y="310514"/>
                    <a:pt x="795914" y="295286"/>
                    <a:pt x="790575" y="281939"/>
                  </a:cubicBezTo>
                  <a:cubicBezTo>
                    <a:pt x="788711" y="277278"/>
                    <a:pt x="780777" y="279422"/>
                    <a:pt x="776287" y="277177"/>
                  </a:cubicBezTo>
                  <a:cubicBezTo>
                    <a:pt x="771168" y="274617"/>
                    <a:pt x="767119" y="270212"/>
                    <a:pt x="762000" y="267652"/>
                  </a:cubicBezTo>
                  <a:cubicBezTo>
                    <a:pt x="757510" y="265407"/>
                    <a:pt x="752101" y="265327"/>
                    <a:pt x="747712" y="262889"/>
                  </a:cubicBezTo>
                  <a:cubicBezTo>
                    <a:pt x="698587" y="235597"/>
                    <a:pt x="737177" y="249852"/>
                    <a:pt x="704850" y="239077"/>
                  </a:cubicBezTo>
                  <a:cubicBezTo>
                    <a:pt x="695325" y="232727"/>
                    <a:pt x="687135" y="223647"/>
                    <a:pt x="676275" y="220027"/>
                  </a:cubicBezTo>
                  <a:cubicBezTo>
                    <a:pt x="671512" y="218439"/>
                    <a:pt x="666376" y="217702"/>
                    <a:pt x="661987" y="215264"/>
                  </a:cubicBezTo>
                  <a:cubicBezTo>
                    <a:pt x="651980" y="209705"/>
                    <a:pt x="644272" y="199834"/>
                    <a:pt x="633412" y="196214"/>
                  </a:cubicBezTo>
                  <a:lnTo>
                    <a:pt x="604837" y="186689"/>
                  </a:lnTo>
                  <a:cubicBezTo>
                    <a:pt x="595312" y="189864"/>
                    <a:pt x="581831" y="187860"/>
                    <a:pt x="576262" y="196214"/>
                  </a:cubicBezTo>
                  <a:cubicBezTo>
                    <a:pt x="569234" y="206757"/>
                    <a:pt x="563451" y="217455"/>
                    <a:pt x="552450" y="224789"/>
                  </a:cubicBezTo>
                  <a:cubicBezTo>
                    <a:pt x="548273" y="227574"/>
                    <a:pt x="542925" y="227964"/>
                    <a:pt x="538162" y="229552"/>
                  </a:cubicBezTo>
                  <a:cubicBezTo>
                    <a:pt x="539750" y="248602"/>
                    <a:pt x="539176" y="267957"/>
                    <a:pt x="542925" y="286702"/>
                  </a:cubicBezTo>
                  <a:cubicBezTo>
                    <a:pt x="545465" y="299401"/>
                    <a:pt x="557848" y="304164"/>
                    <a:pt x="566737" y="310514"/>
                  </a:cubicBezTo>
                  <a:cubicBezTo>
                    <a:pt x="576246" y="317307"/>
                    <a:pt x="606150" y="341115"/>
                    <a:pt x="614362" y="343852"/>
                  </a:cubicBezTo>
                  <a:lnTo>
                    <a:pt x="628650" y="348614"/>
                  </a:lnTo>
                  <a:cubicBezTo>
                    <a:pt x="638175" y="354964"/>
                    <a:pt x="663575" y="358139"/>
                    <a:pt x="657225" y="367664"/>
                  </a:cubicBezTo>
                  <a:cubicBezTo>
                    <a:pt x="654050" y="372427"/>
                    <a:pt x="652554" y="378918"/>
                    <a:pt x="647700" y="381952"/>
                  </a:cubicBezTo>
                  <a:cubicBezTo>
                    <a:pt x="639968" y="386784"/>
                    <a:pt x="611229" y="393451"/>
                    <a:pt x="600075" y="396239"/>
                  </a:cubicBezTo>
                  <a:cubicBezTo>
                    <a:pt x="595312" y="399414"/>
                    <a:pt x="591217" y="403954"/>
                    <a:pt x="585787" y="405764"/>
                  </a:cubicBezTo>
                  <a:cubicBezTo>
                    <a:pt x="576626" y="408818"/>
                    <a:pt x="566638" y="408432"/>
                    <a:pt x="557212" y="410527"/>
                  </a:cubicBezTo>
                  <a:cubicBezTo>
                    <a:pt x="552312" y="411616"/>
                    <a:pt x="547687" y="413702"/>
                    <a:pt x="542925" y="415289"/>
                  </a:cubicBezTo>
                  <a:cubicBezTo>
                    <a:pt x="538162" y="413702"/>
                    <a:pt x="532557" y="413663"/>
                    <a:pt x="528637" y="410527"/>
                  </a:cubicBezTo>
                  <a:cubicBezTo>
                    <a:pt x="497862" y="385907"/>
                    <a:pt x="540737" y="403447"/>
                    <a:pt x="504825" y="391477"/>
                  </a:cubicBezTo>
                  <a:cubicBezTo>
                    <a:pt x="493712" y="393064"/>
                    <a:pt x="482425" y="393715"/>
                    <a:pt x="471487" y="396239"/>
                  </a:cubicBezTo>
                  <a:cubicBezTo>
                    <a:pt x="461704" y="398497"/>
                    <a:pt x="442912" y="405764"/>
                    <a:pt x="442912" y="405764"/>
                  </a:cubicBezTo>
                  <a:lnTo>
                    <a:pt x="400050" y="434339"/>
                  </a:lnTo>
                  <a:lnTo>
                    <a:pt x="385762" y="443864"/>
                  </a:lnTo>
                  <a:cubicBezTo>
                    <a:pt x="382587" y="448627"/>
                    <a:pt x="381741" y="456579"/>
                    <a:pt x="376237" y="458152"/>
                  </a:cubicBezTo>
                  <a:cubicBezTo>
                    <a:pt x="358697" y="463163"/>
                    <a:pt x="350756" y="450173"/>
                    <a:pt x="338137" y="443864"/>
                  </a:cubicBezTo>
                  <a:cubicBezTo>
                    <a:pt x="333647" y="441619"/>
                    <a:pt x="328612" y="440689"/>
                    <a:pt x="323850" y="439102"/>
                  </a:cubicBezTo>
                  <a:cubicBezTo>
                    <a:pt x="317247" y="440422"/>
                    <a:pt x="293991" y="444049"/>
                    <a:pt x="285750" y="448627"/>
                  </a:cubicBezTo>
                  <a:cubicBezTo>
                    <a:pt x="275743" y="454187"/>
                    <a:pt x="266700" y="461327"/>
                    <a:pt x="257175" y="467677"/>
                  </a:cubicBezTo>
                  <a:lnTo>
                    <a:pt x="242887" y="477202"/>
                  </a:lnTo>
                  <a:lnTo>
                    <a:pt x="228600" y="486727"/>
                  </a:lnTo>
                  <a:cubicBezTo>
                    <a:pt x="180821" y="477170"/>
                    <a:pt x="222254" y="491295"/>
                    <a:pt x="195262" y="467677"/>
                  </a:cubicBezTo>
                  <a:cubicBezTo>
                    <a:pt x="186647" y="460139"/>
                    <a:pt x="166687" y="448627"/>
                    <a:pt x="166687" y="448627"/>
                  </a:cubicBezTo>
                  <a:cubicBezTo>
                    <a:pt x="135225" y="401432"/>
                    <a:pt x="192862" y="492631"/>
                    <a:pt x="152400" y="391477"/>
                  </a:cubicBezTo>
                  <a:cubicBezTo>
                    <a:pt x="150535" y="386816"/>
                    <a:pt x="143102" y="387268"/>
                    <a:pt x="138112" y="386714"/>
                  </a:cubicBezTo>
                  <a:cubicBezTo>
                    <a:pt x="114393" y="384079"/>
                    <a:pt x="90487" y="383539"/>
                    <a:pt x="66675" y="381952"/>
                  </a:cubicBezTo>
                  <a:cubicBezTo>
                    <a:pt x="52387" y="383539"/>
                    <a:pt x="37758" y="383228"/>
                    <a:pt x="23812" y="386714"/>
                  </a:cubicBezTo>
                  <a:cubicBezTo>
                    <a:pt x="5037" y="391408"/>
                    <a:pt x="7469" y="403810"/>
                    <a:pt x="4762" y="420052"/>
                  </a:cubicBezTo>
                  <a:cubicBezTo>
                    <a:pt x="2917" y="431124"/>
                    <a:pt x="1587" y="442277"/>
                    <a:pt x="0" y="453389"/>
                  </a:cubicBezTo>
                  <a:cubicBezTo>
                    <a:pt x="1587" y="459739"/>
                    <a:pt x="134" y="467811"/>
                    <a:pt x="4762" y="472439"/>
                  </a:cubicBezTo>
                  <a:cubicBezTo>
                    <a:pt x="9390" y="477067"/>
                    <a:pt x="17543" y="475321"/>
                    <a:pt x="23812" y="477202"/>
                  </a:cubicBezTo>
                  <a:cubicBezTo>
                    <a:pt x="81762" y="494588"/>
                    <a:pt x="27545" y="480517"/>
                    <a:pt x="71437" y="491489"/>
                  </a:cubicBezTo>
                  <a:cubicBezTo>
                    <a:pt x="73025" y="496252"/>
                    <a:pt x="73955" y="501287"/>
                    <a:pt x="76200" y="505777"/>
                  </a:cubicBezTo>
                  <a:cubicBezTo>
                    <a:pt x="78760" y="510896"/>
                    <a:pt x="83769" y="514685"/>
                    <a:pt x="85725" y="520064"/>
                  </a:cubicBezTo>
                  <a:cubicBezTo>
                    <a:pt x="90199" y="532367"/>
                    <a:pt x="91110" y="545745"/>
                    <a:pt x="95250" y="558164"/>
                  </a:cubicBezTo>
                  <a:cubicBezTo>
                    <a:pt x="98425" y="567689"/>
                    <a:pt x="94735" y="586739"/>
                    <a:pt x="104775" y="586739"/>
                  </a:cubicBezTo>
                  <a:lnTo>
                    <a:pt x="114300" y="586739"/>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5" name="자유형 116">
              <a:extLst>
                <a:ext uri="{FF2B5EF4-FFF2-40B4-BE49-F238E27FC236}">
                  <a16:creationId xmlns:a16="http://schemas.microsoft.com/office/drawing/2014/main" id="{102311BF-11A4-445B-9600-A823F12B9065}"/>
                </a:ext>
              </a:extLst>
            </p:cNvPr>
            <p:cNvSpPr/>
            <p:nvPr/>
          </p:nvSpPr>
          <p:spPr>
            <a:xfrm>
              <a:off x="2013999" y="4801616"/>
              <a:ext cx="267920" cy="408578"/>
            </a:xfrm>
            <a:custGeom>
              <a:avLst/>
              <a:gdLst>
                <a:gd name="connsiteX0" fmla="*/ 0 w 381000"/>
                <a:gd name="connsiteY0" fmla="*/ 0 h 581025"/>
                <a:gd name="connsiteX1" fmla="*/ 23813 w 381000"/>
                <a:gd name="connsiteY1" fmla="*/ 4762 h 581025"/>
                <a:gd name="connsiteX2" fmla="*/ 38100 w 381000"/>
                <a:gd name="connsiteY2" fmla="*/ 19050 h 581025"/>
                <a:gd name="connsiteX3" fmla="*/ 80963 w 381000"/>
                <a:gd name="connsiteY3" fmla="*/ 42862 h 581025"/>
                <a:gd name="connsiteX4" fmla="*/ 109538 w 381000"/>
                <a:gd name="connsiteY4" fmla="*/ 57150 h 581025"/>
                <a:gd name="connsiteX5" fmla="*/ 138113 w 381000"/>
                <a:gd name="connsiteY5" fmla="*/ 71437 h 581025"/>
                <a:gd name="connsiteX6" fmla="*/ 147638 w 381000"/>
                <a:gd name="connsiteY6" fmla="*/ 85725 h 581025"/>
                <a:gd name="connsiteX7" fmla="*/ 142875 w 381000"/>
                <a:gd name="connsiteY7" fmla="*/ 100012 h 581025"/>
                <a:gd name="connsiteX8" fmla="*/ 114300 w 381000"/>
                <a:gd name="connsiteY8" fmla="*/ 128587 h 581025"/>
                <a:gd name="connsiteX9" fmla="*/ 104775 w 381000"/>
                <a:gd name="connsiteY9" fmla="*/ 142875 h 581025"/>
                <a:gd name="connsiteX10" fmla="*/ 90488 w 381000"/>
                <a:gd name="connsiteY10" fmla="*/ 147637 h 581025"/>
                <a:gd name="connsiteX11" fmla="*/ 85725 w 381000"/>
                <a:gd name="connsiteY11" fmla="*/ 161925 h 581025"/>
                <a:gd name="connsiteX12" fmla="*/ 71438 w 381000"/>
                <a:gd name="connsiteY12" fmla="*/ 171450 h 581025"/>
                <a:gd name="connsiteX13" fmla="*/ 61913 w 381000"/>
                <a:gd name="connsiteY13" fmla="*/ 200025 h 581025"/>
                <a:gd name="connsiteX14" fmla="*/ 76200 w 381000"/>
                <a:gd name="connsiteY14" fmla="*/ 204787 h 581025"/>
                <a:gd name="connsiteX15" fmla="*/ 104775 w 381000"/>
                <a:gd name="connsiteY15" fmla="*/ 223837 h 581025"/>
                <a:gd name="connsiteX16" fmla="*/ 109538 w 381000"/>
                <a:gd name="connsiteY16" fmla="*/ 238125 h 581025"/>
                <a:gd name="connsiteX17" fmla="*/ 100013 w 381000"/>
                <a:gd name="connsiteY17" fmla="*/ 290512 h 581025"/>
                <a:gd name="connsiteX18" fmla="*/ 95250 w 381000"/>
                <a:gd name="connsiteY18" fmla="*/ 314325 h 581025"/>
                <a:gd name="connsiteX19" fmla="*/ 85725 w 381000"/>
                <a:gd name="connsiteY19" fmla="*/ 342900 h 581025"/>
                <a:gd name="connsiteX20" fmla="*/ 90488 w 381000"/>
                <a:gd name="connsiteY20" fmla="*/ 390525 h 581025"/>
                <a:gd name="connsiteX21" fmla="*/ 95250 w 381000"/>
                <a:gd name="connsiteY21" fmla="*/ 404812 h 581025"/>
                <a:gd name="connsiteX22" fmla="*/ 114300 w 381000"/>
                <a:gd name="connsiteY22" fmla="*/ 400050 h 581025"/>
                <a:gd name="connsiteX23" fmla="*/ 157163 w 381000"/>
                <a:gd name="connsiteY23" fmla="*/ 390525 h 581025"/>
                <a:gd name="connsiteX24" fmla="*/ 171450 w 381000"/>
                <a:gd name="connsiteY24" fmla="*/ 385762 h 581025"/>
                <a:gd name="connsiteX25" fmla="*/ 185738 w 381000"/>
                <a:gd name="connsiteY25" fmla="*/ 376237 h 581025"/>
                <a:gd name="connsiteX26" fmla="*/ 204788 w 381000"/>
                <a:gd name="connsiteY26" fmla="*/ 371475 h 581025"/>
                <a:gd name="connsiteX27" fmla="*/ 247650 w 381000"/>
                <a:gd name="connsiteY27" fmla="*/ 352425 h 581025"/>
                <a:gd name="connsiteX28" fmla="*/ 271463 w 381000"/>
                <a:gd name="connsiteY28" fmla="*/ 347662 h 581025"/>
                <a:gd name="connsiteX29" fmla="*/ 285750 w 381000"/>
                <a:gd name="connsiteY29" fmla="*/ 342900 h 581025"/>
                <a:gd name="connsiteX30" fmla="*/ 309563 w 381000"/>
                <a:gd name="connsiteY30" fmla="*/ 371475 h 581025"/>
                <a:gd name="connsiteX31" fmla="*/ 314325 w 381000"/>
                <a:gd name="connsiteY31" fmla="*/ 385762 h 581025"/>
                <a:gd name="connsiteX32" fmla="*/ 323850 w 381000"/>
                <a:gd name="connsiteY32" fmla="*/ 400050 h 581025"/>
                <a:gd name="connsiteX33" fmla="*/ 338138 w 381000"/>
                <a:gd name="connsiteY33" fmla="*/ 428625 h 581025"/>
                <a:gd name="connsiteX34" fmla="*/ 352425 w 381000"/>
                <a:gd name="connsiteY34" fmla="*/ 438150 h 581025"/>
                <a:gd name="connsiteX35" fmla="*/ 381000 w 381000"/>
                <a:gd name="connsiteY35" fmla="*/ 461962 h 581025"/>
                <a:gd name="connsiteX36" fmla="*/ 376238 w 381000"/>
                <a:gd name="connsiteY36" fmla="*/ 557212 h 581025"/>
                <a:gd name="connsiteX37" fmla="*/ 371475 w 381000"/>
                <a:gd name="connsiteY37" fmla="*/ 581025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1000" h="581025">
                  <a:moveTo>
                    <a:pt x="0" y="0"/>
                  </a:moveTo>
                  <a:cubicBezTo>
                    <a:pt x="7938" y="1587"/>
                    <a:pt x="16573" y="1142"/>
                    <a:pt x="23813" y="4762"/>
                  </a:cubicBezTo>
                  <a:cubicBezTo>
                    <a:pt x="29837" y="7774"/>
                    <a:pt x="32784" y="14915"/>
                    <a:pt x="38100" y="19050"/>
                  </a:cubicBezTo>
                  <a:cubicBezTo>
                    <a:pt x="62664" y="38156"/>
                    <a:pt x="59406" y="35677"/>
                    <a:pt x="80963" y="42862"/>
                  </a:cubicBezTo>
                  <a:cubicBezTo>
                    <a:pt x="121906" y="70158"/>
                    <a:pt x="70104" y="37432"/>
                    <a:pt x="109538" y="57150"/>
                  </a:cubicBezTo>
                  <a:cubicBezTo>
                    <a:pt x="146460" y="75611"/>
                    <a:pt x="102206" y="59470"/>
                    <a:pt x="138113" y="71437"/>
                  </a:cubicBezTo>
                  <a:cubicBezTo>
                    <a:pt x="141288" y="76200"/>
                    <a:pt x="146697" y="80079"/>
                    <a:pt x="147638" y="85725"/>
                  </a:cubicBezTo>
                  <a:cubicBezTo>
                    <a:pt x="148463" y="90677"/>
                    <a:pt x="145957" y="96049"/>
                    <a:pt x="142875" y="100012"/>
                  </a:cubicBezTo>
                  <a:cubicBezTo>
                    <a:pt x="134605" y="110645"/>
                    <a:pt x="121772" y="117379"/>
                    <a:pt x="114300" y="128587"/>
                  </a:cubicBezTo>
                  <a:cubicBezTo>
                    <a:pt x="111125" y="133350"/>
                    <a:pt x="109245" y="139299"/>
                    <a:pt x="104775" y="142875"/>
                  </a:cubicBezTo>
                  <a:cubicBezTo>
                    <a:pt x="100855" y="146011"/>
                    <a:pt x="95250" y="146050"/>
                    <a:pt x="90488" y="147637"/>
                  </a:cubicBezTo>
                  <a:cubicBezTo>
                    <a:pt x="88900" y="152400"/>
                    <a:pt x="88861" y="158005"/>
                    <a:pt x="85725" y="161925"/>
                  </a:cubicBezTo>
                  <a:cubicBezTo>
                    <a:pt x="82149" y="166394"/>
                    <a:pt x="74471" y="166596"/>
                    <a:pt x="71438" y="171450"/>
                  </a:cubicBezTo>
                  <a:cubicBezTo>
                    <a:pt x="66117" y="179964"/>
                    <a:pt x="61913" y="200025"/>
                    <a:pt x="61913" y="200025"/>
                  </a:cubicBezTo>
                  <a:cubicBezTo>
                    <a:pt x="66675" y="201612"/>
                    <a:pt x="71812" y="202349"/>
                    <a:pt x="76200" y="204787"/>
                  </a:cubicBezTo>
                  <a:cubicBezTo>
                    <a:pt x="86207" y="210346"/>
                    <a:pt x="104775" y="223837"/>
                    <a:pt x="104775" y="223837"/>
                  </a:cubicBezTo>
                  <a:cubicBezTo>
                    <a:pt x="106363" y="228600"/>
                    <a:pt x="109538" y="233105"/>
                    <a:pt x="109538" y="238125"/>
                  </a:cubicBezTo>
                  <a:cubicBezTo>
                    <a:pt x="109538" y="258755"/>
                    <a:pt x="104180" y="271760"/>
                    <a:pt x="100013" y="290512"/>
                  </a:cubicBezTo>
                  <a:cubicBezTo>
                    <a:pt x="98257" y="298414"/>
                    <a:pt x="97380" y="306515"/>
                    <a:pt x="95250" y="314325"/>
                  </a:cubicBezTo>
                  <a:cubicBezTo>
                    <a:pt x="92608" y="324011"/>
                    <a:pt x="85725" y="342900"/>
                    <a:pt x="85725" y="342900"/>
                  </a:cubicBezTo>
                  <a:cubicBezTo>
                    <a:pt x="87313" y="358775"/>
                    <a:pt x="88062" y="374756"/>
                    <a:pt x="90488" y="390525"/>
                  </a:cubicBezTo>
                  <a:cubicBezTo>
                    <a:pt x="91251" y="395487"/>
                    <a:pt x="90589" y="402948"/>
                    <a:pt x="95250" y="404812"/>
                  </a:cubicBezTo>
                  <a:cubicBezTo>
                    <a:pt x="101327" y="407243"/>
                    <a:pt x="108006" y="401848"/>
                    <a:pt x="114300" y="400050"/>
                  </a:cubicBezTo>
                  <a:cubicBezTo>
                    <a:pt x="147133" y="390669"/>
                    <a:pt x="105586" y="399120"/>
                    <a:pt x="157163" y="390525"/>
                  </a:cubicBezTo>
                  <a:cubicBezTo>
                    <a:pt x="161925" y="388937"/>
                    <a:pt x="166960" y="388007"/>
                    <a:pt x="171450" y="385762"/>
                  </a:cubicBezTo>
                  <a:cubicBezTo>
                    <a:pt x="176570" y="383202"/>
                    <a:pt x="180477" y="378492"/>
                    <a:pt x="185738" y="376237"/>
                  </a:cubicBezTo>
                  <a:cubicBezTo>
                    <a:pt x="191754" y="373659"/>
                    <a:pt x="198438" y="373062"/>
                    <a:pt x="204788" y="371475"/>
                  </a:cubicBezTo>
                  <a:cubicBezTo>
                    <a:pt x="218859" y="364439"/>
                    <a:pt x="232449" y="356986"/>
                    <a:pt x="247650" y="352425"/>
                  </a:cubicBezTo>
                  <a:cubicBezTo>
                    <a:pt x="255403" y="350099"/>
                    <a:pt x="263610" y="349625"/>
                    <a:pt x="271463" y="347662"/>
                  </a:cubicBezTo>
                  <a:cubicBezTo>
                    <a:pt x="276333" y="346444"/>
                    <a:pt x="280988" y="344487"/>
                    <a:pt x="285750" y="342900"/>
                  </a:cubicBezTo>
                  <a:cubicBezTo>
                    <a:pt x="296285" y="353434"/>
                    <a:pt x="302932" y="358212"/>
                    <a:pt x="309563" y="371475"/>
                  </a:cubicBezTo>
                  <a:cubicBezTo>
                    <a:pt x="311808" y="375965"/>
                    <a:pt x="312080" y="381272"/>
                    <a:pt x="314325" y="385762"/>
                  </a:cubicBezTo>
                  <a:cubicBezTo>
                    <a:pt x="316885" y="390882"/>
                    <a:pt x="321290" y="394930"/>
                    <a:pt x="323850" y="400050"/>
                  </a:cubicBezTo>
                  <a:cubicBezTo>
                    <a:pt x="331596" y="415542"/>
                    <a:pt x="324491" y="414977"/>
                    <a:pt x="338138" y="428625"/>
                  </a:cubicBezTo>
                  <a:cubicBezTo>
                    <a:pt x="342185" y="432672"/>
                    <a:pt x="348028" y="434486"/>
                    <a:pt x="352425" y="438150"/>
                  </a:cubicBezTo>
                  <a:cubicBezTo>
                    <a:pt x="389094" y="468707"/>
                    <a:pt x="345528" y="438313"/>
                    <a:pt x="381000" y="461962"/>
                  </a:cubicBezTo>
                  <a:cubicBezTo>
                    <a:pt x="379413" y="493712"/>
                    <a:pt x="378773" y="525524"/>
                    <a:pt x="376238" y="557212"/>
                  </a:cubicBezTo>
                  <a:cubicBezTo>
                    <a:pt x="375592" y="565281"/>
                    <a:pt x="371475" y="581025"/>
                    <a:pt x="371475" y="58102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5" name="그룹 64">
            <a:extLst>
              <a:ext uri="{FF2B5EF4-FFF2-40B4-BE49-F238E27FC236}">
                <a16:creationId xmlns:a16="http://schemas.microsoft.com/office/drawing/2014/main" id="{43975099-7E4B-440D-8159-FA340678E19B}"/>
              </a:ext>
            </a:extLst>
          </p:cNvPr>
          <p:cNvGrpSpPr/>
          <p:nvPr/>
        </p:nvGrpSpPr>
        <p:grpSpPr>
          <a:xfrm>
            <a:off x="7559040" y="7895098"/>
            <a:ext cx="1266617" cy="357973"/>
            <a:chOff x="1000330" y="4798267"/>
            <a:chExt cx="1469373" cy="415276"/>
          </a:xfrm>
        </p:grpSpPr>
        <p:grpSp>
          <p:nvGrpSpPr>
            <p:cNvPr id="152" name="그룹 399">
              <a:extLst>
                <a:ext uri="{FF2B5EF4-FFF2-40B4-BE49-F238E27FC236}">
                  <a16:creationId xmlns:a16="http://schemas.microsoft.com/office/drawing/2014/main" id="{B6C5463A-9F09-4B0A-ADA0-FF9FC4C7650C}"/>
                </a:ext>
              </a:extLst>
            </p:cNvPr>
            <p:cNvGrpSpPr/>
            <p:nvPr/>
          </p:nvGrpSpPr>
          <p:grpSpPr>
            <a:xfrm>
              <a:off x="1000330" y="4799736"/>
              <a:ext cx="1469373" cy="410046"/>
              <a:chOff x="539550" y="1719858"/>
              <a:chExt cx="3316110" cy="925399"/>
            </a:xfrm>
          </p:grpSpPr>
          <p:sp>
            <p:nvSpPr>
              <p:cNvPr id="161" name="직사각형 160">
                <a:extLst>
                  <a:ext uri="{FF2B5EF4-FFF2-40B4-BE49-F238E27FC236}">
                    <a16:creationId xmlns:a16="http://schemas.microsoft.com/office/drawing/2014/main" id="{477B1E2C-C917-444D-BD2E-821A92F9574F}"/>
                  </a:ext>
                </a:extLst>
              </p:cNvPr>
              <p:cNvSpPr/>
              <p:nvPr/>
            </p:nvSpPr>
            <p:spPr>
              <a:xfrm rot="5400000">
                <a:off x="1736543" y="529881"/>
                <a:ext cx="918383" cy="3312369"/>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2" name="타원 161">
                <a:extLst>
                  <a:ext uri="{FF2B5EF4-FFF2-40B4-BE49-F238E27FC236}">
                    <a16:creationId xmlns:a16="http://schemas.microsoft.com/office/drawing/2014/main" id="{7B157646-95D5-4835-97F4-3851C517DE11}"/>
                  </a:ext>
                </a:extLst>
              </p:cNvPr>
              <p:cNvSpPr/>
              <p:nvPr/>
            </p:nvSpPr>
            <p:spPr>
              <a:xfrm rot="5400000">
                <a:off x="960928" y="211374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3" name="타원 162">
                <a:extLst>
                  <a:ext uri="{FF2B5EF4-FFF2-40B4-BE49-F238E27FC236}">
                    <a16:creationId xmlns:a16="http://schemas.microsoft.com/office/drawing/2014/main" id="{45E4CD00-5B7C-43F8-89E7-772BD033BA01}"/>
                  </a:ext>
                </a:extLst>
              </p:cNvPr>
              <p:cNvSpPr/>
              <p:nvPr/>
            </p:nvSpPr>
            <p:spPr>
              <a:xfrm rot="5400000">
                <a:off x="2252227"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4" name="타원 163">
                <a:extLst>
                  <a:ext uri="{FF2B5EF4-FFF2-40B4-BE49-F238E27FC236}">
                    <a16:creationId xmlns:a16="http://schemas.microsoft.com/office/drawing/2014/main" id="{4F0FFF10-FF7F-4D17-A744-97021A3AC328}"/>
                  </a:ext>
                </a:extLst>
              </p:cNvPr>
              <p:cNvSpPr/>
              <p:nvPr/>
            </p:nvSpPr>
            <p:spPr>
              <a:xfrm rot="5400000">
                <a:off x="3165341"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5" name="타원 164">
                <a:extLst>
                  <a:ext uri="{FF2B5EF4-FFF2-40B4-BE49-F238E27FC236}">
                    <a16:creationId xmlns:a16="http://schemas.microsoft.com/office/drawing/2014/main" id="{AFB2842D-DF3A-45E2-9510-D7A73DF180C3}"/>
                  </a:ext>
                </a:extLst>
              </p:cNvPr>
              <p:cNvSpPr/>
              <p:nvPr/>
            </p:nvSpPr>
            <p:spPr>
              <a:xfrm rot="5400000">
                <a:off x="3264588" y="21830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6" name="타원 165">
                <a:extLst>
                  <a:ext uri="{FF2B5EF4-FFF2-40B4-BE49-F238E27FC236}">
                    <a16:creationId xmlns:a16="http://schemas.microsoft.com/office/drawing/2014/main" id="{D4D750CC-95DD-44C3-A1B1-2D4710A5F03F}"/>
                  </a:ext>
                </a:extLst>
              </p:cNvPr>
              <p:cNvSpPr/>
              <p:nvPr/>
            </p:nvSpPr>
            <p:spPr>
              <a:xfrm rot="5400000">
                <a:off x="2559947" y="241714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7" name="타원 166">
                <a:extLst>
                  <a:ext uri="{FF2B5EF4-FFF2-40B4-BE49-F238E27FC236}">
                    <a16:creationId xmlns:a16="http://schemas.microsoft.com/office/drawing/2014/main" id="{3F9A78BB-5957-44A1-A658-B2D0C56BB83D}"/>
                  </a:ext>
                </a:extLst>
              </p:cNvPr>
              <p:cNvSpPr/>
              <p:nvPr/>
            </p:nvSpPr>
            <p:spPr>
              <a:xfrm rot="5400000">
                <a:off x="2418081" y="198038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8" name="타원 167">
                <a:extLst>
                  <a:ext uri="{FF2B5EF4-FFF2-40B4-BE49-F238E27FC236}">
                    <a16:creationId xmlns:a16="http://schemas.microsoft.com/office/drawing/2014/main" id="{21EAB564-5615-4938-A5B4-72D25EB2087C}"/>
                  </a:ext>
                </a:extLst>
              </p:cNvPr>
              <p:cNvSpPr/>
              <p:nvPr/>
            </p:nvSpPr>
            <p:spPr>
              <a:xfrm rot="5400000">
                <a:off x="1556666" y="175918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9" name="타원 168">
                <a:extLst>
                  <a:ext uri="{FF2B5EF4-FFF2-40B4-BE49-F238E27FC236}">
                    <a16:creationId xmlns:a16="http://schemas.microsoft.com/office/drawing/2014/main" id="{90818B59-0DD6-4E9A-BF29-04070E3213B4}"/>
                  </a:ext>
                </a:extLst>
              </p:cNvPr>
              <p:cNvSpPr/>
              <p:nvPr/>
            </p:nvSpPr>
            <p:spPr>
              <a:xfrm rot="5400000">
                <a:off x="3057158" y="176311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0" name="타원 169">
                <a:extLst>
                  <a:ext uri="{FF2B5EF4-FFF2-40B4-BE49-F238E27FC236}">
                    <a16:creationId xmlns:a16="http://schemas.microsoft.com/office/drawing/2014/main" id="{1F22D547-0F12-45CD-AC24-EBF02C95BD2C}"/>
                  </a:ext>
                </a:extLst>
              </p:cNvPr>
              <p:cNvSpPr/>
              <p:nvPr/>
            </p:nvSpPr>
            <p:spPr>
              <a:xfrm rot="5400000">
                <a:off x="3261423" y="195444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1" name="타원 170">
                <a:extLst>
                  <a:ext uri="{FF2B5EF4-FFF2-40B4-BE49-F238E27FC236}">
                    <a16:creationId xmlns:a16="http://schemas.microsoft.com/office/drawing/2014/main" id="{37ECB974-6379-435D-A328-F4C26DDB9F3B}"/>
                  </a:ext>
                </a:extLst>
              </p:cNvPr>
              <p:cNvSpPr/>
              <p:nvPr/>
            </p:nvSpPr>
            <p:spPr>
              <a:xfrm rot="5400000">
                <a:off x="3261423" y="172809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2" name="타원 171">
                <a:extLst>
                  <a:ext uri="{FF2B5EF4-FFF2-40B4-BE49-F238E27FC236}">
                    <a16:creationId xmlns:a16="http://schemas.microsoft.com/office/drawing/2014/main" id="{9C44D0DD-2FBF-4171-A88F-915523D14C34}"/>
                  </a:ext>
                </a:extLst>
              </p:cNvPr>
              <p:cNvSpPr/>
              <p:nvPr/>
            </p:nvSpPr>
            <p:spPr>
              <a:xfrm rot="5400000">
                <a:off x="955102" y="173014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3" name="타원 172">
                <a:extLst>
                  <a:ext uri="{FF2B5EF4-FFF2-40B4-BE49-F238E27FC236}">
                    <a16:creationId xmlns:a16="http://schemas.microsoft.com/office/drawing/2014/main" id="{F0BE8C55-8CF0-4857-8A6F-FB7A0B9AFFCA}"/>
                  </a:ext>
                </a:extLst>
              </p:cNvPr>
              <p:cNvSpPr/>
              <p:nvPr/>
            </p:nvSpPr>
            <p:spPr>
              <a:xfrm rot="5400000">
                <a:off x="1976683" y="24962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4" name="타원 173">
                <a:extLst>
                  <a:ext uri="{FF2B5EF4-FFF2-40B4-BE49-F238E27FC236}">
                    <a16:creationId xmlns:a16="http://schemas.microsoft.com/office/drawing/2014/main" id="{1E2E8D81-B4C0-4D0E-8BC2-01FBC25CC174}"/>
                  </a:ext>
                </a:extLst>
              </p:cNvPr>
              <p:cNvSpPr/>
              <p:nvPr/>
            </p:nvSpPr>
            <p:spPr>
              <a:xfrm rot="5400000">
                <a:off x="2106424" y="238519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5" name="타원 174">
                <a:extLst>
                  <a:ext uri="{FF2B5EF4-FFF2-40B4-BE49-F238E27FC236}">
                    <a16:creationId xmlns:a16="http://schemas.microsoft.com/office/drawing/2014/main" id="{C65A4DE6-C0BE-40BA-BB0E-8964417932CD}"/>
                  </a:ext>
                </a:extLst>
              </p:cNvPr>
              <p:cNvSpPr/>
              <p:nvPr/>
            </p:nvSpPr>
            <p:spPr>
              <a:xfrm rot="5400000">
                <a:off x="2769240" y="237364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6" name="타원 175">
                <a:extLst>
                  <a:ext uri="{FF2B5EF4-FFF2-40B4-BE49-F238E27FC236}">
                    <a16:creationId xmlns:a16="http://schemas.microsoft.com/office/drawing/2014/main" id="{69871DB8-7CFC-40DF-829E-12C81945D654}"/>
                  </a:ext>
                </a:extLst>
              </p:cNvPr>
              <p:cNvSpPr/>
              <p:nvPr/>
            </p:nvSpPr>
            <p:spPr>
              <a:xfrm rot="5400000">
                <a:off x="1274826" y="2141341"/>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7" name="타원 176">
                <a:extLst>
                  <a:ext uri="{FF2B5EF4-FFF2-40B4-BE49-F238E27FC236}">
                    <a16:creationId xmlns:a16="http://schemas.microsoft.com/office/drawing/2014/main" id="{98F1F4B0-E80E-42AF-B77F-90D113CDC82E}"/>
                  </a:ext>
                </a:extLst>
              </p:cNvPr>
              <p:cNvSpPr/>
              <p:nvPr/>
            </p:nvSpPr>
            <p:spPr>
              <a:xfrm rot="5400000">
                <a:off x="2695399"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8" name="타원 177">
                <a:extLst>
                  <a:ext uri="{FF2B5EF4-FFF2-40B4-BE49-F238E27FC236}">
                    <a16:creationId xmlns:a16="http://schemas.microsoft.com/office/drawing/2014/main" id="{B0A3A77C-4212-4363-88FA-56F252A732A7}"/>
                  </a:ext>
                </a:extLst>
              </p:cNvPr>
              <p:cNvSpPr/>
              <p:nvPr/>
            </p:nvSpPr>
            <p:spPr>
              <a:xfrm rot="5400000">
                <a:off x="2491071" y="213664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9" name="타원 178">
                <a:extLst>
                  <a:ext uri="{FF2B5EF4-FFF2-40B4-BE49-F238E27FC236}">
                    <a16:creationId xmlns:a16="http://schemas.microsoft.com/office/drawing/2014/main" id="{28EF9C4D-FF58-4AB4-A600-ED01ADC4CE96}"/>
                  </a:ext>
                </a:extLst>
              </p:cNvPr>
              <p:cNvSpPr/>
              <p:nvPr/>
            </p:nvSpPr>
            <p:spPr>
              <a:xfrm rot="5400000">
                <a:off x="2717969" y="2030435"/>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0" name="타원 179">
                <a:extLst>
                  <a:ext uri="{FF2B5EF4-FFF2-40B4-BE49-F238E27FC236}">
                    <a16:creationId xmlns:a16="http://schemas.microsoft.com/office/drawing/2014/main" id="{160D397F-DD09-4D23-8074-02F98469F7FE}"/>
                  </a:ext>
                </a:extLst>
              </p:cNvPr>
              <p:cNvSpPr/>
              <p:nvPr/>
            </p:nvSpPr>
            <p:spPr>
              <a:xfrm rot="5400000">
                <a:off x="1838568"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1" name="타원 180">
                <a:extLst>
                  <a:ext uri="{FF2B5EF4-FFF2-40B4-BE49-F238E27FC236}">
                    <a16:creationId xmlns:a16="http://schemas.microsoft.com/office/drawing/2014/main" id="{D9E08721-B2F3-4A17-ABE1-E66988025976}"/>
                  </a:ext>
                </a:extLst>
              </p:cNvPr>
              <p:cNvSpPr/>
              <p:nvPr/>
            </p:nvSpPr>
            <p:spPr>
              <a:xfrm rot="5400000">
                <a:off x="1826342" y="218131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2" name="타원 181">
                <a:extLst>
                  <a:ext uri="{FF2B5EF4-FFF2-40B4-BE49-F238E27FC236}">
                    <a16:creationId xmlns:a16="http://schemas.microsoft.com/office/drawing/2014/main" id="{303871CF-B411-4E19-A28C-5ED9B5AF429C}"/>
                  </a:ext>
                </a:extLst>
              </p:cNvPr>
              <p:cNvSpPr/>
              <p:nvPr/>
            </p:nvSpPr>
            <p:spPr>
              <a:xfrm rot="5400000">
                <a:off x="1309662" y="1826987"/>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3" name="타원 182">
                <a:extLst>
                  <a:ext uri="{FF2B5EF4-FFF2-40B4-BE49-F238E27FC236}">
                    <a16:creationId xmlns:a16="http://schemas.microsoft.com/office/drawing/2014/main" id="{D7479E6D-A3EB-46B4-9FE7-AD6B1C2ADBF5}"/>
                  </a:ext>
                </a:extLst>
              </p:cNvPr>
              <p:cNvSpPr/>
              <p:nvPr/>
            </p:nvSpPr>
            <p:spPr>
              <a:xfrm rot="5400000">
                <a:off x="1532852" y="235673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4" name="타원 183">
                <a:extLst>
                  <a:ext uri="{FF2B5EF4-FFF2-40B4-BE49-F238E27FC236}">
                    <a16:creationId xmlns:a16="http://schemas.microsoft.com/office/drawing/2014/main" id="{65965A03-377C-4278-B7DD-374A900C5830}"/>
                  </a:ext>
                </a:extLst>
              </p:cNvPr>
              <p:cNvSpPr/>
              <p:nvPr/>
            </p:nvSpPr>
            <p:spPr>
              <a:xfrm rot="5400000">
                <a:off x="1459365" y="20773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5" name="타원 184">
                <a:extLst>
                  <a:ext uri="{FF2B5EF4-FFF2-40B4-BE49-F238E27FC236}">
                    <a16:creationId xmlns:a16="http://schemas.microsoft.com/office/drawing/2014/main" id="{CD5599A1-B101-463C-8A28-0B75217D844F}"/>
                  </a:ext>
                </a:extLst>
              </p:cNvPr>
              <p:cNvSpPr/>
              <p:nvPr/>
            </p:nvSpPr>
            <p:spPr>
              <a:xfrm rot="5400000">
                <a:off x="2967379" y="232251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6" name="타원 185">
                <a:extLst>
                  <a:ext uri="{FF2B5EF4-FFF2-40B4-BE49-F238E27FC236}">
                    <a16:creationId xmlns:a16="http://schemas.microsoft.com/office/drawing/2014/main" id="{45A9FF15-3517-4968-8973-1A5FE990096C}"/>
                  </a:ext>
                </a:extLst>
              </p:cNvPr>
              <p:cNvSpPr/>
              <p:nvPr/>
            </p:nvSpPr>
            <p:spPr>
              <a:xfrm rot="5400000">
                <a:off x="2001109" y="203555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7" name="타원 186">
                <a:extLst>
                  <a:ext uri="{FF2B5EF4-FFF2-40B4-BE49-F238E27FC236}">
                    <a16:creationId xmlns:a16="http://schemas.microsoft.com/office/drawing/2014/main" id="{4B6B9C05-7022-423F-B0C0-1DB2D55BED28}"/>
                  </a:ext>
                </a:extLst>
              </p:cNvPr>
              <p:cNvSpPr/>
              <p:nvPr/>
            </p:nvSpPr>
            <p:spPr>
              <a:xfrm rot="5400000">
                <a:off x="1708624" y="205548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8" name="타원 187">
                <a:extLst>
                  <a:ext uri="{FF2B5EF4-FFF2-40B4-BE49-F238E27FC236}">
                    <a16:creationId xmlns:a16="http://schemas.microsoft.com/office/drawing/2014/main" id="{DFC97EEB-8EB4-418F-99DA-F09CEB73358B}"/>
                  </a:ext>
                </a:extLst>
              </p:cNvPr>
              <p:cNvSpPr/>
              <p:nvPr/>
            </p:nvSpPr>
            <p:spPr>
              <a:xfrm rot="5400000">
                <a:off x="935606" y="2386269"/>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89" name="타원 188">
                <a:extLst>
                  <a:ext uri="{FF2B5EF4-FFF2-40B4-BE49-F238E27FC236}">
                    <a16:creationId xmlns:a16="http://schemas.microsoft.com/office/drawing/2014/main" id="{BB372B45-99DC-4540-8D8A-F0285AB2321D}"/>
                  </a:ext>
                </a:extLst>
              </p:cNvPr>
              <p:cNvSpPr/>
              <p:nvPr/>
            </p:nvSpPr>
            <p:spPr>
              <a:xfrm rot="5400000">
                <a:off x="1798221" y="24613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0" name="타원 189">
                <a:extLst>
                  <a:ext uri="{FF2B5EF4-FFF2-40B4-BE49-F238E27FC236}">
                    <a16:creationId xmlns:a16="http://schemas.microsoft.com/office/drawing/2014/main" id="{EF073CFF-A67C-4AC0-8A2A-1B03E19668B9}"/>
                  </a:ext>
                </a:extLst>
              </p:cNvPr>
              <p:cNvSpPr/>
              <p:nvPr/>
            </p:nvSpPr>
            <p:spPr>
              <a:xfrm rot="5400000">
                <a:off x="1114305" y="197737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1" name="타원 190">
                <a:extLst>
                  <a:ext uri="{FF2B5EF4-FFF2-40B4-BE49-F238E27FC236}">
                    <a16:creationId xmlns:a16="http://schemas.microsoft.com/office/drawing/2014/main" id="{3A6E5E7E-6351-4065-9265-36477589682F}"/>
                  </a:ext>
                </a:extLst>
              </p:cNvPr>
              <p:cNvSpPr/>
              <p:nvPr/>
            </p:nvSpPr>
            <p:spPr>
              <a:xfrm rot="5400000">
                <a:off x="2334446" y="18271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2" name="타원 191">
                <a:extLst>
                  <a:ext uri="{FF2B5EF4-FFF2-40B4-BE49-F238E27FC236}">
                    <a16:creationId xmlns:a16="http://schemas.microsoft.com/office/drawing/2014/main" id="{66FAA551-265C-4EE4-9D41-98F89AD90A77}"/>
                  </a:ext>
                </a:extLst>
              </p:cNvPr>
              <p:cNvSpPr/>
              <p:nvPr/>
            </p:nvSpPr>
            <p:spPr>
              <a:xfrm rot="5400000">
                <a:off x="2147976" y="209216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3" name="타원 192">
                <a:extLst>
                  <a:ext uri="{FF2B5EF4-FFF2-40B4-BE49-F238E27FC236}">
                    <a16:creationId xmlns:a16="http://schemas.microsoft.com/office/drawing/2014/main" id="{25C9C6DD-2113-487D-8930-7ECF9E7EB93D}"/>
                  </a:ext>
                </a:extLst>
              </p:cNvPr>
              <p:cNvSpPr/>
              <p:nvPr/>
            </p:nvSpPr>
            <p:spPr>
              <a:xfrm rot="5400000">
                <a:off x="2152589" y="192623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4" name="타원 193">
                <a:extLst>
                  <a:ext uri="{FF2B5EF4-FFF2-40B4-BE49-F238E27FC236}">
                    <a16:creationId xmlns:a16="http://schemas.microsoft.com/office/drawing/2014/main" id="{A6A1B2E8-4681-40FF-8022-77E837A9EC98}"/>
                  </a:ext>
                </a:extLst>
              </p:cNvPr>
              <p:cNvSpPr/>
              <p:nvPr/>
            </p:nvSpPr>
            <p:spPr>
              <a:xfrm rot="5400000">
                <a:off x="2918286"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5" name="타원 194">
                <a:extLst>
                  <a:ext uri="{FF2B5EF4-FFF2-40B4-BE49-F238E27FC236}">
                    <a16:creationId xmlns:a16="http://schemas.microsoft.com/office/drawing/2014/main" id="{C69C5B60-42AB-4DEC-B4D2-3038DE16F82D}"/>
                  </a:ext>
                </a:extLst>
              </p:cNvPr>
              <p:cNvSpPr/>
              <p:nvPr/>
            </p:nvSpPr>
            <p:spPr>
              <a:xfrm rot="5400000">
                <a:off x="1184126" y="231819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6" name="타원 195">
                <a:extLst>
                  <a:ext uri="{FF2B5EF4-FFF2-40B4-BE49-F238E27FC236}">
                    <a16:creationId xmlns:a16="http://schemas.microsoft.com/office/drawing/2014/main" id="{6F0FF3F8-6AC8-4D0E-B928-70ACF9F19CCB}"/>
                  </a:ext>
                </a:extLst>
              </p:cNvPr>
              <p:cNvSpPr/>
              <p:nvPr/>
            </p:nvSpPr>
            <p:spPr>
              <a:xfrm rot="5400000">
                <a:off x="1331885"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7" name="타원 196">
                <a:extLst>
                  <a:ext uri="{FF2B5EF4-FFF2-40B4-BE49-F238E27FC236}">
                    <a16:creationId xmlns:a16="http://schemas.microsoft.com/office/drawing/2014/main" id="{13D44CA1-5D10-4B5A-9298-C986E418020B}"/>
                  </a:ext>
                </a:extLst>
              </p:cNvPr>
              <p:cNvSpPr/>
              <p:nvPr/>
            </p:nvSpPr>
            <p:spPr>
              <a:xfrm rot="5400000">
                <a:off x="2491961" y="1838217"/>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8" name="타원 197">
                <a:extLst>
                  <a:ext uri="{FF2B5EF4-FFF2-40B4-BE49-F238E27FC236}">
                    <a16:creationId xmlns:a16="http://schemas.microsoft.com/office/drawing/2014/main" id="{9B06BEAA-4D20-4B43-ABD8-1BFF62DF9F8B}"/>
                  </a:ext>
                </a:extLst>
              </p:cNvPr>
              <p:cNvSpPr/>
              <p:nvPr/>
            </p:nvSpPr>
            <p:spPr>
              <a:xfrm rot="5400000">
                <a:off x="3000788" y="202512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99" name="타원 198">
                <a:extLst>
                  <a:ext uri="{FF2B5EF4-FFF2-40B4-BE49-F238E27FC236}">
                    <a16:creationId xmlns:a16="http://schemas.microsoft.com/office/drawing/2014/main" id="{412E6EC1-E636-4B27-9E96-AF45B87BC565}"/>
                  </a:ext>
                </a:extLst>
              </p:cNvPr>
              <p:cNvSpPr/>
              <p:nvPr/>
            </p:nvSpPr>
            <p:spPr>
              <a:xfrm rot="5400000">
                <a:off x="2106424" y="177420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0" name="타원 199">
                <a:extLst>
                  <a:ext uri="{FF2B5EF4-FFF2-40B4-BE49-F238E27FC236}">
                    <a16:creationId xmlns:a16="http://schemas.microsoft.com/office/drawing/2014/main" id="{D4556DFE-8DA5-4669-BEFA-ACAF683AE8A5}"/>
                  </a:ext>
                </a:extLst>
              </p:cNvPr>
              <p:cNvSpPr/>
              <p:nvPr/>
            </p:nvSpPr>
            <p:spPr>
              <a:xfrm rot="5400000">
                <a:off x="1679474" y="18793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1" name="타원 200">
                <a:extLst>
                  <a:ext uri="{FF2B5EF4-FFF2-40B4-BE49-F238E27FC236}">
                    <a16:creationId xmlns:a16="http://schemas.microsoft.com/office/drawing/2014/main" id="{44FB7DDD-B72F-4402-A9EE-CEF31AC54731}"/>
                  </a:ext>
                </a:extLst>
              </p:cNvPr>
              <p:cNvSpPr/>
              <p:nvPr/>
            </p:nvSpPr>
            <p:spPr>
              <a:xfrm rot="5400000">
                <a:off x="1090632" y="248538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2" name="타원 201">
                <a:extLst>
                  <a:ext uri="{FF2B5EF4-FFF2-40B4-BE49-F238E27FC236}">
                    <a16:creationId xmlns:a16="http://schemas.microsoft.com/office/drawing/2014/main" id="{613BF647-1581-4D0F-979A-2636F63B971F}"/>
                  </a:ext>
                </a:extLst>
              </p:cNvPr>
              <p:cNvSpPr/>
              <p:nvPr/>
            </p:nvSpPr>
            <p:spPr>
              <a:xfrm rot="5400000">
                <a:off x="609446" y="17749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3" name="타원 202">
                <a:extLst>
                  <a:ext uri="{FF2B5EF4-FFF2-40B4-BE49-F238E27FC236}">
                    <a16:creationId xmlns:a16="http://schemas.microsoft.com/office/drawing/2014/main" id="{F75C4936-F419-43A4-82C0-D3D6F2D22EF9}"/>
                  </a:ext>
                </a:extLst>
              </p:cNvPr>
              <p:cNvSpPr/>
              <p:nvPr/>
            </p:nvSpPr>
            <p:spPr>
              <a:xfrm rot="5400000">
                <a:off x="701394" y="204302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4" name="타원 203">
                <a:extLst>
                  <a:ext uri="{FF2B5EF4-FFF2-40B4-BE49-F238E27FC236}">
                    <a16:creationId xmlns:a16="http://schemas.microsoft.com/office/drawing/2014/main" id="{242CF35F-733D-4BE1-A16A-6072B9B426A7}"/>
                  </a:ext>
                </a:extLst>
              </p:cNvPr>
              <p:cNvSpPr/>
              <p:nvPr/>
            </p:nvSpPr>
            <p:spPr>
              <a:xfrm rot="5400000">
                <a:off x="580871" y="220697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5" name="타원 204">
                <a:extLst>
                  <a:ext uri="{FF2B5EF4-FFF2-40B4-BE49-F238E27FC236}">
                    <a16:creationId xmlns:a16="http://schemas.microsoft.com/office/drawing/2014/main" id="{D5D21453-4DCD-45D2-A884-05056E557882}"/>
                  </a:ext>
                </a:extLst>
              </p:cNvPr>
              <p:cNvSpPr/>
              <p:nvPr/>
            </p:nvSpPr>
            <p:spPr>
              <a:xfrm rot="5400000">
                <a:off x="898368" y="19900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6" name="타원 205">
                <a:extLst>
                  <a:ext uri="{FF2B5EF4-FFF2-40B4-BE49-F238E27FC236}">
                    <a16:creationId xmlns:a16="http://schemas.microsoft.com/office/drawing/2014/main" id="{AFC92469-BC56-4D61-86A8-DB5A74E7D1B3}"/>
                  </a:ext>
                </a:extLst>
              </p:cNvPr>
              <p:cNvSpPr/>
              <p:nvPr/>
            </p:nvSpPr>
            <p:spPr>
              <a:xfrm rot="5400000">
                <a:off x="610336"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7" name="타원 206">
                <a:extLst>
                  <a:ext uri="{FF2B5EF4-FFF2-40B4-BE49-F238E27FC236}">
                    <a16:creationId xmlns:a16="http://schemas.microsoft.com/office/drawing/2014/main" id="{C8E01502-7AA1-4546-8942-7A0C4DD8A702}"/>
                  </a:ext>
                </a:extLst>
              </p:cNvPr>
              <p:cNvSpPr/>
              <p:nvPr/>
            </p:nvSpPr>
            <p:spPr>
              <a:xfrm rot="5400000">
                <a:off x="784519"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8" name="타원 207">
                <a:extLst>
                  <a:ext uri="{FF2B5EF4-FFF2-40B4-BE49-F238E27FC236}">
                    <a16:creationId xmlns:a16="http://schemas.microsoft.com/office/drawing/2014/main" id="{AABC5888-2751-4AAF-A82E-ABCAD44EC35F}"/>
                  </a:ext>
                </a:extLst>
              </p:cNvPr>
              <p:cNvSpPr/>
              <p:nvPr/>
            </p:nvSpPr>
            <p:spPr>
              <a:xfrm rot="5400000">
                <a:off x="3561774" y="238868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09" name="타원 208">
                <a:extLst>
                  <a:ext uri="{FF2B5EF4-FFF2-40B4-BE49-F238E27FC236}">
                    <a16:creationId xmlns:a16="http://schemas.microsoft.com/office/drawing/2014/main" id="{3852CD2F-A96D-4EE6-A701-5B513EAC5DDF}"/>
                  </a:ext>
                </a:extLst>
              </p:cNvPr>
              <p:cNvSpPr/>
              <p:nvPr/>
            </p:nvSpPr>
            <p:spPr>
              <a:xfrm rot="5400000">
                <a:off x="3418648"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10" name="타원 209">
                <a:extLst>
                  <a:ext uri="{FF2B5EF4-FFF2-40B4-BE49-F238E27FC236}">
                    <a16:creationId xmlns:a16="http://schemas.microsoft.com/office/drawing/2014/main" id="{06D0C58C-5CEA-4B2B-8005-4D31D1FE71DF}"/>
                  </a:ext>
                </a:extLst>
              </p:cNvPr>
              <p:cNvSpPr/>
              <p:nvPr/>
            </p:nvSpPr>
            <p:spPr>
              <a:xfrm rot="5400000">
                <a:off x="3543614" y="220608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11" name="타원 210">
                <a:extLst>
                  <a:ext uri="{FF2B5EF4-FFF2-40B4-BE49-F238E27FC236}">
                    <a16:creationId xmlns:a16="http://schemas.microsoft.com/office/drawing/2014/main" id="{93CE39E4-2C4F-4AB9-A934-2DE38BBBEE5E}"/>
                  </a:ext>
                </a:extLst>
              </p:cNvPr>
              <p:cNvSpPr/>
              <p:nvPr/>
            </p:nvSpPr>
            <p:spPr>
              <a:xfrm rot="5400000">
                <a:off x="3706680" y="17740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12" name="타원 211">
                <a:extLst>
                  <a:ext uri="{FF2B5EF4-FFF2-40B4-BE49-F238E27FC236}">
                    <a16:creationId xmlns:a16="http://schemas.microsoft.com/office/drawing/2014/main" id="{F5590947-D217-4A3D-A983-3F589F899E11}"/>
                  </a:ext>
                </a:extLst>
              </p:cNvPr>
              <p:cNvSpPr/>
              <p:nvPr/>
            </p:nvSpPr>
            <p:spPr>
              <a:xfrm rot="5400000">
                <a:off x="3418648" y="208645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13" name="타원 212">
                <a:extLst>
                  <a:ext uri="{FF2B5EF4-FFF2-40B4-BE49-F238E27FC236}">
                    <a16:creationId xmlns:a16="http://schemas.microsoft.com/office/drawing/2014/main" id="{E9E792BB-3832-4D78-B6C3-90FC41929F00}"/>
                  </a:ext>
                </a:extLst>
              </p:cNvPr>
              <p:cNvSpPr/>
              <p:nvPr/>
            </p:nvSpPr>
            <p:spPr>
              <a:xfrm rot="5400000">
                <a:off x="3417758" y="172197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14" name="타원 213">
                <a:extLst>
                  <a:ext uri="{FF2B5EF4-FFF2-40B4-BE49-F238E27FC236}">
                    <a16:creationId xmlns:a16="http://schemas.microsoft.com/office/drawing/2014/main" id="{4B49BAAC-CDAB-4733-9803-CAE76F43349D}"/>
                  </a:ext>
                </a:extLst>
              </p:cNvPr>
              <p:cNvSpPr/>
              <p:nvPr/>
            </p:nvSpPr>
            <p:spPr>
              <a:xfrm rot="5400000">
                <a:off x="3418648" y="23501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15" name="타원 214">
                <a:extLst>
                  <a:ext uri="{FF2B5EF4-FFF2-40B4-BE49-F238E27FC236}">
                    <a16:creationId xmlns:a16="http://schemas.microsoft.com/office/drawing/2014/main" id="{9102ADF8-C63C-4CD2-879A-19A700AB8530}"/>
                  </a:ext>
                </a:extLst>
              </p:cNvPr>
              <p:cNvSpPr/>
              <p:nvPr/>
            </p:nvSpPr>
            <p:spPr>
              <a:xfrm rot="5400000">
                <a:off x="3697155" y="225904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16" name="타원 215">
                <a:extLst>
                  <a:ext uri="{FF2B5EF4-FFF2-40B4-BE49-F238E27FC236}">
                    <a16:creationId xmlns:a16="http://schemas.microsoft.com/office/drawing/2014/main" id="{CA929740-9225-46F4-8A7A-3062AAAF60C6}"/>
                  </a:ext>
                </a:extLst>
              </p:cNvPr>
              <p:cNvSpPr/>
              <p:nvPr/>
            </p:nvSpPr>
            <p:spPr>
              <a:xfrm rot="5400000">
                <a:off x="3571299" y="195704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grpSp>
        <p:sp>
          <p:nvSpPr>
            <p:cNvPr id="153" name="자유형 108">
              <a:extLst>
                <a:ext uri="{FF2B5EF4-FFF2-40B4-BE49-F238E27FC236}">
                  <a16:creationId xmlns:a16="http://schemas.microsoft.com/office/drawing/2014/main" id="{C5C42B6C-422E-4330-AA42-3759918EFF5B}"/>
                </a:ext>
              </a:extLst>
            </p:cNvPr>
            <p:cNvSpPr/>
            <p:nvPr/>
          </p:nvSpPr>
          <p:spPr>
            <a:xfrm>
              <a:off x="1426756" y="4804965"/>
              <a:ext cx="148525" cy="405229"/>
            </a:xfrm>
            <a:custGeom>
              <a:avLst/>
              <a:gdLst>
                <a:gd name="connsiteX0" fmla="*/ 92149 w 211212"/>
                <a:gd name="connsiteY0" fmla="*/ 0 h 576263"/>
                <a:gd name="connsiteX1" fmla="*/ 54049 w 211212"/>
                <a:gd name="connsiteY1" fmla="*/ 9525 h 576263"/>
                <a:gd name="connsiteX2" fmla="*/ 25474 w 211212"/>
                <a:gd name="connsiteY2" fmla="*/ 28575 h 576263"/>
                <a:gd name="connsiteX3" fmla="*/ 15949 w 211212"/>
                <a:gd name="connsiteY3" fmla="*/ 42863 h 576263"/>
                <a:gd name="connsiteX4" fmla="*/ 6424 w 211212"/>
                <a:gd name="connsiteY4" fmla="*/ 66675 h 576263"/>
                <a:gd name="connsiteX5" fmla="*/ 20712 w 211212"/>
                <a:gd name="connsiteY5" fmla="*/ 71438 h 576263"/>
                <a:gd name="connsiteX6" fmla="*/ 39762 w 211212"/>
                <a:gd name="connsiteY6" fmla="*/ 100013 h 576263"/>
                <a:gd name="connsiteX7" fmla="*/ 49287 w 211212"/>
                <a:gd name="connsiteY7" fmla="*/ 114300 h 576263"/>
                <a:gd name="connsiteX8" fmla="*/ 63574 w 211212"/>
                <a:gd name="connsiteY8" fmla="*/ 128588 h 576263"/>
                <a:gd name="connsiteX9" fmla="*/ 68337 w 211212"/>
                <a:gd name="connsiteY9" fmla="*/ 142875 h 576263"/>
                <a:gd name="connsiteX10" fmla="*/ 96912 w 211212"/>
                <a:gd name="connsiteY10" fmla="*/ 161925 h 576263"/>
                <a:gd name="connsiteX11" fmla="*/ 106437 w 211212"/>
                <a:gd name="connsiteY11" fmla="*/ 176213 h 576263"/>
                <a:gd name="connsiteX12" fmla="*/ 120724 w 211212"/>
                <a:gd name="connsiteY12" fmla="*/ 185738 h 576263"/>
                <a:gd name="connsiteX13" fmla="*/ 130249 w 211212"/>
                <a:gd name="connsiteY13" fmla="*/ 214313 h 576263"/>
                <a:gd name="connsiteX14" fmla="*/ 120724 w 211212"/>
                <a:gd name="connsiteY14" fmla="*/ 242888 h 576263"/>
                <a:gd name="connsiteX15" fmla="*/ 125487 w 211212"/>
                <a:gd name="connsiteY15" fmla="*/ 280988 h 576263"/>
                <a:gd name="connsiteX16" fmla="*/ 135012 w 211212"/>
                <a:gd name="connsiteY16" fmla="*/ 295275 h 576263"/>
                <a:gd name="connsiteX17" fmla="*/ 154062 w 211212"/>
                <a:gd name="connsiteY17" fmla="*/ 328613 h 576263"/>
                <a:gd name="connsiteX18" fmla="*/ 163587 w 211212"/>
                <a:gd name="connsiteY18" fmla="*/ 357188 h 576263"/>
                <a:gd name="connsiteX19" fmla="*/ 182637 w 211212"/>
                <a:gd name="connsiteY19" fmla="*/ 385763 h 576263"/>
                <a:gd name="connsiteX20" fmla="*/ 187399 w 211212"/>
                <a:gd name="connsiteY20" fmla="*/ 400050 h 576263"/>
                <a:gd name="connsiteX21" fmla="*/ 196924 w 211212"/>
                <a:gd name="connsiteY21" fmla="*/ 414338 h 576263"/>
                <a:gd name="connsiteX22" fmla="*/ 206449 w 211212"/>
                <a:gd name="connsiteY22" fmla="*/ 442913 h 576263"/>
                <a:gd name="connsiteX23" fmla="*/ 211212 w 211212"/>
                <a:gd name="connsiteY23" fmla="*/ 457200 h 576263"/>
                <a:gd name="connsiteX24" fmla="*/ 201687 w 211212"/>
                <a:gd name="connsiteY24" fmla="*/ 485775 h 576263"/>
                <a:gd name="connsiteX25" fmla="*/ 196924 w 211212"/>
                <a:gd name="connsiteY25" fmla="*/ 500063 h 576263"/>
                <a:gd name="connsiteX26" fmla="*/ 187399 w 211212"/>
                <a:gd name="connsiteY26" fmla="*/ 514350 h 576263"/>
                <a:gd name="connsiteX27" fmla="*/ 182637 w 211212"/>
                <a:gd name="connsiteY27" fmla="*/ 528638 h 576263"/>
                <a:gd name="connsiteX28" fmla="*/ 173112 w 211212"/>
                <a:gd name="connsiteY28" fmla="*/ 542925 h 576263"/>
                <a:gd name="connsiteX29" fmla="*/ 158824 w 211212"/>
                <a:gd name="connsiteY29" fmla="*/ 576263 h 57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1212" h="576263">
                  <a:moveTo>
                    <a:pt x="92149" y="0"/>
                  </a:moveTo>
                  <a:cubicBezTo>
                    <a:pt x="85557" y="1319"/>
                    <a:pt x="62283" y="4951"/>
                    <a:pt x="54049" y="9525"/>
                  </a:cubicBezTo>
                  <a:cubicBezTo>
                    <a:pt x="44042" y="15084"/>
                    <a:pt x="25474" y="28575"/>
                    <a:pt x="25474" y="28575"/>
                  </a:cubicBezTo>
                  <a:cubicBezTo>
                    <a:pt x="22299" y="33338"/>
                    <a:pt x="19996" y="38815"/>
                    <a:pt x="15949" y="42863"/>
                  </a:cubicBezTo>
                  <a:cubicBezTo>
                    <a:pt x="8056" y="50756"/>
                    <a:pt x="-9419" y="50832"/>
                    <a:pt x="6424" y="66675"/>
                  </a:cubicBezTo>
                  <a:cubicBezTo>
                    <a:pt x="9974" y="70225"/>
                    <a:pt x="15949" y="69850"/>
                    <a:pt x="20712" y="71438"/>
                  </a:cubicBezTo>
                  <a:lnTo>
                    <a:pt x="39762" y="100013"/>
                  </a:lnTo>
                  <a:cubicBezTo>
                    <a:pt x="42937" y="104775"/>
                    <a:pt x="45240" y="110253"/>
                    <a:pt x="49287" y="114300"/>
                  </a:cubicBezTo>
                  <a:lnTo>
                    <a:pt x="63574" y="128588"/>
                  </a:lnTo>
                  <a:cubicBezTo>
                    <a:pt x="65162" y="133350"/>
                    <a:pt x="64787" y="139325"/>
                    <a:pt x="68337" y="142875"/>
                  </a:cubicBezTo>
                  <a:cubicBezTo>
                    <a:pt x="76432" y="150970"/>
                    <a:pt x="96912" y="161925"/>
                    <a:pt x="96912" y="161925"/>
                  </a:cubicBezTo>
                  <a:cubicBezTo>
                    <a:pt x="100087" y="166688"/>
                    <a:pt x="102390" y="172165"/>
                    <a:pt x="106437" y="176213"/>
                  </a:cubicBezTo>
                  <a:cubicBezTo>
                    <a:pt x="110484" y="180260"/>
                    <a:pt x="117691" y="180884"/>
                    <a:pt x="120724" y="185738"/>
                  </a:cubicBezTo>
                  <a:cubicBezTo>
                    <a:pt x="126045" y="194252"/>
                    <a:pt x="130249" y="214313"/>
                    <a:pt x="130249" y="214313"/>
                  </a:cubicBezTo>
                  <a:cubicBezTo>
                    <a:pt x="127074" y="223838"/>
                    <a:pt x="119479" y="232925"/>
                    <a:pt x="120724" y="242888"/>
                  </a:cubicBezTo>
                  <a:cubicBezTo>
                    <a:pt x="122312" y="255588"/>
                    <a:pt x="122119" y="268640"/>
                    <a:pt x="125487" y="280988"/>
                  </a:cubicBezTo>
                  <a:cubicBezTo>
                    <a:pt x="126993" y="286510"/>
                    <a:pt x="132172" y="290305"/>
                    <a:pt x="135012" y="295275"/>
                  </a:cubicBezTo>
                  <a:cubicBezTo>
                    <a:pt x="159187" y="337580"/>
                    <a:pt x="130852" y="293796"/>
                    <a:pt x="154062" y="328613"/>
                  </a:cubicBezTo>
                  <a:cubicBezTo>
                    <a:pt x="157237" y="338138"/>
                    <a:pt x="158018" y="348834"/>
                    <a:pt x="163587" y="357188"/>
                  </a:cubicBezTo>
                  <a:lnTo>
                    <a:pt x="182637" y="385763"/>
                  </a:lnTo>
                  <a:cubicBezTo>
                    <a:pt x="184224" y="390525"/>
                    <a:pt x="185154" y="395560"/>
                    <a:pt x="187399" y="400050"/>
                  </a:cubicBezTo>
                  <a:cubicBezTo>
                    <a:pt x="189959" y="405170"/>
                    <a:pt x="194599" y="409107"/>
                    <a:pt x="196924" y="414338"/>
                  </a:cubicBezTo>
                  <a:cubicBezTo>
                    <a:pt x="201002" y="423513"/>
                    <a:pt x="203274" y="433388"/>
                    <a:pt x="206449" y="442913"/>
                  </a:cubicBezTo>
                  <a:lnTo>
                    <a:pt x="211212" y="457200"/>
                  </a:lnTo>
                  <a:lnTo>
                    <a:pt x="201687" y="485775"/>
                  </a:lnTo>
                  <a:cubicBezTo>
                    <a:pt x="200099" y="490538"/>
                    <a:pt x="199709" y="495886"/>
                    <a:pt x="196924" y="500063"/>
                  </a:cubicBezTo>
                  <a:lnTo>
                    <a:pt x="187399" y="514350"/>
                  </a:lnTo>
                  <a:cubicBezTo>
                    <a:pt x="185812" y="519113"/>
                    <a:pt x="184882" y="524148"/>
                    <a:pt x="182637" y="528638"/>
                  </a:cubicBezTo>
                  <a:cubicBezTo>
                    <a:pt x="180077" y="533757"/>
                    <a:pt x="175437" y="537695"/>
                    <a:pt x="173112" y="542925"/>
                  </a:cubicBezTo>
                  <a:cubicBezTo>
                    <a:pt x="156736" y="579771"/>
                    <a:pt x="172060" y="563027"/>
                    <a:pt x="158824" y="576263"/>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4" name="자유형 109">
              <a:extLst>
                <a:ext uri="{FF2B5EF4-FFF2-40B4-BE49-F238E27FC236}">
                  <a16:creationId xmlns:a16="http://schemas.microsoft.com/office/drawing/2014/main" id="{5B55899A-6A0D-4687-A808-5025E92964A7}"/>
                </a:ext>
              </a:extLst>
            </p:cNvPr>
            <p:cNvSpPr/>
            <p:nvPr/>
          </p:nvSpPr>
          <p:spPr>
            <a:xfrm>
              <a:off x="1297314" y="4804965"/>
              <a:ext cx="284666" cy="388484"/>
            </a:xfrm>
            <a:custGeom>
              <a:avLst/>
              <a:gdLst>
                <a:gd name="connsiteX0" fmla="*/ 385763 w 404814"/>
                <a:gd name="connsiteY0" fmla="*/ 0 h 552450"/>
                <a:gd name="connsiteX1" fmla="*/ 404813 w 404814"/>
                <a:gd name="connsiteY1" fmla="*/ 38100 h 552450"/>
                <a:gd name="connsiteX2" fmla="*/ 400050 w 404814"/>
                <a:gd name="connsiteY2" fmla="*/ 57150 h 552450"/>
                <a:gd name="connsiteX3" fmla="*/ 371475 w 404814"/>
                <a:gd name="connsiteY3" fmla="*/ 66675 h 552450"/>
                <a:gd name="connsiteX4" fmla="*/ 357188 w 404814"/>
                <a:gd name="connsiteY4" fmla="*/ 71438 h 552450"/>
                <a:gd name="connsiteX5" fmla="*/ 342900 w 404814"/>
                <a:gd name="connsiteY5" fmla="*/ 76200 h 552450"/>
                <a:gd name="connsiteX6" fmla="*/ 300038 w 404814"/>
                <a:gd name="connsiteY6" fmla="*/ 95250 h 552450"/>
                <a:gd name="connsiteX7" fmla="*/ 285750 w 404814"/>
                <a:gd name="connsiteY7" fmla="*/ 100013 h 552450"/>
                <a:gd name="connsiteX8" fmla="*/ 276225 w 404814"/>
                <a:gd name="connsiteY8" fmla="*/ 114300 h 552450"/>
                <a:gd name="connsiteX9" fmla="*/ 247650 w 404814"/>
                <a:gd name="connsiteY9" fmla="*/ 142875 h 552450"/>
                <a:gd name="connsiteX10" fmla="*/ 223838 w 404814"/>
                <a:gd name="connsiteY10" fmla="*/ 166688 h 552450"/>
                <a:gd name="connsiteX11" fmla="*/ 204788 w 404814"/>
                <a:gd name="connsiteY11" fmla="*/ 195263 h 552450"/>
                <a:gd name="connsiteX12" fmla="*/ 195263 w 404814"/>
                <a:gd name="connsiteY12" fmla="*/ 209550 h 552450"/>
                <a:gd name="connsiteX13" fmla="*/ 171450 w 404814"/>
                <a:gd name="connsiteY13" fmla="*/ 233363 h 552450"/>
                <a:gd name="connsiteX14" fmla="*/ 123825 w 404814"/>
                <a:gd name="connsiteY14" fmla="*/ 238125 h 552450"/>
                <a:gd name="connsiteX15" fmla="*/ 42863 w 404814"/>
                <a:gd name="connsiteY15" fmla="*/ 242888 h 552450"/>
                <a:gd name="connsiteX16" fmla="*/ 33338 w 404814"/>
                <a:gd name="connsiteY16" fmla="*/ 257175 h 552450"/>
                <a:gd name="connsiteX17" fmla="*/ 19050 w 404814"/>
                <a:gd name="connsiteY17" fmla="*/ 276225 h 552450"/>
                <a:gd name="connsiteX18" fmla="*/ 14288 w 404814"/>
                <a:gd name="connsiteY18" fmla="*/ 290513 h 552450"/>
                <a:gd name="connsiteX19" fmla="*/ 0 w 404814"/>
                <a:gd name="connsiteY19" fmla="*/ 319088 h 552450"/>
                <a:gd name="connsiteX20" fmla="*/ 14288 w 404814"/>
                <a:gd name="connsiteY20" fmla="*/ 328613 h 552450"/>
                <a:gd name="connsiteX21" fmla="*/ 61913 w 404814"/>
                <a:gd name="connsiteY21" fmla="*/ 333375 h 552450"/>
                <a:gd name="connsiteX22" fmla="*/ 71438 w 404814"/>
                <a:gd name="connsiteY22" fmla="*/ 361950 h 552450"/>
                <a:gd name="connsiteX23" fmla="*/ 80963 w 404814"/>
                <a:gd name="connsiteY23" fmla="*/ 390525 h 552450"/>
                <a:gd name="connsiteX24" fmla="*/ 90488 w 404814"/>
                <a:gd name="connsiteY24" fmla="*/ 404813 h 552450"/>
                <a:gd name="connsiteX25" fmla="*/ 95250 w 404814"/>
                <a:gd name="connsiteY25" fmla="*/ 423863 h 552450"/>
                <a:gd name="connsiteX26" fmla="*/ 95250 w 404814"/>
                <a:gd name="connsiteY26" fmla="*/ 466725 h 552450"/>
                <a:gd name="connsiteX27" fmla="*/ 80963 w 404814"/>
                <a:gd name="connsiteY27" fmla="*/ 471488 h 552450"/>
                <a:gd name="connsiteX28" fmla="*/ 52388 w 404814"/>
                <a:gd name="connsiteY28" fmla="*/ 485775 h 552450"/>
                <a:gd name="connsiteX29" fmla="*/ 23813 w 404814"/>
                <a:gd name="connsiteY29"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4814" h="552450">
                  <a:moveTo>
                    <a:pt x="385763" y="0"/>
                  </a:moveTo>
                  <a:cubicBezTo>
                    <a:pt x="388452" y="4481"/>
                    <a:pt x="404813" y="27850"/>
                    <a:pt x="404813" y="38100"/>
                  </a:cubicBezTo>
                  <a:cubicBezTo>
                    <a:pt x="404813" y="44645"/>
                    <a:pt x="405020" y="52890"/>
                    <a:pt x="400050" y="57150"/>
                  </a:cubicBezTo>
                  <a:cubicBezTo>
                    <a:pt x="392427" y="63684"/>
                    <a:pt x="381000" y="63500"/>
                    <a:pt x="371475" y="66675"/>
                  </a:cubicBezTo>
                  <a:lnTo>
                    <a:pt x="357188" y="71438"/>
                  </a:lnTo>
                  <a:lnTo>
                    <a:pt x="342900" y="76200"/>
                  </a:lnTo>
                  <a:cubicBezTo>
                    <a:pt x="320259" y="91295"/>
                    <a:pt x="334044" y="83914"/>
                    <a:pt x="300038" y="95250"/>
                  </a:cubicBezTo>
                  <a:lnTo>
                    <a:pt x="285750" y="100013"/>
                  </a:lnTo>
                  <a:cubicBezTo>
                    <a:pt x="282575" y="104775"/>
                    <a:pt x="280028" y="110022"/>
                    <a:pt x="276225" y="114300"/>
                  </a:cubicBezTo>
                  <a:cubicBezTo>
                    <a:pt x="267276" y="124368"/>
                    <a:pt x="255122" y="131667"/>
                    <a:pt x="247650" y="142875"/>
                  </a:cubicBezTo>
                  <a:cubicBezTo>
                    <a:pt x="234950" y="161925"/>
                    <a:pt x="242888" y="153988"/>
                    <a:pt x="223838" y="166688"/>
                  </a:cubicBezTo>
                  <a:lnTo>
                    <a:pt x="204788" y="195263"/>
                  </a:lnTo>
                  <a:lnTo>
                    <a:pt x="195263" y="209550"/>
                  </a:lnTo>
                  <a:cubicBezTo>
                    <a:pt x="189105" y="218787"/>
                    <a:pt x="183959" y="230476"/>
                    <a:pt x="171450" y="233363"/>
                  </a:cubicBezTo>
                  <a:cubicBezTo>
                    <a:pt x="155904" y="236950"/>
                    <a:pt x="139736" y="236946"/>
                    <a:pt x="123825" y="238125"/>
                  </a:cubicBezTo>
                  <a:cubicBezTo>
                    <a:pt x="96865" y="240122"/>
                    <a:pt x="69850" y="241300"/>
                    <a:pt x="42863" y="242888"/>
                  </a:cubicBezTo>
                  <a:cubicBezTo>
                    <a:pt x="39688" y="247650"/>
                    <a:pt x="36665" y="252518"/>
                    <a:pt x="33338" y="257175"/>
                  </a:cubicBezTo>
                  <a:cubicBezTo>
                    <a:pt x="28724" y="263634"/>
                    <a:pt x="22988" y="269333"/>
                    <a:pt x="19050" y="276225"/>
                  </a:cubicBezTo>
                  <a:cubicBezTo>
                    <a:pt x="16559" y="280584"/>
                    <a:pt x="16533" y="286023"/>
                    <a:pt x="14288" y="290513"/>
                  </a:cubicBezTo>
                  <a:cubicBezTo>
                    <a:pt x="-4180" y="327450"/>
                    <a:pt x="11975" y="283167"/>
                    <a:pt x="0" y="319088"/>
                  </a:cubicBezTo>
                  <a:cubicBezTo>
                    <a:pt x="4763" y="322263"/>
                    <a:pt x="8711" y="327326"/>
                    <a:pt x="14288" y="328613"/>
                  </a:cubicBezTo>
                  <a:cubicBezTo>
                    <a:pt x="29834" y="332200"/>
                    <a:pt x="48132" y="325336"/>
                    <a:pt x="61913" y="333375"/>
                  </a:cubicBezTo>
                  <a:cubicBezTo>
                    <a:pt x="70586" y="338434"/>
                    <a:pt x="68263" y="352425"/>
                    <a:pt x="71438" y="361950"/>
                  </a:cubicBezTo>
                  <a:cubicBezTo>
                    <a:pt x="71440" y="361955"/>
                    <a:pt x="80959" y="390520"/>
                    <a:pt x="80963" y="390525"/>
                  </a:cubicBezTo>
                  <a:lnTo>
                    <a:pt x="90488" y="404813"/>
                  </a:lnTo>
                  <a:cubicBezTo>
                    <a:pt x="92075" y="411163"/>
                    <a:pt x="93452" y="417569"/>
                    <a:pt x="95250" y="423863"/>
                  </a:cubicBezTo>
                  <a:cubicBezTo>
                    <a:pt x="99971" y="440385"/>
                    <a:pt x="106795" y="446521"/>
                    <a:pt x="95250" y="466725"/>
                  </a:cubicBezTo>
                  <a:cubicBezTo>
                    <a:pt x="92759" y="471084"/>
                    <a:pt x="85453" y="469243"/>
                    <a:pt x="80963" y="471488"/>
                  </a:cubicBezTo>
                  <a:cubicBezTo>
                    <a:pt x="44042" y="489949"/>
                    <a:pt x="88291" y="473808"/>
                    <a:pt x="52388" y="485775"/>
                  </a:cubicBezTo>
                  <a:cubicBezTo>
                    <a:pt x="10604" y="513631"/>
                    <a:pt x="23813" y="493377"/>
                    <a:pt x="23813" y="55245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5" name="자유형 110">
              <a:extLst>
                <a:ext uri="{FF2B5EF4-FFF2-40B4-BE49-F238E27FC236}">
                  <a16:creationId xmlns:a16="http://schemas.microsoft.com/office/drawing/2014/main" id="{2AAECA99-844F-4F73-BEBE-49A77CA9ECEA}"/>
                </a:ext>
              </a:extLst>
            </p:cNvPr>
            <p:cNvSpPr/>
            <p:nvPr/>
          </p:nvSpPr>
          <p:spPr>
            <a:xfrm>
              <a:off x="1588677" y="4815012"/>
              <a:ext cx="137355" cy="395182"/>
            </a:xfrm>
            <a:custGeom>
              <a:avLst/>
              <a:gdLst>
                <a:gd name="connsiteX0" fmla="*/ 114300 w 195328"/>
                <a:gd name="connsiteY0" fmla="*/ 0 h 561975"/>
                <a:gd name="connsiteX1" fmla="*/ 142875 w 195328"/>
                <a:gd name="connsiteY1" fmla="*/ 38100 h 561975"/>
                <a:gd name="connsiteX2" fmla="*/ 147637 w 195328"/>
                <a:gd name="connsiteY2" fmla="*/ 52387 h 561975"/>
                <a:gd name="connsiteX3" fmla="*/ 152400 w 195328"/>
                <a:gd name="connsiteY3" fmla="*/ 128587 h 561975"/>
                <a:gd name="connsiteX4" fmla="*/ 157162 w 195328"/>
                <a:gd name="connsiteY4" fmla="*/ 142875 h 561975"/>
                <a:gd name="connsiteX5" fmla="*/ 161925 w 195328"/>
                <a:gd name="connsiteY5" fmla="*/ 171450 h 561975"/>
                <a:gd name="connsiteX6" fmla="*/ 176212 w 195328"/>
                <a:gd name="connsiteY6" fmla="*/ 176212 h 561975"/>
                <a:gd name="connsiteX7" fmla="*/ 195262 w 195328"/>
                <a:gd name="connsiteY7" fmla="*/ 204787 h 561975"/>
                <a:gd name="connsiteX8" fmla="*/ 190500 w 195328"/>
                <a:gd name="connsiteY8" fmla="*/ 252412 h 561975"/>
                <a:gd name="connsiteX9" fmla="*/ 185737 w 195328"/>
                <a:gd name="connsiteY9" fmla="*/ 266700 h 561975"/>
                <a:gd name="connsiteX10" fmla="*/ 171450 w 195328"/>
                <a:gd name="connsiteY10" fmla="*/ 276225 h 561975"/>
                <a:gd name="connsiteX11" fmla="*/ 152400 w 195328"/>
                <a:gd name="connsiteY11" fmla="*/ 304800 h 561975"/>
                <a:gd name="connsiteX12" fmla="*/ 133350 w 195328"/>
                <a:gd name="connsiteY12" fmla="*/ 333375 h 561975"/>
                <a:gd name="connsiteX13" fmla="*/ 123825 w 195328"/>
                <a:gd name="connsiteY13" fmla="*/ 347662 h 561975"/>
                <a:gd name="connsiteX14" fmla="*/ 147637 w 195328"/>
                <a:gd name="connsiteY14" fmla="*/ 390525 h 561975"/>
                <a:gd name="connsiteX15" fmla="*/ 157162 w 195328"/>
                <a:gd name="connsiteY15" fmla="*/ 404812 h 561975"/>
                <a:gd name="connsiteX16" fmla="*/ 138112 w 195328"/>
                <a:gd name="connsiteY16" fmla="*/ 428625 h 561975"/>
                <a:gd name="connsiteX17" fmla="*/ 114300 w 195328"/>
                <a:gd name="connsiteY17" fmla="*/ 447675 h 561975"/>
                <a:gd name="connsiteX18" fmla="*/ 76200 w 195328"/>
                <a:gd name="connsiteY18" fmla="*/ 471487 h 561975"/>
                <a:gd name="connsiteX19" fmla="*/ 61912 w 195328"/>
                <a:gd name="connsiteY19" fmla="*/ 476250 h 561975"/>
                <a:gd name="connsiteX20" fmla="*/ 47625 w 195328"/>
                <a:gd name="connsiteY20" fmla="*/ 504825 h 561975"/>
                <a:gd name="connsiteX21" fmla="*/ 42862 w 195328"/>
                <a:gd name="connsiteY21" fmla="*/ 538162 h 561975"/>
                <a:gd name="connsiteX22" fmla="*/ 28575 w 195328"/>
                <a:gd name="connsiteY22" fmla="*/ 542925 h 561975"/>
                <a:gd name="connsiteX23" fmla="*/ 0 w 195328"/>
                <a:gd name="connsiteY23"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328" h="561975">
                  <a:moveTo>
                    <a:pt x="114300" y="0"/>
                  </a:moveTo>
                  <a:cubicBezTo>
                    <a:pt x="118976" y="5845"/>
                    <a:pt x="137820" y="27989"/>
                    <a:pt x="142875" y="38100"/>
                  </a:cubicBezTo>
                  <a:cubicBezTo>
                    <a:pt x="145120" y="42590"/>
                    <a:pt x="146050" y="47625"/>
                    <a:pt x="147637" y="52387"/>
                  </a:cubicBezTo>
                  <a:cubicBezTo>
                    <a:pt x="149225" y="77787"/>
                    <a:pt x="149736" y="103277"/>
                    <a:pt x="152400" y="128587"/>
                  </a:cubicBezTo>
                  <a:cubicBezTo>
                    <a:pt x="152926" y="133580"/>
                    <a:pt x="156073" y="137974"/>
                    <a:pt x="157162" y="142875"/>
                  </a:cubicBezTo>
                  <a:cubicBezTo>
                    <a:pt x="159257" y="152301"/>
                    <a:pt x="157134" y="163066"/>
                    <a:pt x="161925" y="171450"/>
                  </a:cubicBezTo>
                  <a:cubicBezTo>
                    <a:pt x="164416" y="175808"/>
                    <a:pt x="171450" y="174625"/>
                    <a:pt x="176212" y="176212"/>
                  </a:cubicBezTo>
                  <a:cubicBezTo>
                    <a:pt x="182562" y="185737"/>
                    <a:pt x="196401" y="193396"/>
                    <a:pt x="195262" y="204787"/>
                  </a:cubicBezTo>
                  <a:cubicBezTo>
                    <a:pt x="193675" y="220662"/>
                    <a:pt x="192926" y="236643"/>
                    <a:pt x="190500" y="252412"/>
                  </a:cubicBezTo>
                  <a:cubicBezTo>
                    <a:pt x="189737" y="257374"/>
                    <a:pt x="188873" y="262780"/>
                    <a:pt x="185737" y="266700"/>
                  </a:cubicBezTo>
                  <a:cubicBezTo>
                    <a:pt x="182161" y="271169"/>
                    <a:pt x="176212" y="273050"/>
                    <a:pt x="171450" y="276225"/>
                  </a:cubicBezTo>
                  <a:cubicBezTo>
                    <a:pt x="162341" y="303549"/>
                    <a:pt x="173210" y="278044"/>
                    <a:pt x="152400" y="304800"/>
                  </a:cubicBezTo>
                  <a:cubicBezTo>
                    <a:pt x="145372" y="313836"/>
                    <a:pt x="139700" y="323850"/>
                    <a:pt x="133350" y="333375"/>
                  </a:cubicBezTo>
                  <a:lnTo>
                    <a:pt x="123825" y="347662"/>
                  </a:lnTo>
                  <a:cubicBezTo>
                    <a:pt x="132206" y="372810"/>
                    <a:pt x="125803" y="357774"/>
                    <a:pt x="147637" y="390525"/>
                  </a:cubicBezTo>
                  <a:lnTo>
                    <a:pt x="157162" y="404812"/>
                  </a:lnTo>
                  <a:cubicBezTo>
                    <a:pt x="147286" y="444320"/>
                    <a:pt x="161598" y="409837"/>
                    <a:pt x="138112" y="428625"/>
                  </a:cubicBezTo>
                  <a:cubicBezTo>
                    <a:pt x="107336" y="453245"/>
                    <a:pt x="150213" y="435702"/>
                    <a:pt x="114300" y="447675"/>
                  </a:cubicBezTo>
                  <a:cubicBezTo>
                    <a:pt x="99205" y="470316"/>
                    <a:pt x="110205" y="460152"/>
                    <a:pt x="76200" y="471487"/>
                  </a:cubicBezTo>
                  <a:lnTo>
                    <a:pt x="61912" y="476250"/>
                  </a:lnTo>
                  <a:cubicBezTo>
                    <a:pt x="53883" y="488293"/>
                    <a:pt x="50442" y="490738"/>
                    <a:pt x="47625" y="504825"/>
                  </a:cubicBezTo>
                  <a:cubicBezTo>
                    <a:pt x="45424" y="515832"/>
                    <a:pt x="47882" y="528122"/>
                    <a:pt x="42862" y="538162"/>
                  </a:cubicBezTo>
                  <a:cubicBezTo>
                    <a:pt x="40617" y="542652"/>
                    <a:pt x="32963" y="540487"/>
                    <a:pt x="28575" y="542925"/>
                  </a:cubicBezTo>
                  <a:cubicBezTo>
                    <a:pt x="18568" y="548485"/>
                    <a:pt x="0" y="561975"/>
                    <a:pt x="0"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6" name="자유형 111">
              <a:extLst>
                <a:ext uri="{FF2B5EF4-FFF2-40B4-BE49-F238E27FC236}">
                  <a16:creationId xmlns:a16="http://schemas.microsoft.com/office/drawing/2014/main" id="{EC0E60D3-9BC2-46AF-B805-54B2E147C087}"/>
                </a:ext>
              </a:extLst>
            </p:cNvPr>
            <p:cNvSpPr/>
            <p:nvPr/>
          </p:nvSpPr>
          <p:spPr>
            <a:xfrm>
              <a:off x="1679100" y="4798267"/>
              <a:ext cx="187628" cy="398531"/>
            </a:xfrm>
            <a:custGeom>
              <a:avLst/>
              <a:gdLst>
                <a:gd name="connsiteX0" fmla="*/ 95250 w 266820"/>
                <a:gd name="connsiteY0" fmla="*/ 0 h 566738"/>
                <a:gd name="connsiteX1" fmla="*/ 71438 w 266820"/>
                <a:gd name="connsiteY1" fmla="*/ 14288 h 566738"/>
                <a:gd name="connsiteX2" fmla="*/ 33338 w 266820"/>
                <a:gd name="connsiteY2" fmla="*/ 23813 h 566738"/>
                <a:gd name="connsiteX3" fmla="*/ 4763 w 266820"/>
                <a:gd name="connsiteY3" fmla="*/ 33338 h 566738"/>
                <a:gd name="connsiteX4" fmla="*/ 0 w 266820"/>
                <a:gd name="connsiteY4" fmla="*/ 47625 h 566738"/>
                <a:gd name="connsiteX5" fmla="*/ 4763 w 266820"/>
                <a:gd name="connsiteY5" fmla="*/ 71438 h 566738"/>
                <a:gd name="connsiteX6" fmla="*/ 23813 w 266820"/>
                <a:gd name="connsiteY6" fmla="*/ 114300 h 566738"/>
                <a:gd name="connsiteX7" fmla="*/ 33338 w 266820"/>
                <a:gd name="connsiteY7" fmla="*/ 142875 h 566738"/>
                <a:gd name="connsiteX8" fmla="*/ 42863 w 266820"/>
                <a:gd name="connsiteY8" fmla="*/ 176213 h 566738"/>
                <a:gd name="connsiteX9" fmla="*/ 47625 w 266820"/>
                <a:gd name="connsiteY9" fmla="*/ 204788 h 566738"/>
                <a:gd name="connsiteX10" fmla="*/ 90488 w 266820"/>
                <a:gd name="connsiteY10" fmla="*/ 219075 h 566738"/>
                <a:gd name="connsiteX11" fmla="*/ 104775 w 266820"/>
                <a:gd name="connsiteY11" fmla="*/ 223838 h 566738"/>
                <a:gd name="connsiteX12" fmla="*/ 214313 w 266820"/>
                <a:gd name="connsiteY12" fmla="*/ 214313 h 566738"/>
                <a:gd name="connsiteX13" fmla="*/ 214313 w 266820"/>
                <a:gd name="connsiteY13" fmla="*/ 171450 h 566738"/>
                <a:gd name="connsiteX14" fmla="*/ 185738 w 266820"/>
                <a:gd name="connsiteY14" fmla="*/ 176213 h 566738"/>
                <a:gd name="connsiteX15" fmla="*/ 171450 w 266820"/>
                <a:gd name="connsiteY15" fmla="*/ 185738 h 566738"/>
                <a:gd name="connsiteX16" fmla="*/ 142875 w 266820"/>
                <a:gd name="connsiteY16" fmla="*/ 200025 h 566738"/>
                <a:gd name="connsiteX17" fmla="*/ 157163 w 266820"/>
                <a:gd name="connsiteY17" fmla="*/ 228600 h 566738"/>
                <a:gd name="connsiteX18" fmla="*/ 171450 w 266820"/>
                <a:gd name="connsiteY18" fmla="*/ 238125 h 566738"/>
                <a:gd name="connsiteX19" fmla="*/ 180975 w 266820"/>
                <a:gd name="connsiteY19" fmla="*/ 252413 h 566738"/>
                <a:gd name="connsiteX20" fmla="*/ 209550 w 266820"/>
                <a:gd name="connsiteY20" fmla="*/ 276225 h 566738"/>
                <a:gd name="connsiteX21" fmla="*/ 242888 w 266820"/>
                <a:gd name="connsiteY21" fmla="*/ 285750 h 566738"/>
                <a:gd name="connsiteX22" fmla="*/ 257175 w 266820"/>
                <a:gd name="connsiteY22" fmla="*/ 290513 h 566738"/>
                <a:gd name="connsiteX23" fmla="*/ 266700 w 266820"/>
                <a:gd name="connsiteY23" fmla="*/ 304800 h 566738"/>
                <a:gd name="connsiteX24" fmla="*/ 261938 w 266820"/>
                <a:gd name="connsiteY24" fmla="*/ 319088 h 566738"/>
                <a:gd name="connsiteX25" fmla="*/ 252413 w 266820"/>
                <a:gd name="connsiteY25" fmla="*/ 338138 h 566738"/>
                <a:gd name="connsiteX26" fmla="*/ 238125 w 266820"/>
                <a:gd name="connsiteY26" fmla="*/ 366713 h 566738"/>
                <a:gd name="connsiteX27" fmla="*/ 228600 w 266820"/>
                <a:gd name="connsiteY27" fmla="*/ 395288 h 566738"/>
                <a:gd name="connsiteX28" fmla="*/ 223838 w 266820"/>
                <a:gd name="connsiteY28" fmla="*/ 409575 h 566738"/>
                <a:gd name="connsiteX29" fmla="*/ 209550 w 266820"/>
                <a:gd name="connsiteY29" fmla="*/ 414338 h 566738"/>
                <a:gd name="connsiteX30" fmla="*/ 200025 w 266820"/>
                <a:gd name="connsiteY30" fmla="*/ 400050 h 566738"/>
                <a:gd name="connsiteX31" fmla="*/ 185738 w 266820"/>
                <a:gd name="connsiteY31" fmla="*/ 395288 h 566738"/>
                <a:gd name="connsiteX32" fmla="*/ 171450 w 266820"/>
                <a:gd name="connsiteY32" fmla="*/ 385763 h 566738"/>
                <a:gd name="connsiteX33" fmla="*/ 142875 w 266820"/>
                <a:gd name="connsiteY33" fmla="*/ 400050 h 566738"/>
                <a:gd name="connsiteX34" fmla="*/ 133350 w 266820"/>
                <a:gd name="connsiteY34" fmla="*/ 414338 h 566738"/>
                <a:gd name="connsiteX35" fmla="*/ 114300 w 266820"/>
                <a:gd name="connsiteY35" fmla="*/ 438150 h 566738"/>
                <a:gd name="connsiteX36" fmla="*/ 109538 w 266820"/>
                <a:gd name="connsiteY36" fmla="*/ 452438 h 566738"/>
                <a:gd name="connsiteX37" fmla="*/ 104775 w 266820"/>
                <a:gd name="connsiteY37" fmla="*/ 528638 h 566738"/>
                <a:gd name="connsiteX38" fmla="*/ 90488 w 266820"/>
                <a:gd name="connsiteY38" fmla="*/ 538163 h 566738"/>
                <a:gd name="connsiteX39" fmla="*/ 61913 w 266820"/>
                <a:gd name="connsiteY39" fmla="*/ 547688 h 566738"/>
                <a:gd name="connsiteX40" fmla="*/ 33338 w 266820"/>
                <a:gd name="connsiteY40" fmla="*/ 566738 h 5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6820" h="566738">
                  <a:moveTo>
                    <a:pt x="95250" y="0"/>
                  </a:moveTo>
                  <a:cubicBezTo>
                    <a:pt x="87313" y="4763"/>
                    <a:pt x="79717" y="10148"/>
                    <a:pt x="71438" y="14288"/>
                  </a:cubicBezTo>
                  <a:cubicBezTo>
                    <a:pt x="59883" y="20065"/>
                    <a:pt x="45283" y="20555"/>
                    <a:pt x="33338" y="23813"/>
                  </a:cubicBezTo>
                  <a:cubicBezTo>
                    <a:pt x="23652" y="26455"/>
                    <a:pt x="4763" y="33338"/>
                    <a:pt x="4763" y="33338"/>
                  </a:cubicBezTo>
                  <a:cubicBezTo>
                    <a:pt x="3175" y="38100"/>
                    <a:pt x="0" y="42605"/>
                    <a:pt x="0" y="47625"/>
                  </a:cubicBezTo>
                  <a:cubicBezTo>
                    <a:pt x="0" y="55720"/>
                    <a:pt x="2633" y="63628"/>
                    <a:pt x="4763" y="71438"/>
                  </a:cubicBezTo>
                  <a:cubicBezTo>
                    <a:pt x="12611" y="100212"/>
                    <a:pt x="10707" y="94641"/>
                    <a:pt x="23813" y="114300"/>
                  </a:cubicBezTo>
                  <a:lnTo>
                    <a:pt x="33338" y="142875"/>
                  </a:lnTo>
                  <a:cubicBezTo>
                    <a:pt x="37874" y="156484"/>
                    <a:pt x="39875" y="161275"/>
                    <a:pt x="42863" y="176213"/>
                  </a:cubicBezTo>
                  <a:cubicBezTo>
                    <a:pt x="44757" y="185682"/>
                    <a:pt x="43307" y="196151"/>
                    <a:pt x="47625" y="204788"/>
                  </a:cubicBezTo>
                  <a:cubicBezTo>
                    <a:pt x="53713" y="216964"/>
                    <a:pt x="83655" y="217936"/>
                    <a:pt x="90488" y="219075"/>
                  </a:cubicBezTo>
                  <a:cubicBezTo>
                    <a:pt x="95250" y="220663"/>
                    <a:pt x="99755" y="223838"/>
                    <a:pt x="104775" y="223838"/>
                  </a:cubicBezTo>
                  <a:cubicBezTo>
                    <a:pt x="189996" y="223838"/>
                    <a:pt x="172242" y="228335"/>
                    <a:pt x="214313" y="214313"/>
                  </a:cubicBezTo>
                  <a:cubicBezTo>
                    <a:pt x="217995" y="203267"/>
                    <a:pt x="227851" y="181120"/>
                    <a:pt x="214313" y="171450"/>
                  </a:cubicBezTo>
                  <a:cubicBezTo>
                    <a:pt x="206455" y="165837"/>
                    <a:pt x="195263" y="174625"/>
                    <a:pt x="185738" y="176213"/>
                  </a:cubicBezTo>
                  <a:cubicBezTo>
                    <a:pt x="180975" y="179388"/>
                    <a:pt x="176570" y="183178"/>
                    <a:pt x="171450" y="185738"/>
                  </a:cubicBezTo>
                  <a:cubicBezTo>
                    <a:pt x="132014" y="205455"/>
                    <a:pt x="183824" y="172727"/>
                    <a:pt x="142875" y="200025"/>
                  </a:cubicBezTo>
                  <a:cubicBezTo>
                    <a:pt x="146749" y="211646"/>
                    <a:pt x="147931" y="219368"/>
                    <a:pt x="157163" y="228600"/>
                  </a:cubicBezTo>
                  <a:cubicBezTo>
                    <a:pt x="161210" y="232647"/>
                    <a:pt x="166688" y="234950"/>
                    <a:pt x="171450" y="238125"/>
                  </a:cubicBezTo>
                  <a:cubicBezTo>
                    <a:pt x="174625" y="242888"/>
                    <a:pt x="177311" y="248016"/>
                    <a:pt x="180975" y="252413"/>
                  </a:cubicBezTo>
                  <a:cubicBezTo>
                    <a:pt x="188497" y="261439"/>
                    <a:pt x="198849" y="270874"/>
                    <a:pt x="209550" y="276225"/>
                  </a:cubicBezTo>
                  <a:cubicBezTo>
                    <a:pt x="217167" y="280034"/>
                    <a:pt x="235761" y="283714"/>
                    <a:pt x="242888" y="285750"/>
                  </a:cubicBezTo>
                  <a:cubicBezTo>
                    <a:pt x="247715" y="287129"/>
                    <a:pt x="252413" y="288925"/>
                    <a:pt x="257175" y="290513"/>
                  </a:cubicBezTo>
                  <a:cubicBezTo>
                    <a:pt x="260350" y="295275"/>
                    <a:pt x="265759" y="299154"/>
                    <a:pt x="266700" y="304800"/>
                  </a:cubicBezTo>
                  <a:cubicBezTo>
                    <a:pt x="267525" y="309752"/>
                    <a:pt x="263915" y="314474"/>
                    <a:pt x="261938" y="319088"/>
                  </a:cubicBezTo>
                  <a:cubicBezTo>
                    <a:pt x="259141" y="325614"/>
                    <a:pt x="255210" y="331613"/>
                    <a:pt x="252413" y="338138"/>
                  </a:cubicBezTo>
                  <a:cubicBezTo>
                    <a:pt x="240582" y="365741"/>
                    <a:pt x="256429" y="339256"/>
                    <a:pt x="238125" y="366713"/>
                  </a:cubicBezTo>
                  <a:lnTo>
                    <a:pt x="228600" y="395288"/>
                  </a:lnTo>
                  <a:cubicBezTo>
                    <a:pt x="227013" y="400050"/>
                    <a:pt x="228600" y="407987"/>
                    <a:pt x="223838" y="409575"/>
                  </a:cubicBezTo>
                  <a:lnTo>
                    <a:pt x="209550" y="414338"/>
                  </a:lnTo>
                  <a:cubicBezTo>
                    <a:pt x="206375" y="409575"/>
                    <a:pt x="204495" y="403626"/>
                    <a:pt x="200025" y="400050"/>
                  </a:cubicBezTo>
                  <a:cubicBezTo>
                    <a:pt x="196105" y="396914"/>
                    <a:pt x="190228" y="397533"/>
                    <a:pt x="185738" y="395288"/>
                  </a:cubicBezTo>
                  <a:cubicBezTo>
                    <a:pt x="180618" y="392728"/>
                    <a:pt x="176213" y="388938"/>
                    <a:pt x="171450" y="385763"/>
                  </a:cubicBezTo>
                  <a:cubicBezTo>
                    <a:pt x="159830" y="389636"/>
                    <a:pt x="152107" y="390818"/>
                    <a:pt x="142875" y="400050"/>
                  </a:cubicBezTo>
                  <a:cubicBezTo>
                    <a:pt x="138828" y="404097"/>
                    <a:pt x="136525" y="409575"/>
                    <a:pt x="133350" y="414338"/>
                  </a:cubicBezTo>
                  <a:cubicBezTo>
                    <a:pt x="121380" y="450250"/>
                    <a:pt x="138920" y="407375"/>
                    <a:pt x="114300" y="438150"/>
                  </a:cubicBezTo>
                  <a:cubicBezTo>
                    <a:pt x="111164" y="442070"/>
                    <a:pt x="111125" y="447675"/>
                    <a:pt x="109538" y="452438"/>
                  </a:cubicBezTo>
                  <a:cubicBezTo>
                    <a:pt x="107950" y="477838"/>
                    <a:pt x="110296" y="503794"/>
                    <a:pt x="104775" y="528638"/>
                  </a:cubicBezTo>
                  <a:cubicBezTo>
                    <a:pt x="103533" y="534225"/>
                    <a:pt x="95718" y="535838"/>
                    <a:pt x="90488" y="538163"/>
                  </a:cubicBezTo>
                  <a:cubicBezTo>
                    <a:pt x="81313" y="542241"/>
                    <a:pt x="70267" y="542119"/>
                    <a:pt x="61913" y="547688"/>
                  </a:cubicBezTo>
                  <a:lnTo>
                    <a:pt x="33338" y="566738"/>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7" name="자유형 112">
              <a:extLst>
                <a:ext uri="{FF2B5EF4-FFF2-40B4-BE49-F238E27FC236}">
                  <a16:creationId xmlns:a16="http://schemas.microsoft.com/office/drawing/2014/main" id="{A48BE108-26A3-49D7-ADE9-2BCFC04013D1}"/>
                </a:ext>
              </a:extLst>
            </p:cNvPr>
            <p:cNvSpPr/>
            <p:nvPr/>
          </p:nvSpPr>
          <p:spPr>
            <a:xfrm>
              <a:off x="1754482" y="4801616"/>
              <a:ext cx="430680" cy="395182"/>
            </a:xfrm>
            <a:custGeom>
              <a:avLst/>
              <a:gdLst>
                <a:gd name="connsiteX0" fmla="*/ 92826 w 612456"/>
                <a:gd name="connsiteY0" fmla="*/ 0 h 561975"/>
                <a:gd name="connsiteX1" fmla="*/ 64251 w 612456"/>
                <a:gd name="connsiteY1" fmla="*/ 4762 h 561975"/>
                <a:gd name="connsiteX2" fmla="*/ 49964 w 612456"/>
                <a:gd name="connsiteY2" fmla="*/ 19050 h 561975"/>
                <a:gd name="connsiteX3" fmla="*/ 21389 w 612456"/>
                <a:gd name="connsiteY3" fmla="*/ 33337 h 561975"/>
                <a:gd name="connsiteX4" fmla="*/ 2339 w 612456"/>
                <a:gd name="connsiteY4" fmla="*/ 61912 h 561975"/>
                <a:gd name="connsiteX5" fmla="*/ 30914 w 612456"/>
                <a:gd name="connsiteY5" fmla="*/ 80962 h 561975"/>
                <a:gd name="connsiteX6" fmla="*/ 45201 w 612456"/>
                <a:gd name="connsiteY6" fmla="*/ 123825 h 561975"/>
                <a:gd name="connsiteX7" fmla="*/ 35676 w 612456"/>
                <a:gd name="connsiteY7" fmla="*/ 142875 h 561975"/>
                <a:gd name="connsiteX8" fmla="*/ 26151 w 612456"/>
                <a:gd name="connsiteY8" fmla="*/ 157162 h 561975"/>
                <a:gd name="connsiteX9" fmla="*/ 21389 w 612456"/>
                <a:gd name="connsiteY9" fmla="*/ 171450 h 561975"/>
                <a:gd name="connsiteX10" fmla="*/ 49964 w 612456"/>
                <a:gd name="connsiteY10" fmla="*/ 180975 h 561975"/>
                <a:gd name="connsiteX11" fmla="*/ 78539 w 612456"/>
                <a:gd name="connsiteY11" fmla="*/ 195262 h 561975"/>
                <a:gd name="connsiteX12" fmla="*/ 88064 w 612456"/>
                <a:gd name="connsiteY12" fmla="*/ 209550 h 561975"/>
                <a:gd name="connsiteX13" fmla="*/ 116639 w 612456"/>
                <a:gd name="connsiteY13" fmla="*/ 219075 h 561975"/>
                <a:gd name="connsiteX14" fmla="*/ 121401 w 612456"/>
                <a:gd name="connsiteY14" fmla="*/ 280987 h 561975"/>
                <a:gd name="connsiteX15" fmla="*/ 111876 w 612456"/>
                <a:gd name="connsiteY15" fmla="*/ 309562 h 561975"/>
                <a:gd name="connsiteX16" fmla="*/ 107114 w 612456"/>
                <a:gd name="connsiteY16" fmla="*/ 323850 h 561975"/>
                <a:gd name="connsiteX17" fmla="*/ 111876 w 612456"/>
                <a:gd name="connsiteY17" fmla="*/ 338137 h 561975"/>
                <a:gd name="connsiteX18" fmla="*/ 126164 w 612456"/>
                <a:gd name="connsiteY18" fmla="*/ 347662 h 561975"/>
                <a:gd name="connsiteX19" fmla="*/ 169026 w 612456"/>
                <a:gd name="connsiteY19" fmla="*/ 357187 h 561975"/>
                <a:gd name="connsiteX20" fmla="*/ 169026 w 612456"/>
                <a:gd name="connsiteY20" fmla="*/ 404812 h 561975"/>
                <a:gd name="connsiteX21" fmla="*/ 159501 w 612456"/>
                <a:gd name="connsiteY21" fmla="*/ 447675 h 561975"/>
                <a:gd name="connsiteX22" fmla="*/ 173789 w 612456"/>
                <a:gd name="connsiteY22" fmla="*/ 452437 h 561975"/>
                <a:gd name="connsiteX23" fmla="*/ 211889 w 612456"/>
                <a:gd name="connsiteY23" fmla="*/ 442912 h 561975"/>
                <a:gd name="connsiteX24" fmla="*/ 254751 w 612456"/>
                <a:gd name="connsiteY24" fmla="*/ 419100 h 561975"/>
                <a:gd name="connsiteX25" fmla="*/ 283326 w 612456"/>
                <a:gd name="connsiteY25" fmla="*/ 438150 h 561975"/>
                <a:gd name="connsiteX26" fmla="*/ 297614 w 612456"/>
                <a:gd name="connsiteY26" fmla="*/ 447675 h 561975"/>
                <a:gd name="connsiteX27" fmla="*/ 321426 w 612456"/>
                <a:gd name="connsiteY27" fmla="*/ 442912 h 561975"/>
                <a:gd name="connsiteX28" fmla="*/ 335714 w 612456"/>
                <a:gd name="connsiteY28" fmla="*/ 414337 h 561975"/>
                <a:gd name="connsiteX29" fmla="*/ 345239 w 612456"/>
                <a:gd name="connsiteY29" fmla="*/ 400050 h 561975"/>
                <a:gd name="connsiteX30" fmla="*/ 359526 w 612456"/>
                <a:gd name="connsiteY30" fmla="*/ 371475 h 561975"/>
                <a:gd name="connsiteX31" fmla="*/ 373814 w 612456"/>
                <a:gd name="connsiteY31" fmla="*/ 361950 h 561975"/>
                <a:gd name="connsiteX32" fmla="*/ 378576 w 612456"/>
                <a:gd name="connsiteY32" fmla="*/ 347662 h 561975"/>
                <a:gd name="connsiteX33" fmla="*/ 411914 w 612456"/>
                <a:gd name="connsiteY33" fmla="*/ 352425 h 561975"/>
                <a:gd name="connsiteX34" fmla="*/ 426201 w 612456"/>
                <a:gd name="connsiteY34" fmla="*/ 361950 h 561975"/>
                <a:gd name="connsiteX35" fmla="*/ 440489 w 612456"/>
                <a:gd name="connsiteY35" fmla="*/ 376237 h 561975"/>
                <a:gd name="connsiteX36" fmla="*/ 454776 w 612456"/>
                <a:gd name="connsiteY36" fmla="*/ 381000 h 561975"/>
                <a:gd name="connsiteX37" fmla="*/ 497639 w 612456"/>
                <a:gd name="connsiteY37" fmla="*/ 376237 h 561975"/>
                <a:gd name="connsiteX38" fmla="*/ 526214 w 612456"/>
                <a:gd name="connsiteY38" fmla="*/ 357187 h 561975"/>
                <a:gd name="connsiteX39" fmla="*/ 545264 w 612456"/>
                <a:gd name="connsiteY39" fmla="*/ 352425 h 561975"/>
                <a:gd name="connsiteX40" fmla="*/ 559551 w 612456"/>
                <a:gd name="connsiteY40" fmla="*/ 366712 h 561975"/>
                <a:gd name="connsiteX41" fmla="*/ 573839 w 612456"/>
                <a:gd name="connsiteY41" fmla="*/ 371475 h 561975"/>
                <a:gd name="connsiteX42" fmla="*/ 592889 w 612456"/>
                <a:gd name="connsiteY42" fmla="*/ 390525 h 561975"/>
                <a:gd name="connsiteX43" fmla="*/ 597651 w 612456"/>
                <a:gd name="connsiteY43" fmla="*/ 404812 h 561975"/>
                <a:gd name="connsiteX44" fmla="*/ 611939 w 612456"/>
                <a:gd name="connsiteY44" fmla="*/ 414337 h 561975"/>
                <a:gd name="connsiteX45" fmla="*/ 607176 w 612456"/>
                <a:gd name="connsiteY45" fmla="*/ 428625 h 561975"/>
                <a:gd name="connsiteX46" fmla="*/ 564314 w 612456"/>
                <a:gd name="connsiteY46" fmla="*/ 466725 h 561975"/>
                <a:gd name="connsiteX47" fmla="*/ 554789 w 612456"/>
                <a:gd name="connsiteY47" fmla="*/ 481012 h 561975"/>
                <a:gd name="connsiteX48" fmla="*/ 540501 w 612456"/>
                <a:gd name="connsiteY48" fmla="*/ 490537 h 561975"/>
                <a:gd name="connsiteX49" fmla="*/ 535739 w 612456"/>
                <a:gd name="connsiteY49" fmla="*/ 504825 h 561975"/>
                <a:gd name="connsiteX50" fmla="*/ 526214 w 612456"/>
                <a:gd name="connsiteY50" fmla="*/ 519112 h 561975"/>
                <a:gd name="connsiteX51" fmla="*/ 540501 w 612456"/>
                <a:gd name="connsiteY51" fmla="*/ 533400 h 561975"/>
                <a:gd name="connsiteX52" fmla="*/ 554789 w 612456"/>
                <a:gd name="connsiteY52" fmla="*/ 542925 h 561975"/>
                <a:gd name="connsiteX53" fmla="*/ 559551 w 612456"/>
                <a:gd name="connsiteY53" fmla="*/ 557212 h 561975"/>
                <a:gd name="connsiteX54" fmla="*/ 564314 w 612456"/>
                <a:gd name="connsiteY54"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2456" h="561975">
                  <a:moveTo>
                    <a:pt x="92826" y="0"/>
                  </a:moveTo>
                  <a:cubicBezTo>
                    <a:pt x="83301" y="1587"/>
                    <a:pt x="73075" y="840"/>
                    <a:pt x="64251" y="4762"/>
                  </a:cubicBezTo>
                  <a:cubicBezTo>
                    <a:pt x="58096" y="7497"/>
                    <a:pt x="55138" y="14738"/>
                    <a:pt x="49964" y="19050"/>
                  </a:cubicBezTo>
                  <a:cubicBezTo>
                    <a:pt x="37655" y="29308"/>
                    <a:pt x="35707" y="28565"/>
                    <a:pt x="21389" y="33337"/>
                  </a:cubicBezTo>
                  <a:cubicBezTo>
                    <a:pt x="15039" y="42862"/>
                    <a:pt x="-7186" y="55562"/>
                    <a:pt x="2339" y="61912"/>
                  </a:cubicBezTo>
                  <a:lnTo>
                    <a:pt x="30914" y="80962"/>
                  </a:lnTo>
                  <a:cubicBezTo>
                    <a:pt x="49425" y="108729"/>
                    <a:pt x="55042" y="100863"/>
                    <a:pt x="45201" y="123825"/>
                  </a:cubicBezTo>
                  <a:cubicBezTo>
                    <a:pt x="42404" y="130350"/>
                    <a:pt x="39198" y="136711"/>
                    <a:pt x="35676" y="142875"/>
                  </a:cubicBezTo>
                  <a:cubicBezTo>
                    <a:pt x="32836" y="147845"/>
                    <a:pt x="29326" y="152400"/>
                    <a:pt x="26151" y="157162"/>
                  </a:cubicBezTo>
                  <a:cubicBezTo>
                    <a:pt x="24564" y="161925"/>
                    <a:pt x="17839" y="167900"/>
                    <a:pt x="21389" y="171450"/>
                  </a:cubicBezTo>
                  <a:cubicBezTo>
                    <a:pt x="28489" y="178550"/>
                    <a:pt x="41610" y="175406"/>
                    <a:pt x="49964" y="180975"/>
                  </a:cubicBezTo>
                  <a:cubicBezTo>
                    <a:pt x="68428" y="193285"/>
                    <a:pt x="58821" y="188690"/>
                    <a:pt x="78539" y="195262"/>
                  </a:cubicBezTo>
                  <a:cubicBezTo>
                    <a:pt x="81714" y="200025"/>
                    <a:pt x="83210" y="206516"/>
                    <a:pt x="88064" y="209550"/>
                  </a:cubicBezTo>
                  <a:cubicBezTo>
                    <a:pt x="96578" y="214871"/>
                    <a:pt x="116639" y="219075"/>
                    <a:pt x="116639" y="219075"/>
                  </a:cubicBezTo>
                  <a:cubicBezTo>
                    <a:pt x="133708" y="244677"/>
                    <a:pt x="130375" y="233128"/>
                    <a:pt x="121401" y="280987"/>
                  </a:cubicBezTo>
                  <a:cubicBezTo>
                    <a:pt x="119551" y="290855"/>
                    <a:pt x="115051" y="300037"/>
                    <a:pt x="111876" y="309562"/>
                  </a:cubicBezTo>
                  <a:lnTo>
                    <a:pt x="107114" y="323850"/>
                  </a:lnTo>
                  <a:cubicBezTo>
                    <a:pt x="108701" y="328612"/>
                    <a:pt x="108740" y="334217"/>
                    <a:pt x="111876" y="338137"/>
                  </a:cubicBezTo>
                  <a:cubicBezTo>
                    <a:pt x="115452" y="342607"/>
                    <a:pt x="121044" y="345102"/>
                    <a:pt x="126164" y="347662"/>
                  </a:cubicBezTo>
                  <a:cubicBezTo>
                    <a:pt x="137891" y="353526"/>
                    <a:pt x="158045" y="355357"/>
                    <a:pt x="169026" y="357187"/>
                  </a:cubicBezTo>
                  <a:cubicBezTo>
                    <a:pt x="177210" y="381738"/>
                    <a:pt x="174787" y="367368"/>
                    <a:pt x="169026" y="404812"/>
                  </a:cubicBezTo>
                  <a:cubicBezTo>
                    <a:pt x="164236" y="435948"/>
                    <a:pt x="166903" y="425469"/>
                    <a:pt x="159501" y="447675"/>
                  </a:cubicBezTo>
                  <a:cubicBezTo>
                    <a:pt x="164264" y="449262"/>
                    <a:pt x="168769" y="452437"/>
                    <a:pt x="173789" y="452437"/>
                  </a:cubicBezTo>
                  <a:cubicBezTo>
                    <a:pt x="185286" y="452437"/>
                    <a:pt x="200613" y="446671"/>
                    <a:pt x="211889" y="442912"/>
                  </a:cubicBezTo>
                  <a:cubicBezTo>
                    <a:pt x="224964" y="403688"/>
                    <a:pt x="211475" y="412917"/>
                    <a:pt x="254751" y="419100"/>
                  </a:cubicBezTo>
                  <a:lnTo>
                    <a:pt x="283326" y="438150"/>
                  </a:lnTo>
                  <a:lnTo>
                    <a:pt x="297614" y="447675"/>
                  </a:lnTo>
                  <a:cubicBezTo>
                    <a:pt x="305551" y="446087"/>
                    <a:pt x="314398" y="446928"/>
                    <a:pt x="321426" y="442912"/>
                  </a:cubicBezTo>
                  <a:cubicBezTo>
                    <a:pt x="330980" y="437453"/>
                    <a:pt x="331558" y="422648"/>
                    <a:pt x="335714" y="414337"/>
                  </a:cubicBezTo>
                  <a:cubicBezTo>
                    <a:pt x="338274" y="409218"/>
                    <a:pt x="342064" y="404812"/>
                    <a:pt x="345239" y="400050"/>
                  </a:cubicBezTo>
                  <a:cubicBezTo>
                    <a:pt x="349112" y="388429"/>
                    <a:pt x="350293" y="380708"/>
                    <a:pt x="359526" y="371475"/>
                  </a:cubicBezTo>
                  <a:cubicBezTo>
                    <a:pt x="363574" y="367428"/>
                    <a:pt x="369051" y="365125"/>
                    <a:pt x="373814" y="361950"/>
                  </a:cubicBezTo>
                  <a:cubicBezTo>
                    <a:pt x="375401" y="357187"/>
                    <a:pt x="375026" y="351212"/>
                    <a:pt x="378576" y="347662"/>
                  </a:cubicBezTo>
                  <a:cubicBezTo>
                    <a:pt x="389923" y="336315"/>
                    <a:pt x="402058" y="346793"/>
                    <a:pt x="411914" y="352425"/>
                  </a:cubicBezTo>
                  <a:cubicBezTo>
                    <a:pt x="416884" y="355265"/>
                    <a:pt x="421804" y="358286"/>
                    <a:pt x="426201" y="361950"/>
                  </a:cubicBezTo>
                  <a:cubicBezTo>
                    <a:pt x="431375" y="366262"/>
                    <a:pt x="434885" y="372501"/>
                    <a:pt x="440489" y="376237"/>
                  </a:cubicBezTo>
                  <a:cubicBezTo>
                    <a:pt x="444666" y="379022"/>
                    <a:pt x="450014" y="379412"/>
                    <a:pt x="454776" y="381000"/>
                  </a:cubicBezTo>
                  <a:cubicBezTo>
                    <a:pt x="469064" y="379412"/>
                    <a:pt x="484001" y="380783"/>
                    <a:pt x="497639" y="376237"/>
                  </a:cubicBezTo>
                  <a:cubicBezTo>
                    <a:pt x="508499" y="372617"/>
                    <a:pt x="515108" y="359963"/>
                    <a:pt x="526214" y="357187"/>
                  </a:cubicBezTo>
                  <a:lnTo>
                    <a:pt x="545264" y="352425"/>
                  </a:lnTo>
                  <a:cubicBezTo>
                    <a:pt x="550026" y="357187"/>
                    <a:pt x="553947" y="362976"/>
                    <a:pt x="559551" y="366712"/>
                  </a:cubicBezTo>
                  <a:cubicBezTo>
                    <a:pt x="563728" y="369497"/>
                    <a:pt x="570289" y="367925"/>
                    <a:pt x="573839" y="371475"/>
                  </a:cubicBezTo>
                  <a:cubicBezTo>
                    <a:pt x="599240" y="396876"/>
                    <a:pt x="554786" y="377823"/>
                    <a:pt x="592889" y="390525"/>
                  </a:cubicBezTo>
                  <a:cubicBezTo>
                    <a:pt x="594476" y="395287"/>
                    <a:pt x="594515" y="400892"/>
                    <a:pt x="597651" y="404812"/>
                  </a:cubicBezTo>
                  <a:cubicBezTo>
                    <a:pt x="601227" y="409282"/>
                    <a:pt x="609813" y="409022"/>
                    <a:pt x="611939" y="414337"/>
                  </a:cubicBezTo>
                  <a:cubicBezTo>
                    <a:pt x="613803" y="418998"/>
                    <a:pt x="610258" y="424662"/>
                    <a:pt x="607176" y="428625"/>
                  </a:cubicBezTo>
                  <a:cubicBezTo>
                    <a:pt x="589611" y="451209"/>
                    <a:pt x="583411" y="453993"/>
                    <a:pt x="564314" y="466725"/>
                  </a:cubicBezTo>
                  <a:cubicBezTo>
                    <a:pt x="561139" y="471487"/>
                    <a:pt x="558836" y="476965"/>
                    <a:pt x="554789" y="481012"/>
                  </a:cubicBezTo>
                  <a:cubicBezTo>
                    <a:pt x="550741" y="485059"/>
                    <a:pt x="544077" y="486067"/>
                    <a:pt x="540501" y="490537"/>
                  </a:cubicBezTo>
                  <a:cubicBezTo>
                    <a:pt x="537365" y="494457"/>
                    <a:pt x="537984" y="500335"/>
                    <a:pt x="535739" y="504825"/>
                  </a:cubicBezTo>
                  <a:cubicBezTo>
                    <a:pt x="533179" y="509944"/>
                    <a:pt x="529389" y="514350"/>
                    <a:pt x="526214" y="519112"/>
                  </a:cubicBezTo>
                  <a:cubicBezTo>
                    <a:pt x="530976" y="523875"/>
                    <a:pt x="535327" y="529088"/>
                    <a:pt x="540501" y="533400"/>
                  </a:cubicBezTo>
                  <a:cubicBezTo>
                    <a:pt x="544898" y="537064"/>
                    <a:pt x="551213" y="538455"/>
                    <a:pt x="554789" y="542925"/>
                  </a:cubicBezTo>
                  <a:cubicBezTo>
                    <a:pt x="557925" y="546845"/>
                    <a:pt x="557306" y="552722"/>
                    <a:pt x="559551" y="557212"/>
                  </a:cubicBezTo>
                  <a:cubicBezTo>
                    <a:pt x="560555" y="559220"/>
                    <a:pt x="562726" y="560387"/>
                    <a:pt x="564314"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8" name="자유형 113">
              <a:extLst>
                <a:ext uri="{FF2B5EF4-FFF2-40B4-BE49-F238E27FC236}">
                  <a16:creationId xmlns:a16="http://schemas.microsoft.com/office/drawing/2014/main" id="{EAC6DF77-6132-408D-9E41-7F9594299C44}"/>
                </a:ext>
              </a:extLst>
            </p:cNvPr>
            <p:cNvSpPr/>
            <p:nvPr/>
          </p:nvSpPr>
          <p:spPr>
            <a:xfrm>
              <a:off x="1903197" y="4808314"/>
              <a:ext cx="81307" cy="398531"/>
            </a:xfrm>
            <a:custGeom>
              <a:avLst/>
              <a:gdLst>
                <a:gd name="connsiteX0" fmla="*/ 407 w 115624"/>
                <a:gd name="connsiteY0" fmla="*/ 0 h 566737"/>
                <a:gd name="connsiteX1" fmla="*/ 19457 w 115624"/>
                <a:gd name="connsiteY1" fmla="*/ 23812 h 566737"/>
                <a:gd name="connsiteX2" fmla="*/ 28982 w 115624"/>
                <a:gd name="connsiteY2" fmla="*/ 38100 h 566737"/>
                <a:gd name="connsiteX3" fmla="*/ 43269 w 115624"/>
                <a:gd name="connsiteY3" fmla="*/ 47625 h 566737"/>
                <a:gd name="connsiteX4" fmla="*/ 67082 w 115624"/>
                <a:gd name="connsiteY4" fmla="*/ 71437 h 566737"/>
                <a:gd name="connsiteX5" fmla="*/ 76607 w 115624"/>
                <a:gd name="connsiteY5" fmla="*/ 85725 h 566737"/>
                <a:gd name="connsiteX6" fmla="*/ 43269 w 115624"/>
                <a:gd name="connsiteY6" fmla="*/ 123825 h 566737"/>
                <a:gd name="connsiteX7" fmla="*/ 38507 w 115624"/>
                <a:gd name="connsiteY7" fmla="*/ 138112 h 566737"/>
                <a:gd name="connsiteX8" fmla="*/ 19457 w 115624"/>
                <a:gd name="connsiteY8" fmla="*/ 166687 h 566737"/>
                <a:gd name="connsiteX9" fmla="*/ 5169 w 115624"/>
                <a:gd name="connsiteY9" fmla="*/ 195262 h 566737"/>
                <a:gd name="connsiteX10" fmla="*/ 407 w 115624"/>
                <a:gd name="connsiteY10" fmla="*/ 209550 h 566737"/>
                <a:gd name="connsiteX11" fmla="*/ 33744 w 115624"/>
                <a:gd name="connsiteY11" fmla="*/ 223837 h 566737"/>
                <a:gd name="connsiteX12" fmla="*/ 62319 w 115624"/>
                <a:gd name="connsiteY12" fmla="*/ 238125 h 566737"/>
                <a:gd name="connsiteX13" fmla="*/ 76607 w 115624"/>
                <a:gd name="connsiteY13" fmla="*/ 247650 h 566737"/>
                <a:gd name="connsiteX14" fmla="*/ 105182 w 115624"/>
                <a:gd name="connsiteY14" fmla="*/ 257175 h 566737"/>
                <a:gd name="connsiteX15" fmla="*/ 114707 w 115624"/>
                <a:gd name="connsiteY15" fmla="*/ 409575 h 566737"/>
                <a:gd name="connsiteX16" fmla="*/ 105182 w 115624"/>
                <a:gd name="connsiteY16" fmla="*/ 447675 h 566737"/>
                <a:gd name="connsiteX17" fmla="*/ 86132 w 115624"/>
                <a:gd name="connsiteY17" fmla="*/ 476250 h 566737"/>
                <a:gd name="connsiteX18" fmla="*/ 76607 w 115624"/>
                <a:gd name="connsiteY18" fmla="*/ 490537 h 566737"/>
                <a:gd name="connsiteX19" fmla="*/ 95657 w 115624"/>
                <a:gd name="connsiteY19" fmla="*/ 533400 h 566737"/>
                <a:gd name="connsiteX20" fmla="*/ 100419 w 115624"/>
                <a:gd name="connsiteY20" fmla="*/ 547687 h 566737"/>
                <a:gd name="connsiteX21" fmla="*/ 109944 w 115624"/>
                <a:gd name="connsiteY21" fmla="*/ 566737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624" h="566737">
                  <a:moveTo>
                    <a:pt x="407" y="0"/>
                  </a:moveTo>
                  <a:cubicBezTo>
                    <a:pt x="6757" y="7937"/>
                    <a:pt x="13358" y="15680"/>
                    <a:pt x="19457" y="23812"/>
                  </a:cubicBezTo>
                  <a:cubicBezTo>
                    <a:pt x="22891" y="28391"/>
                    <a:pt x="24935" y="34052"/>
                    <a:pt x="28982" y="38100"/>
                  </a:cubicBezTo>
                  <a:cubicBezTo>
                    <a:pt x="33029" y="42147"/>
                    <a:pt x="38507" y="44450"/>
                    <a:pt x="43269" y="47625"/>
                  </a:cubicBezTo>
                  <a:cubicBezTo>
                    <a:pt x="68671" y="85727"/>
                    <a:pt x="35329" y="39684"/>
                    <a:pt x="67082" y="71437"/>
                  </a:cubicBezTo>
                  <a:cubicBezTo>
                    <a:pt x="71129" y="75484"/>
                    <a:pt x="73432" y="80962"/>
                    <a:pt x="76607" y="85725"/>
                  </a:cubicBezTo>
                  <a:cubicBezTo>
                    <a:pt x="54382" y="119063"/>
                    <a:pt x="67082" y="107950"/>
                    <a:pt x="43269" y="123825"/>
                  </a:cubicBezTo>
                  <a:cubicBezTo>
                    <a:pt x="41682" y="128587"/>
                    <a:pt x="40945" y="133724"/>
                    <a:pt x="38507" y="138112"/>
                  </a:cubicBezTo>
                  <a:cubicBezTo>
                    <a:pt x="32948" y="148119"/>
                    <a:pt x="23077" y="155827"/>
                    <a:pt x="19457" y="166687"/>
                  </a:cubicBezTo>
                  <a:cubicBezTo>
                    <a:pt x="12884" y="186405"/>
                    <a:pt x="17479" y="176798"/>
                    <a:pt x="5169" y="195262"/>
                  </a:cubicBezTo>
                  <a:cubicBezTo>
                    <a:pt x="3582" y="200025"/>
                    <a:pt x="-1457" y="204889"/>
                    <a:pt x="407" y="209550"/>
                  </a:cubicBezTo>
                  <a:cubicBezTo>
                    <a:pt x="4062" y="218687"/>
                    <a:pt x="27528" y="222283"/>
                    <a:pt x="33744" y="223837"/>
                  </a:cubicBezTo>
                  <a:cubicBezTo>
                    <a:pt x="74693" y="251135"/>
                    <a:pt x="22883" y="218406"/>
                    <a:pt x="62319" y="238125"/>
                  </a:cubicBezTo>
                  <a:cubicBezTo>
                    <a:pt x="67439" y="240685"/>
                    <a:pt x="71376" y="245325"/>
                    <a:pt x="76607" y="247650"/>
                  </a:cubicBezTo>
                  <a:cubicBezTo>
                    <a:pt x="85782" y="251728"/>
                    <a:pt x="105182" y="257175"/>
                    <a:pt x="105182" y="257175"/>
                  </a:cubicBezTo>
                  <a:cubicBezTo>
                    <a:pt x="119995" y="316434"/>
                    <a:pt x="114707" y="289672"/>
                    <a:pt x="114707" y="409575"/>
                  </a:cubicBezTo>
                  <a:cubicBezTo>
                    <a:pt x="114707" y="413793"/>
                    <a:pt x="108939" y="440913"/>
                    <a:pt x="105182" y="447675"/>
                  </a:cubicBezTo>
                  <a:cubicBezTo>
                    <a:pt x="99623" y="457682"/>
                    <a:pt x="92482" y="466725"/>
                    <a:pt x="86132" y="476250"/>
                  </a:cubicBezTo>
                  <a:lnTo>
                    <a:pt x="76607" y="490537"/>
                  </a:lnTo>
                  <a:cubicBezTo>
                    <a:pt x="87942" y="524542"/>
                    <a:pt x="80563" y="510758"/>
                    <a:pt x="95657" y="533400"/>
                  </a:cubicBezTo>
                  <a:cubicBezTo>
                    <a:pt x="97244" y="538162"/>
                    <a:pt x="98174" y="543197"/>
                    <a:pt x="100419" y="547687"/>
                  </a:cubicBezTo>
                  <a:cubicBezTo>
                    <a:pt x="110824" y="568499"/>
                    <a:pt x="109944" y="554808"/>
                    <a:pt x="109944" y="566737"/>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9" name="자유형 114">
              <a:extLst>
                <a:ext uri="{FF2B5EF4-FFF2-40B4-BE49-F238E27FC236}">
                  <a16:creationId xmlns:a16="http://schemas.microsoft.com/office/drawing/2014/main" id="{EA5CBEFE-E1B0-4AAA-BFB4-3CFB3DD16D53}"/>
                </a:ext>
              </a:extLst>
            </p:cNvPr>
            <p:cNvSpPr/>
            <p:nvPr/>
          </p:nvSpPr>
          <p:spPr>
            <a:xfrm>
              <a:off x="1126515" y="4800947"/>
              <a:ext cx="867391" cy="412596"/>
            </a:xfrm>
            <a:custGeom>
              <a:avLst/>
              <a:gdLst>
                <a:gd name="connsiteX0" fmla="*/ 1233487 w 1233487"/>
                <a:gd name="connsiteY0" fmla="*/ 15239 h 586739"/>
                <a:gd name="connsiteX1" fmla="*/ 1209675 w 1233487"/>
                <a:gd name="connsiteY1" fmla="*/ 20002 h 586739"/>
                <a:gd name="connsiteX2" fmla="*/ 1200150 w 1233487"/>
                <a:gd name="connsiteY2" fmla="*/ 48577 h 586739"/>
                <a:gd name="connsiteX3" fmla="*/ 1157287 w 1233487"/>
                <a:gd name="connsiteY3" fmla="*/ 58102 h 586739"/>
                <a:gd name="connsiteX4" fmla="*/ 1138237 w 1233487"/>
                <a:gd name="connsiteY4" fmla="*/ 62864 h 586739"/>
                <a:gd name="connsiteX5" fmla="*/ 1095375 w 1233487"/>
                <a:gd name="connsiteY5" fmla="*/ 72389 h 586739"/>
                <a:gd name="connsiteX6" fmla="*/ 1052512 w 1233487"/>
                <a:gd name="connsiteY6" fmla="*/ 62864 h 586739"/>
                <a:gd name="connsiteX7" fmla="*/ 1038225 w 1233487"/>
                <a:gd name="connsiteY7" fmla="*/ 53339 h 586739"/>
                <a:gd name="connsiteX8" fmla="*/ 1028700 w 1233487"/>
                <a:gd name="connsiteY8" fmla="*/ 39052 h 586739"/>
                <a:gd name="connsiteX9" fmla="*/ 1014412 w 1233487"/>
                <a:gd name="connsiteY9" fmla="*/ 34289 h 586739"/>
                <a:gd name="connsiteX10" fmla="*/ 995362 w 1233487"/>
                <a:gd name="connsiteY10" fmla="*/ 15239 h 586739"/>
                <a:gd name="connsiteX11" fmla="*/ 985837 w 1233487"/>
                <a:gd name="connsiteY11" fmla="*/ 952 h 586739"/>
                <a:gd name="connsiteX12" fmla="*/ 928687 w 1233487"/>
                <a:gd name="connsiteY12" fmla="*/ 24764 h 586739"/>
                <a:gd name="connsiteX13" fmla="*/ 914400 w 1233487"/>
                <a:gd name="connsiteY13" fmla="*/ 34289 h 586739"/>
                <a:gd name="connsiteX14" fmla="*/ 904875 w 1233487"/>
                <a:gd name="connsiteY14" fmla="*/ 77152 h 586739"/>
                <a:gd name="connsiteX15" fmla="*/ 919162 w 1233487"/>
                <a:gd name="connsiteY15" fmla="*/ 86677 h 586739"/>
                <a:gd name="connsiteX16" fmla="*/ 938212 w 1233487"/>
                <a:gd name="connsiteY16" fmla="*/ 143827 h 586739"/>
                <a:gd name="connsiteX17" fmla="*/ 952500 w 1233487"/>
                <a:gd name="connsiteY17" fmla="*/ 172402 h 586739"/>
                <a:gd name="connsiteX18" fmla="*/ 966787 w 1233487"/>
                <a:gd name="connsiteY18" fmla="*/ 181927 h 586739"/>
                <a:gd name="connsiteX19" fmla="*/ 976312 w 1233487"/>
                <a:gd name="connsiteY19" fmla="*/ 196214 h 586739"/>
                <a:gd name="connsiteX20" fmla="*/ 990600 w 1233487"/>
                <a:gd name="connsiteY20" fmla="*/ 205739 h 586739"/>
                <a:gd name="connsiteX21" fmla="*/ 995362 w 1233487"/>
                <a:gd name="connsiteY21" fmla="*/ 220027 h 586739"/>
                <a:gd name="connsiteX22" fmla="*/ 1000125 w 1233487"/>
                <a:gd name="connsiteY22" fmla="*/ 320039 h 586739"/>
                <a:gd name="connsiteX23" fmla="*/ 1014412 w 1233487"/>
                <a:gd name="connsiteY23" fmla="*/ 324802 h 586739"/>
                <a:gd name="connsiteX24" fmla="*/ 1028700 w 1233487"/>
                <a:gd name="connsiteY24" fmla="*/ 334327 h 586739"/>
                <a:gd name="connsiteX25" fmla="*/ 1057275 w 1233487"/>
                <a:gd name="connsiteY25" fmla="*/ 343852 h 586739"/>
                <a:gd name="connsiteX26" fmla="*/ 1066800 w 1233487"/>
                <a:gd name="connsiteY26" fmla="*/ 358139 h 586739"/>
                <a:gd name="connsiteX27" fmla="*/ 1038225 w 1233487"/>
                <a:gd name="connsiteY27" fmla="*/ 372427 h 586739"/>
                <a:gd name="connsiteX28" fmla="*/ 1009650 w 1233487"/>
                <a:gd name="connsiteY28" fmla="*/ 391477 h 586739"/>
                <a:gd name="connsiteX29" fmla="*/ 995362 w 1233487"/>
                <a:gd name="connsiteY29" fmla="*/ 401002 h 586739"/>
                <a:gd name="connsiteX30" fmla="*/ 966787 w 1233487"/>
                <a:gd name="connsiteY30" fmla="*/ 396239 h 586739"/>
                <a:gd name="connsiteX31" fmla="*/ 938212 w 1233487"/>
                <a:gd name="connsiteY31" fmla="*/ 386714 h 586739"/>
                <a:gd name="connsiteX32" fmla="*/ 885825 w 1233487"/>
                <a:gd name="connsiteY32" fmla="*/ 391477 h 586739"/>
                <a:gd name="connsiteX33" fmla="*/ 857250 w 1233487"/>
                <a:gd name="connsiteY33" fmla="*/ 401002 h 586739"/>
                <a:gd name="connsiteX34" fmla="*/ 842962 w 1233487"/>
                <a:gd name="connsiteY34" fmla="*/ 405764 h 586739"/>
                <a:gd name="connsiteX35" fmla="*/ 809625 w 1233487"/>
                <a:gd name="connsiteY35" fmla="*/ 367664 h 586739"/>
                <a:gd name="connsiteX36" fmla="*/ 800100 w 1233487"/>
                <a:gd name="connsiteY36" fmla="*/ 339089 h 586739"/>
                <a:gd name="connsiteX37" fmla="*/ 795337 w 1233487"/>
                <a:gd name="connsiteY37" fmla="*/ 324802 h 586739"/>
                <a:gd name="connsiteX38" fmla="*/ 790575 w 1233487"/>
                <a:gd name="connsiteY38" fmla="*/ 281939 h 586739"/>
                <a:gd name="connsiteX39" fmla="*/ 776287 w 1233487"/>
                <a:gd name="connsiteY39" fmla="*/ 277177 h 586739"/>
                <a:gd name="connsiteX40" fmla="*/ 762000 w 1233487"/>
                <a:gd name="connsiteY40" fmla="*/ 267652 h 586739"/>
                <a:gd name="connsiteX41" fmla="*/ 747712 w 1233487"/>
                <a:gd name="connsiteY41" fmla="*/ 262889 h 586739"/>
                <a:gd name="connsiteX42" fmla="*/ 704850 w 1233487"/>
                <a:gd name="connsiteY42" fmla="*/ 239077 h 586739"/>
                <a:gd name="connsiteX43" fmla="*/ 676275 w 1233487"/>
                <a:gd name="connsiteY43" fmla="*/ 220027 h 586739"/>
                <a:gd name="connsiteX44" fmla="*/ 661987 w 1233487"/>
                <a:gd name="connsiteY44" fmla="*/ 215264 h 586739"/>
                <a:gd name="connsiteX45" fmla="*/ 633412 w 1233487"/>
                <a:gd name="connsiteY45" fmla="*/ 196214 h 586739"/>
                <a:gd name="connsiteX46" fmla="*/ 604837 w 1233487"/>
                <a:gd name="connsiteY46" fmla="*/ 186689 h 586739"/>
                <a:gd name="connsiteX47" fmla="*/ 576262 w 1233487"/>
                <a:gd name="connsiteY47" fmla="*/ 196214 h 586739"/>
                <a:gd name="connsiteX48" fmla="*/ 552450 w 1233487"/>
                <a:gd name="connsiteY48" fmla="*/ 224789 h 586739"/>
                <a:gd name="connsiteX49" fmla="*/ 538162 w 1233487"/>
                <a:gd name="connsiteY49" fmla="*/ 229552 h 586739"/>
                <a:gd name="connsiteX50" fmla="*/ 542925 w 1233487"/>
                <a:gd name="connsiteY50" fmla="*/ 286702 h 586739"/>
                <a:gd name="connsiteX51" fmla="*/ 566737 w 1233487"/>
                <a:gd name="connsiteY51" fmla="*/ 310514 h 586739"/>
                <a:gd name="connsiteX52" fmla="*/ 614362 w 1233487"/>
                <a:gd name="connsiteY52" fmla="*/ 343852 h 586739"/>
                <a:gd name="connsiteX53" fmla="*/ 628650 w 1233487"/>
                <a:gd name="connsiteY53" fmla="*/ 348614 h 586739"/>
                <a:gd name="connsiteX54" fmla="*/ 657225 w 1233487"/>
                <a:gd name="connsiteY54" fmla="*/ 367664 h 586739"/>
                <a:gd name="connsiteX55" fmla="*/ 647700 w 1233487"/>
                <a:gd name="connsiteY55" fmla="*/ 381952 h 586739"/>
                <a:gd name="connsiteX56" fmla="*/ 600075 w 1233487"/>
                <a:gd name="connsiteY56" fmla="*/ 396239 h 586739"/>
                <a:gd name="connsiteX57" fmla="*/ 585787 w 1233487"/>
                <a:gd name="connsiteY57" fmla="*/ 405764 h 586739"/>
                <a:gd name="connsiteX58" fmla="*/ 557212 w 1233487"/>
                <a:gd name="connsiteY58" fmla="*/ 410527 h 586739"/>
                <a:gd name="connsiteX59" fmla="*/ 542925 w 1233487"/>
                <a:gd name="connsiteY59" fmla="*/ 415289 h 586739"/>
                <a:gd name="connsiteX60" fmla="*/ 528637 w 1233487"/>
                <a:gd name="connsiteY60" fmla="*/ 410527 h 586739"/>
                <a:gd name="connsiteX61" fmla="*/ 504825 w 1233487"/>
                <a:gd name="connsiteY61" fmla="*/ 391477 h 586739"/>
                <a:gd name="connsiteX62" fmla="*/ 471487 w 1233487"/>
                <a:gd name="connsiteY62" fmla="*/ 396239 h 586739"/>
                <a:gd name="connsiteX63" fmla="*/ 442912 w 1233487"/>
                <a:gd name="connsiteY63" fmla="*/ 405764 h 586739"/>
                <a:gd name="connsiteX64" fmla="*/ 400050 w 1233487"/>
                <a:gd name="connsiteY64" fmla="*/ 434339 h 586739"/>
                <a:gd name="connsiteX65" fmla="*/ 385762 w 1233487"/>
                <a:gd name="connsiteY65" fmla="*/ 443864 h 586739"/>
                <a:gd name="connsiteX66" fmla="*/ 376237 w 1233487"/>
                <a:gd name="connsiteY66" fmla="*/ 458152 h 586739"/>
                <a:gd name="connsiteX67" fmla="*/ 338137 w 1233487"/>
                <a:gd name="connsiteY67" fmla="*/ 443864 h 586739"/>
                <a:gd name="connsiteX68" fmla="*/ 323850 w 1233487"/>
                <a:gd name="connsiteY68" fmla="*/ 439102 h 586739"/>
                <a:gd name="connsiteX69" fmla="*/ 285750 w 1233487"/>
                <a:gd name="connsiteY69" fmla="*/ 448627 h 586739"/>
                <a:gd name="connsiteX70" fmla="*/ 257175 w 1233487"/>
                <a:gd name="connsiteY70" fmla="*/ 467677 h 586739"/>
                <a:gd name="connsiteX71" fmla="*/ 242887 w 1233487"/>
                <a:gd name="connsiteY71" fmla="*/ 477202 h 586739"/>
                <a:gd name="connsiteX72" fmla="*/ 228600 w 1233487"/>
                <a:gd name="connsiteY72" fmla="*/ 486727 h 586739"/>
                <a:gd name="connsiteX73" fmla="*/ 195262 w 1233487"/>
                <a:gd name="connsiteY73" fmla="*/ 467677 h 586739"/>
                <a:gd name="connsiteX74" fmla="*/ 166687 w 1233487"/>
                <a:gd name="connsiteY74" fmla="*/ 448627 h 586739"/>
                <a:gd name="connsiteX75" fmla="*/ 152400 w 1233487"/>
                <a:gd name="connsiteY75" fmla="*/ 391477 h 586739"/>
                <a:gd name="connsiteX76" fmla="*/ 138112 w 1233487"/>
                <a:gd name="connsiteY76" fmla="*/ 386714 h 586739"/>
                <a:gd name="connsiteX77" fmla="*/ 66675 w 1233487"/>
                <a:gd name="connsiteY77" fmla="*/ 381952 h 586739"/>
                <a:gd name="connsiteX78" fmla="*/ 23812 w 1233487"/>
                <a:gd name="connsiteY78" fmla="*/ 386714 h 586739"/>
                <a:gd name="connsiteX79" fmla="*/ 4762 w 1233487"/>
                <a:gd name="connsiteY79" fmla="*/ 420052 h 586739"/>
                <a:gd name="connsiteX80" fmla="*/ 0 w 1233487"/>
                <a:gd name="connsiteY80" fmla="*/ 453389 h 586739"/>
                <a:gd name="connsiteX81" fmla="*/ 4762 w 1233487"/>
                <a:gd name="connsiteY81" fmla="*/ 472439 h 586739"/>
                <a:gd name="connsiteX82" fmla="*/ 23812 w 1233487"/>
                <a:gd name="connsiteY82" fmla="*/ 477202 h 586739"/>
                <a:gd name="connsiteX83" fmla="*/ 71437 w 1233487"/>
                <a:gd name="connsiteY83" fmla="*/ 491489 h 586739"/>
                <a:gd name="connsiteX84" fmla="*/ 76200 w 1233487"/>
                <a:gd name="connsiteY84" fmla="*/ 505777 h 586739"/>
                <a:gd name="connsiteX85" fmla="*/ 85725 w 1233487"/>
                <a:gd name="connsiteY85" fmla="*/ 520064 h 586739"/>
                <a:gd name="connsiteX86" fmla="*/ 95250 w 1233487"/>
                <a:gd name="connsiteY86" fmla="*/ 558164 h 586739"/>
                <a:gd name="connsiteX87" fmla="*/ 104775 w 1233487"/>
                <a:gd name="connsiteY87" fmla="*/ 586739 h 586739"/>
                <a:gd name="connsiteX88" fmla="*/ 114300 w 1233487"/>
                <a:gd name="connsiteY88" fmla="*/ 586739 h 5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33487" h="586739">
                  <a:moveTo>
                    <a:pt x="1233487" y="15239"/>
                  </a:moveTo>
                  <a:cubicBezTo>
                    <a:pt x="1225550" y="16827"/>
                    <a:pt x="1215399" y="14278"/>
                    <a:pt x="1209675" y="20002"/>
                  </a:cubicBezTo>
                  <a:cubicBezTo>
                    <a:pt x="1202576" y="27102"/>
                    <a:pt x="1209675" y="45402"/>
                    <a:pt x="1200150" y="48577"/>
                  </a:cubicBezTo>
                  <a:cubicBezTo>
                    <a:pt x="1172344" y="57844"/>
                    <a:pt x="1199194" y="49721"/>
                    <a:pt x="1157287" y="58102"/>
                  </a:cubicBezTo>
                  <a:cubicBezTo>
                    <a:pt x="1150869" y="59386"/>
                    <a:pt x="1144627" y="61444"/>
                    <a:pt x="1138237" y="62864"/>
                  </a:cubicBezTo>
                  <a:cubicBezTo>
                    <a:pt x="1083822" y="74956"/>
                    <a:pt x="1141834" y="60775"/>
                    <a:pt x="1095375" y="72389"/>
                  </a:cubicBezTo>
                  <a:cubicBezTo>
                    <a:pt x="1084396" y="70559"/>
                    <a:pt x="1064238" y="68727"/>
                    <a:pt x="1052512" y="62864"/>
                  </a:cubicBezTo>
                  <a:cubicBezTo>
                    <a:pt x="1047393" y="60304"/>
                    <a:pt x="1042987" y="56514"/>
                    <a:pt x="1038225" y="53339"/>
                  </a:cubicBezTo>
                  <a:cubicBezTo>
                    <a:pt x="1035050" y="48577"/>
                    <a:pt x="1033169" y="42628"/>
                    <a:pt x="1028700" y="39052"/>
                  </a:cubicBezTo>
                  <a:cubicBezTo>
                    <a:pt x="1024780" y="35916"/>
                    <a:pt x="1017962" y="37839"/>
                    <a:pt x="1014412" y="34289"/>
                  </a:cubicBezTo>
                  <a:cubicBezTo>
                    <a:pt x="989011" y="8888"/>
                    <a:pt x="1033465" y="27941"/>
                    <a:pt x="995362" y="15239"/>
                  </a:cubicBezTo>
                  <a:cubicBezTo>
                    <a:pt x="992187" y="10477"/>
                    <a:pt x="991390" y="2340"/>
                    <a:pt x="985837" y="952"/>
                  </a:cubicBezTo>
                  <a:cubicBezTo>
                    <a:pt x="964091" y="-4485"/>
                    <a:pt x="943815" y="14679"/>
                    <a:pt x="928687" y="24764"/>
                  </a:cubicBezTo>
                  <a:lnTo>
                    <a:pt x="914400" y="34289"/>
                  </a:lnTo>
                  <a:cubicBezTo>
                    <a:pt x="898525" y="58102"/>
                    <a:pt x="885825" y="58101"/>
                    <a:pt x="904875" y="77152"/>
                  </a:cubicBezTo>
                  <a:cubicBezTo>
                    <a:pt x="908922" y="81199"/>
                    <a:pt x="914400" y="83502"/>
                    <a:pt x="919162" y="86677"/>
                  </a:cubicBezTo>
                  <a:lnTo>
                    <a:pt x="938212" y="143827"/>
                  </a:lnTo>
                  <a:cubicBezTo>
                    <a:pt x="942085" y="155446"/>
                    <a:pt x="943270" y="163171"/>
                    <a:pt x="952500" y="172402"/>
                  </a:cubicBezTo>
                  <a:cubicBezTo>
                    <a:pt x="956547" y="176449"/>
                    <a:pt x="962025" y="178752"/>
                    <a:pt x="966787" y="181927"/>
                  </a:cubicBezTo>
                  <a:cubicBezTo>
                    <a:pt x="969962" y="186689"/>
                    <a:pt x="972265" y="192167"/>
                    <a:pt x="976312" y="196214"/>
                  </a:cubicBezTo>
                  <a:cubicBezTo>
                    <a:pt x="980360" y="200261"/>
                    <a:pt x="987024" y="201269"/>
                    <a:pt x="990600" y="205739"/>
                  </a:cubicBezTo>
                  <a:cubicBezTo>
                    <a:pt x="993736" y="209659"/>
                    <a:pt x="993775" y="215264"/>
                    <a:pt x="995362" y="220027"/>
                  </a:cubicBezTo>
                  <a:cubicBezTo>
                    <a:pt x="996950" y="253364"/>
                    <a:pt x="994155" y="287202"/>
                    <a:pt x="1000125" y="320039"/>
                  </a:cubicBezTo>
                  <a:cubicBezTo>
                    <a:pt x="1001023" y="324978"/>
                    <a:pt x="1009922" y="322557"/>
                    <a:pt x="1014412" y="324802"/>
                  </a:cubicBezTo>
                  <a:cubicBezTo>
                    <a:pt x="1019532" y="327362"/>
                    <a:pt x="1023469" y="332002"/>
                    <a:pt x="1028700" y="334327"/>
                  </a:cubicBezTo>
                  <a:cubicBezTo>
                    <a:pt x="1037875" y="338405"/>
                    <a:pt x="1057275" y="343852"/>
                    <a:pt x="1057275" y="343852"/>
                  </a:cubicBezTo>
                  <a:cubicBezTo>
                    <a:pt x="1060450" y="348614"/>
                    <a:pt x="1067923" y="352527"/>
                    <a:pt x="1066800" y="358139"/>
                  </a:cubicBezTo>
                  <a:cubicBezTo>
                    <a:pt x="1065214" y="366066"/>
                    <a:pt x="1043139" y="369697"/>
                    <a:pt x="1038225" y="372427"/>
                  </a:cubicBezTo>
                  <a:cubicBezTo>
                    <a:pt x="1028218" y="377987"/>
                    <a:pt x="1019175" y="385127"/>
                    <a:pt x="1009650" y="391477"/>
                  </a:cubicBezTo>
                  <a:lnTo>
                    <a:pt x="995362" y="401002"/>
                  </a:lnTo>
                  <a:cubicBezTo>
                    <a:pt x="985837" y="399414"/>
                    <a:pt x="976155" y="398581"/>
                    <a:pt x="966787" y="396239"/>
                  </a:cubicBezTo>
                  <a:cubicBezTo>
                    <a:pt x="957047" y="393804"/>
                    <a:pt x="938212" y="386714"/>
                    <a:pt x="938212" y="386714"/>
                  </a:cubicBezTo>
                  <a:cubicBezTo>
                    <a:pt x="920750" y="388302"/>
                    <a:pt x="903093" y="388430"/>
                    <a:pt x="885825" y="391477"/>
                  </a:cubicBezTo>
                  <a:cubicBezTo>
                    <a:pt x="875938" y="393222"/>
                    <a:pt x="866775" y="397827"/>
                    <a:pt x="857250" y="401002"/>
                  </a:cubicBezTo>
                  <a:lnTo>
                    <a:pt x="842962" y="405764"/>
                  </a:lnTo>
                  <a:cubicBezTo>
                    <a:pt x="826294" y="394651"/>
                    <a:pt x="817562" y="391476"/>
                    <a:pt x="809625" y="367664"/>
                  </a:cubicBezTo>
                  <a:lnTo>
                    <a:pt x="800100" y="339089"/>
                  </a:lnTo>
                  <a:lnTo>
                    <a:pt x="795337" y="324802"/>
                  </a:lnTo>
                  <a:cubicBezTo>
                    <a:pt x="793750" y="310514"/>
                    <a:pt x="795914" y="295286"/>
                    <a:pt x="790575" y="281939"/>
                  </a:cubicBezTo>
                  <a:cubicBezTo>
                    <a:pt x="788711" y="277278"/>
                    <a:pt x="780777" y="279422"/>
                    <a:pt x="776287" y="277177"/>
                  </a:cubicBezTo>
                  <a:cubicBezTo>
                    <a:pt x="771168" y="274617"/>
                    <a:pt x="767119" y="270212"/>
                    <a:pt x="762000" y="267652"/>
                  </a:cubicBezTo>
                  <a:cubicBezTo>
                    <a:pt x="757510" y="265407"/>
                    <a:pt x="752101" y="265327"/>
                    <a:pt x="747712" y="262889"/>
                  </a:cubicBezTo>
                  <a:cubicBezTo>
                    <a:pt x="698587" y="235597"/>
                    <a:pt x="737177" y="249852"/>
                    <a:pt x="704850" y="239077"/>
                  </a:cubicBezTo>
                  <a:cubicBezTo>
                    <a:pt x="695325" y="232727"/>
                    <a:pt x="687135" y="223647"/>
                    <a:pt x="676275" y="220027"/>
                  </a:cubicBezTo>
                  <a:cubicBezTo>
                    <a:pt x="671512" y="218439"/>
                    <a:pt x="666376" y="217702"/>
                    <a:pt x="661987" y="215264"/>
                  </a:cubicBezTo>
                  <a:cubicBezTo>
                    <a:pt x="651980" y="209705"/>
                    <a:pt x="644272" y="199834"/>
                    <a:pt x="633412" y="196214"/>
                  </a:cubicBezTo>
                  <a:lnTo>
                    <a:pt x="604837" y="186689"/>
                  </a:lnTo>
                  <a:cubicBezTo>
                    <a:pt x="595312" y="189864"/>
                    <a:pt x="581831" y="187860"/>
                    <a:pt x="576262" y="196214"/>
                  </a:cubicBezTo>
                  <a:cubicBezTo>
                    <a:pt x="569234" y="206757"/>
                    <a:pt x="563451" y="217455"/>
                    <a:pt x="552450" y="224789"/>
                  </a:cubicBezTo>
                  <a:cubicBezTo>
                    <a:pt x="548273" y="227574"/>
                    <a:pt x="542925" y="227964"/>
                    <a:pt x="538162" y="229552"/>
                  </a:cubicBezTo>
                  <a:cubicBezTo>
                    <a:pt x="539750" y="248602"/>
                    <a:pt x="539176" y="267957"/>
                    <a:pt x="542925" y="286702"/>
                  </a:cubicBezTo>
                  <a:cubicBezTo>
                    <a:pt x="545465" y="299401"/>
                    <a:pt x="557848" y="304164"/>
                    <a:pt x="566737" y="310514"/>
                  </a:cubicBezTo>
                  <a:cubicBezTo>
                    <a:pt x="576246" y="317307"/>
                    <a:pt x="606150" y="341115"/>
                    <a:pt x="614362" y="343852"/>
                  </a:cubicBezTo>
                  <a:lnTo>
                    <a:pt x="628650" y="348614"/>
                  </a:lnTo>
                  <a:cubicBezTo>
                    <a:pt x="638175" y="354964"/>
                    <a:pt x="663575" y="358139"/>
                    <a:pt x="657225" y="367664"/>
                  </a:cubicBezTo>
                  <a:cubicBezTo>
                    <a:pt x="654050" y="372427"/>
                    <a:pt x="652554" y="378918"/>
                    <a:pt x="647700" y="381952"/>
                  </a:cubicBezTo>
                  <a:cubicBezTo>
                    <a:pt x="639968" y="386784"/>
                    <a:pt x="611229" y="393451"/>
                    <a:pt x="600075" y="396239"/>
                  </a:cubicBezTo>
                  <a:cubicBezTo>
                    <a:pt x="595312" y="399414"/>
                    <a:pt x="591217" y="403954"/>
                    <a:pt x="585787" y="405764"/>
                  </a:cubicBezTo>
                  <a:cubicBezTo>
                    <a:pt x="576626" y="408818"/>
                    <a:pt x="566638" y="408432"/>
                    <a:pt x="557212" y="410527"/>
                  </a:cubicBezTo>
                  <a:cubicBezTo>
                    <a:pt x="552312" y="411616"/>
                    <a:pt x="547687" y="413702"/>
                    <a:pt x="542925" y="415289"/>
                  </a:cubicBezTo>
                  <a:cubicBezTo>
                    <a:pt x="538162" y="413702"/>
                    <a:pt x="532557" y="413663"/>
                    <a:pt x="528637" y="410527"/>
                  </a:cubicBezTo>
                  <a:cubicBezTo>
                    <a:pt x="497862" y="385907"/>
                    <a:pt x="540737" y="403447"/>
                    <a:pt x="504825" y="391477"/>
                  </a:cubicBezTo>
                  <a:cubicBezTo>
                    <a:pt x="493712" y="393064"/>
                    <a:pt x="482425" y="393715"/>
                    <a:pt x="471487" y="396239"/>
                  </a:cubicBezTo>
                  <a:cubicBezTo>
                    <a:pt x="461704" y="398497"/>
                    <a:pt x="442912" y="405764"/>
                    <a:pt x="442912" y="405764"/>
                  </a:cubicBezTo>
                  <a:lnTo>
                    <a:pt x="400050" y="434339"/>
                  </a:lnTo>
                  <a:lnTo>
                    <a:pt x="385762" y="443864"/>
                  </a:lnTo>
                  <a:cubicBezTo>
                    <a:pt x="382587" y="448627"/>
                    <a:pt x="381741" y="456579"/>
                    <a:pt x="376237" y="458152"/>
                  </a:cubicBezTo>
                  <a:cubicBezTo>
                    <a:pt x="358697" y="463163"/>
                    <a:pt x="350756" y="450173"/>
                    <a:pt x="338137" y="443864"/>
                  </a:cubicBezTo>
                  <a:cubicBezTo>
                    <a:pt x="333647" y="441619"/>
                    <a:pt x="328612" y="440689"/>
                    <a:pt x="323850" y="439102"/>
                  </a:cubicBezTo>
                  <a:cubicBezTo>
                    <a:pt x="317247" y="440422"/>
                    <a:pt x="293991" y="444049"/>
                    <a:pt x="285750" y="448627"/>
                  </a:cubicBezTo>
                  <a:cubicBezTo>
                    <a:pt x="275743" y="454187"/>
                    <a:pt x="266700" y="461327"/>
                    <a:pt x="257175" y="467677"/>
                  </a:cubicBezTo>
                  <a:lnTo>
                    <a:pt x="242887" y="477202"/>
                  </a:lnTo>
                  <a:lnTo>
                    <a:pt x="228600" y="486727"/>
                  </a:lnTo>
                  <a:cubicBezTo>
                    <a:pt x="180821" y="477170"/>
                    <a:pt x="222254" y="491295"/>
                    <a:pt x="195262" y="467677"/>
                  </a:cubicBezTo>
                  <a:cubicBezTo>
                    <a:pt x="186647" y="460139"/>
                    <a:pt x="166687" y="448627"/>
                    <a:pt x="166687" y="448627"/>
                  </a:cubicBezTo>
                  <a:cubicBezTo>
                    <a:pt x="135225" y="401432"/>
                    <a:pt x="192862" y="492631"/>
                    <a:pt x="152400" y="391477"/>
                  </a:cubicBezTo>
                  <a:cubicBezTo>
                    <a:pt x="150535" y="386816"/>
                    <a:pt x="143102" y="387268"/>
                    <a:pt x="138112" y="386714"/>
                  </a:cubicBezTo>
                  <a:cubicBezTo>
                    <a:pt x="114393" y="384079"/>
                    <a:pt x="90487" y="383539"/>
                    <a:pt x="66675" y="381952"/>
                  </a:cubicBezTo>
                  <a:cubicBezTo>
                    <a:pt x="52387" y="383539"/>
                    <a:pt x="37758" y="383228"/>
                    <a:pt x="23812" y="386714"/>
                  </a:cubicBezTo>
                  <a:cubicBezTo>
                    <a:pt x="5037" y="391408"/>
                    <a:pt x="7469" y="403810"/>
                    <a:pt x="4762" y="420052"/>
                  </a:cubicBezTo>
                  <a:cubicBezTo>
                    <a:pt x="2917" y="431124"/>
                    <a:pt x="1587" y="442277"/>
                    <a:pt x="0" y="453389"/>
                  </a:cubicBezTo>
                  <a:cubicBezTo>
                    <a:pt x="1587" y="459739"/>
                    <a:pt x="134" y="467811"/>
                    <a:pt x="4762" y="472439"/>
                  </a:cubicBezTo>
                  <a:cubicBezTo>
                    <a:pt x="9390" y="477067"/>
                    <a:pt x="17543" y="475321"/>
                    <a:pt x="23812" y="477202"/>
                  </a:cubicBezTo>
                  <a:cubicBezTo>
                    <a:pt x="81762" y="494588"/>
                    <a:pt x="27545" y="480517"/>
                    <a:pt x="71437" y="491489"/>
                  </a:cubicBezTo>
                  <a:cubicBezTo>
                    <a:pt x="73025" y="496252"/>
                    <a:pt x="73955" y="501287"/>
                    <a:pt x="76200" y="505777"/>
                  </a:cubicBezTo>
                  <a:cubicBezTo>
                    <a:pt x="78760" y="510896"/>
                    <a:pt x="83769" y="514685"/>
                    <a:pt x="85725" y="520064"/>
                  </a:cubicBezTo>
                  <a:cubicBezTo>
                    <a:pt x="90199" y="532367"/>
                    <a:pt x="91110" y="545745"/>
                    <a:pt x="95250" y="558164"/>
                  </a:cubicBezTo>
                  <a:cubicBezTo>
                    <a:pt x="98425" y="567689"/>
                    <a:pt x="94735" y="586739"/>
                    <a:pt x="104775" y="586739"/>
                  </a:cubicBezTo>
                  <a:lnTo>
                    <a:pt x="114300" y="586739"/>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0" name="자유형 116">
              <a:extLst>
                <a:ext uri="{FF2B5EF4-FFF2-40B4-BE49-F238E27FC236}">
                  <a16:creationId xmlns:a16="http://schemas.microsoft.com/office/drawing/2014/main" id="{25F61281-474E-423A-BC6F-8D15BB7AC3FF}"/>
                </a:ext>
              </a:extLst>
            </p:cNvPr>
            <p:cNvSpPr/>
            <p:nvPr/>
          </p:nvSpPr>
          <p:spPr>
            <a:xfrm>
              <a:off x="2013999" y="4801616"/>
              <a:ext cx="267920" cy="408578"/>
            </a:xfrm>
            <a:custGeom>
              <a:avLst/>
              <a:gdLst>
                <a:gd name="connsiteX0" fmla="*/ 0 w 381000"/>
                <a:gd name="connsiteY0" fmla="*/ 0 h 581025"/>
                <a:gd name="connsiteX1" fmla="*/ 23813 w 381000"/>
                <a:gd name="connsiteY1" fmla="*/ 4762 h 581025"/>
                <a:gd name="connsiteX2" fmla="*/ 38100 w 381000"/>
                <a:gd name="connsiteY2" fmla="*/ 19050 h 581025"/>
                <a:gd name="connsiteX3" fmla="*/ 80963 w 381000"/>
                <a:gd name="connsiteY3" fmla="*/ 42862 h 581025"/>
                <a:gd name="connsiteX4" fmla="*/ 109538 w 381000"/>
                <a:gd name="connsiteY4" fmla="*/ 57150 h 581025"/>
                <a:gd name="connsiteX5" fmla="*/ 138113 w 381000"/>
                <a:gd name="connsiteY5" fmla="*/ 71437 h 581025"/>
                <a:gd name="connsiteX6" fmla="*/ 147638 w 381000"/>
                <a:gd name="connsiteY6" fmla="*/ 85725 h 581025"/>
                <a:gd name="connsiteX7" fmla="*/ 142875 w 381000"/>
                <a:gd name="connsiteY7" fmla="*/ 100012 h 581025"/>
                <a:gd name="connsiteX8" fmla="*/ 114300 w 381000"/>
                <a:gd name="connsiteY8" fmla="*/ 128587 h 581025"/>
                <a:gd name="connsiteX9" fmla="*/ 104775 w 381000"/>
                <a:gd name="connsiteY9" fmla="*/ 142875 h 581025"/>
                <a:gd name="connsiteX10" fmla="*/ 90488 w 381000"/>
                <a:gd name="connsiteY10" fmla="*/ 147637 h 581025"/>
                <a:gd name="connsiteX11" fmla="*/ 85725 w 381000"/>
                <a:gd name="connsiteY11" fmla="*/ 161925 h 581025"/>
                <a:gd name="connsiteX12" fmla="*/ 71438 w 381000"/>
                <a:gd name="connsiteY12" fmla="*/ 171450 h 581025"/>
                <a:gd name="connsiteX13" fmla="*/ 61913 w 381000"/>
                <a:gd name="connsiteY13" fmla="*/ 200025 h 581025"/>
                <a:gd name="connsiteX14" fmla="*/ 76200 w 381000"/>
                <a:gd name="connsiteY14" fmla="*/ 204787 h 581025"/>
                <a:gd name="connsiteX15" fmla="*/ 104775 w 381000"/>
                <a:gd name="connsiteY15" fmla="*/ 223837 h 581025"/>
                <a:gd name="connsiteX16" fmla="*/ 109538 w 381000"/>
                <a:gd name="connsiteY16" fmla="*/ 238125 h 581025"/>
                <a:gd name="connsiteX17" fmla="*/ 100013 w 381000"/>
                <a:gd name="connsiteY17" fmla="*/ 290512 h 581025"/>
                <a:gd name="connsiteX18" fmla="*/ 95250 w 381000"/>
                <a:gd name="connsiteY18" fmla="*/ 314325 h 581025"/>
                <a:gd name="connsiteX19" fmla="*/ 85725 w 381000"/>
                <a:gd name="connsiteY19" fmla="*/ 342900 h 581025"/>
                <a:gd name="connsiteX20" fmla="*/ 90488 w 381000"/>
                <a:gd name="connsiteY20" fmla="*/ 390525 h 581025"/>
                <a:gd name="connsiteX21" fmla="*/ 95250 w 381000"/>
                <a:gd name="connsiteY21" fmla="*/ 404812 h 581025"/>
                <a:gd name="connsiteX22" fmla="*/ 114300 w 381000"/>
                <a:gd name="connsiteY22" fmla="*/ 400050 h 581025"/>
                <a:gd name="connsiteX23" fmla="*/ 157163 w 381000"/>
                <a:gd name="connsiteY23" fmla="*/ 390525 h 581025"/>
                <a:gd name="connsiteX24" fmla="*/ 171450 w 381000"/>
                <a:gd name="connsiteY24" fmla="*/ 385762 h 581025"/>
                <a:gd name="connsiteX25" fmla="*/ 185738 w 381000"/>
                <a:gd name="connsiteY25" fmla="*/ 376237 h 581025"/>
                <a:gd name="connsiteX26" fmla="*/ 204788 w 381000"/>
                <a:gd name="connsiteY26" fmla="*/ 371475 h 581025"/>
                <a:gd name="connsiteX27" fmla="*/ 247650 w 381000"/>
                <a:gd name="connsiteY27" fmla="*/ 352425 h 581025"/>
                <a:gd name="connsiteX28" fmla="*/ 271463 w 381000"/>
                <a:gd name="connsiteY28" fmla="*/ 347662 h 581025"/>
                <a:gd name="connsiteX29" fmla="*/ 285750 w 381000"/>
                <a:gd name="connsiteY29" fmla="*/ 342900 h 581025"/>
                <a:gd name="connsiteX30" fmla="*/ 309563 w 381000"/>
                <a:gd name="connsiteY30" fmla="*/ 371475 h 581025"/>
                <a:gd name="connsiteX31" fmla="*/ 314325 w 381000"/>
                <a:gd name="connsiteY31" fmla="*/ 385762 h 581025"/>
                <a:gd name="connsiteX32" fmla="*/ 323850 w 381000"/>
                <a:gd name="connsiteY32" fmla="*/ 400050 h 581025"/>
                <a:gd name="connsiteX33" fmla="*/ 338138 w 381000"/>
                <a:gd name="connsiteY33" fmla="*/ 428625 h 581025"/>
                <a:gd name="connsiteX34" fmla="*/ 352425 w 381000"/>
                <a:gd name="connsiteY34" fmla="*/ 438150 h 581025"/>
                <a:gd name="connsiteX35" fmla="*/ 381000 w 381000"/>
                <a:gd name="connsiteY35" fmla="*/ 461962 h 581025"/>
                <a:gd name="connsiteX36" fmla="*/ 376238 w 381000"/>
                <a:gd name="connsiteY36" fmla="*/ 557212 h 581025"/>
                <a:gd name="connsiteX37" fmla="*/ 371475 w 381000"/>
                <a:gd name="connsiteY37" fmla="*/ 581025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1000" h="581025">
                  <a:moveTo>
                    <a:pt x="0" y="0"/>
                  </a:moveTo>
                  <a:cubicBezTo>
                    <a:pt x="7938" y="1587"/>
                    <a:pt x="16573" y="1142"/>
                    <a:pt x="23813" y="4762"/>
                  </a:cubicBezTo>
                  <a:cubicBezTo>
                    <a:pt x="29837" y="7774"/>
                    <a:pt x="32784" y="14915"/>
                    <a:pt x="38100" y="19050"/>
                  </a:cubicBezTo>
                  <a:cubicBezTo>
                    <a:pt x="62664" y="38156"/>
                    <a:pt x="59406" y="35677"/>
                    <a:pt x="80963" y="42862"/>
                  </a:cubicBezTo>
                  <a:cubicBezTo>
                    <a:pt x="121906" y="70158"/>
                    <a:pt x="70104" y="37432"/>
                    <a:pt x="109538" y="57150"/>
                  </a:cubicBezTo>
                  <a:cubicBezTo>
                    <a:pt x="146460" y="75611"/>
                    <a:pt x="102206" y="59470"/>
                    <a:pt x="138113" y="71437"/>
                  </a:cubicBezTo>
                  <a:cubicBezTo>
                    <a:pt x="141288" y="76200"/>
                    <a:pt x="146697" y="80079"/>
                    <a:pt x="147638" y="85725"/>
                  </a:cubicBezTo>
                  <a:cubicBezTo>
                    <a:pt x="148463" y="90677"/>
                    <a:pt x="145957" y="96049"/>
                    <a:pt x="142875" y="100012"/>
                  </a:cubicBezTo>
                  <a:cubicBezTo>
                    <a:pt x="134605" y="110645"/>
                    <a:pt x="121772" y="117379"/>
                    <a:pt x="114300" y="128587"/>
                  </a:cubicBezTo>
                  <a:cubicBezTo>
                    <a:pt x="111125" y="133350"/>
                    <a:pt x="109245" y="139299"/>
                    <a:pt x="104775" y="142875"/>
                  </a:cubicBezTo>
                  <a:cubicBezTo>
                    <a:pt x="100855" y="146011"/>
                    <a:pt x="95250" y="146050"/>
                    <a:pt x="90488" y="147637"/>
                  </a:cubicBezTo>
                  <a:cubicBezTo>
                    <a:pt x="88900" y="152400"/>
                    <a:pt x="88861" y="158005"/>
                    <a:pt x="85725" y="161925"/>
                  </a:cubicBezTo>
                  <a:cubicBezTo>
                    <a:pt x="82149" y="166394"/>
                    <a:pt x="74471" y="166596"/>
                    <a:pt x="71438" y="171450"/>
                  </a:cubicBezTo>
                  <a:cubicBezTo>
                    <a:pt x="66117" y="179964"/>
                    <a:pt x="61913" y="200025"/>
                    <a:pt x="61913" y="200025"/>
                  </a:cubicBezTo>
                  <a:cubicBezTo>
                    <a:pt x="66675" y="201612"/>
                    <a:pt x="71812" y="202349"/>
                    <a:pt x="76200" y="204787"/>
                  </a:cubicBezTo>
                  <a:cubicBezTo>
                    <a:pt x="86207" y="210346"/>
                    <a:pt x="104775" y="223837"/>
                    <a:pt x="104775" y="223837"/>
                  </a:cubicBezTo>
                  <a:cubicBezTo>
                    <a:pt x="106363" y="228600"/>
                    <a:pt x="109538" y="233105"/>
                    <a:pt x="109538" y="238125"/>
                  </a:cubicBezTo>
                  <a:cubicBezTo>
                    <a:pt x="109538" y="258755"/>
                    <a:pt x="104180" y="271760"/>
                    <a:pt x="100013" y="290512"/>
                  </a:cubicBezTo>
                  <a:cubicBezTo>
                    <a:pt x="98257" y="298414"/>
                    <a:pt x="97380" y="306515"/>
                    <a:pt x="95250" y="314325"/>
                  </a:cubicBezTo>
                  <a:cubicBezTo>
                    <a:pt x="92608" y="324011"/>
                    <a:pt x="85725" y="342900"/>
                    <a:pt x="85725" y="342900"/>
                  </a:cubicBezTo>
                  <a:cubicBezTo>
                    <a:pt x="87313" y="358775"/>
                    <a:pt x="88062" y="374756"/>
                    <a:pt x="90488" y="390525"/>
                  </a:cubicBezTo>
                  <a:cubicBezTo>
                    <a:pt x="91251" y="395487"/>
                    <a:pt x="90589" y="402948"/>
                    <a:pt x="95250" y="404812"/>
                  </a:cubicBezTo>
                  <a:cubicBezTo>
                    <a:pt x="101327" y="407243"/>
                    <a:pt x="108006" y="401848"/>
                    <a:pt x="114300" y="400050"/>
                  </a:cubicBezTo>
                  <a:cubicBezTo>
                    <a:pt x="147133" y="390669"/>
                    <a:pt x="105586" y="399120"/>
                    <a:pt x="157163" y="390525"/>
                  </a:cubicBezTo>
                  <a:cubicBezTo>
                    <a:pt x="161925" y="388937"/>
                    <a:pt x="166960" y="388007"/>
                    <a:pt x="171450" y="385762"/>
                  </a:cubicBezTo>
                  <a:cubicBezTo>
                    <a:pt x="176570" y="383202"/>
                    <a:pt x="180477" y="378492"/>
                    <a:pt x="185738" y="376237"/>
                  </a:cubicBezTo>
                  <a:cubicBezTo>
                    <a:pt x="191754" y="373659"/>
                    <a:pt x="198438" y="373062"/>
                    <a:pt x="204788" y="371475"/>
                  </a:cubicBezTo>
                  <a:cubicBezTo>
                    <a:pt x="218859" y="364439"/>
                    <a:pt x="232449" y="356986"/>
                    <a:pt x="247650" y="352425"/>
                  </a:cubicBezTo>
                  <a:cubicBezTo>
                    <a:pt x="255403" y="350099"/>
                    <a:pt x="263610" y="349625"/>
                    <a:pt x="271463" y="347662"/>
                  </a:cubicBezTo>
                  <a:cubicBezTo>
                    <a:pt x="276333" y="346444"/>
                    <a:pt x="280988" y="344487"/>
                    <a:pt x="285750" y="342900"/>
                  </a:cubicBezTo>
                  <a:cubicBezTo>
                    <a:pt x="296285" y="353434"/>
                    <a:pt x="302932" y="358212"/>
                    <a:pt x="309563" y="371475"/>
                  </a:cubicBezTo>
                  <a:cubicBezTo>
                    <a:pt x="311808" y="375965"/>
                    <a:pt x="312080" y="381272"/>
                    <a:pt x="314325" y="385762"/>
                  </a:cubicBezTo>
                  <a:cubicBezTo>
                    <a:pt x="316885" y="390882"/>
                    <a:pt x="321290" y="394930"/>
                    <a:pt x="323850" y="400050"/>
                  </a:cubicBezTo>
                  <a:cubicBezTo>
                    <a:pt x="331596" y="415542"/>
                    <a:pt x="324491" y="414977"/>
                    <a:pt x="338138" y="428625"/>
                  </a:cubicBezTo>
                  <a:cubicBezTo>
                    <a:pt x="342185" y="432672"/>
                    <a:pt x="348028" y="434486"/>
                    <a:pt x="352425" y="438150"/>
                  </a:cubicBezTo>
                  <a:cubicBezTo>
                    <a:pt x="389094" y="468707"/>
                    <a:pt x="345528" y="438313"/>
                    <a:pt x="381000" y="461962"/>
                  </a:cubicBezTo>
                  <a:cubicBezTo>
                    <a:pt x="379413" y="493712"/>
                    <a:pt x="378773" y="525524"/>
                    <a:pt x="376238" y="557212"/>
                  </a:cubicBezTo>
                  <a:cubicBezTo>
                    <a:pt x="375592" y="565281"/>
                    <a:pt x="371475" y="581025"/>
                    <a:pt x="371475" y="58102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6" name="직사각형 65">
            <a:extLst>
              <a:ext uri="{FF2B5EF4-FFF2-40B4-BE49-F238E27FC236}">
                <a16:creationId xmlns:a16="http://schemas.microsoft.com/office/drawing/2014/main" id="{877203F0-8525-4225-984E-28806720D9D5}"/>
              </a:ext>
            </a:extLst>
          </p:cNvPr>
          <p:cNvSpPr/>
          <p:nvPr/>
        </p:nvSpPr>
        <p:spPr>
          <a:xfrm>
            <a:off x="7895155" y="6966863"/>
            <a:ext cx="902283" cy="86258"/>
          </a:xfrm>
          <a:prstGeom prst="rect">
            <a:avLst/>
          </a:prstGeom>
          <a:blipFill>
            <a:blip r:embed="rId3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67" name="직사각형 66">
                <a:extLst>
                  <a:ext uri="{FF2B5EF4-FFF2-40B4-BE49-F238E27FC236}">
                    <a16:creationId xmlns:a16="http://schemas.microsoft.com/office/drawing/2014/main" id="{DCB2D7D7-9CE9-49AF-B10D-9CE84C20EA71}"/>
                  </a:ext>
                </a:extLst>
              </p:cNvPr>
              <p:cNvSpPr/>
              <p:nvPr/>
            </p:nvSpPr>
            <p:spPr>
              <a:xfrm>
                <a:off x="2761221" y="8440443"/>
                <a:ext cx="1268990" cy="747028"/>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Near-field speckles</a:t>
                </a:r>
              </a:p>
              <a:p>
                <a:pPr algn="ctr"/>
                <a14:m>
                  <m:oMath xmlns:m="http://schemas.openxmlformats.org/officeDocument/2006/math">
                    <m:r>
                      <a:rPr lang="en-US" altLang="ko-KR" sz="1200" b="0" i="1" dirty="0">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𝑁</m:t>
                    </m:r>
                    <m:r>
                      <a:rPr lang="en-US" altLang="ko-KR" sz="1200" b="0" i="1" smtClean="0">
                        <a:solidFill>
                          <a:prstClr val="black"/>
                        </a:solidFill>
                        <a:latin typeface="Cambria Math" panose="02040503050406030204" pitchFamily="18" charset="0"/>
                        <a:cs typeface="Times New Roman" panose="02020603050405020304" pitchFamily="18" charset="0"/>
                      </a:rPr>
                      <m:t>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smtClean="0">
                        <a:solidFill>
                          <a:prstClr val="black"/>
                        </a:solidFill>
                        <a:latin typeface="Cambria Math" panose="02040503050406030204" pitchFamily="18" charset="0"/>
                        <a:cs typeface="Times New Roman" panose="02020603050405020304" pitchFamily="18" charset="0"/>
                      </a:rPr>
                      <m:t>)</m:t>
                    </m:r>
                  </m:oMath>
                </a14:m>
                <a:r>
                  <a:rPr lang="en-US" altLang="ko-KR" sz="1200" dirty="0">
                    <a:latin typeface="Times New Roman" panose="02020603050405020304" pitchFamily="18" charset="0"/>
                    <a:cs typeface="Times New Roman" panose="02020603050405020304" pitchFamily="18" charset="0"/>
                  </a:rPr>
                  <a:t>]</a:t>
                </a:r>
                <a:endParaRPr lang="ko-KR" altLang="en-US" sz="1200" dirty="0">
                  <a:latin typeface="Times New Roman" panose="02020603050405020304" pitchFamily="18" charset="0"/>
                  <a:cs typeface="Times New Roman" panose="02020603050405020304" pitchFamily="18" charset="0"/>
                </a:endParaRPr>
              </a:p>
            </p:txBody>
          </p:sp>
        </mc:Choice>
        <mc:Fallback xmlns="">
          <p:sp>
            <p:nvSpPr>
              <p:cNvPr id="67" name="직사각형 66">
                <a:extLst>
                  <a:ext uri="{FF2B5EF4-FFF2-40B4-BE49-F238E27FC236}">
                    <a16:creationId xmlns:a16="http://schemas.microsoft.com/office/drawing/2014/main" id="{DCB2D7D7-9CE9-49AF-B10D-9CE84C20EA71}"/>
                  </a:ext>
                </a:extLst>
              </p:cNvPr>
              <p:cNvSpPr>
                <a:spLocks noRot="1" noChangeAspect="1" noMove="1" noResize="1" noEditPoints="1" noAdjustHandles="1" noChangeArrowheads="1" noChangeShapeType="1" noTextEdit="1"/>
              </p:cNvSpPr>
              <p:nvPr/>
            </p:nvSpPr>
            <p:spPr>
              <a:xfrm>
                <a:off x="2761221" y="8440443"/>
                <a:ext cx="1268990" cy="747028"/>
              </a:xfrm>
              <a:prstGeom prst="rect">
                <a:avLst/>
              </a:prstGeom>
              <a:blipFill>
                <a:blip r:embed="rId42"/>
                <a:stretch>
                  <a:fillRect t="-1639"/>
                </a:stretch>
              </a:blipFill>
            </p:spPr>
            <p:txBody>
              <a:bodyPr/>
              <a:lstStyle/>
              <a:p>
                <a:r>
                  <a:rPr lang="ko-KR" altLang="en-US">
                    <a:noFill/>
                  </a:rPr>
                  <a:t> </a:t>
                </a:r>
              </a:p>
            </p:txBody>
          </p:sp>
        </mc:Fallback>
      </mc:AlternateContent>
      <p:pic>
        <p:nvPicPr>
          <p:cNvPr id="68" name="그림 67">
            <a:extLst>
              <a:ext uri="{FF2B5EF4-FFF2-40B4-BE49-F238E27FC236}">
                <a16:creationId xmlns:a16="http://schemas.microsoft.com/office/drawing/2014/main" id="{0D873BF4-390B-4F35-8123-CE8DA0061B5E}"/>
              </a:ext>
            </a:extLst>
          </p:cNvPr>
          <p:cNvPicPr>
            <a:picLocks noChangeAspect="1"/>
          </p:cNvPicPr>
          <p:nvPr/>
        </p:nvPicPr>
        <p:blipFill rotWithShape="1">
          <a:blip r:embed="rId43"/>
          <a:srcRect l="18348" t="34114" r="15036" b="9807"/>
          <a:stretch/>
        </p:blipFill>
        <p:spPr>
          <a:xfrm>
            <a:off x="5794711" y="7441238"/>
            <a:ext cx="1340356" cy="430400"/>
          </a:xfrm>
          <a:prstGeom prst="rect">
            <a:avLst/>
          </a:prstGeom>
        </p:spPr>
      </p:pic>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318A0DB-5CB1-4720-AF3E-F4ABB0CAD8ED}"/>
                  </a:ext>
                </a:extLst>
              </p:cNvPr>
              <p:cNvSpPr txBox="1"/>
              <p:nvPr/>
            </p:nvSpPr>
            <p:spPr>
              <a:xfrm>
                <a:off x="5675643" y="7200782"/>
                <a:ext cx="1616312"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solidFill>
                            <a:prstClr val="black"/>
                          </a:solidFill>
                          <a:latin typeface="Cambria Math" panose="02040503050406030204" pitchFamily="18" charset="0"/>
                          <a:cs typeface="Times New Roman" panose="02020603050405020304" pitchFamily="18" charset="0"/>
                        </a:rPr>
                        <m:t>𝐹𝑆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sSub>
                        <m:sSubPr>
                          <m:ctrlPr>
                            <a:rPr lang="en-US" altLang="ko-KR" sz="1200" i="1" smtClean="0">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smtClean="0">
                              <a:solidFill>
                                <a:prstClr val="black"/>
                              </a:solidFill>
                              <a:latin typeface="Cambria Math" panose="02040503050406030204" pitchFamily="18" charset="0"/>
                              <a:cs typeface="Times New Roman" panose="02020603050405020304" pitchFamily="18" charset="0"/>
                            </a:rPr>
                            <m:t>0</m:t>
                          </m:r>
                        </m:sub>
                      </m:sSub>
                      <m:r>
                        <a:rPr lang="en-US" altLang="ko-KR" sz="1200" b="0" i="1">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1200" dirty="0">
                  <a:solidFill>
                    <a:prstClr val="black"/>
                  </a:solidFill>
                  <a:latin typeface="Symbol" panose="05050102010706020507" pitchFamily="18" charset="2"/>
                  <a:cs typeface="Times New Roman" panose="02020603050405020304" pitchFamily="18" charset="0"/>
                </a:endParaRPr>
              </a:p>
            </p:txBody>
          </p:sp>
        </mc:Choice>
        <mc:Fallback xmlns="">
          <p:sp>
            <p:nvSpPr>
              <p:cNvPr id="69" name="TextBox 68">
                <a:extLst>
                  <a:ext uri="{FF2B5EF4-FFF2-40B4-BE49-F238E27FC236}">
                    <a16:creationId xmlns:a16="http://schemas.microsoft.com/office/drawing/2014/main" id="{0318A0DB-5CB1-4720-AF3E-F4ABB0CAD8ED}"/>
                  </a:ext>
                </a:extLst>
              </p:cNvPr>
              <p:cNvSpPr txBox="1">
                <a:spLocks noRot="1" noChangeAspect="1" noMove="1" noResize="1" noEditPoints="1" noAdjustHandles="1" noChangeArrowheads="1" noChangeShapeType="1" noTextEdit="1"/>
              </p:cNvSpPr>
              <p:nvPr/>
            </p:nvSpPr>
            <p:spPr>
              <a:xfrm>
                <a:off x="5675643" y="7200782"/>
                <a:ext cx="1616312" cy="276999"/>
              </a:xfrm>
              <a:prstGeom prst="rect">
                <a:avLst/>
              </a:prstGeom>
              <a:blipFill>
                <a:blip r:embed="rId44"/>
                <a:stretch>
                  <a:fillRect b="-869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D4950965-982B-42DA-AE7E-1CBB3AA6B12A}"/>
                  </a:ext>
                </a:extLst>
              </p:cNvPr>
              <p:cNvSpPr txBox="1"/>
              <p:nvPr/>
            </p:nvSpPr>
            <p:spPr>
              <a:xfrm>
                <a:off x="5639974" y="8803184"/>
                <a:ext cx="1616312"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1200" b="0" i="1">
                          <a:solidFill>
                            <a:prstClr val="black"/>
                          </a:solidFill>
                          <a:latin typeface="Cambria Math" panose="02040503050406030204" pitchFamily="18" charset="0"/>
                          <a:cs typeface="Times New Roman" panose="02020603050405020304" pitchFamily="18" charset="0"/>
                        </a:rPr>
                        <m:t>𝑁</m:t>
                      </m:r>
                      <m:r>
                        <a:rPr lang="en-US" altLang="ko-KR" sz="1200" b="0" i="1" smtClean="0">
                          <a:solidFill>
                            <a:prstClr val="black"/>
                          </a:solidFill>
                          <a:latin typeface="Cambria Math" panose="02040503050406030204" pitchFamily="18" charset="0"/>
                          <a:cs typeface="Times New Roman" panose="02020603050405020304" pitchFamily="18" charset="0"/>
                        </a:rPr>
                        <m:t>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sSub>
                        <m:sSubPr>
                          <m:ctrlPr>
                            <a:rPr lang="en-US" altLang="ko-KR" sz="1200" i="1" smtClean="0">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smtClean="0">
                              <a:solidFill>
                                <a:prstClr val="black"/>
                              </a:solidFill>
                              <a:latin typeface="Cambria Math" panose="02040503050406030204" pitchFamily="18" charset="0"/>
                              <a:cs typeface="Times New Roman" panose="02020603050405020304" pitchFamily="18" charset="0"/>
                            </a:rPr>
                            <m:t>0</m:t>
                          </m:r>
                        </m:sub>
                      </m:sSub>
                      <m:r>
                        <a:rPr lang="en-US" altLang="ko-KR" sz="1200" b="0" i="1">
                          <a:solidFill>
                            <a:prstClr val="black"/>
                          </a:solidFill>
                          <a:latin typeface="Cambria Math" panose="02040503050406030204" pitchFamily="18" charset="0"/>
                          <a:cs typeface="Times New Roman" panose="02020603050405020304" pitchFamily="18" charset="0"/>
                        </a:rPr>
                        <m:t>+</m:t>
                      </m:r>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1200" dirty="0">
                  <a:solidFill>
                    <a:prstClr val="black"/>
                  </a:solidFill>
                  <a:latin typeface="Symbol" panose="05050102010706020507" pitchFamily="18" charset="2"/>
                  <a:cs typeface="Times New Roman" panose="02020603050405020304" pitchFamily="18" charset="0"/>
                </a:endParaRPr>
              </a:p>
            </p:txBody>
          </p:sp>
        </mc:Choice>
        <mc:Fallback xmlns="">
          <p:sp>
            <p:nvSpPr>
              <p:cNvPr id="70" name="TextBox 69">
                <a:extLst>
                  <a:ext uri="{FF2B5EF4-FFF2-40B4-BE49-F238E27FC236}">
                    <a16:creationId xmlns:a16="http://schemas.microsoft.com/office/drawing/2014/main" id="{D4950965-982B-42DA-AE7E-1CBB3AA6B12A}"/>
                  </a:ext>
                </a:extLst>
              </p:cNvPr>
              <p:cNvSpPr txBox="1">
                <a:spLocks noRot="1" noChangeAspect="1" noMove="1" noResize="1" noEditPoints="1" noAdjustHandles="1" noChangeArrowheads="1" noChangeShapeType="1" noTextEdit="1"/>
              </p:cNvSpPr>
              <p:nvPr/>
            </p:nvSpPr>
            <p:spPr>
              <a:xfrm>
                <a:off x="5639974" y="8803184"/>
                <a:ext cx="1616312" cy="276999"/>
              </a:xfrm>
              <a:prstGeom prst="rect">
                <a:avLst/>
              </a:prstGeom>
              <a:blipFill>
                <a:blip r:embed="rId45"/>
                <a:stretch>
                  <a:fillRect b="-8696"/>
                </a:stretch>
              </a:blipFill>
            </p:spPr>
            <p:txBody>
              <a:bodyPr/>
              <a:lstStyle/>
              <a:p>
                <a:r>
                  <a:rPr lang="ko-KR" altLang="en-US">
                    <a:noFill/>
                  </a:rPr>
                  <a:t> </a:t>
                </a:r>
              </a:p>
            </p:txBody>
          </p:sp>
        </mc:Fallback>
      </mc:AlternateContent>
      <p:pic>
        <p:nvPicPr>
          <p:cNvPr id="72" name="그림 71">
            <a:extLst>
              <a:ext uri="{FF2B5EF4-FFF2-40B4-BE49-F238E27FC236}">
                <a16:creationId xmlns:a16="http://schemas.microsoft.com/office/drawing/2014/main" id="{3052C723-2832-4C97-9AC3-293C515E106B}"/>
              </a:ext>
            </a:extLst>
          </p:cNvPr>
          <p:cNvPicPr>
            <a:picLocks noChangeAspect="1"/>
          </p:cNvPicPr>
          <p:nvPr/>
        </p:nvPicPr>
        <p:blipFill rotWithShape="1">
          <a:blip r:embed="rId46"/>
          <a:srcRect l="12700" t="25275" r="17995" b="14889"/>
          <a:stretch/>
        </p:blipFill>
        <p:spPr>
          <a:xfrm>
            <a:off x="7555882" y="7421318"/>
            <a:ext cx="1283295" cy="435886"/>
          </a:xfrm>
          <a:prstGeom prst="rect">
            <a:avLst/>
          </a:prstGeom>
        </p:spPr>
      </p:pic>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F5DB43A-768C-4085-8CDD-A6C6553F315B}"/>
                  </a:ext>
                </a:extLst>
              </p:cNvPr>
              <p:cNvSpPr txBox="1"/>
              <p:nvPr/>
            </p:nvSpPr>
            <p:spPr>
              <a:xfrm>
                <a:off x="7415708" y="7200782"/>
                <a:ext cx="1616312"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1200" b="0" i="1" smtClean="0">
                          <a:solidFill>
                            <a:prstClr val="black"/>
                          </a:solidFill>
                          <a:latin typeface="Cambria Math" panose="02040503050406030204" pitchFamily="18" charset="0"/>
                          <a:cs typeface="Times New Roman" panose="02020603050405020304" pitchFamily="18" charset="0"/>
                        </a:rPr>
                        <m:t>𝐹𝑆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sSub>
                        <m:sSubPr>
                          <m:ctrlPr>
                            <a:rPr lang="en-US" altLang="ko-KR" sz="1200" i="1" smtClean="0">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smtClean="0">
                              <a:solidFill>
                                <a:prstClr val="black"/>
                              </a:solidFill>
                              <a:latin typeface="Cambria Math" panose="02040503050406030204" pitchFamily="18" charset="0"/>
                              <a:cs typeface="Times New Roman" panose="02020603050405020304" pitchFamily="18" charset="0"/>
                            </a:rPr>
                            <m:t>0</m:t>
                          </m:r>
                        </m:sub>
                      </m:sSub>
                      <m:r>
                        <a:rPr lang="en-US" altLang="ko-KR" sz="1200" b="0" i="1">
                          <a:solidFill>
                            <a:prstClr val="black"/>
                          </a:solidFill>
                          <a:latin typeface="Cambria Math" panose="02040503050406030204" pitchFamily="18" charset="0"/>
                          <a:cs typeface="Times New Roman" panose="02020603050405020304" pitchFamily="18" charset="0"/>
                        </a:rPr>
                        <m:t>+</m:t>
                      </m:r>
                      <m:r>
                        <a:rPr lang="en-US" altLang="ko-KR" sz="1200" b="0" i="1" smtClean="0">
                          <a:solidFill>
                            <a:prstClr val="black"/>
                          </a:solidFill>
                          <a:latin typeface="Cambria Math" panose="02040503050406030204" pitchFamily="18" charset="0"/>
                          <a:cs typeface="Times New Roman" panose="02020603050405020304" pitchFamily="18" charset="0"/>
                        </a:rPr>
                        <m:t>2</m:t>
                      </m:r>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1200" dirty="0">
                  <a:solidFill>
                    <a:prstClr val="black"/>
                  </a:solidFill>
                  <a:latin typeface="Symbol" panose="05050102010706020507" pitchFamily="18" charset="2"/>
                  <a:cs typeface="Times New Roman" panose="02020603050405020304" pitchFamily="18" charset="0"/>
                </a:endParaRPr>
              </a:p>
            </p:txBody>
          </p:sp>
        </mc:Choice>
        <mc:Fallback xmlns="">
          <p:sp>
            <p:nvSpPr>
              <p:cNvPr id="73" name="TextBox 72">
                <a:extLst>
                  <a:ext uri="{FF2B5EF4-FFF2-40B4-BE49-F238E27FC236}">
                    <a16:creationId xmlns:a16="http://schemas.microsoft.com/office/drawing/2014/main" id="{9F5DB43A-768C-4085-8CDD-A6C6553F315B}"/>
                  </a:ext>
                </a:extLst>
              </p:cNvPr>
              <p:cNvSpPr txBox="1">
                <a:spLocks noRot="1" noChangeAspect="1" noMove="1" noResize="1" noEditPoints="1" noAdjustHandles="1" noChangeArrowheads="1" noChangeShapeType="1" noTextEdit="1"/>
              </p:cNvSpPr>
              <p:nvPr/>
            </p:nvSpPr>
            <p:spPr>
              <a:xfrm>
                <a:off x="7415708" y="7200782"/>
                <a:ext cx="1616312" cy="276999"/>
              </a:xfrm>
              <a:prstGeom prst="rect">
                <a:avLst/>
              </a:prstGeom>
              <a:blipFill>
                <a:blip r:embed="rId47"/>
                <a:stretch>
                  <a:fillRect b="-8696"/>
                </a:stretch>
              </a:blipFill>
            </p:spPr>
            <p:txBody>
              <a:bodyPr/>
              <a:lstStyle/>
              <a:p>
                <a:r>
                  <a:rPr lang="ko-KR" altLang="en-US">
                    <a:noFill/>
                  </a:rPr>
                  <a:t> </a:t>
                </a:r>
              </a:p>
            </p:txBody>
          </p:sp>
        </mc:Fallback>
      </mc:AlternateContent>
      <p:cxnSp>
        <p:nvCxnSpPr>
          <p:cNvPr id="74" name="직선 연결선 73">
            <a:extLst>
              <a:ext uri="{FF2B5EF4-FFF2-40B4-BE49-F238E27FC236}">
                <a16:creationId xmlns:a16="http://schemas.microsoft.com/office/drawing/2014/main" id="{6F03B48A-E016-479A-AD62-86189C1045DE}"/>
              </a:ext>
            </a:extLst>
          </p:cNvPr>
          <p:cNvCxnSpPr>
            <a:cxnSpLocks/>
          </p:cNvCxnSpPr>
          <p:nvPr/>
        </p:nvCxnSpPr>
        <p:spPr>
          <a:xfrm>
            <a:off x="3923670" y="8249119"/>
            <a:ext cx="4951209" cy="0"/>
          </a:xfrm>
          <a:prstGeom prst="line">
            <a:avLst/>
          </a:prstGeom>
          <a:ln>
            <a:solidFill>
              <a:schemeClr val="tx1"/>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75" name="직사각형 74">
            <a:extLst>
              <a:ext uri="{FF2B5EF4-FFF2-40B4-BE49-F238E27FC236}">
                <a16:creationId xmlns:a16="http://schemas.microsoft.com/office/drawing/2014/main" id="{D619B80A-BE59-4DF1-9987-3D7EC31B9779}"/>
              </a:ext>
            </a:extLst>
          </p:cNvPr>
          <p:cNvSpPr/>
          <p:nvPr/>
        </p:nvSpPr>
        <p:spPr>
          <a:xfrm>
            <a:off x="2684710" y="7732292"/>
            <a:ext cx="1422012" cy="320155"/>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Sample plane</a:t>
            </a:r>
            <a:endParaRPr lang="ko-KR" altLang="en-US" sz="1200"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5CFE583-D570-40D4-90A0-DA323792A689}"/>
                  </a:ext>
                </a:extLst>
              </p:cNvPr>
              <p:cNvSpPr txBox="1"/>
              <p:nvPr/>
            </p:nvSpPr>
            <p:spPr>
              <a:xfrm>
                <a:off x="7365207" y="8808007"/>
                <a:ext cx="1616312"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1200" b="0" i="1">
                          <a:solidFill>
                            <a:prstClr val="black"/>
                          </a:solidFill>
                          <a:latin typeface="Cambria Math" panose="02040503050406030204" pitchFamily="18" charset="0"/>
                          <a:cs typeface="Times New Roman" panose="02020603050405020304" pitchFamily="18" charset="0"/>
                        </a:rPr>
                        <m:t>𝑁</m:t>
                      </m:r>
                      <m:r>
                        <a:rPr lang="en-US" altLang="ko-KR" sz="1200" b="0" i="1" smtClean="0">
                          <a:solidFill>
                            <a:prstClr val="black"/>
                          </a:solidFill>
                          <a:latin typeface="Cambria Math" panose="02040503050406030204" pitchFamily="18" charset="0"/>
                          <a:cs typeface="Times New Roman" panose="02020603050405020304" pitchFamily="18" charset="0"/>
                        </a:rPr>
                        <m:t>𝑆</m:t>
                      </m:r>
                      <m:r>
                        <a:rPr lang="en-US" altLang="ko-KR" sz="1200" b="0" i="1" smtClean="0">
                          <a:solidFill>
                            <a:prstClr val="black"/>
                          </a:solidFill>
                          <a:latin typeface="Cambria Math" panose="02040503050406030204" pitchFamily="18" charset="0"/>
                          <a:cs typeface="Times New Roman" panose="02020603050405020304" pitchFamily="18" charset="0"/>
                        </a:rPr>
                        <m:t>(</m:t>
                      </m:r>
                      <m:r>
                        <a:rPr lang="en-US" altLang="ko-KR" sz="1200" b="1" i="1" smtClean="0">
                          <a:solidFill>
                            <a:prstClr val="black"/>
                          </a:solidFill>
                          <a:latin typeface="Cambria Math" panose="02040503050406030204" pitchFamily="18" charset="0"/>
                          <a:cs typeface="Times New Roman" panose="02020603050405020304" pitchFamily="18" charset="0"/>
                        </a:rPr>
                        <m:t>𝒓</m:t>
                      </m:r>
                      <m:r>
                        <a:rPr lang="en-US" altLang="ko-KR" sz="1200" b="0" i="1" smtClean="0">
                          <a:solidFill>
                            <a:prstClr val="black"/>
                          </a:solidFill>
                          <a:latin typeface="Cambria Math" panose="02040503050406030204" pitchFamily="18" charset="0"/>
                          <a:cs typeface="Times New Roman" panose="02020603050405020304" pitchFamily="18" charset="0"/>
                        </a:rPr>
                        <m:t>,</m:t>
                      </m:r>
                      <m:sSub>
                        <m:sSubPr>
                          <m:ctrlPr>
                            <a:rPr lang="en-US" altLang="ko-KR" sz="1200" i="1" smtClean="0">
                              <a:solidFill>
                                <a:prstClr val="black"/>
                              </a:solidFill>
                              <a:latin typeface="Cambria Math" panose="02040503050406030204" pitchFamily="18" charset="0"/>
                              <a:cs typeface="Times New Roman" panose="02020603050405020304" pitchFamily="18" charset="0"/>
                            </a:rPr>
                          </m:ctrlPr>
                        </m:sSubPr>
                        <m:e>
                          <m:r>
                            <a:rPr lang="en-US" altLang="ko-KR" sz="1200" b="0" i="1">
                              <a:solidFill>
                                <a:prstClr val="black"/>
                              </a:solidFill>
                              <a:latin typeface="Cambria Math" panose="02040503050406030204" pitchFamily="18" charset="0"/>
                              <a:cs typeface="Times New Roman" panose="02020603050405020304" pitchFamily="18" charset="0"/>
                            </a:rPr>
                            <m:t>𝑥</m:t>
                          </m:r>
                        </m:e>
                        <m:sub>
                          <m:r>
                            <a:rPr lang="en-US" altLang="ko-KR" sz="1200" b="0" i="1" smtClean="0">
                              <a:solidFill>
                                <a:prstClr val="black"/>
                              </a:solidFill>
                              <a:latin typeface="Cambria Math" panose="02040503050406030204" pitchFamily="18" charset="0"/>
                              <a:cs typeface="Times New Roman" panose="02020603050405020304" pitchFamily="18" charset="0"/>
                            </a:rPr>
                            <m:t>0</m:t>
                          </m:r>
                        </m:sub>
                      </m:sSub>
                      <m:r>
                        <a:rPr lang="en-US" altLang="ko-KR" sz="1200" b="0" i="1">
                          <a:solidFill>
                            <a:prstClr val="black"/>
                          </a:solidFill>
                          <a:latin typeface="Cambria Math" panose="02040503050406030204" pitchFamily="18" charset="0"/>
                          <a:cs typeface="Times New Roman" panose="02020603050405020304" pitchFamily="18" charset="0"/>
                        </a:rPr>
                        <m:t>+</m:t>
                      </m:r>
                      <m:r>
                        <a:rPr lang="en-US" altLang="ko-KR" sz="1200" b="0" i="1" smtClean="0">
                          <a:solidFill>
                            <a:prstClr val="black"/>
                          </a:solidFill>
                          <a:latin typeface="Cambria Math" panose="02040503050406030204" pitchFamily="18" charset="0"/>
                          <a:cs typeface="Times New Roman" panose="02020603050405020304" pitchFamily="18" charset="0"/>
                        </a:rPr>
                        <m:t>2</m:t>
                      </m:r>
                      <m:r>
                        <a:rPr lang="en-US" altLang="ko-KR" sz="1200" b="0" i="1">
                          <a:solidFill>
                            <a:prstClr val="black"/>
                          </a:solidFill>
                          <a:latin typeface="Cambria Math" panose="02040503050406030204" pitchFamily="18" charset="0"/>
                          <a:cs typeface="Times New Roman" panose="02020603050405020304" pitchFamily="18" charset="0"/>
                        </a:rPr>
                        <m:t>𝛥</m:t>
                      </m:r>
                      <m:r>
                        <a:rPr lang="en-US" altLang="ko-KR" sz="1200" b="0" i="1">
                          <a:solidFill>
                            <a:prstClr val="black"/>
                          </a:solidFill>
                          <a:latin typeface="Cambria Math" panose="02040503050406030204" pitchFamily="18" charset="0"/>
                          <a:cs typeface="Times New Roman" panose="02020603050405020304" pitchFamily="18" charset="0"/>
                        </a:rPr>
                        <m:t>𝑥</m:t>
                      </m:r>
                      <m:r>
                        <a:rPr lang="en-US" altLang="ko-KR" sz="12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1200" dirty="0">
                  <a:solidFill>
                    <a:prstClr val="black"/>
                  </a:solidFill>
                  <a:latin typeface="Symbol" panose="05050102010706020507" pitchFamily="18" charset="2"/>
                  <a:cs typeface="Times New Roman" panose="02020603050405020304" pitchFamily="18" charset="0"/>
                </a:endParaRPr>
              </a:p>
            </p:txBody>
          </p:sp>
        </mc:Choice>
        <mc:Fallback xmlns="">
          <p:sp>
            <p:nvSpPr>
              <p:cNvPr id="76" name="TextBox 75">
                <a:extLst>
                  <a:ext uri="{FF2B5EF4-FFF2-40B4-BE49-F238E27FC236}">
                    <a16:creationId xmlns:a16="http://schemas.microsoft.com/office/drawing/2014/main" id="{15CFE583-D570-40D4-90A0-DA323792A689}"/>
                  </a:ext>
                </a:extLst>
              </p:cNvPr>
              <p:cNvSpPr txBox="1">
                <a:spLocks noRot="1" noChangeAspect="1" noMove="1" noResize="1" noEditPoints="1" noAdjustHandles="1" noChangeArrowheads="1" noChangeShapeType="1" noTextEdit="1"/>
              </p:cNvSpPr>
              <p:nvPr/>
            </p:nvSpPr>
            <p:spPr>
              <a:xfrm>
                <a:off x="7365207" y="8808007"/>
                <a:ext cx="1616312" cy="276999"/>
              </a:xfrm>
              <a:prstGeom prst="rect">
                <a:avLst/>
              </a:prstGeom>
              <a:blipFill>
                <a:blip r:embed="rId48"/>
                <a:stretch>
                  <a:fillRect b="-11111"/>
                </a:stretch>
              </a:blipFill>
            </p:spPr>
            <p:txBody>
              <a:bodyPr/>
              <a:lstStyle/>
              <a:p>
                <a:r>
                  <a:rPr lang="ko-KR" altLang="en-US">
                    <a:noFill/>
                  </a:rPr>
                  <a:t> </a:t>
                </a:r>
              </a:p>
            </p:txBody>
          </p:sp>
        </mc:Fallback>
      </mc:AlternateContent>
      <p:cxnSp>
        <p:nvCxnSpPr>
          <p:cNvPr id="77" name="직선 화살표 연결선 76">
            <a:extLst>
              <a:ext uri="{FF2B5EF4-FFF2-40B4-BE49-F238E27FC236}">
                <a16:creationId xmlns:a16="http://schemas.microsoft.com/office/drawing/2014/main" id="{43F50332-FE9A-47C8-A108-C6A60D8FA275}"/>
              </a:ext>
            </a:extLst>
          </p:cNvPr>
          <p:cNvCxnSpPr>
            <a:cxnSpLocks/>
          </p:cNvCxnSpPr>
          <p:nvPr/>
        </p:nvCxnSpPr>
        <p:spPr>
          <a:xfrm>
            <a:off x="3014752" y="6194686"/>
            <a:ext cx="332787" cy="9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직선 화살표 연결선 77">
            <a:extLst>
              <a:ext uri="{FF2B5EF4-FFF2-40B4-BE49-F238E27FC236}">
                <a16:creationId xmlns:a16="http://schemas.microsoft.com/office/drawing/2014/main" id="{0A96743E-D069-44B7-AEAE-3AFE40518BC1}"/>
              </a:ext>
            </a:extLst>
          </p:cNvPr>
          <p:cNvCxnSpPr>
            <a:cxnSpLocks/>
          </p:cNvCxnSpPr>
          <p:nvPr/>
        </p:nvCxnSpPr>
        <p:spPr>
          <a:xfrm>
            <a:off x="3013627" y="6194688"/>
            <a:ext cx="0" cy="3300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880B8D0-5AD6-4345-9D5A-85B57B72D210}"/>
                  </a:ext>
                </a:extLst>
              </p:cNvPr>
              <p:cNvSpPr txBox="1"/>
              <p:nvPr/>
            </p:nvSpPr>
            <p:spPr>
              <a:xfrm>
                <a:off x="3289808" y="6040560"/>
                <a:ext cx="23397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200" b="0" i="1" smtClean="0">
                          <a:solidFill>
                            <a:prstClr val="black"/>
                          </a:solidFill>
                          <a:latin typeface="Cambria Math" panose="02040503050406030204" pitchFamily="18" charset="0"/>
                          <a:cs typeface="Times New Roman" panose="02020603050405020304" pitchFamily="18" charset="0"/>
                        </a:rPr>
                        <m:t>𝑥</m:t>
                      </m:r>
                    </m:oMath>
                  </m:oMathPara>
                </a14:m>
                <a:endParaRPr lang="ko-KR" altLang="en-US" sz="1200" dirty="0"/>
              </a:p>
            </p:txBody>
          </p:sp>
        </mc:Choice>
        <mc:Fallback xmlns="">
          <p:sp>
            <p:nvSpPr>
              <p:cNvPr id="79" name="TextBox 78">
                <a:extLst>
                  <a:ext uri="{FF2B5EF4-FFF2-40B4-BE49-F238E27FC236}">
                    <a16:creationId xmlns:a16="http://schemas.microsoft.com/office/drawing/2014/main" id="{B880B8D0-5AD6-4345-9D5A-85B57B72D210}"/>
                  </a:ext>
                </a:extLst>
              </p:cNvPr>
              <p:cNvSpPr txBox="1">
                <a:spLocks noRot="1" noChangeAspect="1" noMove="1" noResize="1" noEditPoints="1" noAdjustHandles="1" noChangeArrowheads="1" noChangeShapeType="1" noTextEdit="1"/>
              </p:cNvSpPr>
              <p:nvPr/>
            </p:nvSpPr>
            <p:spPr>
              <a:xfrm>
                <a:off x="3289808" y="6040560"/>
                <a:ext cx="233972" cy="276999"/>
              </a:xfrm>
              <a:prstGeom prst="rect">
                <a:avLst/>
              </a:prstGeom>
              <a:blipFill>
                <a:blip r:embed="rId49"/>
                <a:stretch>
                  <a:fillRect/>
                </a:stretch>
              </a:blipFill>
            </p:spPr>
            <p:txBody>
              <a:bodyPr/>
              <a:lstStyle/>
              <a:p>
                <a:r>
                  <a:rPr lang="ko-KR" altLang="en-US">
                    <a:noFill/>
                  </a:rPr>
                  <a:t> </a:t>
                </a:r>
              </a:p>
            </p:txBody>
          </p:sp>
        </mc:Fallback>
      </mc:AlternateContent>
      <p:sp>
        <p:nvSpPr>
          <p:cNvPr id="80" name="TextBox 79">
            <a:extLst>
              <a:ext uri="{FF2B5EF4-FFF2-40B4-BE49-F238E27FC236}">
                <a16:creationId xmlns:a16="http://schemas.microsoft.com/office/drawing/2014/main" id="{7829671E-B23B-4EA8-9FED-7B2940C838E6}"/>
              </a:ext>
            </a:extLst>
          </p:cNvPr>
          <p:cNvSpPr txBox="1"/>
          <p:nvPr/>
        </p:nvSpPr>
        <p:spPr>
          <a:xfrm>
            <a:off x="2880983" y="6443324"/>
            <a:ext cx="233972" cy="276999"/>
          </a:xfrm>
          <a:prstGeom prst="rect">
            <a:avLst/>
          </a:prstGeom>
          <a:noFill/>
        </p:spPr>
        <p:txBody>
          <a:bodyPr wrap="square">
            <a:spAutoFit/>
          </a:bodyPr>
          <a:lstStyle/>
          <a:p>
            <a:r>
              <a:rPr lang="en-US" altLang="ko-KR" sz="1200" i="1" dirty="0">
                <a:latin typeface="Cambria Math" panose="02040503050406030204" pitchFamily="18" charset="0"/>
                <a:ea typeface="Cambria Math" panose="02040503050406030204" pitchFamily="18" charset="0"/>
              </a:rPr>
              <a:t>z</a:t>
            </a:r>
            <a:endParaRPr lang="ko-KR" altLang="en-US" sz="1200" i="1" dirty="0">
              <a:latin typeface="Cambria Math" panose="02040503050406030204" pitchFamily="18" charset="0"/>
            </a:endParaRPr>
          </a:p>
        </p:txBody>
      </p:sp>
      <p:pic>
        <p:nvPicPr>
          <p:cNvPr id="81" name="그림 80">
            <a:extLst>
              <a:ext uri="{FF2B5EF4-FFF2-40B4-BE49-F238E27FC236}">
                <a16:creationId xmlns:a16="http://schemas.microsoft.com/office/drawing/2014/main" id="{915E608A-4D85-4D55-AA2B-C32EEF390EF3}"/>
              </a:ext>
            </a:extLst>
          </p:cNvPr>
          <p:cNvPicPr>
            <a:picLocks noChangeAspect="1"/>
          </p:cNvPicPr>
          <p:nvPr/>
        </p:nvPicPr>
        <p:blipFill rotWithShape="1">
          <a:blip r:embed="rId50"/>
          <a:srcRect l="17636" t="35480" r="12842" b="11639"/>
          <a:stretch/>
        </p:blipFill>
        <p:spPr>
          <a:xfrm>
            <a:off x="5711550" y="8374026"/>
            <a:ext cx="1424080" cy="456225"/>
          </a:xfrm>
          <a:prstGeom prst="rect">
            <a:avLst/>
          </a:prstGeom>
        </p:spPr>
      </p:pic>
      <p:pic>
        <p:nvPicPr>
          <p:cNvPr id="82" name="그림 81">
            <a:extLst>
              <a:ext uri="{FF2B5EF4-FFF2-40B4-BE49-F238E27FC236}">
                <a16:creationId xmlns:a16="http://schemas.microsoft.com/office/drawing/2014/main" id="{69E1BA42-E12E-4403-8EEB-0362A56133F9}"/>
              </a:ext>
            </a:extLst>
          </p:cNvPr>
          <p:cNvPicPr>
            <a:picLocks noChangeAspect="1"/>
          </p:cNvPicPr>
          <p:nvPr/>
        </p:nvPicPr>
        <p:blipFill rotWithShape="1">
          <a:blip r:embed="rId51"/>
          <a:srcRect l="17346" t="26053" r="12308" b="8910"/>
          <a:stretch/>
        </p:blipFill>
        <p:spPr>
          <a:xfrm>
            <a:off x="7528519" y="8342547"/>
            <a:ext cx="1353946" cy="540243"/>
          </a:xfrm>
          <a:prstGeom prst="rect">
            <a:avLst/>
          </a:prstGeom>
        </p:spPr>
      </p:pic>
      <p:sp>
        <p:nvSpPr>
          <p:cNvPr id="83" name="직사각형 82">
            <a:extLst>
              <a:ext uri="{FF2B5EF4-FFF2-40B4-BE49-F238E27FC236}">
                <a16:creationId xmlns:a16="http://schemas.microsoft.com/office/drawing/2014/main" id="{1E7B7E34-C600-4D7F-98B2-8A13320F425E}"/>
              </a:ext>
            </a:extLst>
          </p:cNvPr>
          <p:cNvSpPr/>
          <p:nvPr/>
        </p:nvSpPr>
        <p:spPr>
          <a:xfrm>
            <a:off x="-20269" y="8416172"/>
            <a:ext cx="1197406" cy="533592"/>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Disordered medium</a:t>
            </a:r>
            <a:endParaRPr lang="ko-KR" altLang="en-US" sz="1200" dirty="0">
              <a:latin typeface="Helvetica" panose="020B0604020202020204" pitchFamily="34" charset="0"/>
              <a:cs typeface="Helvetica" panose="020B0604020202020204" pitchFamily="34" charset="0"/>
            </a:endParaRPr>
          </a:p>
        </p:txBody>
      </p:sp>
      <p:cxnSp>
        <p:nvCxnSpPr>
          <p:cNvPr id="84" name="직선 화살표 연결선 83">
            <a:extLst>
              <a:ext uri="{FF2B5EF4-FFF2-40B4-BE49-F238E27FC236}">
                <a16:creationId xmlns:a16="http://schemas.microsoft.com/office/drawing/2014/main" id="{76B742DC-8B92-4525-AE19-C687B0DE11C5}"/>
              </a:ext>
            </a:extLst>
          </p:cNvPr>
          <p:cNvCxnSpPr/>
          <p:nvPr/>
        </p:nvCxnSpPr>
        <p:spPr>
          <a:xfrm flipH="1" flipV="1">
            <a:off x="915398" y="8684550"/>
            <a:ext cx="212008" cy="36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F1E5B355-5F6A-4630-A12C-6B46C70ED220}"/>
              </a:ext>
            </a:extLst>
          </p:cNvPr>
          <p:cNvSpPr/>
          <p:nvPr/>
        </p:nvSpPr>
        <p:spPr>
          <a:xfrm>
            <a:off x="1400060" y="6282274"/>
            <a:ext cx="711459" cy="84662"/>
          </a:xfrm>
          <a:prstGeom prst="rect">
            <a:avLst/>
          </a:prstGeom>
          <a:blipFill>
            <a:blip r:embed="rId3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20" name="직선 화살표 연결선 119">
            <a:extLst>
              <a:ext uri="{FF2B5EF4-FFF2-40B4-BE49-F238E27FC236}">
                <a16:creationId xmlns:a16="http://schemas.microsoft.com/office/drawing/2014/main" id="{0ED98B70-AA90-423F-A2FD-D47388CF7484}"/>
              </a:ext>
            </a:extLst>
          </p:cNvPr>
          <p:cNvCxnSpPr>
            <a:cxnSpLocks/>
          </p:cNvCxnSpPr>
          <p:nvPr/>
        </p:nvCxnSpPr>
        <p:spPr>
          <a:xfrm>
            <a:off x="205373" y="6459708"/>
            <a:ext cx="332787" cy="9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직선 화살표 연결선 120">
            <a:extLst>
              <a:ext uri="{FF2B5EF4-FFF2-40B4-BE49-F238E27FC236}">
                <a16:creationId xmlns:a16="http://schemas.microsoft.com/office/drawing/2014/main" id="{88DCB3B0-A3BC-499B-B559-390733FD9ED9}"/>
              </a:ext>
            </a:extLst>
          </p:cNvPr>
          <p:cNvCxnSpPr>
            <a:cxnSpLocks/>
          </p:cNvCxnSpPr>
          <p:nvPr/>
        </p:nvCxnSpPr>
        <p:spPr>
          <a:xfrm>
            <a:off x="207717" y="6461712"/>
            <a:ext cx="0" cy="3300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79B691CC-6AA3-4E71-B694-75C80D018699}"/>
                  </a:ext>
                </a:extLst>
              </p:cNvPr>
              <p:cNvSpPr txBox="1"/>
              <p:nvPr/>
            </p:nvSpPr>
            <p:spPr>
              <a:xfrm>
                <a:off x="480429" y="6313202"/>
                <a:ext cx="23397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200" b="0" i="1" smtClean="0">
                          <a:solidFill>
                            <a:prstClr val="black"/>
                          </a:solidFill>
                          <a:latin typeface="Cambria Math" panose="02040503050406030204" pitchFamily="18" charset="0"/>
                          <a:cs typeface="Times New Roman" panose="02020603050405020304" pitchFamily="18" charset="0"/>
                        </a:rPr>
                        <m:t>𝑥</m:t>
                      </m:r>
                    </m:oMath>
                  </m:oMathPara>
                </a14:m>
                <a:endParaRPr lang="ko-KR" altLang="en-US" sz="1200" dirty="0"/>
              </a:p>
            </p:txBody>
          </p:sp>
        </mc:Choice>
        <mc:Fallback xmlns="">
          <p:sp>
            <p:nvSpPr>
              <p:cNvPr id="122" name="TextBox 121">
                <a:extLst>
                  <a:ext uri="{FF2B5EF4-FFF2-40B4-BE49-F238E27FC236}">
                    <a16:creationId xmlns:a16="http://schemas.microsoft.com/office/drawing/2014/main" id="{79B691CC-6AA3-4E71-B694-75C80D018699}"/>
                  </a:ext>
                </a:extLst>
              </p:cNvPr>
              <p:cNvSpPr txBox="1">
                <a:spLocks noRot="1" noChangeAspect="1" noMove="1" noResize="1" noEditPoints="1" noAdjustHandles="1" noChangeArrowheads="1" noChangeShapeType="1" noTextEdit="1"/>
              </p:cNvSpPr>
              <p:nvPr/>
            </p:nvSpPr>
            <p:spPr>
              <a:xfrm>
                <a:off x="480429" y="6313202"/>
                <a:ext cx="233972" cy="276999"/>
              </a:xfrm>
              <a:prstGeom prst="rect">
                <a:avLst/>
              </a:prstGeom>
              <a:blipFill>
                <a:blip r:embed="rId49"/>
                <a:stretch>
                  <a:fillRect/>
                </a:stretch>
              </a:blipFill>
            </p:spPr>
            <p:txBody>
              <a:bodyPr/>
              <a:lstStyle/>
              <a:p>
                <a:r>
                  <a:rPr lang="ko-KR" altLang="en-US">
                    <a:noFill/>
                  </a:rPr>
                  <a:t> </a:t>
                </a:r>
              </a:p>
            </p:txBody>
          </p:sp>
        </mc:Fallback>
      </mc:AlternateContent>
      <p:sp>
        <p:nvSpPr>
          <p:cNvPr id="123" name="TextBox 122">
            <a:extLst>
              <a:ext uri="{FF2B5EF4-FFF2-40B4-BE49-F238E27FC236}">
                <a16:creationId xmlns:a16="http://schemas.microsoft.com/office/drawing/2014/main" id="{E68229F0-6DF2-40FA-A586-5D055ACFE869}"/>
              </a:ext>
            </a:extLst>
          </p:cNvPr>
          <p:cNvSpPr txBox="1"/>
          <p:nvPr/>
        </p:nvSpPr>
        <p:spPr>
          <a:xfrm>
            <a:off x="75073" y="6717968"/>
            <a:ext cx="233972" cy="276999"/>
          </a:xfrm>
          <a:prstGeom prst="rect">
            <a:avLst/>
          </a:prstGeom>
          <a:noFill/>
        </p:spPr>
        <p:txBody>
          <a:bodyPr wrap="square">
            <a:spAutoFit/>
          </a:bodyPr>
          <a:lstStyle/>
          <a:p>
            <a:r>
              <a:rPr lang="en-US" altLang="ko-KR" sz="1200" i="1" dirty="0">
                <a:latin typeface="Cambria Math" panose="02040503050406030204" pitchFamily="18" charset="0"/>
                <a:ea typeface="Cambria Math" panose="02040503050406030204" pitchFamily="18" charset="0"/>
              </a:rPr>
              <a:t>z</a:t>
            </a:r>
            <a:endParaRPr lang="ko-KR" altLang="en-US" sz="1200" i="1" dirty="0">
              <a:latin typeface="Cambria Math" panose="02040503050406030204" pitchFamily="18" charset="0"/>
            </a:endParaRPr>
          </a:p>
        </p:txBody>
      </p:sp>
      <p:sp>
        <p:nvSpPr>
          <p:cNvPr id="129" name="타원 128">
            <a:extLst>
              <a:ext uri="{FF2B5EF4-FFF2-40B4-BE49-F238E27FC236}">
                <a16:creationId xmlns:a16="http://schemas.microsoft.com/office/drawing/2014/main" id="{5D3FD78D-4C9C-42F2-BCC5-57F5D97D6C7E}"/>
              </a:ext>
            </a:extLst>
          </p:cNvPr>
          <p:cNvSpPr/>
          <p:nvPr/>
        </p:nvSpPr>
        <p:spPr>
          <a:xfrm>
            <a:off x="1594117" y="8838761"/>
            <a:ext cx="124852" cy="12485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30" name="타원 129">
            <a:extLst>
              <a:ext uri="{FF2B5EF4-FFF2-40B4-BE49-F238E27FC236}">
                <a16:creationId xmlns:a16="http://schemas.microsoft.com/office/drawing/2014/main" id="{B706B50F-B7C0-4883-9449-54EA961707D9}"/>
              </a:ext>
            </a:extLst>
          </p:cNvPr>
          <p:cNvSpPr/>
          <p:nvPr/>
        </p:nvSpPr>
        <p:spPr>
          <a:xfrm>
            <a:off x="4390900" y="9269015"/>
            <a:ext cx="124852" cy="12485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31" name="타원 130">
            <a:extLst>
              <a:ext uri="{FF2B5EF4-FFF2-40B4-BE49-F238E27FC236}">
                <a16:creationId xmlns:a16="http://schemas.microsoft.com/office/drawing/2014/main" id="{E6E9BD36-5E0D-4ED9-B256-527F382A7376}"/>
              </a:ext>
            </a:extLst>
          </p:cNvPr>
          <p:cNvSpPr/>
          <p:nvPr/>
        </p:nvSpPr>
        <p:spPr>
          <a:xfrm>
            <a:off x="6197276" y="9269015"/>
            <a:ext cx="124852" cy="124852"/>
          </a:xfrm>
          <a:prstGeom prst="ellipse">
            <a:avLst/>
          </a:prstGeom>
          <a:solidFill>
            <a:srgbClr val="FF0000"/>
          </a:solidFill>
          <a:ln>
            <a:noFill/>
          </a:ln>
          <a:effectLst>
            <a:glow rad="635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32" name="타원 131">
            <a:extLst>
              <a:ext uri="{FF2B5EF4-FFF2-40B4-BE49-F238E27FC236}">
                <a16:creationId xmlns:a16="http://schemas.microsoft.com/office/drawing/2014/main" id="{016A77FB-6ECC-4DEB-91DC-889D8E9FB3B6}"/>
              </a:ext>
            </a:extLst>
          </p:cNvPr>
          <p:cNvSpPr/>
          <p:nvPr/>
        </p:nvSpPr>
        <p:spPr>
          <a:xfrm>
            <a:off x="8003651" y="9269015"/>
            <a:ext cx="124852" cy="124852"/>
          </a:xfrm>
          <a:prstGeom prst="ellipse">
            <a:avLst/>
          </a:prstGeom>
          <a:solidFill>
            <a:srgbClr val="FF0000"/>
          </a:solidFill>
          <a:ln>
            <a:noFill/>
          </a:ln>
          <a:effectLst>
            <a:glow rad="1397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35" name="직사각형 134">
            <a:extLst>
              <a:ext uri="{FF2B5EF4-FFF2-40B4-BE49-F238E27FC236}">
                <a16:creationId xmlns:a16="http://schemas.microsoft.com/office/drawing/2014/main" id="{AE6A7454-876F-4FE5-8039-56D9402E0CCE}"/>
              </a:ext>
            </a:extLst>
          </p:cNvPr>
          <p:cNvSpPr/>
          <p:nvPr/>
        </p:nvSpPr>
        <p:spPr>
          <a:xfrm>
            <a:off x="1277824" y="9253121"/>
            <a:ext cx="1004554" cy="266795"/>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Fluorophores</a:t>
            </a:r>
            <a:endParaRPr lang="ko-KR" altLang="en-US" sz="900" dirty="0">
              <a:latin typeface="Helvetica" panose="020B0604020202020204" pitchFamily="34" charset="0"/>
              <a:cs typeface="Helvetica" panose="020B0604020202020204" pitchFamily="34" charset="0"/>
            </a:endParaRPr>
          </a:p>
        </p:txBody>
      </p:sp>
      <p:cxnSp>
        <p:nvCxnSpPr>
          <p:cNvPr id="136" name="직선 화살표 연결선 135">
            <a:extLst>
              <a:ext uri="{FF2B5EF4-FFF2-40B4-BE49-F238E27FC236}">
                <a16:creationId xmlns:a16="http://schemas.microsoft.com/office/drawing/2014/main" id="{4B0197EF-BF9D-4541-B7F9-20DA2CCF36FF}"/>
              </a:ext>
            </a:extLst>
          </p:cNvPr>
          <p:cNvCxnSpPr>
            <a:cxnSpLocks/>
          </p:cNvCxnSpPr>
          <p:nvPr/>
        </p:nvCxnSpPr>
        <p:spPr>
          <a:xfrm rot="16200000" flipH="1" flipV="1">
            <a:off x="1664751" y="9182802"/>
            <a:ext cx="212008" cy="36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오른쪽 중괄호 136">
            <a:extLst>
              <a:ext uri="{FF2B5EF4-FFF2-40B4-BE49-F238E27FC236}">
                <a16:creationId xmlns:a16="http://schemas.microsoft.com/office/drawing/2014/main" id="{21A59210-CFCF-4629-98A8-02B22FDADCCD}"/>
              </a:ext>
            </a:extLst>
          </p:cNvPr>
          <p:cNvSpPr/>
          <p:nvPr/>
        </p:nvSpPr>
        <p:spPr>
          <a:xfrm rot="5400000">
            <a:off x="1747220" y="8880944"/>
            <a:ext cx="52842" cy="32508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38" name="타원 137">
            <a:extLst>
              <a:ext uri="{FF2B5EF4-FFF2-40B4-BE49-F238E27FC236}">
                <a16:creationId xmlns:a16="http://schemas.microsoft.com/office/drawing/2014/main" id="{47FA2DA2-DFE4-4715-9959-0E4E66237D3E}"/>
              </a:ext>
            </a:extLst>
          </p:cNvPr>
          <p:cNvSpPr/>
          <p:nvPr/>
        </p:nvSpPr>
        <p:spPr>
          <a:xfrm>
            <a:off x="4796879" y="9270747"/>
            <a:ext cx="121388" cy="121388"/>
          </a:xfrm>
          <a:prstGeom prst="ellipse">
            <a:avLst/>
          </a:prstGeom>
          <a:solidFill>
            <a:srgbClr val="00B0F0"/>
          </a:solidFill>
          <a:ln>
            <a:noFill/>
          </a:ln>
          <a:effectLst>
            <a:glow rad="101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39" name="타원 138">
            <a:extLst>
              <a:ext uri="{FF2B5EF4-FFF2-40B4-BE49-F238E27FC236}">
                <a16:creationId xmlns:a16="http://schemas.microsoft.com/office/drawing/2014/main" id="{CAF640C3-F7A4-4813-809E-13B5B810F59D}"/>
              </a:ext>
            </a:extLst>
          </p:cNvPr>
          <p:cNvSpPr/>
          <p:nvPr/>
        </p:nvSpPr>
        <p:spPr>
          <a:xfrm>
            <a:off x="6599609" y="9276314"/>
            <a:ext cx="121388" cy="121388"/>
          </a:xfrm>
          <a:prstGeom prst="ellipse">
            <a:avLst/>
          </a:prstGeom>
          <a:solidFill>
            <a:srgbClr val="00B0F0"/>
          </a:solidFill>
          <a:ln>
            <a:noFill/>
          </a:ln>
          <a:effectLst>
            <a:glow rad="1397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40" name="타원 139">
            <a:extLst>
              <a:ext uri="{FF2B5EF4-FFF2-40B4-BE49-F238E27FC236}">
                <a16:creationId xmlns:a16="http://schemas.microsoft.com/office/drawing/2014/main" id="{C004580E-8DB7-4AC5-A1A8-76B6E8CBDF45}"/>
              </a:ext>
            </a:extLst>
          </p:cNvPr>
          <p:cNvSpPr/>
          <p:nvPr/>
        </p:nvSpPr>
        <p:spPr>
          <a:xfrm>
            <a:off x="8405572" y="9267012"/>
            <a:ext cx="121388" cy="121388"/>
          </a:xfrm>
          <a:prstGeom prst="ellipse">
            <a:avLst/>
          </a:prstGeom>
          <a:solidFill>
            <a:srgbClr val="00B0F0"/>
          </a:solidFill>
          <a:ln>
            <a:noFill/>
          </a:ln>
          <a:effectLst>
            <a:glow rad="635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41" name="타원 140">
            <a:extLst>
              <a:ext uri="{FF2B5EF4-FFF2-40B4-BE49-F238E27FC236}">
                <a16:creationId xmlns:a16="http://schemas.microsoft.com/office/drawing/2014/main" id="{32ECD4AD-44F0-4687-8219-FDF28EFB04F6}"/>
              </a:ext>
            </a:extLst>
          </p:cNvPr>
          <p:cNvSpPr/>
          <p:nvPr/>
        </p:nvSpPr>
        <p:spPr>
          <a:xfrm>
            <a:off x="1860996" y="8838761"/>
            <a:ext cx="121388" cy="121388"/>
          </a:xfrm>
          <a:prstGeom prst="ellipse">
            <a:avLst/>
          </a:prstGeom>
          <a:solidFill>
            <a:srgbClr val="00B0F0"/>
          </a:solidFill>
          <a:ln>
            <a:noFill/>
          </a:ln>
          <a:effectLst>
            <a:glow rad="635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cxnSp>
        <p:nvCxnSpPr>
          <p:cNvPr id="150" name="직선 연결선 149">
            <a:extLst>
              <a:ext uri="{FF2B5EF4-FFF2-40B4-BE49-F238E27FC236}">
                <a16:creationId xmlns:a16="http://schemas.microsoft.com/office/drawing/2014/main" id="{1DA73816-C8F4-4BB3-88B4-0D8ACC719BD1}"/>
              </a:ext>
            </a:extLst>
          </p:cNvPr>
          <p:cNvCxnSpPr>
            <a:cxnSpLocks/>
          </p:cNvCxnSpPr>
          <p:nvPr/>
        </p:nvCxnSpPr>
        <p:spPr>
          <a:xfrm>
            <a:off x="1863413" y="6381326"/>
            <a:ext cx="126120" cy="660662"/>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151" name="직선 연결선 150">
            <a:extLst>
              <a:ext uri="{FF2B5EF4-FFF2-40B4-BE49-F238E27FC236}">
                <a16:creationId xmlns:a16="http://schemas.microsoft.com/office/drawing/2014/main" id="{37F6B66D-643B-4111-A169-25AD6543C49A}"/>
              </a:ext>
            </a:extLst>
          </p:cNvPr>
          <p:cNvCxnSpPr>
            <a:cxnSpLocks/>
          </p:cNvCxnSpPr>
          <p:nvPr/>
        </p:nvCxnSpPr>
        <p:spPr>
          <a:xfrm>
            <a:off x="1551601" y="7812818"/>
            <a:ext cx="89801" cy="645912"/>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514" name="직선 연결선 513">
            <a:extLst>
              <a:ext uri="{FF2B5EF4-FFF2-40B4-BE49-F238E27FC236}">
                <a16:creationId xmlns:a16="http://schemas.microsoft.com/office/drawing/2014/main" id="{C5DC195B-F10F-4C23-9E1B-4A112AF5A26B}"/>
              </a:ext>
            </a:extLst>
          </p:cNvPr>
          <p:cNvCxnSpPr>
            <a:cxnSpLocks/>
          </p:cNvCxnSpPr>
          <p:nvPr/>
        </p:nvCxnSpPr>
        <p:spPr>
          <a:xfrm>
            <a:off x="3923670" y="7884089"/>
            <a:ext cx="4950501" cy="0"/>
          </a:xfrm>
          <a:prstGeom prst="line">
            <a:avLst/>
          </a:prstGeom>
          <a:ln>
            <a:solidFill>
              <a:schemeClr val="tx1"/>
            </a:solidFill>
            <a:prstDash val="dash"/>
            <a:head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8918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4CB64815-1976-4D5F-B3DA-44340532200E}"/>
              </a:ext>
            </a:extLst>
          </p:cNvPr>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418" name="TextBox 417">
            <a:extLst>
              <a:ext uri="{FF2B5EF4-FFF2-40B4-BE49-F238E27FC236}">
                <a16:creationId xmlns:a16="http://schemas.microsoft.com/office/drawing/2014/main" id="{CD84E628-9B78-4F92-A454-695C7D57BFC2}"/>
              </a:ext>
            </a:extLst>
          </p:cNvPr>
          <p:cNvSpPr txBox="1"/>
          <p:nvPr/>
        </p:nvSpPr>
        <p:spPr>
          <a:xfrm>
            <a:off x="683493" y="7017011"/>
            <a:ext cx="5463588" cy="1680140"/>
          </a:xfrm>
          <a:prstGeom prst="rect">
            <a:avLst/>
          </a:prstGeom>
          <a:noFill/>
        </p:spPr>
        <p:txBody>
          <a:bodyPr wrap="square">
            <a:spAutoFit/>
          </a:bodyPr>
          <a:lstStyle/>
          <a:p>
            <a:pPr indent="381635" algn="just" latinLnBrk="1">
              <a:lnSpc>
                <a:spcPct val="150000"/>
              </a:lnSpc>
              <a:spcAft>
                <a:spcPts val="1000"/>
              </a:spcAft>
            </a:pP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Fig. 2</a:t>
            </a:r>
            <a:r>
              <a:rPr lang="en-US" altLang="ko-KR" sz="1000" b="1" kern="100" dirty="0">
                <a:effectLst/>
                <a:latin typeface="맑은 고딕" panose="020B0503020000020004" pitchFamily="34" charset="-127"/>
                <a:ea typeface="맑은 고딕" panose="020B0503020000020004" pitchFamily="34" charset="-127"/>
                <a:cs typeface="Times New Roman" panose="02020603050405020304" pitchFamily="18" charset="0"/>
              </a:rPr>
              <a:t>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Dynamic near-field speckle illumination for NS-SOFI imaging experiment.</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a</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Experimental setup with sample-mounting configuration for NS-SOFI imaging experiment.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b</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ko-KR" sz="1000" kern="100" dirty="0" err="1">
                <a:effectLst/>
                <a:latin typeface="Times New Roman" panose="02020603050405020304" pitchFamily="18" charset="0"/>
                <a:ea typeface="SimSun" panose="02010600030101010101" pitchFamily="2" charset="-122"/>
                <a:cs typeface="Times New Roman" panose="02020603050405020304" pitchFamily="18" charset="0"/>
              </a:rPr>
              <a:t>Schmatic</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representation of illumination optics in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a</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to produce dynamic near-field speckle illumination. </a:t>
            </a:r>
            <a:r>
              <a:rPr lang="en-US" altLang="ko-KR" sz="1000" kern="100" dirty="0">
                <a:effectLst/>
                <a:latin typeface="Times New Roman" panose="02020603050405020304" pitchFamily="18" charset="0"/>
                <a:ea typeface="맑은 고딕" panose="020B0503020000020004" pitchFamily="34" charset="-127"/>
                <a:cs typeface="Times New Roman" panose="02020603050405020304" pitchFamily="18" charset="0"/>
              </a:rPr>
              <a:t>A</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ko-KR" sz="1000" kern="100" dirty="0">
                <a:effectLst/>
                <a:latin typeface="Times New Roman" panose="02020603050405020304" pitchFamily="18" charset="0"/>
                <a:ea typeface="맑은 고딕" panose="020B0503020000020004" pitchFamily="34" charset="-127"/>
                <a:cs typeface="Times New Roman" panose="02020603050405020304" pitchFamily="18" charset="0"/>
              </a:rPr>
              <a:t>pair</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ko-KR" sz="1000" kern="100" dirty="0">
                <a:effectLst/>
                <a:latin typeface="Times New Roman" panose="02020603050405020304" pitchFamily="18" charset="0"/>
                <a:ea typeface="맑은 고딕" panose="020B0503020000020004" pitchFamily="34" charset="-127"/>
                <a:cs typeface="Times New Roman" panose="02020603050405020304" pitchFamily="18" charset="0"/>
              </a:rPr>
              <a:t>of</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red and blue sphere </a:t>
            </a:r>
            <a:r>
              <a:rPr lang="en-US" altLang="ko-KR" sz="1000" kern="100" dirty="0">
                <a:effectLst/>
                <a:latin typeface="Times New Roman" panose="02020603050405020304" pitchFamily="18" charset="0"/>
                <a:ea typeface="맑은 고딕" panose="020B0503020000020004" pitchFamily="34" charset="-127"/>
                <a:cs typeface="Times New Roman" panose="02020603050405020304" pitchFamily="18" charset="0"/>
              </a:rPr>
              <a:t>describes</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ko-KR" sz="1000" kern="100" dirty="0">
                <a:effectLst/>
                <a:latin typeface="Times New Roman" panose="02020603050405020304" pitchFamily="18" charset="0"/>
                <a:ea typeface="맑은 고딕" panose="020B0503020000020004" pitchFamily="34" charset="-127"/>
                <a:cs typeface="Times New Roman" panose="02020603050405020304" pitchFamily="18" charset="0"/>
              </a:rPr>
              <a:t>two</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ko-KR" sz="1000" kern="100" dirty="0">
                <a:effectLst/>
                <a:latin typeface="Times New Roman" panose="02020603050405020304" pitchFamily="18" charset="0"/>
                <a:ea typeface="맑은 고딕" panose="020B0503020000020004" pitchFamily="34" charset="-127"/>
                <a:cs typeface="Times New Roman" panose="02020603050405020304" pitchFamily="18" charset="0"/>
              </a:rPr>
              <a:t>independent fluorophores</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separated within </a:t>
            </a:r>
            <a:r>
              <a:rPr lang="en-US" altLang="ko-KR" sz="1000" kern="100" dirty="0" err="1">
                <a:effectLst/>
                <a:latin typeface="Times New Roman" panose="02020603050405020304" pitchFamily="18" charset="0"/>
                <a:ea typeface="SimSun" panose="02010600030101010101" pitchFamily="2" charset="-122"/>
                <a:cs typeface="Times New Roman" panose="02020603050405020304" pitchFamily="18" charset="0"/>
              </a:rPr>
              <a:t>subdiffraction</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distance under dynamic </a:t>
            </a:r>
            <a:r>
              <a:rPr lang="en-US" altLang="ko-KR" sz="1000" kern="100" dirty="0">
                <a:effectLst/>
                <a:latin typeface="Times New Roman" panose="02020603050405020304" pitchFamily="18" charset="0"/>
                <a:ea typeface="맑은 고딕" panose="020B0503020000020004" pitchFamily="34" charset="-127"/>
                <a:cs typeface="Times New Roman" panose="02020603050405020304" pitchFamily="18" charset="0"/>
              </a:rPr>
              <a:t>near-field</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speckle illumination</a:t>
            </a:r>
            <a:r>
              <a:rPr lang="en-US" altLang="ko-KR" sz="1000" kern="100" dirty="0">
                <a:effectLst/>
                <a:latin typeface="맑은 고딕" panose="020B0503020000020004" pitchFamily="34" charset="-127"/>
                <a:ea typeface="맑은 고딕" panose="020B0503020000020004" pitchFamily="34" charset="-127"/>
                <a:cs typeface="Times New Roman" panose="02020603050405020304" pitchFamily="18" charset="0"/>
              </a:rPr>
              <a:t>.</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c</a:t>
            </a:r>
            <a:r>
              <a:rPr lang="en-US" altLang="ko-KR" sz="1000" kern="100" dirty="0">
                <a:effectLst/>
                <a:latin typeface="Times New Roman" panose="02020603050405020304" pitchFamily="18" charset="0"/>
                <a:ea typeface="SimSun" panose="02010600030101010101" pitchFamily="2" charset="-122"/>
                <a:cs typeface="Times New Roman" panose="02020603050405020304" pitchFamily="18" charset="0"/>
              </a:rPr>
              <a:t> Pictorial description of two-step scattering of a laser beam through the translated diffuser and turbid medium, which results in dynamic near-field speckle illumination at the sample plane.</a:t>
            </a:r>
            <a:endParaRPr lang="ko-KR" altLang="ko-KR" sz="1000" kern="100" dirty="0">
              <a:effectLst/>
              <a:latin typeface="맑은 고딕" panose="020B0503020000020004" pitchFamily="34" charset="-127"/>
              <a:ea typeface="맑은 고딕" panose="020B0503020000020004" pitchFamily="34" charset="-127"/>
              <a:cs typeface="Times New Roman" panose="02020603050405020304" pitchFamily="18" charset="0"/>
            </a:endParaRPr>
          </a:p>
        </p:txBody>
      </p:sp>
      <p:grpSp>
        <p:nvGrpSpPr>
          <p:cNvPr id="3" name="그룹 2">
            <a:extLst>
              <a:ext uri="{FF2B5EF4-FFF2-40B4-BE49-F238E27FC236}">
                <a16:creationId xmlns:a16="http://schemas.microsoft.com/office/drawing/2014/main" id="{D3422F10-31E6-4571-A71F-38A50C5933F2}"/>
              </a:ext>
            </a:extLst>
          </p:cNvPr>
          <p:cNvGrpSpPr/>
          <p:nvPr/>
        </p:nvGrpSpPr>
        <p:grpSpPr>
          <a:xfrm>
            <a:off x="534704" y="624490"/>
            <a:ext cx="5645407" cy="6247571"/>
            <a:chOff x="534704" y="624490"/>
            <a:chExt cx="5645407" cy="6247571"/>
          </a:xfrm>
        </p:grpSpPr>
        <p:sp>
          <p:nvSpPr>
            <p:cNvPr id="492" name="자유형: 도형 491">
              <a:extLst>
                <a:ext uri="{FF2B5EF4-FFF2-40B4-BE49-F238E27FC236}">
                  <a16:creationId xmlns:a16="http://schemas.microsoft.com/office/drawing/2014/main" id="{CBB1931D-628C-40E3-8FD7-7F3CA34A74A1}"/>
                </a:ext>
              </a:extLst>
            </p:cNvPr>
            <p:cNvSpPr/>
            <p:nvPr/>
          </p:nvSpPr>
          <p:spPr>
            <a:xfrm flipV="1">
              <a:off x="1070765" y="1445118"/>
              <a:ext cx="681183" cy="434466"/>
            </a:xfrm>
            <a:custGeom>
              <a:avLst/>
              <a:gdLst>
                <a:gd name="connsiteX0" fmla="*/ 338791 w 681183"/>
                <a:gd name="connsiteY0" fmla="*/ 0 h 434466"/>
                <a:gd name="connsiteX1" fmla="*/ 528232 w 681183"/>
                <a:gd name="connsiteY1" fmla="*/ 44694 h 434466"/>
                <a:gd name="connsiteX2" fmla="*/ 542650 w 681183"/>
                <a:gd name="connsiteY2" fmla="*/ 70112 h 434466"/>
                <a:gd name="connsiteX3" fmla="*/ 543137 w 681183"/>
                <a:gd name="connsiteY3" fmla="*/ 70112 h 434466"/>
                <a:gd name="connsiteX4" fmla="*/ 681183 w 681183"/>
                <a:gd name="connsiteY4" fmla="*/ 346071 h 434466"/>
                <a:gd name="connsiteX5" fmla="*/ 675151 w 681183"/>
                <a:gd name="connsiteY5" fmla="*/ 346071 h 434466"/>
                <a:gd name="connsiteX6" fmla="*/ 668620 w 681183"/>
                <a:gd name="connsiteY6" fmla="*/ 363300 h 434466"/>
                <a:gd name="connsiteX7" fmla="*/ 340273 w 681183"/>
                <a:gd name="connsiteY7" fmla="*/ 434466 h 434466"/>
                <a:gd name="connsiteX8" fmla="*/ 11926 w 681183"/>
                <a:gd name="connsiteY8" fmla="*/ 363300 h 434466"/>
                <a:gd name="connsiteX9" fmla="*/ 5395 w 681183"/>
                <a:gd name="connsiteY9" fmla="*/ 346071 h 434466"/>
                <a:gd name="connsiteX10" fmla="*/ 0 w 681183"/>
                <a:gd name="connsiteY10" fmla="*/ 346071 h 434466"/>
                <a:gd name="connsiteX11" fmla="*/ 134957 w 681183"/>
                <a:gd name="connsiteY11" fmla="*/ 76288 h 434466"/>
                <a:gd name="connsiteX12" fmla="*/ 133193 w 681183"/>
                <a:gd name="connsiteY12" fmla="*/ 73178 h 434466"/>
                <a:gd name="connsiteX13" fmla="*/ 338791 w 681183"/>
                <a:gd name="connsiteY13" fmla="*/ 0 h 43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1183" h="434466">
                  <a:moveTo>
                    <a:pt x="338791" y="0"/>
                  </a:moveTo>
                  <a:cubicBezTo>
                    <a:pt x="423953" y="0"/>
                    <a:pt x="497021" y="18429"/>
                    <a:pt x="528232" y="44694"/>
                  </a:cubicBezTo>
                  <a:lnTo>
                    <a:pt x="542650" y="70112"/>
                  </a:lnTo>
                  <a:lnTo>
                    <a:pt x="543137" y="70112"/>
                  </a:lnTo>
                  <a:lnTo>
                    <a:pt x="681183" y="346071"/>
                  </a:lnTo>
                  <a:lnTo>
                    <a:pt x="675151" y="346071"/>
                  </a:lnTo>
                  <a:lnTo>
                    <a:pt x="668620" y="363300"/>
                  </a:lnTo>
                  <a:cubicBezTo>
                    <a:pt x="637368" y="403915"/>
                    <a:pt x="502237" y="434466"/>
                    <a:pt x="340273" y="434466"/>
                  </a:cubicBezTo>
                  <a:cubicBezTo>
                    <a:pt x="178309" y="434466"/>
                    <a:pt x="43178" y="403915"/>
                    <a:pt x="11926" y="363300"/>
                  </a:cubicBezTo>
                  <a:lnTo>
                    <a:pt x="5395" y="346071"/>
                  </a:lnTo>
                  <a:lnTo>
                    <a:pt x="0" y="346071"/>
                  </a:lnTo>
                  <a:lnTo>
                    <a:pt x="134957" y="76288"/>
                  </a:lnTo>
                  <a:lnTo>
                    <a:pt x="133193" y="73178"/>
                  </a:lnTo>
                  <a:cubicBezTo>
                    <a:pt x="133193" y="32763"/>
                    <a:pt x="225242" y="0"/>
                    <a:pt x="338791" y="0"/>
                  </a:cubicBezTo>
                  <a:close/>
                </a:path>
              </a:pathLst>
            </a:custGeom>
            <a:gradFill flip="none" rotWithShape="1">
              <a:gsLst>
                <a:gs pos="0">
                  <a:srgbClr val="00B050"/>
                </a:gs>
                <a:gs pos="50000">
                  <a:schemeClr val="accent6">
                    <a:lumMod val="60000"/>
                    <a:lumOff val="40000"/>
                  </a:schemeClr>
                </a:gs>
                <a:gs pos="100000">
                  <a:schemeClr val="bg1"/>
                </a:gs>
              </a:gsLst>
              <a:lin ang="540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pic>
          <p:nvPicPr>
            <p:cNvPr id="667" name="Picture 2" descr="D:\연구실자료\5. 논문 및 특허\@@논문 작업\2016년 3\set up figure\set-up v2.png">
              <a:extLst>
                <a:ext uri="{FF2B5EF4-FFF2-40B4-BE49-F238E27FC236}">
                  <a16:creationId xmlns:a16="http://schemas.microsoft.com/office/drawing/2014/main" id="{77BF198A-D066-4B4D-BAA2-0B7B29B2D2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623" y="801512"/>
              <a:ext cx="3618220" cy="2795579"/>
            </a:xfrm>
            <a:prstGeom prst="rect">
              <a:avLst/>
            </a:prstGeom>
            <a:noFill/>
            <a:extLst>
              <a:ext uri="{909E8E84-426E-40DD-AFC4-6F175D3DCCD1}">
                <a14:hiddenFill xmlns:a14="http://schemas.microsoft.com/office/drawing/2010/main">
                  <a:solidFill>
                    <a:srgbClr val="FFFFFF"/>
                  </a:solidFill>
                </a14:hiddenFill>
              </a:ext>
            </a:extLst>
          </p:spPr>
        </p:pic>
        <p:grpSp>
          <p:nvGrpSpPr>
            <p:cNvPr id="481" name="그룹 480">
              <a:extLst>
                <a:ext uri="{FF2B5EF4-FFF2-40B4-BE49-F238E27FC236}">
                  <a16:creationId xmlns:a16="http://schemas.microsoft.com/office/drawing/2014/main" id="{0EDC9731-867D-4766-9F9E-F948AB624EED}"/>
                </a:ext>
              </a:extLst>
            </p:cNvPr>
            <p:cNvGrpSpPr/>
            <p:nvPr/>
          </p:nvGrpSpPr>
          <p:grpSpPr>
            <a:xfrm>
              <a:off x="4971409" y="3319600"/>
              <a:ext cx="1107530" cy="101282"/>
              <a:chOff x="4901559" y="3298167"/>
              <a:chExt cx="1107530" cy="101282"/>
            </a:xfrm>
          </p:grpSpPr>
          <p:sp>
            <p:nvSpPr>
              <p:cNvPr id="12" name="자유형 6">
                <a:extLst>
                  <a:ext uri="{FF2B5EF4-FFF2-40B4-BE49-F238E27FC236}">
                    <a16:creationId xmlns:a16="http://schemas.microsoft.com/office/drawing/2014/main" id="{671CFDA8-FA1C-4D7C-B72B-9518F1ED3586}"/>
                  </a:ext>
                </a:extLst>
              </p:cNvPr>
              <p:cNvSpPr/>
              <p:nvPr/>
            </p:nvSpPr>
            <p:spPr>
              <a:xfrm rot="10800000">
                <a:off x="4901559" y="3298167"/>
                <a:ext cx="365902" cy="91292"/>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9" name="자유형 6">
                <a:extLst>
                  <a:ext uri="{FF2B5EF4-FFF2-40B4-BE49-F238E27FC236}">
                    <a16:creationId xmlns:a16="http://schemas.microsoft.com/office/drawing/2014/main" id="{53E6DBDB-15FD-41E4-8D35-1D8EDD1A944C}"/>
                  </a:ext>
                </a:extLst>
              </p:cNvPr>
              <p:cNvSpPr/>
              <p:nvPr/>
            </p:nvSpPr>
            <p:spPr>
              <a:xfrm rot="10800000" flipH="1">
                <a:off x="5272373" y="3303162"/>
                <a:ext cx="365902" cy="91292"/>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0" name="자유형 6">
                <a:extLst>
                  <a:ext uri="{FF2B5EF4-FFF2-40B4-BE49-F238E27FC236}">
                    <a16:creationId xmlns:a16="http://schemas.microsoft.com/office/drawing/2014/main" id="{83EC054E-8D7B-4505-BE74-563A65FBBDC1}"/>
                  </a:ext>
                </a:extLst>
              </p:cNvPr>
              <p:cNvSpPr/>
              <p:nvPr/>
            </p:nvSpPr>
            <p:spPr>
              <a:xfrm rot="10800000">
                <a:off x="5643187" y="3308157"/>
                <a:ext cx="365902" cy="91292"/>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9" name="그룹 8">
              <a:extLst>
                <a:ext uri="{FF2B5EF4-FFF2-40B4-BE49-F238E27FC236}">
                  <a16:creationId xmlns:a16="http://schemas.microsoft.com/office/drawing/2014/main" id="{C7E29857-0146-4221-A094-C531C28D67AC}"/>
                </a:ext>
              </a:extLst>
            </p:cNvPr>
            <p:cNvGrpSpPr/>
            <p:nvPr/>
          </p:nvGrpSpPr>
          <p:grpSpPr>
            <a:xfrm rot="16200000">
              <a:off x="5189004" y="1755077"/>
              <a:ext cx="661304" cy="605080"/>
              <a:chOff x="267430" y="1744089"/>
              <a:chExt cx="1115364" cy="673543"/>
            </a:xfrm>
          </p:grpSpPr>
          <p:sp>
            <p:nvSpPr>
              <p:cNvPr id="10" name="Flowchart: Delay 52">
                <a:extLst>
                  <a:ext uri="{FF2B5EF4-FFF2-40B4-BE49-F238E27FC236}">
                    <a16:creationId xmlns:a16="http://schemas.microsoft.com/office/drawing/2014/main" id="{0724C5E8-092E-41C1-B71D-8D876CE187A9}"/>
                  </a:ext>
                </a:extLst>
              </p:cNvPr>
              <p:cNvSpPr/>
              <p:nvPr/>
            </p:nvSpPr>
            <p:spPr>
              <a:xfrm>
                <a:off x="267430" y="1744089"/>
                <a:ext cx="116180" cy="673539"/>
              </a:xfrm>
              <a:prstGeom prst="flowChartDelay">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Flowchart: Delay 52">
                <a:extLst>
                  <a:ext uri="{FF2B5EF4-FFF2-40B4-BE49-F238E27FC236}">
                    <a16:creationId xmlns:a16="http://schemas.microsoft.com/office/drawing/2014/main" id="{A8F0B68A-B651-417A-9012-B7C45D81E0EE}"/>
                  </a:ext>
                </a:extLst>
              </p:cNvPr>
              <p:cNvSpPr/>
              <p:nvPr/>
            </p:nvSpPr>
            <p:spPr>
              <a:xfrm flipH="1">
                <a:off x="1256517" y="1744093"/>
                <a:ext cx="126277" cy="673539"/>
              </a:xfrm>
              <a:prstGeom prst="flowChartDelay">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3" name="그룹 12">
              <a:extLst>
                <a:ext uri="{FF2B5EF4-FFF2-40B4-BE49-F238E27FC236}">
                  <a16:creationId xmlns:a16="http://schemas.microsoft.com/office/drawing/2014/main" id="{590E768E-0037-4B66-8312-D13010C63DEF}"/>
                </a:ext>
              </a:extLst>
            </p:cNvPr>
            <p:cNvGrpSpPr/>
            <p:nvPr/>
          </p:nvGrpSpPr>
          <p:grpSpPr>
            <a:xfrm>
              <a:off x="4984806" y="2982970"/>
              <a:ext cx="1027703" cy="290451"/>
              <a:chOff x="547908" y="2286952"/>
              <a:chExt cx="2089546" cy="590550"/>
            </a:xfrm>
          </p:grpSpPr>
          <p:grpSp>
            <p:nvGrpSpPr>
              <p:cNvPr id="14" name="그룹 399">
                <a:extLst>
                  <a:ext uri="{FF2B5EF4-FFF2-40B4-BE49-F238E27FC236}">
                    <a16:creationId xmlns:a16="http://schemas.microsoft.com/office/drawing/2014/main" id="{462B7AB7-6A76-4A4A-B008-02F0F732717D}"/>
                  </a:ext>
                </a:extLst>
              </p:cNvPr>
              <p:cNvGrpSpPr/>
              <p:nvPr/>
            </p:nvGrpSpPr>
            <p:grpSpPr>
              <a:xfrm>
                <a:off x="547908" y="2289042"/>
                <a:ext cx="2089546" cy="583112"/>
                <a:chOff x="539550" y="1719858"/>
                <a:chExt cx="3316110" cy="925399"/>
              </a:xfrm>
            </p:grpSpPr>
            <p:sp>
              <p:nvSpPr>
                <p:cNvPr id="23" name="직사각형 22">
                  <a:extLst>
                    <a:ext uri="{FF2B5EF4-FFF2-40B4-BE49-F238E27FC236}">
                      <a16:creationId xmlns:a16="http://schemas.microsoft.com/office/drawing/2014/main" id="{DCC03419-171A-4EA3-86BB-AAE3E2500BE9}"/>
                    </a:ext>
                  </a:extLst>
                </p:cNvPr>
                <p:cNvSpPr/>
                <p:nvPr/>
              </p:nvSpPr>
              <p:spPr>
                <a:xfrm rot="5400000">
                  <a:off x="1736543" y="529881"/>
                  <a:ext cx="918383" cy="3312369"/>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4" name="타원 23">
                  <a:extLst>
                    <a:ext uri="{FF2B5EF4-FFF2-40B4-BE49-F238E27FC236}">
                      <a16:creationId xmlns:a16="http://schemas.microsoft.com/office/drawing/2014/main" id="{2ED948AB-226D-4D4C-BB73-87AA6F5C4538}"/>
                    </a:ext>
                  </a:extLst>
                </p:cNvPr>
                <p:cNvSpPr/>
                <p:nvPr/>
              </p:nvSpPr>
              <p:spPr>
                <a:xfrm rot="5400000">
                  <a:off x="960928" y="211374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5" name="타원 24">
                  <a:extLst>
                    <a:ext uri="{FF2B5EF4-FFF2-40B4-BE49-F238E27FC236}">
                      <a16:creationId xmlns:a16="http://schemas.microsoft.com/office/drawing/2014/main" id="{43CF8719-2394-420E-99E6-8647E82118BC}"/>
                    </a:ext>
                  </a:extLst>
                </p:cNvPr>
                <p:cNvSpPr/>
                <p:nvPr/>
              </p:nvSpPr>
              <p:spPr>
                <a:xfrm rot="5400000">
                  <a:off x="2252227"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6" name="타원 25">
                  <a:extLst>
                    <a:ext uri="{FF2B5EF4-FFF2-40B4-BE49-F238E27FC236}">
                      <a16:creationId xmlns:a16="http://schemas.microsoft.com/office/drawing/2014/main" id="{DD39DEDB-A7DF-488F-9C59-B3B15DE58A0E}"/>
                    </a:ext>
                  </a:extLst>
                </p:cNvPr>
                <p:cNvSpPr/>
                <p:nvPr/>
              </p:nvSpPr>
              <p:spPr>
                <a:xfrm rot="5400000">
                  <a:off x="3165341"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7" name="타원 26">
                  <a:extLst>
                    <a:ext uri="{FF2B5EF4-FFF2-40B4-BE49-F238E27FC236}">
                      <a16:creationId xmlns:a16="http://schemas.microsoft.com/office/drawing/2014/main" id="{CF43B6EE-803F-4147-B526-3FB2E2905A48}"/>
                    </a:ext>
                  </a:extLst>
                </p:cNvPr>
                <p:cNvSpPr/>
                <p:nvPr/>
              </p:nvSpPr>
              <p:spPr>
                <a:xfrm rot="5400000">
                  <a:off x="3264588" y="21830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8" name="타원 27">
                  <a:extLst>
                    <a:ext uri="{FF2B5EF4-FFF2-40B4-BE49-F238E27FC236}">
                      <a16:creationId xmlns:a16="http://schemas.microsoft.com/office/drawing/2014/main" id="{C210965A-61AA-4AFA-8231-EB98985CE2D8}"/>
                    </a:ext>
                  </a:extLst>
                </p:cNvPr>
                <p:cNvSpPr/>
                <p:nvPr/>
              </p:nvSpPr>
              <p:spPr>
                <a:xfrm rot="5400000">
                  <a:off x="2559947" y="241714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29" name="타원 28">
                  <a:extLst>
                    <a:ext uri="{FF2B5EF4-FFF2-40B4-BE49-F238E27FC236}">
                      <a16:creationId xmlns:a16="http://schemas.microsoft.com/office/drawing/2014/main" id="{D3C37FE7-B258-46D6-BEBF-14CAE8433658}"/>
                    </a:ext>
                  </a:extLst>
                </p:cNvPr>
                <p:cNvSpPr/>
                <p:nvPr/>
              </p:nvSpPr>
              <p:spPr>
                <a:xfrm rot="5400000">
                  <a:off x="2418081" y="198038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0" name="타원 29">
                  <a:extLst>
                    <a:ext uri="{FF2B5EF4-FFF2-40B4-BE49-F238E27FC236}">
                      <a16:creationId xmlns:a16="http://schemas.microsoft.com/office/drawing/2014/main" id="{F2741FC8-A12A-4226-8BE8-F338C78B331C}"/>
                    </a:ext>
                  </a:extLst>
                </p:cNvPr>
                <p:cNvSpPr/>
                <p:nvPr/>
              </p:nvSpPr>
              <p:spPr>
                <a:xfrm rot="5400000">
                  <a:off x="1556666" y="175918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1" name="타원 30">
                  <a:extLst>
                    <a:ext uri="{FF2B5EF4-FFF2-40B4-BE49-F238E27FC236}">
                      <a16:creationId xmlns:a16="http://schemas.microsoft.com/office/drawing/2014/main" id="{67AC10A1-FAE5-4CFA-8E94-F090B910376C}"/>
                    </a:ext>
                  </a:extLst>
                </p:cNvPr>
                <p:cNvSpPr/>
                <p:nvPr/>
              </p:nvSpPr>
              <p:spPr>
                <a:xfrm rot="5400000">
                  <a:off x="3057158" y="176311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2" name="타원 31">
                  <a:extLst>
                    <a:ext uri="{FF2B5EF4-FFF2-40B4-BE49-F238E27FC236}">
                      <a16:creationId xmlns:a16="http://schemas.microsoft.com/office/drawing/2014/main" id="{170ECE59-5D50-48B9-BBA8-A06B1EFEBF59}"/>
                    </a:ext>
                  </a:extLst>
                </p:cNvPr>
                <p:cNvSpPr/>
                <p:nvPr/>
              </p:nvSpPr>
              <p:spPr>
                <a:xfrm rot="5400000">
                  <a:off x="3261423" y="195444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3" name="타원 32">
                  <a:extLst>
                    <a:ext uri="{FF2B5EF4-FFF2-40B4-BE49-F238E27FC236}">
                      <a16:creationId xmlns:a16="http://schemas.microsoft.com/office/drawing/2014/main" id="{7A761B9B-5627-44F7-AD3F-29FA6DE294AC}"/>
                    </a:ext>
                  </a:extLst>
                </p:cNvPr>
                <p:cNvSpPr/>
                <p:nvPr/>
              </p:nvSpPr>
              <p:spPr>
                <a:xfrm rot="5400000">
                  <a:off x="3261423" y="172809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4" name="타원 33">
                  <a:extLst>
                    <a:ext uri="{FF2B5EF4-FFF2-40B4-BE49-F238E27FC236}">
                      <a16:creationId xmlns:a16="http://schemas.microsoft.com/office/drawing/2014/main" id="{7035771C-5757-4AC1-98F5-90C13D9B4339}"/>
                    </a:ext>
                  </a:extLst>
                </p:cNvPr>
                <p:cNvSpPr/>
                <p:nvPr/>
              </p:nvSpPr>
              <p:spPr>
                <a:xfrm rot="5400000">
                  <a:off x="955102" y="173014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5" name="타원 34">
                  <a:extLst>
                    <a:ext uri="{FF2B5EF4-FFF2-40B4-BE49-F238E27FC236}">
                      <a16:creationId xmlns:a16="http://schemas.microsoft.com/office/drawing/2014/main" id="{53032D73-67C7-4CB8-8463-24EE9FFE8835}"/>
                    </a:ext>
                  </a:extLst>
                </p:cNvPr>
                <p:cNvSpPr/>
                <p:nvPr/>
              </p:nvSpPr>
              <p:spPr>
                <a:xfrm rot="5400000">
                  <a:off x="1976683" y="24962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6" name="타원 35">
                  <a:extLst>
                    <a:ext uri="{FF2B5EF4-FFF2-40B4-BE49-F238E27FC236}">
                      <a16:creationId xmlns:a16="http://schemas.microsoft.com/office/drawing/2014/main" id="{C998D03C-2807-42E4-A3AE-B0ADFD7EB5AA}"/>
                    </a:ext>
                  </a:extLst>
                </p:cNvPr>
                <p:cNvSpPr/>
                <p:nvPr/>
              </p:nvSpPr>
              <p:spPr>
                <a:xfrm rot="5400000">
                  <a:off x="2106424" y="238519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7" name="타원 36">
                  <a:extLst>
                    <a:ext uri="{FF2B5EF4-FFF2-40B4-BE49-F238E27FC236}">
                      <a16:creationId xmlns:a16="http://schemas.microsoft.com/office/drawing/2014/main" id="{73651302-5085-4BFF-8294-A8191753E678}"/>
                    </a:ext>
                  </a:extLst>
                </p:cNvPr>
                <p:cNvSpPr/>
                <p:nvPr/>
              </p:nvSpPr>
              <p:spPr>
                <a:xfrm rot="5400000">
                  <a:off x="2769240" y="237364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8" name="타원 37">
                  <a:extLst>
                    <a:ext uri="{FF2B5EF4-FFF2-40B4-BE49-F238E27FC236}">
                      <a16:creationId xmlns:a16="http://schemas.microsoft.com/office/drawing/2014/main" id="{231D085F-F72D-4DCB-BF74-B89A5EAC18D3}"/>
                    </a:ext>
                  </a:extLst>
                </p:cNvPr>
                <p:cNvSpPr/>
                <p:nvPr/>
              </p:nvSpPr>
              <p:spPr>
                <a:xfrm rot="5400000">
                  <a:off x="1274826" y="2141341"/>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39" name="타원 38">
                  <a:extLst>
                    <a:ext uri="{FF2B5EF4-FFF2-40B4-BE49-F238E27FC236}">
                      <a16:creationId xmlns:a16="http://schemas.microsoft.com/office/drawing/2014/main" id="{8F67218B-6DF9-408F-82A0-D3C0CE61633F}"/>
                    </a:ext>
                  </a:extLst>
                </p:cNvPr>
                <p:cNvSpPr/>
                <p:nvPr/>
              </p:nvSpPr>
              <p:spPr>
                <a:xfrm rot="5400000">
                  <a:off x="2695399"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0" name="타원 39">
                  <a:extLst>
                    <a:ext uri="{FF2B5EF4-FFF2-40B4-BE49-F238E27FC236}">
                      <a16:creationId xmlns:a16="http://schemas.microsoft.com/office/drawing/2014/main" id="{C44F9047-20D0-4756-B5F8-280622B0E50E}"/>
                    </a:ext>
                  </a:extLst>
                </p:cNvPr>
                <p:cNvSpPr/>
                <p:nvPr/>
              </p:nvSpPr>
              <p:spPr>
                <a:xfrm rot="5400000">
                  <a:off x="2491071" y="213664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1" name="타원 40">
                  <a:extLst>
                    <a:ext uri="{FF2B5EF4-FFF2-40B4-BE49-F238E27FC236}">
                      <a16:creationId xmlns:a16="http://schemas.microsoft.com/office/drawing/2014/main" id="{C5B9AFE4-E229-4EC8-AC2C-3B41021891BA}"/>
                    </a:ext>
                  </a:extLst>
                </p:cNvPr>
                <p:cNvSpPr/>
                <p:nvPr/>
              </p:nvSpPr>
              <p:spPr>
                <a:xfrm rot="5400000">
                  <a:off x="2717969" y="2030435"/>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2" name="타원 41">
                  <a:extLst>
                    <a:ext uri="{FF2B5EF4-FFF2-40B4-BE49-F238E27FC236}">
                      <a16:creationId xmlns:a16="http://schemas.microsoft.com/office/drawing/2014/main" id="{F93433D4-1C3E-4679-8F45-E7CC96A83C05}"/>
                    </a:ext>
                  </a:extLst>
                </p:cNvPr>
                <p:cNvSpPr/>
                <p:nvPr/>
              </p:nvSpPr>
              <p:spPr>
                <a:xfrm rot="5400000">
                  <a:off x="1838568"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3" name="타원 42">
                  <a:extLst>
                    <a:ext uri="{FF2B5EF4-FFF2-40B4-BE49-F238E27FC236}">
                      <a16:creationId xmlns:a16="http://schemas.microsoft.com/office/drawing/2014/main" id="{540632E1-9A11-4CCF-904C-5C31C86033B3}"/>
                    </a:ext>
                  </a:extLst>
                </p:cNvPr>
                <p:cNvSpPr/>
                <p:nvPr/>
              </p:nvSpPr>
              <p:spPr>
                <a:xfrm rot="5400000">
                  <a:off x="1826342" y="218131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4" name="타원 43">
                  <a:extLst>
                    <a:ext uri="{FF2B5EF4-FFF2-40B4-BE49-F238E27FC236}">
                      <a16:creationId xmlns:a16="http://schemas.microsoft.com/office/drawing/2014/main" id="{25B4A446-81E4-4201-A5FA-BF5954C28A51}"/>
                    </a:ext>
                  </a:extLst>
                </p:cNvPr>
                <p:cNvSpPr/>
                <p:nvPr/>
              </p:nvSpPr>
              <p:spPr>
                <a:xfrm rot="5400000">
                  <a:off x="1309662" y="1826987"/>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5" name="타원 44">
                  <a:extLst>
                    <a:ext uri="{FF2B5EF4-FFF2-40B4-BE49-F238E27FC236}">
                      <a16:creationId xmlns:a16="http://schemas.microsoft.com/office/drawing/2014/main" id="{61827395-342C-4E68-BB7E-CF3134E09428}"/>
                    </a:ext>
                  </a:extLst>
                </p:cNvPr>
                <p:cNvSpPr/>
                <p:nvPr/>
              </p:nvSpPr>
              <p:spPr>
                <a:xfrm rot="5400000">
                  <a:off x="1532852" y="235673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6" name="타원 45">
                  <a:extLst>
                    <a:ext uri="{FF2B5EF4-FFF2-40B4-BE49-F238E27FC236}">
                      <a16:creationId xmlns:a16="http://schemas.microsoft.com/office/drawing/2014/main" id="{76B10119-9F68-45A9-8DDD-FF2B7501AFAF}"/>
                    </a:ext>
                  </a:extLst>
                </p:cNvPr>
                <p:cNvSpPr/>
                <p:nvPr/>
              </p:nvSpPr>
              <p:spPr>
                <a:xfrm rot="5400000">
                  <a:off x="1459365" y="20773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7" name="타원 46">
                  <a:extLst>
                    <a:ext uri="{FF2B5EF4-FFF2-40B4-BE49-F238E27FC236}">
                      <a16:creationId xmlns:a16="http://schemas.microsoft.com/office/drawing/2014/main" id="{50FC9B22-9A5B-4FBF-BC86-719C34D0B98A}"/>
                    </a:ext>
                  </a:extLst>
                </p:cNvPr>
                <p:cNvSpPr/>
                <p:nvPr/>
              </p:nvSpPr>
              <p:spPr>
                <a:xfrm rot="5400000">
                  <a:off x="2967379" y="232251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8" name="타원 47">
                  <a:extLst>
                    <a:ext uri="{FF2B5EF4-FFF2-40B4-BE49-F238E27FC236}">
                      <a16:creationId xmlns:a16="http://schemas.microsoft.com/office/drawing/2014/main" id="{30752CAB-E438-482F-87CF-C37ACA3F4F20}"/>
                    </a:ext>
                  </a:extLst>
                </p:cNvPr>
                <p:cNvSpPr/>
                <p:nvPr/>
              </p:nvSpPr>
              <p:spPr>
                <a:xfrm rot="5400000">
                  <a:off x="2001109" y="203555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49" name="타원 48">
                  <a:extLst>
                    <a:ext uri="{FF2B5EF4-FFF2-40B4-BE49-F238E27FC236}">
                      <a16:creationId xmlns:a16="http://schemas.microsoft.com/office/drawing/2014/main" id="{AF28126F-735D-4619-A300-1750775258B7}"/>
                    </a:ext>
                  </a:extLst>
                </p:cNvPr>
                <p:cNvSpPr/>
                <p:nvPr/>
              </p:nvSpPr>
              <p:spPr>
                <a:xfrm rot="5400000">
                  <a:off x="1708624" y="205548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0" name="타원 49">
                  <a:extLst>
                    <a:ext uri="{FF2B5EF4-FFF2-40B4-BE49-F238E27FC236}">
                      <a16:creationId xmlns:a16="http://schemas.microsoft.com/office/drawing/2014/main" id="{35DDCB69-5672-4FD3-9AE9-967A36E7DACF}"/>
                    </a:ext>
                  </a:extLst>
                </p:cNvPr>
                <p:cNvSpPr/>
                <p:nvPr/>
              </p:nvSpPr>
              <p:spPr>
                <a:xfrm rot="5400000">
                  <a:off x="935606" y="2386269"/>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1" name="타원 50">
                  <a:extLst>
                    <a:ext uri="{FF2B5EF4-FFF2-40B4-BE49-F238E27FC236}">
                      <a16:creationId xmlns:a16="http://schemas.microsoft.com/office/drawing/2014/main" id="{0B9025C7-B42A-4EB3-9F7F-8B22EB11D007}"/>
                    </a:ext>
                  </a:extLst>
                </p:cNvPr>
                <p:cNvSpPr/>
                <p:nvPr/>
              </p:nvSpPr>
              <p:spPr>
                <a:xfrm rot="5400000">
                  <a:off x="1798221" y="24613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2" name="타원 51">
                  <a:extLst>
                    <a:ext uri="{FF2B5EF4-FFF2-40B4-BE49-F238E27FC236}">
                      <a16:creationId xmlns:a16="http://schemas.microsoft.com/office/drawing/2014/main" id="{8926F963-6664-4234-86BE-1B888F08032A}"/>
                    </a:ext>
                  </a:extLst>
                </p:cNvPr>
                <p:cNvSpPr/>
                <p:nvPr/>
              </p:nvSpPr>
              <p:spPr>
                <a:xfrm rot="5400000">
                  <a:off x="1114305" y="197737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3" name="타원 52">
                  <a:extLst>
                    <a:ext uri="{FF2B5EF4-FFF2-40B4-BE49-F238E27FC236}">
                      <a16:creationId xmlns:a16="http://schemas.microsoft.com/office/drawing/2014/main" id="{F5E4AAA9-C8F3-493C-91FD-2EADE886C6CE}"/>
                    </a:ext>
                  </a:extLst>
                </p:cNvPr>
                <p:cNvSpPr/>
                <p:nvPr/>
              </p:nvSpPr>
              <p:spPr>
                <a:xfrm rot="5400000">
                  <a:off x="2334446" y="18271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 name="타원 53">
                  <a:extLst>
                    <a:ext uri="{FF2B5EF4-FFF2-40B4-BE49-F238E27FC236}">
                      <a16:creationId xmlns:a16="http://schemas.microsoft.com/office/drawing/2014/main" id="{135135F6-E325-4C52-8C00-C226BC85DB14}"/>
                    </a:ext>
                  </a:extLst>
                </p:cNvPr>
                <p:cNvSpPr/>
                <p:nvPr/>
              </p:nvSpPr>
              <p:spPr>
                <a:xfrm rot="5400000">
                  <a:off x="2147976" y="209216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 name="타원 54">
                  <a:extLst>
                    <a:ext uri="{FF2B5EF4-FFF2-40B4-BE49-F238E27FC236}">
                      <a16:creationId xmlns:a16="http://schemas.microsoft.com/office/drawing/2014/main" id="{FBF25424-279F-4AE2-AF33-F312D0B58BAC}"/>
                    </a:ext>
                  </a:extLst>
                </p:cNvPr>
                <p:cNvSpPr/>
                <p:nvPr/>
              </p:nvSpPr>
              <p:spPr>
                <a:xfrm rot="5400000">
                  <a:off x="2152589" y="192623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 name="타원 55">
                  <a:extLst>
                    <a:ext uri="{FF2B5EF4-FFF2-40B4-BE49-F238E27FC236}">
                      <a16:creationId xmlns:a16="http://schemas.microsoft.com/office/drawing/2014/main" id="{F7B25199-40EE-426F-A557-ED1D46E5E6E9}"/>
                    </a:ext>
                  </a:extLst>
                </p:cNvPr>
                <p:cNvSpPr/>
                <p:nvPr/>
              </p:nvSpPr>
              <p:spPr>
                <a:xfrm rot="5400000">
                  <a:off x="2918286"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 name="타원 56">
                  <a:extLst>
                    <a:ext uri="{FF2B5EF4-FFF2-40B4-BE49-F238E27FC236}">
                      <a16:creationId xmlns:a16="http://schemas.microsoft.com/office/drawing/2014/main" id="{3647A827-7B97-4A93-A06A-F2A37C34C1D4}"/>
                    </a:ext>
                  </a:extLst>
                </p:cNvPr>
                <p:cNvSpPr/>
                <p:nvPr/>
              </p:nvSpPr>
              <p:spPr>
                <a:xfrm rot="5400000">
                  <a:off x="1184126" y="231819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 name="타원 57">
                  <a:extLst>
                    <a:ext uri="{FF2B5EF4-FFF2-40B4-BE49-F238E27FC236}">
                      <a16:creationId xmlns:a16="http://schemas.microsoft.com/office/drawing/2014/main" id="{F2BEA2CB-DFF8-4D2C-9BDF-E04340C0154F}"/>
                    </a:ext>
                  </a:extLst>
                </p:cNvPr>
                <p:cNvSpPr/>
                <p:nvPr/>
              </p:nvSpPr>
              <p:spPr>
                <a:xfrm rot="5400000">
                  <a:off x="1331885"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9" name="타원 58">
                  <a:extLst>
                    <a:ext uri="{FF2B5EF4-FFF2-40B4-BE49-F238E27FC236}">
                      <a16:creationId xmlns:a16="http://schemas.microsoft.com/office/drawing/2014/main" id="{A3151DBC-95F6-45DC-9358-D04784F213D6}"/>
                    </a:ext>
                  </a:extLst>
                </p:cNvPr>
                <p:cNvSpPr/>
                <p:nvPr/>
              </p:nvSpPr>
              <p:spPr>
                <a:xfrm rot="5400000">
                  <a:off x="2491961" y="1838217"/>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0" name="타원 59">
                  <a:extLst>
                    <a:ext uri="{FF2B5EF4-FFF2-40B4-BE49-F238E27FC236}">
                      <a16:creationId xmlns:a16="http://schemas.microsoft.com/office/drawing/2014/main" id="{00249471-38CA-4851-BA3D-0CDE18336127}"/>
                    </a:ext>
                  </a:extLst>
                </p:cNvPr>
                <p:cNvSpPr/>
                <p:nvPr/>
              </p:nvSpPr>
              <p:spPr>
                <a:xfrm rot="5400000">
                  <a:off x="3000788" y="202512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 name="타원 60">
                  <a:extLst>
                    <a:ext uri="{FF2B5EF4-FFF2-40B4-BE49-F238E27FC236}">
                      <a16:creationId xmlns:a16="http://schemas.microsoft.com/office/drawing/2014/main" id="{9ADB1331-46CC-4ED5-ACDA-C0BB2278FCF1}"/>
                    </a:ext>
                  </a:extLst>
                </p:cNvPr>
                <p:cNvSpPr/>
                <p:nvPr/>
              </p:nvSpPr>
              <p:spPr>
                <a:xfrm rot="5400000">
                  <a:off x="2106424" y="177420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 name="타원 61">
                  <a:extLst>
                    <a:ext uri="{FF2B5EF4-FFF2-40B4-BE49-F238E27FC236}">
                      <a16:creationId xmlns:a16="http://schemas.microsoft.com/office/drawing/2014/main" id="{FDA205A9-BD00-4F55-9024-BE6CC2F442D0}"/>
                    </a:ext>
                  </a:extLst>
                </p:cNvPr>
                <p:cNvSpPr/>
                <p:nvPr/>
              </p:nvSpPr>
              <p:spPr>
                <a:xfrm rot="5400000">
                  <a:off x="1679474" y="18793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 name="타원 62">
                  <a:extLst>
                    <a:ext uri="{FF2B5EF4-FFF2-40B4-BE49-F238E27FC236}">
                      <a16:creationId xmlns:a16="http://schemas.microsoft.com/office/drawing/2014/main" id="{BCC908AC-0241-4559-8030-CBA40792BDD2}"/>
                    </a:ext>
                  </a:extLst>
                </p:cNvPr>
                <p:cNvSpPr/>
                <p:nvPr/>
              </p:nvSpPr>
              <p:spPr>
                <a:xfrm rot="5400000">
                  <a:off x="1090632" y="248538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 name="타원 63">
                  <a:extLst>
                    <a:ext uri="{FF2B5EF4-FFF2-40B4-BE49-F238E27FC236}">
                      <a16:creationId xmlns:a16="http://schemas.microsoft.com/office/drawing/2014/main" id="{A8C1AE33-1937-4C61-8D2A-ABA701B3971B}"/>
                    </a:ext>
                  </a:extLst>
                </p:cNvPr>
                <p:cNvSpPr/>
                <p:nvPr/>
              </p:nvSpPr>
              <p:spPr>
                <a:xfrm rot="5400000">
                  <a:off x="609446" y="17749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 name="타원 64">
                  <a:extLst>
                    <a:ext uri="{FF2B5EF4-FFF2-40B4-BE49-F238E27FC236}">
                      <a16:creationId xmlns:a16="http://schemas.microsoft.com/office/drawing/2014/main" id="{78DD5598-5D05-4C22-8588-59BD14FAAE7F}"/>
                    </a:ext>
                  </a:extLst>
                </p:cNvPr>
                <p:cNvSpPr/>
                <p:nvPr/>
              </p:nvSpPr>
              <p:spPr>
                <a:xfrm rot="5400000">
                  <a:off x="701394" y="204302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6" name="타원 65">
                  <a:extLst>
                    <a:ext uri="{FF2B5EF4-FFF2-40B4-BE49-F238E27FC236}">
                      <a16:creationId xmlns:a16="http://schemas.microsoft.com/office/drawing/2014/main" id="{26A6F665-B34B-45D4-A8DF-986A747F11BC}"/>
                    </a:ext>
                  </a:extLst>
                </p:cNvPr>
                <p:cNvSpPr/>
                <p:nvPr/>
              </p:nvSpPr>
              <p:spPr>
                <a:xfrm rot="5400000">
                  <a:off x="580871" y="220697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7" name="타원 66">
                  <a:extLst>
                    <a:ext uri="{FF2B5EF4-FFF2-40B4-BE49-F238E27FC236}">
                      <a16:creationId xmlns:a16="http://schemas.microsoft.com/office/drawing/2014/main" id="{3A0C6479-53C4-430D-9BC9-873A4DD566DD}"/>
                    </a:ext>
                  </a:extLst>
                </p:cNvPr>
                <p:cNvSpPr/>
                <p:nvPr/>
              </p:nvSpPr>
              <p:spPr>
                <a:xfrm rot="5400000">
                  <a:off x="898368" y="19900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8" name="타원 67">
                  <a:extLst>
                    <a:ext uri="{FF2B5EF4-FFF2-40B4-BE49-F238E27FC236}">
                      <a16:creationId xmlns:a16="http://schemas.microsoft.com/office/drawing/2014/main" id="{F1A87806-BC99-4121-9927-138D8119F370}"/>
                    </a:ext>
                  </a:extLst>
                </p:cNvPr>
                <p:cNvSpPr/>
                <p:nvPr/>
              </p:nvSpPr>
              <p:spPr>
                <a:xfrm rot="5400000">
                  <a:off x="610336"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9" name="타원 68">
                  <a:extLst>
                    <a:ext uri="{FF2B5EF4-FFF2-40B4-BE49-F238E27FC236}">
                      <a16:creationId xmlns:a16="http://schemas.microsoft.com/office/drawing/2014/main" id="{C98CFD4B-9AA9-4A7F-ACC5-6FA5294F8ACA}"/>
                    </a:ext>
                  </a:extLst>
                </p:cNvPr>
                <p:cNvSpPr/>
                <p:nvPr/>
              </p:nvSpPr>
              <p:spPr>
                <a:xfrm rot="5400000">
                  <a:off x="784519"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0" name="타원 69">
                  <a:extLst>
                    <a:ext uri="{FF2B5EF4-FFF2-40B4-BE49-F238E27FC236}">
                      <a16:creationId xmlns:a16="http://schemas.microsoft.com/office/drawing/2014/main" id="{3BE883B8-DFA7-4B2B-906F-7B4C356D0C24}"/>
                    </a:ext>
                  </a:extLst>
                </p:cNvPr>
                <p:cNvSpPr/>
                <p:nvPr/>
              </p:nvSpPr>
              <p:spPr>
                <a:xfrm rot="5400000">
                  <a:off x="3561774" y="238868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1" name="타원 70">
                  <a:extLst>
                    <a:ext uri="{FF2B5EF4-FFF2-40B4-BE49-F238E27FC236}">
                      <a16:creationId xmlns:a16="http://schemas.microsoft.com/office/drawing/2014/main" id="{49151C0B-715C-42DA-B1B1-AF4F799642C8}"/>
                    </a:ext>
                  </a:extLst>
                </p:cNvPr>
                <p:cNvSpPr/>
                <p:nvPr/>
              </p:nvSpPr>
              <p:spPr>
                <a:xfrm rot="5400000">
                  <a:off x="3418648"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2" name="타원 71">
                  <a:extLst>
                    <a:ext uri="{FF2B5EF4-FFF2-40B4-BE49-F238E27FC236}">
                      <a16:creationId xmlns:a16="http://schemas.microsoft.com/office/drawing/2014/main" id="{EFA251C4-C559-410E-AF60-D2E3E56030A3}"/>
                    </a:ext>
                  </a:extLst>
                </p:cNvPr>
                <p:cNvSpPr/>
                <p:nvPr/>
              </p:nvSpPr>
              <p:spPr>
                <a:xfrm rot="5400000">
                  <a:off x="3543614" y="220608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3" name="타원 72">
                  <a:extLst>
                    <a:ext uri="{FF2B5EF4-FFF2-40B4-BE49-F238E27FC236}">
                      <a16:creationId xmlns:a16="http://schemas.microsoft.com/office/drawing/2014/main" id="{D1975513-CCC5-40A2-A5D8-0BC28954C11F}"/>
                    </a:ext>
                  </a:extLst>
                </p:cNvPr>
                <p:cNvSpPr/>
                <p:nvPr/>
              </p:nvSpPr>
              <p:spPr>
                <a:xfrm rot="5400000">
                  <a:off x="3706680" y="17740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4" name="타원 73">
                  <a:extLst>
                    <a:ext uri="{FF2B5EF4-FFF2-40B4-BE49-F238E27FC236}">
                      <a16:creationId xmlns:a16="http://schemas.microsoft.com/office/drawing/2014/main" id="{6F70E724-C027-4FE4-A438-DD99A1ABB3B8}"/>
                    </a:ext>
                  </a:extLst>
                </p:cNvPr>
                <p:cNvSpPr/>
                <p:nvPr/>
              </p:nvSpPr>
              <p:spPr>
                <a:xfrm rot="5400000">
                  <a:off x="3418648" y="208645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5" name="타원 74">
                  <a:extLst>
                    <a:ext uri="{FF2B5EF4-FFF2-40B4-BE49-F238E27FC236}">
                      <a16:creationId xmlns:a16="http://schemas.microsoft.com/office/drawing/2014/main" id="{695567C2-70EB-45E1-8468-C9F732D47782}"/>
                    </a:ext>
                  </a:extLst>
                </p:cNvPr>
                <p:cNvSpPr/>
                <p:nvPr/>
              </p:nvSpPr>
              <p:spPr>
                <a:xfrm rot="5400000">
                  <a:off x="3417758" y="172197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6" name="타원 75">
                  <a:extLst>
                    <a:ext uri="{FF2B5EF4-FFF2-40B4-BE49-F238E27FC236}">
                      <a16:creationId xmlns:a16="http://schemas.microsoft.com/office/drawing/2014/main" id="{613F560B-E7EA-4BF2-BBEC-952B720769E1}"/>
                    </a:ext>
                  </a:extLst>
                </p:cNvPr>
                <p:cNvSpPr/>
                <p:nvPr/>
              </p:nvSpPr>
              <p:spPr>
                <a:xfrm rot="5400000">
                  <a:off x="3418648" y="23501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7" name="타원 76">
                  <a:extLst>
                    <a:ext uri="{FF2B5EF4-FFF2-40B4-BE49-F238E27FC236}">
                      <a16:creationId xmlns:a16="http://schemas.microsoft.com/office/drawing/2014/main" id="{996A149D-28B1-4EDC-BB22-9FDB0F640705}"/>
                    </a:ext>
                  </a:extLst>
                </p:cNvPr>
                <p:cNvSpPr/>
                <p:nvPr/>
              </p:nvSpPr>
              <p:spPr>
                <a:xfrm rot="5400000">
                  <a:off x="3697155" y="225904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78" name="타원 77">
                  <a:extLst>
                    <a:ext uri="{FF2B5EF4-FFF2-40B4-BE49-F238E27FC236}">
                      <a16:creationId xmlns:a16="http://schemas.microsoft.com/office/drawing/2014/main" id="{51698DA9-3747-46C2-980F-DC2537FE42E7}"/>
                    </a:ext>
                  </a:extLst>
                </p:cNvPr>
                <p:cNvSpPr/>
                <p:nvPr/>
              </p:nvSpPr>
              <p:spPr>
                <a:xfrm rot="5400000">
                  <a:off x="3571299" y="195704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grpSp>
          <p:sp>
            <p:nvSpPr>
              <p:cNvPr id="15" name="자유형 9">
                <a:extLst>
                  <a:ext uri="{FF2B5EF4-FFF2-40B4-BE49-F238E27FC236}">
                    <a16:creationId xmlns:a16="http://schemas.microsoft.com/office/drawing/2014/main" id="{9B389EDE-D65F-4F51-A4A6-6BE375C5DDF2}"/>
                  </a:ext>
                </a:extLst>
              </p:cNvPr>
              <p:cNvSpPr/>
              <p:nvPr/>
            </p:nvSpPr>
            <p:spPr>
              <a:xfrm>
                <a:off x="1154315" y="2296477"/>
                <a:ext cx="211212" cy="576263"/>
              </a:xfrm>
              <a:custGeom>
                <a:avLst/>
                <a:gdLst>
                  <a:gd name="connsiteX0" fmla="*/ 92149 w 211212"/>
                  <a:gd name="connsiteY0" fmla="*/ 0 h 576263"/>
                  <a:gd name="connsiteX1" fmla="*/ 54049 w 211212"/>
                  <a:gd name="connsiteY1" fmla="*/ 9525 h 576263"/>
                  <a:gd name="connsiteX2" fmla="*/ 25474 w 211212"/>
                  <a:gd name="connsiteY2" fmla="*/ 28575 h 576263"/>
                  <a:gd name="connsiteX3" fmla="*/ 15949 w 211212"/>
                  <a:gd name="connsiteY3" fmla="*/ 42863 h 576263"/>
                  <a:gd name="connsiteX4" fmla="*/ 6424 w 211212"/>
                  <a:gd name="connsiteY4" fmla="*/ 66675 h 576263"/>
                  <a:gd name="connsiteX5" fmla="*/ 20712 w 211212"/>
                  <a:gd name="connsiteY5" fmla="*/ 71438 h 576263"/>
                  <a:gd name="connsiteX6" fmla="*/ 39762 w 211212"/>
                  <a:gd name="connsiteY6" fmla="*/ 100013 h 576263"/>
                  <a:gd name="connsiteX7" fmla="*/ 49287 w 211212"/>
                  <a:gd name="connsiteY7" fmla="*/ 114300 h 576263"/>
                  <a:gd name="connsiteX8" fmla="*/ 63574 w 211212"/>
                  <a:gd name="connsiteY8" fmla="*/ 128588 h 576263"/>
                  <a:gd name="connsiteX9" fmla="*/ 68337 w 211212"/>
                  <a:gd name="connsiteY9" fmla="*/ 142875 h 576263"/>
                  <a:gd name="connsiteX10" fmla="*/ 96912 w 211212"/>
                  <a:gd name="connsiteY10" fmla="*/ 161925 h 576263"/>
                  <a:gd name="connsiteX11" fmla="*/ 106437 w 211212"/>
                  <a:gd name="connsiteY11" fmla="*/ 176213 h 576263"/>
                  <a:gd name="connsiteX12" fmla="*/ 120724 w 211212"/>
                  <a:gd name="connsiteY12" fmla="*/ 185738 h 576263"/>
                  <a:gd name="connsiteX13" fmla="*/ 130249 w 211212"/>
                  <a:gd name="connsiteY13" fmla="*/ 214313 h 576263"/>
                  <a:gd name="connsiteX14" fmla="*/ 120724 w 211212"/>
                  <a:gd name="connsiteY14" fmla="*/ 242888 h 576263"/>
                  <a:gd name="connsiteX15" fmla="*/ 125487 w 211212"/>
                  <a:gd name="connsiteY15" fmla="*/ 280988 h 576263"/>
                  <a:gd name="connsiteX16" fmla="*/ 135012 w 211212"/>
                  <a:gd name="connsiteY16" fmla="*/ 295275 h 576263"/>
                  <a:gd name="connsiteX17" fmla="*/ 154062 w 211212"/>
                  <a:gd name="connsiteY17" fmla="*/ 328613 h 576263"/>
                  <a:gd name="connsiteX18" fmla="*/ 163587 w 211212"/>
                  <a:gd name="connsiteY18" fmla="*/ 357188 h 576263"/>
                  <a:gd name="connsiteX19" fmla="*/ 182637 w 211212"/>
                  <a:gd name="connsiteY19" fmla="*/ 385763 h 576263"/>
                  <a:gd name="connsiteX20" fmla="*/ 187399 w 211212"/>
                  <a:gd name="connsiteY20" fmla="*/ 400050 h 576263"/>
                  <a:gd name="connsiteX21" fmla="*/ 196924 w 211212"/>
                  <a:gd name="connsiteY21" fmla="*/ 414338 h 576263"/>
                  <a:gd name="connsiteX22" fmla="*/ 206449 w 211212"/>
                  <a:gd name="connsiteY22" fmla="*/ 442913 h 576263"/>
                  <a:gd name="connsiteX23" fmla="*/ 211212 w 211212"/>
                  <a:gd name="connsiteY23" fmla="*/ 457200 h 576263"/>
                  <a:gd name="connsiteX24" fmla="*/ 201687 w 211212"/>
                  <a:gd name="connsiteY24" fmla="*/ 485775 h 576263"/>
                  <a:gd name="connsiteX25" fmla="*/ 196924 w 211212"/>
                  <a:gd name="connsiteY25" fmla="*/ 500063 h 576263"/>
                  <a:gd name="connsiteX26" fmla="*/ 187399 w 211212"/>
                  <a:gd name="connsiteY26" fmla="*/ 514350 h 576263"/>
                  <a:gd name="connsiteX27" fmla="*/ 182637 w 211212"/>
                  <a:gd name="connsiteY27" fmla="*/ 528638 h 576263"/>
                  <a:gd name="connsiteX28" fmla="*/ 173112 w 211212"/>
                  <a:gd name="connsiteY28" fmla="*/ 542925 h 576263"/>
                  <a:gd name="connsiteX29" fmla="*/ 158824 w 211212"/>
                  <a:gd name="connsiteY29" fmla="*/ 576263 h 57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1212" h="576263">
                    <a:moveTo>
                      <a:pt x="92149" y="0"/>
                    </a:moveTo>
                    <a:cubicBezTo>
                      <a:pt x="85557" y="1319"/>
                      <a:pt x="62283" y="4951"/>
                      <a:pt x="54049" y="9525"/>
                    </a:cubicBezTo>
                    <a:cubicBezTo>
                      <a:pt x="44042" y="15084"/>
                      <a:pt x="25474" y="28575"/>
                      <a:pt x="25474" y="28575"/>
                    </a:cubicBezTo>
                    <a:cubicBezTo>
                      <a:pt x="22299" y="33338"/>
                      <a:pt x="19996" y="38815"/>
                      <a:pt x="15949" y="42863"/>
                    </a:cubicBezTo>
                    <a:cubicBezTo>
                      <a:pt x="8056" y="50756"/>
                      <a:pt x="-9419" y="50832"/>
                      <a:pt x="6424" y="66675"/>
                    </a:cubicBezTo>
                    <a:cubicBezTo>
                      <a:pt x="9974" y="70225"/>
                      <a:pt x="15949" y="69850"/>
                      <a:pt x="20712" y="71438"/>
                    </a:cubicBezTo>
                    <a:lnTo>
                      <a:pt x="39762" y="100013"/>
                    </a:lnTo>
                    <a:cubicBezTo>
                      <a:pt x="42937" y="104775"/>
                      <a:pt x="45240" y="110253"/>
                      <a:pt x="49287" y="114300"/>
                    </a:cubicBezTo>
                    <a:lnTo>
                      <a:pt x="63574" y="128588"/>
                    </a:lnTo>
                    <a:cubicBezTo>
                      <a:pt x="65162" y="133350"/>
                      <a:pt x="64787" y="139325"/>
                      <a:pt x="68337" y="142875"/>
                    </a:cubicBezTo>
                    <a:cubicBezTo>
                      <a:pt x="76432" y="150970"/>
                      <a:pt x="96912" y="161925"/>
                      <a:pt x="96912" y="161925"/>
                    </a:cubicBezTo>
                    <a:cubicBezTo>
                      <a:pt x="100087" y="166688"/>
                      <a:pt x="102390" y="172165"/>
                      <a:pt x="106437" y="176213"/>
                    </a:cubicBezTo>
                    <a:cubicBezTo>
                      <a:pt x="110484" y="180260"/>
                      <a:pt x="117691" y="180884"/>
                      <a:pt x="120724" y="185738"/>
                    </a:cubicBezTo>
                    <a:cubicBezTo>
                      <a:pt x="126045" y="194252"/>
                      <a:pt x="130249" y="214313"/>
                      <a:pt x="130249" y="214313"/>
                    </a:cubicBezTo>
                    <a:cubicBezTo>
                      <a:pt x="127074" y="223838"/>
                      <a:pt x="119479" y="232925"/>
                      <a:pt x="120724" y="242888"/>
                    </a:cubicBezTo>
                    <a:cubicBezTo>
                      <a:pt x="122312" y="255588"/>
                      <a:pt x="122119" y="268640"/>
                      <a:pt x="125487" y="280988"/>
                    </a:cubicBezTo>
                    <a:cubicBezTo>
                      <a:pt x="126993" y="286510"/>
                      <a:pt x="132172" y="290305"/>
                      <a:pt x="135012" y="295275"/>
                    </a:cubicBezTo>
                    <a:cubicBezTo>
                      <a:pt x="159187" y="337580"/>
                      <a:pt x="130852" y="293796"/>
                      <a:pt x="154062" y="328613"/>
                    </a:cubicBezTo>
                    <a:cubicBezTo>
                      <a:pt x="157237" y="338138"/>
                      <a:pt x="158018" y="348834"/>
                      <a:pt x="163587" y="357188"/>
                    </a:cubicBezTo>
                    <a:lnTo>
                      <a:pt x="182637" y="385763"/>
                    </a:lnTo>
                    <a:cubicBezTo>
                      <a:pt x="184224" y="390525"/>
                      <a:pt x="185154" y="395560"/>
                      <a:pt x="187399" y="400050"/>
                    </a:cubicBezTo>
                    <a:cubicBezTo>
                      <a:pt x="189959" y="405170"/>
                      <a:pt x="194599" y="409107"/>
                      <a:pt x="196924" y="414338"/>
                    </a:cubicBezTo>
                    <a:cubicBezTo>
                      <a:pt x="201002" y="423513"/>
                      <a:pt x="203274" y="433388"/>
                      <a:pt x="206449" y="442913"/>
                    </a:cubicBezTo>
                    <a:lnTo>
                      <a:pt x="211212" y="457200"/>
                    </a:lnTo>
                    <a:lnTo>
                      <a:pt x="201687" y="485775"/>
                    </a:lnTo>
                    <a:cubicBezTo>
                      <a:pt x="200099" y="490538"/>
                      <a:pt x="199709" y="495886"/>
                      <a:pt x="196924" y="500063"/>
                    </a:cubicBezTo>
                    <a:lnTo>
                      <a:pt x="187399" y="514350"/>
                    </a:lnTo>
                    <a:cubicBezTo>
                      <a:pt x="185812" y="519113"/>
                      <a:pt x="184882" y="524148"/>
                      <a:pt x="182637" y="528638"/>
                    </a:cubicBezTo>
                    <a:cubicBezTo>
                      <a:pt x="180077" y="533757"/>
                      <a:pt x="175437" y="537695"/>
                      <a:pt x="173112" y="542925"/>
                    </a:cubicBezTo>
                    <a:cubicBezTo>
                      <a:pt x="156736" y="579771"/>
                      <a:pt x="172060" y="563027"/>
                      <a:pt x="158824" y="576263"/>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자유형 10">
                <a:extLst>
                  <a:ext uri="{FF2B5EF4-FFF2-40B4-BE49-F238E27FC236}">
                    <a16:creationId xmlns:a16="http://schemas.microsoft.com/office/drawing/2014/main" id="{050EF2BC-19A8-473C-AB1E-71038E481229}"/>
                  </a:ext>
                </a:extLst>
              </p:cNvPr>
              <p:cNvSpPr/>
              <p:nvPr/>
            </p:nvSpPr>
            <p:spPr>
              <a:xfrm>
                <a:off x="970239" y="2296477"/>
                <a:ext cx="404814" cy="552450"/>
              </a:xfrm>
              <a:custGeom>
                <a:avLst/>
                <a:gdLst>
                  <a:gd name="connsiteX0" fmla="*/ 385763 w 404814"/>
                  <a:gd name="connsiteY0" fmla="*/ 0 h 552450"/>
                  <a:gd name="connsiteX1" fmla="*/ 404813 w 404814"/>
                  <a:gd name="connsiteY1" fmla="*/ 38100 h 552450"/>
                  <a:gd name="connsiteX2" fmla="*/ 400050 w 404814"/>
                  <a:gd name="connsiteY2" fmla="*/ 57150 h 552450"/>
                  <a:gd name="connsiteX3" fmla="*/ 371475 w 404814"/>
                  <a:gd name="connsiteY3" fmla="*/ 66675 h 552450"/>
                  <a:gd name="connsiteX4" fmla="*/ 357188 w 404814"/>
                  <a:gd name="connsiteY4" fmla="*/ 71438 h 552450"/>
                  <a:gd name="connsiteX5" fmla="*/ 342900 w 404814"/>
                  <a:gd name="connsiteY5" fmla="*/ 76200 h 552450"/>
                  <a:gd name="connsiteX6" fmla="*/ 300038 w 404814"/>
                  <a:gd name="connsiteY6" fmla="*/ 95250 h 552450"/>
                  <a:gd name="connsiteX7" fmla="*/ 285750 w 404814"/>
                  <a:gd name="connsiteY7" fmla="*/ 100013 h 552450"/>
                  <a:gd name="connsiteX8" fmla="*/ 276225 w 404814"/>
                  <a:gd name="connsiteY8" fmla="*/ 114300 h 552450"/>
                  <a:gd name="connsiteX9" fmla="*/ 247650 w 404814"/>
                  <a:gd name="connsiteY9" fmla="*/ 142875 h 552450"/>
                  <a:gd name="connsiteX10" fmla="*/ 223838 w 404814"/>
                  <a:gd name="connsiteY10" fmla="*/ 166688 h 552450"/>
                  <a:gd name="connsiteX11" fmla="*/ 204788 w 404814"/>
                  <a:gd name="connsiteY11" fmla="*/ 195263 h 552450"/>
                  <a:gd name="connsiteX12" fmla="*/ 195263 w 404814"/>
                  <a:gd name="connsiteY12" fmla="*/ 209550 h 552450"/>
                  <a:gd name="connsiteX13" fmla="*/ 171450 w 404814"/>
                  <a:gd name="connsiteY13" fmla="*/ 233363 h 552450"/>
                  <a:gd name="connsiteX14" fmla="*/ 123825 w 404814"/>
                  <a:gd name="connsiteY14" fmla="*/ 238125 h 552450"/>
                  <a:gd name="connsiteX15" fmla="*/ 42863 w 404814"/>
                  <a:gd name="connsiteY15" fmla="*/ 242888 h 552450"/>
                  <a:gd name="connsiteX16" fmla="*/ 33338 w 404814"/>
                  <a:gd name="connsiteY16" fmla="*/ 257175 h 552450"/>
                  <a:gd name="connsiteX17" fmla="*/ 19050 w 404814"/>
                  <a:gd name="connsiteY17" fmla="*/ 276225 h 552450"/>
                  <a:gd name="connsiteX18" fmla="*/ 14288 w 404814"/>
                  <a:gd name="connsiteY18" fmla="*/ 290513 h 552450"/>
                  <a:gd name="connsiteX19" fmla="*/ 0 w 404814"/>
                  <a:gd name="connsiteY19" fmla="*/ 319088 h 552450"/>
                  <a:gd name="connsiteX20" fmla="*/ 14288 w 404814"/>
                  <a:gd name="connsiteY20" fmla="*/ 328613 h 552450"/>
                  <a:gd name="connsiteX21" fmla="*/ 61913 w 404814"/>
                  <a:gd name="connsiteY21" fmla="*/ 333375 h 552450"/>
                  <a:gd name="connsiteX22" fmla="*/ 71438 w 404814"/>
                  <a:gd name="connsiteY22" fmla="*/ 361950 h 552450"/>
                  <a:gd name="connsiteX23" fmla="*/ 80963 w 404814"/>
                  <a:gd name="connsiteY23" fmla="*/ 390525 h 552450"/>
                  <a:gd name="connsiteX24" fmla="*/ 90488 w 404814"/>
                  <a:gd name="connsiteY24" fmla="*/ 404813 h 552450"/>
                  <a:gd name="connsiteX25" fmla="*/ 95250 w 404814"/>
                  <a:gd name="connsiteY25" fmla="*/ 423863 h 552450"/>
                  <a:gd name="connsiteX26" fmla="*/ 95250 w 404814"/>
                  <a:gd name="connsiteY26" fmla="*/ 466725 h 552450"/>
                  <a:gd name="connsiteX27" fmla="*/ 80963 w 404814"/>
                  <a:gd name="connsiteY27" fmla="*/ 471488 h 552450"/>
                  <a:gd name="connsiteX28" fmla="*/ 52388 w 404814"/>
                  <a:gd name="connsiteY28" fmla="*/ 485775 h 552450"/>
                  <a:gd name="connsiteX29" fmla="*/ 23813 w 404814"/>
                  <a:gd name="connsiteY29"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4814" h="552450">
                    <a:moveTo>
                      <a:pt x="385763" y="0"/>
                    </a:moveTo>
                    <a:cubicBezTo>
                      <a:pt x="388452" y="4481"/>
                      <a:pt x="404813" y="27850"/>
                      <a:pt x="404813" y="38100"/>
                    </a:cubicBezTo>
                    <a:cubicBezTo>
                      <a:pt x="404813" y="44645"/>
                      <a:pt x="405020" y="52890"/>
                      <a:pt x="400050" y="57150"/>
                    </a:cubicBezTo>
                    <a:cubicBezTo>
                      <a:pt x="392427" y="63684"/>
                      <a:pt x="381000" y="63500"/>
                      <a:pt x="371475" y="66675"/>
                    </a:cubicBezTo>
                    <a:lnTo>
                      <a:pt x="357188" y="71438"/>
                    </a:lnTo>
                    <a:lnTo>
                      <a:pt x="342900" y="76200"/>
                    </a:lnTo>
                    <a:cubicBezTo>
                      <a:pt x="320259" y="91295"/>
                      <a:pt x="334044" y="83914"/>
                      <a:pt x="300038" y="95250"/>
                    </a:cubicBezTo>
                    <a:lnTo>
                      <a:pt x="285750" y="100013"/>
                    </a:lnTo>
                    <a:cubicBezTo>
                      <a:pt x="282575" y="104775"/>
                      <a:pt x="280028" y="110022"/>
                      <a:pt x="276225" y="114300"/>
                    </a:cubicBezTo>
                    <a:cubicBezTo>
                      <a:pt x="267276" y="124368"/>
                      <a:pt x="255122" y="131667"/>
                      <a:pt x="247650" y="142875"/>
                    </a:cubicBezTo>
                    <a:cubicBezTo>
                      <a:pt x="234950" y="161925"/>
                      <a:pt x="242888" y="153988"/>
                      <a:pt x="223838" y="166688"/>
                    </a:cubicBezTo>
                    <a:lnTo>
                      <a:pt x="204788" y="195263"/>
                    </a:lnTo>
                    <a:lnTo>
                      <a:pt x="195263" y="209550"/>
                    </a:lnTo>
                    <a:cubicBezTo>
                      <a:pt x="189105" y="218787"/>
                      <a:pt x="183959" y="230476"/>
                      <a:pt x="171450" y="233363"/>
                    </a:cubicBezTo>
                    <a:cubicBezTo>
                      <a:pt x="155904" y="236950"/>
                      <a:pt x="139736" y="236946"/>
                      <a:pt x="123825" y="238125"/>
                    </a:cubicBezTo>
                    <a:cubicBezTo>
                      <a:pt x="96865" y="240122"/>
                      <a:pt x="69850" y="241300"/>
                      <a:pt x="42863" y="242888"/>
                    </a:cubicBezTo>
                    <a:cubicBezTo>
                      <a:pt x="39688" y="247650"/>
                      <a:pt x="36665" y="252518"/>
                      <a:pt x="33338" y="257175"/>
                    </a:cubicBezTo>
                    <a:cubicBezTo>
                      <a:pt x="28724" y="263634"/>
                      <a:pt x="22988" y="269333"/>
                      <a:pt x="19050" y="276225"/>
                    </a:cubicBezTo>
                    <a:cubicBezTo>
                      <a:pt x="16559" y="280584"/>
                      <a:pt x="16533" y="286023"/>
                      <a:pt x="14288" y="290513"/>
                    </a:cubicBezTo>
                    <a:cubicBezTo>
                      <a:pt x="-4180" y="327450"/>
                      <a:pt x="11975" y="283167"/>
                      <a:pt x="0" y="319088"/>
                    </a:cubicBezTo>
                    <a:cubicBezTo>
                      <a:pt x="4763" y="322263"/>
                      <a:pt x="8711" y="327326"/>
                      <a:pt x="14288" y="328613"/>
                    </a:cubicBezTo>
                    <a:cubicBezTo>
                      <a:pt x="29834" y="332200"/>
                      <a:pt x="48132" y="325336"/>
                      <a:pt x="61913" y="333375"/>
                    </a:cubicBezTo>
                    <a:cubicBezTo>
                      <a:pt x="70586" y="338434"/>
                      <a:pt x="68263" y="352425"/>
                      <a:pt x="71438" y="361950"/>
                    </a:cubicBezTo>
                    <a:cubicBezTo>
                      <a:pt x="71440" y="361955"/>
                      <a:pt x="80959" y="390520"/>
                      <a:pt x="80963" y="390525"/>
                    </a:cubicBezTo>
                    <a:lnTo>
                      <a:pt x="90488" y="404813"/>
                    </a:lnTo>
                    <a:cubicBezTo>
                      <a:pt x="92075" y="411163"/>
                      <a:pt x="93452" y="417569"/>
                      <a:pt x="95250" y="423863"/>
                    </a:cubicBezTo>
                    <a:cubicBezTo>
                      <a:pt x="99971" y="440385"/>
                      <a:pt x="106795" y="446521"/>
                      <a:pt x="95250" y="466725"/>
                    </a:cubicBezTo>
                    <a:cubicBezTo>
                      <a:pt x="92759" y="471084"/>
                      <a:pt x="85453" y="469243"/>
                      <a:pt x="80963" y="471488"/>
                    </a:cubicBezTo>
                    <a:cubicBezTo>
                      <a:pt x="44042" y="489949"/>
                      <a:pt x="88291" y="473808"/>
                      <a:pt x="52388" y="485775"/>
                    </a:cubicBezTo>
                    <a:cubicBezTo>
                      <a:pt x="10604" y="513631"/>
                      <a:pt x="23813" y="493377"/>
                      <a:pt x="23813" y="55245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자유형 11">
                <a:extLst>
                  <a:ext uri="{FF2B5EF4-FFF2-40B4-BE49-F238E27FC236}">
                    <a16:creationId xmlns:a16="http://schemas.microsoft.com/office/drawing/2014/main" id="{6A63C321-456B-4D8A-A442-957C2414E672}"/>
                  </a:ext>
                </a:extLst>
              </p:cNvPr>
              <p:cNvSpPr/>
              <p:nvPr/>
            </p:nvSpPr>
            <p:spPr>
              <a:xfrm>
                <a:off x="1384577" y="2310765"/>
                <a:ext cx="195328" cy="561975"/>
              </a:xfrm>
              <a:custGeom>
                <a:avLst/>
                <a:gdLst>
                  <a:gd name="connsiteX0" fmla="*/ 114300 w 195328"/>
                  <a:gd name="connsiteY0" fmla="*/ 0 h 561975"/>
                  <a:gd name="connsiteX1" fmla="*/ 142875 w 195328"/>
                  <a:gd name="connsiteY1" fmla="*/ 38100 h 561975"/>
                  <a:gd name="connsiteX2" fmla="*/ 147637 w 195328"/>
                  <a:gd name="connsiteY2" fmla="*/ 52387 h 561975"/>
                  <a:gd name="connsiteX3" fmla="*/ 152400 w 195328"/>
                  <a:gd name="connsiteY3" fmla="*/ 128587 h 561975"/>
                  <a:gd name="connsiteX4" fmla="*/ 157162 w 195328"/>
                  <a:gd name="connsiteY4" fmla="*/ 142875 h 561975"/>
                  <a:gd name="connsiteX5" fmla="*/ 161925 w 195328"/>
                  <a:gd name="connsiteY5" fmla="*/ 171450 h 561975"/>
                  <a:gd name="connsiteX6" fmla="*/ 176212 w 195328"/>
                  <a:gd name="connsiteY6" fmla="*/ 176212 h 561975"/>
                  <a:gd name="connsiteX7" fmla="*/ 195262 w 195328"/>
                  <a:gd name="connsiteY7" fmla="*/ 204787 h 561975"/>
                  <a:gd name="connsiteX8" fmla="*/ 190500 w 195328"/>
                  <a:gd name="connsiteY8" fmla="*/ 252412 h 561975"/>
                  <a:gd name="connsiteX9" fmla="*/ 185737 w 195328"/>
                  <a:gd name="connsiteY9" fmla="*/ 266700 h 561975"/>
                  <a:gd name="connsiteX10" fmla="*/ 171450 w 195328"/>
                  <a:gd name="connsiteY10" fmla="*/ 276225 h 561975"/>
                  <a:gd name="connsiteX11" fmla="*/ 152400 w 195328"/>
                  <a:gd name="connsiteY11" fmla="*/ 304800 h 561975"/>
                  <a:gd name="connsiteX12" fmla="*/ 133350 w 195328"/>
                  <a:gd name="connsiteY12" fmla="*/ 333375 h 561975"/>
                  <a:gd name="connsiteX13" fmla="*/ 123825 w 195328"/>
                  <a:gd name="connsiteY13" fmla="*/ 347662 h 561975"/>
                  <a:gd name="connsiteX14" fmla="*/ 147637 w 195328"/>
                  <a:gd name="connsiteY14" fmla="*/ 390525 h 561975"/>
                  <a:gd name="connsiteX15" fmla="*/ 157162 w 195328"/>
                  <a:gd name="connsiteY15" fmla="*/ 404812 h 561975"/>
                  <a:gd name="connsiteX16" fmla="*/ 138112 w 195328"/>
                  <a:gd name="connsiteY16" fmla="*/ 428625 h 561975"/>
                  <a:gd name="connsiteX17" fmla="*/ 114300 w 195328"/>
                  <a:gd name="connsiteY17" fmla="*/ 447675 h 561975"/>
                  <a:gd name="connsiteX18" fmla="*/ 76200 w 195328"/>
                  <a:gd name="connsiteY18" fmla="*/ 471487 h 561975"/>
                  <a:gd name="connsiteX19" fmla="*/ 61912 w 195328"/>
                  <a:gd name="connsiteY19" fmla="*/ 476250 h 561975"/>
                  <a:gd name="connsiteX20" fmla="*/ 47625 w 195328"/>
                  <a:gd name="connsiteY20" fmla="*/ 504825 h 561975"/>
                  <a:gd name="connsiteX21" fmla="*/ 42862 w 195328"/>
                  <a:gd name="connsiteY21" fmla="*/ 538162 h 561975"/>
                  <a:gd name="connsiteX22" fmla="*/ 28575 w 195328"/>
                  <a:gd name="connsiteY22" fmla="*/ 542925 h 561975"/>
                  <a:gd name="connsiteX23" fmla="*/ 0 w 195328"/>
                  <a:gd name="connsiteY23"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328" h="561975">
                    <a:moveTo>
                      <a:pt x="114300" y="0"/>
                    </a:moveTo>
                    <a:cubicBezTo>
                      <a:pt x="118976" y="5845"/>
                      <a:pt x="137820" y="27989"/>
                      <a:pt x="142875" y="38100"/>
                    </a:cubicBezTo>
                    <a:cubicBezTo>
                      <a:pt x="145120" y="42590"/>
                      <a:pt x="146050" y="47625"/>
                      <a:pt x="147637" y="52387"/>
                    </a:cubicBezTo>
                    <a:cubicBezTo>
                      <a:pt x="149225" y="77787"/>
                      <a:pt x="149736" y="103277"/>
                      <a:pt x="152400" y="128587"/>
                    </a:cubicBezTo>
                    <a:cubicBezTo>
                      <a:pt x="152926" y="133580"/>
                      <a:pt x="156073" y="137974"/>
                      <a:pt x="157162" y="142875"/>
                    </a:cubicBezTo>
                    <a:cubicBezTo>
                      <a:pt x="159257" y="152301"/>
                      <a:pt x="157134" y="163066"/>
                      <a:pt x="161925" y="171450"/>
                    </a:cubicBezTo>
                    <a:cubicBezTo>
                      <a:pt x="164416" y="175808"/>
                      <a:pt x="171450" y="174625"/>
                      <a:pt x="176212" y="176212"/>
                    </a:cubicBezTo>
                    <a:cubicBezTo>
                      <a:pt x="182562" y="185737"/>
                      <a:pt x="196401" y="193396"/>
                      <a:pt x="195262" y="204787"/>
                    </a:cubicBezTo>
                    <a:cubicBezTo>
                      <a:pt x="193675" y="220662"/>
                      <a:pt x="192926" y="236643"/>
                      <a:pt x="190500" y="252412"/>
                    </a:cubicBezTo>
                    <a:cubicBezTo>
                      <a:pt x="189737" y="257374"/>
                      <a:pt x="188873" y="262780"/>
                      <a:pt x="185737" y="266700"/>
                    </a:cubicBezTo>
                    <a:cubicBezTo>
                      <a:pt x="182161" y="271169"/>
                      <a:pt x="176212" y="273050"/>
                      <a:pt x="171450" y="276225"/>
                    </a:cubicBezTo>
                    <a:cubicBezTo>
                      <a:pt x="162341" y="303549"/>
                      <a:pt x="173210" y="278044"/>
                      <a:pt x="152400" y="304800"/>
                    </a:cubicBezTo>
                    <a:cubicBezTo>
                      <a:pt x="145372" y="313836"/>
                      <a:pt x="139700" y="323850"/>
                      <a:pt x="133350" y="333375"/>
                    </a:cubicBezTo>
                    <a:lnTo>
                      <a:pt x="123825" y="347662"/>
                    </a:lnTo>
                    <a:cubicBezTo>
                      <a:pt x="132206" y="372810"/>
                      <a:pt x="125803" y="357774"/>
                      <a:pt x="147637" y="390525"/>
                    </a:cubicBezTo>
                    <a:lnTo>
                      <a:pt x="157162" y="404812"/>
                    </a:lnTo>
                    <a:cubicBezTo>
                      <a:pt x="147286" y="444320"/>
                      <a:pt x="161598" y="409837"/>
                      <a:pt x="138112" y="428625"/>
                    </a:cubicBezTo>
                    <a:cubicBezTo>
                      <a:pt x="107336" y="453245"/>
                      <a:pt x="150213" y="435702"/>
                      <a:pt x="114300" y="447675"/>
                    </a:cubicBezTo>
                    <a:cubicBezTo>
                      <a:pt x="99205" y="470316"/>
                      <a:pt x="110205" y="460152"/>
                      <a:pt x="76200" y="471487"/>
                    </a:cubicBezTo>
                    <a:lnTo>
                      <a:pt x="61912" y="476250"/>
                    </a:lnTo>
                    <a:cubicBezTo>
                      <a:pt x="53883" y="488293"/>
                      <a:pt x="50442" y="490738"/>
                      <a:pt x="47625" y="504825"/>
                    </a:cubicBezTo>
                    <a:cubicBezTo>
                      <a:pt x="45424" y="515832"/>
                      <a:pt x="47882" y="528122"/>
                      <a:pt x="42862" y="538162"/>
                    </a:cubicBezTo>
                    <a:cubicBezTo>
                      <a:pt x="40617" y="542652"/>
                      <a:pt x="32963" y="540487"/>
                      <a:pt x="28575" y="542925"/>
                    </a:cubicBezTo>
                    <a:cubicBezTo>
                      <a:pt x="18568" y="548485"/>
                      <a:pt x="0" y="561975"/>
                      <a:pt x="0"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12">
                <a:extLst>
                  <a:ext uri="{FF2B5EF4-FFF2-40B4-BE49-F238E27FC236}">
                    <a16:creationId xmlns:a16="http://schemas.microsoft.com/office/drawing/2014/main" id="{C22303E6-D905-421E-894B-5AC3F74898F9}"/>
                  </a:ext>
                </a:extLst>
              </p:cNvPr>
              <p:cNvSpPr/>
              <p:nvPr/>
            </p:nvSpPr>
            <p:spPr>
              <a:xfrm>
                <a:off x="1513164" y="2286952"/>
                <a:ext cx="266820" cy="566738"/>
              </a:xfrm>
              <a:custGeom>
                <a:avLst/>
                <a:gdLst>
                  <a:gd name="connsiteX0" fmla="*/ 95250 w 266820"/>
                  <a:gd name="connsiteY0" fmla="*/ 0 h 566738"/>
                  <a:gd name="connsiteX1" fmla="*/ 71438 w 266820"/>
                  <a:gd name="connsiteY1" fmla="*/ 14288 h 566738"/>
                  <a:gd name="connsiteX2" fmla="*/ 33338 w 266820"/>
                  <a:gd name="connsiteY2" fmla="*/ 23813 h 566738"/>
                  <a:gd name="connsiteX3" fmla="*/ 4763 w 266820"/>
                  <a:gd name="connsiteY3" fmla="*/ 33338 h 566738"/>
                  <a:gd name="connsiteX4" fmla="*/ 0 w 266820"/>
                  <a:gd name="connsiteY4" fmla="*/ 47625 h 566738"/>
                  <a:gd name="connsiteX5" fmla="*/ 4763 w 266820"/>
                  <a:gd name="connsiteY5" fmla="*/ 71438 h 566738"/>
                  <a:gd name="connsiteX6" fmla="*/ 23813 w 266820"/>
                  <a:gd name="connsiteY6" fmla="*/ 114300 h 566738"/>
                  <a:gd name="connsiteX7" fmla="*/ 33338 w 266820"/>
                  <a:gd name="connsiteY7" fmla="*/ 142875 h 566738"/>
                  <a:gd name="connsiteX8" fmla="*/ 42863 w 266820"/>
                  <a:gd name="connsiteY8" fmla="*/ 176213 h 566738"/>
                  <a:gd name="connsiteX9" fmla="*/ 47625 w 266820"/>
                  <a:gd name="connsiteY9" fmla="*/ 204788 h 566738"/>
                  <a:gd name="connsiteX10" fmla="*/ 90488 w 266820"/>
                  <a:gd name="connsiteY10" fmla="*/ 219075 h 566738"/>
                  <a:gd name="connsiteX11" fmla="*/ 104775 w 266820"/>
                  <a:gd name="connsiteY11" fmla="*/ 223838 h 566738"/>
                  <a:gd name="connsiteX12" fmla="*/ 214313 w 266820"/>
                  <a:gd name="connsiteY12" fmla="*/ 214313 h 566738"/>
                  <a:gd name="connsiteX13" fmla="*/ 214313 w 266820"/>
                  <a:gd name="connsiteY13" fmla="*/ 171450 h 566738"/>
                  <a:gd name="connsiteX14" fmla="*/ 185738 w 266820"/>
                  <a:gd name="connsiteY14" fmla="*/ 176213 h 566738"/>
                  <a:gd name="connsiteX15" fmla="*/ 171450 w 266820"/>
                  <a:gd name="connsiteY15" fmla="*/ 185738 h 566738"/>
                  <a:gd name="connsiteX16" fmla="*/ 142875 w 266820"/>
                  <a:gd name="connsiteY16" fmla="*/ 200025 h 566738"/>
                  <a:gd name="connsiteX17" fmla="*/ 157163 w 266820"/>
                  <a:gd name="connsiteY17" fmla="*/ 228600 h 566738"/>
                  <a:gd name="connsiteX18" fmla="*/ 171450 w 266820"/>
                  <a:gd name="connsiteY18" fmla="*/ 238125 h 566738"/>
                  <a:gd name="connsiteX19" fmla="*/ 180975 w 266820"/>
                  <a:gd name="connsiteY19" fmla="*/ 252413 h 566738"/>
                  <a:gd name="connsiteX20" fmla="*/ 209550 w 266820"/>
                  <a:gd name="connsiteY20" fmla="*/ 276225 h 566738"/>
                  <a:gd name="connsiteX21" fmla="*/ 242888 w 266820"/>
                  <a:gd name="connsiteY21" fmla="*/ 285750 h 566738"/>
                  <a:gd name="connsiteX22" fmla="*/ 257175 w 266820"/>
                  <a:gd name="connsiteY22" fmla="*/ 290513 h 566738"/>
                  <a:gd name="connsiteX23" fmla="*/ 266700 w 266820"/>
                  <a:gd name="connsiteY23" fmla="*/ 304800 h 566738"/>
                  <a:gd name="connsiteX24" fmla="*/ 261938 w 266820"/>
                  <a:gd name="connsiteY24" fmla="*/ 319088 h 566738"/>
                  <a:gd name="connsiteX25" fmla="*/ 252413 w 266820"/>
                  <a:gd name="connsiteY25" fmla="*/ 338138 h 566738"/>
                  <a:gd name="connsiteX26" fmla="*/ 238125 w 266820"/>
                  <a:gd name="connsiteY26" fmla="*/ 366713 h 566738"/>
                  <a:gd name="connsiteX27" fmla="*/ 228600 w 266820"/>
                  <a:gd name="connsiteY27" fmla="*/ 395288 h 566738"/>
                  <a:gd name="connsiteX28" fmla="*/ 223838 w 266820"/>
                  <a:gd name="connsiteY28" fmla="*/ 409575 h 566738"/>
                  <a:gd name="connsiteX29" fmla="*/ 209550 w 266820"/>
                  <a:gd name="connsiteY29" fmla="*/ 414338 h 566738"/>
                  <a:gd name="connsiteX30" fmla="*/ 200025 w 266820"/>
                  <a:gd name="connsiteY30" fmla="*/ 400050 h 566738"/>
                  <a:gd name="connsiteX31" fmla="*/ 185738 w 266820"/>
                  <a:gd name="connsiteY31" fmla="*/ 395288 h 566738"/>
                  <a:gd name="connsiteX32" fmla="*/ 171450 w 266820"/>
                  <a:gd name="connsiteY32" fmla="*/ 385763 h 566738"/>
                  <a:gd name="connsiteX33" fmla="*/ 142875 w 266820"/>
                  <a:gd name="connsiteY33" fmla="*/ 400050 h 566738"/>
                  <a:gd name="connsiteX34" fmla="*/ 133350 w 266820"/>
                  <a:gd name="connsiteY34" fmla="*/ 414338 h 566738"/>
                  <a:gd name="connsiteX35" fmla="*/ 114300 w 266820"/>
                  <a:gd name="connsiteY35" fmla="*/ 438150 h 566738"/>
                  <a:gd name="connsiteX36" fmla="*/ 109538 w 266820"/>
                  <a:gd name="connsiteY36" fmla="*/ 452438 h 566738"/>
                  <a:gd name="connsiteX37" fmla="*/ 104775 w 266820"/>
                  <a:gd name="connsiteY37" fmla="*/ 528638 h 566738"/>
                  <a:gd name="connsiteX38" fmla="*/ 90488 w 266820"/>
                  <a:gd name="connsiteY38" fmla="*/ 538163 h 566738"/>
                  <a:gd name="connsiteX39" fmla="*/ 61913 w 266820"/>
                  <a:gd name="connsiteY39" fmla="*/ 547688 h 566738"/>
                  <a:gd name="connsiteX40" fmla="*/ 33338 w 266820"/>
                  <a:gd name="connsiteY40" fmla="*/ 566738 h 5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6820" h="566738">
                    <a:moveTo>
                      <a:pt x="95250" y="0"/>
                    </a:moveTo>
                    <a:cubicBezTo>
                      <a:pt x="87313" y="4763"/>
                      <a:pt x="79717" y="10148"/>
                      <a:pt x="71438" y="14288"/>
                    </a:cubicBezTo>
                    <a:cubicBezTo>
                      <a:pt x="59883" y="20065"/>
                      <a:pt x="45283" y="20555"/>
                      <a:pt x="33338" y="23813"/>
                    </a:cubicBezTo>
                    <a:cubicBezTo>
                      <a:pt x="23652" y="26455"/>
                      <a:pt x="4763" y="33338"/>
                      <a:pt x="4763" y="33338"/>
                    </a:cubicBezTo>
                    <a:cubicBezTo>
                      <a:pt x="3175" y="38100"/>
                      <a:pt x="0" y="42605"/>
                      <a:pt x="0" y="47625"/>
                    </a:cubicBezTo>
                    <a:cubicBezTo>
                      <a:pt x="0" y="55720"/>
                      <a:pt x="2633" y="63628"/>
                      <a:pt x="4763" y="71438"/>
                    </a:cubicBezTo>
                    <a:cubicBezTo>
                      <a:pt x="12611" y="100212"/>
                      <a:pt x="10707" y="94641"/>
                      <a:pt x="23813" y="114300"/>
                    </a:cubicBezTo>
                    <a:lnTo>
                      <a:pt x="33338" y="142875"/>
                    </a:lnTo>
                    <a:cubicBezTo>
                      <a:pt x="37874" y="156484"/>
                      <a:pt x="39875" y="161275"/>
                      <a:pt x="42863" y="176213"/>
                    </a:cubicBezTo>
                    <a:cubicBezTo>
                      <a:pt x="44757" y="185682"/>
                      <a:pt x="43307" y="196151"/>
                      <a:pt x="47625" y="204788"/>
                    </a:cubicBezTo>
                    <a:cubicBezTo>
                      <a:pt x="53713" y="216964"/>
                      <a:pt x="83655" y="217936"/>
                      <a:pt x="90488" y="219075"/>
                    </a:cubicBezTo>
                    <a:cubicBezTo>
                      <a:pt x="95250" y="220663"/>
                      <a:pt x="99755" y="223838"/>
                      <a:pt x="104775" y="223838"/>
                    </a:cubicBezTo>
                    <a:cubicBezTo>
                      <a:pt x="189996" y="223838"/>
                      <a:pt x="172242" y="228335"/>
                      <a:pt x="214313" y="214313"/>
                    </a:cubicBezTo>
                    <a:cubicBezTo>
                      <a:pt x="217995" y="203267"/>
                      <a:pt x="227851" y="181120"/>
                      <a:pt x="214313" y="171450"/>
                    </a:cubicBezTo>
                    <a:cubicBezTo>
                      <a:pt x="206455" y="165837"/>
                      <a:pt x="195263" y="174625"/>
                      <a:pt x="185738" y="176213"/>
                    </a:cubicBezTo>
                    <a:cubicBezTo>
                      <a:pt x="180975" y="179388"/>
                      <a:pt x="176570" y="183178"/>
                      <a:pt x="171450" y="185738"/>
                    </a:cubicBezTo>
                    <a:cubicBezTo>
                      <a:pt x="132014" y="205455"/>
                      <a:pt x="183824" y="172727"/>
                      <a:pt x="142875" y="200025"/>
                    </a:cubicBezTo>
                    <a:cubicBezTo>
                      <a:pt x="146749" y="211646"/>
                      <a:pt x="147931" y="219368"/>
                      <a:pt x="157163" y="228600"/>
                    </a:cubicBezTo>
                    <a:cubicBezTo>
                      <a:pt x="161210" y="232647"/>
                      <a:pt x="166688" y="234950"/>
                      <a:pt x="171450" y="238125"/>
                    </a:cubicBezTo>
                    <a:cubicBezTo>
                      <a:pt x="174625" y="242888"/>
                      <a:pt x="177311" y="248016"/>
                      <a:pt x="180975" y="252413"/>
                    </a:cubicBezTo>
                    <a:cubicBezTo>
                      <a:pt x="188497" y="261439"/>
                      <a:pt x="198849" y="270874"/>
                      <a:pt x="209550" y="276225"/>
                    </a:cubicBezTo>
                    <a:cubicBezTo>
                      <a:pt x="217167" y="280034"/>
                      <a:pt x="235761" y="283714"/>
                      <a:pt x="242888" y="285750"/>
                    </a:cubicBezTo>
                    <a:cubicBezTo>
                      <a:pt x="247715" y="287129"/>
                      <a:pt x="252413" y="288925"/>
                      <a:pt x="257175" y="290513"/>
                    </a:cubicBezTo>
                    <a:cubicBezTo>
                      <a:pt x="260350" y="295275"/>
                      <a:pt x="265759" y="299154"/>
                      <a:pt x="266700" y="304800"/>
                    </a:cubicBezTo>
                    <a:cubicBezTo>
                      <a:pt x="267525" y="309752"/>
                      <a:pt x="263915" y="314474"/>
                      <a:pt x="261938" y="319088"/>
                    </a:cubicBezTo>
                    <a:cubicBezTo>
                      <a:pt x="259141" y="325614"/>
                      <a:pt x="255210" y="331613"/>
                      <a:pt x="252413" y="338138"/>
                    </a:cubicBezTo>
                    <a:cubicBezTo>
                      <a:pt x="240582" y="365741"/>
                      <a:pt x="256429" y="339256"/>
                      <a:pt x="238125" y="366713"/>
                    </a:cubicBezTo>
                    <a:lnTo>
                      <a:pt x="228600" y="395288"/>
                    </a:lnTo>
                    <a:cubicBezTo>
                      <a:pt x="227013" y="400050"/>
                      <a:pt x="228600" y="407987"/>
                      <a:pt x="223838" y="409575"/>
                    </a:cubicBezTo>
                    <a:lnTo>
                      <a:pt x="209550" y="414338"/>
                    </a:lnTo>
                    <a:cubicBezTo>
                      <a:pt x="206375" y="409575"/>
                      <a:pt x="204495" y="403626"/>
                      <a:pt x="200025" y="400050"/>
                    </a:cubicBezTo>
                    <a:cubicBezTo>
                      <a:pt x="196105" y="396914"/>
                      <a:pt x="190228" y="397533"/>
                      <a:pt x="185738" y="395288"/>
                    </a:cubicBezTo>
                    <a:cubicBezTo>
                      <a:pt x="180618" y="392728"/>
                      <a:pt x="176213" y="388938"/>
                      <a:pt x="171450" y="385763"/>
                    </a:cubicBezTo>
                    <a:cubicBezTo>
                      <a:pt x="159830" y="389636"/>
                      <a:pt x="152107" y="390818"/>
                      <a:pt x="142875" y="400050"/>
                    </a:cubicBezTo>
                    <a:cubicBezTo>
                      <a:pt x="138828" y="404097"/>
                      <a:pt x="136525" y="409575"/>
                      <a:pt x="133350" y="414338"/>
                    </a:cubicBezTo>
                    <a:cubicBezTo>
                      <a:pt x="121380" y="450250"/>
                      <a:pt x="138920" y="407375"/>
                      <a:pt x="114300" y="438150"/>
                    </a:cubicBezTo>
                    <a:cubicBezTo>
                      <a:pt x="111164" y="442070"/>
                      <a:pt x="111125" y="447675"/>
                      <a:pt x="109538" y="452438"/>
                    </a:cubicBezTo>
                    <a:cubicBezTo>
                      <a:pt x="107950" y="477838"/>
                      <a:pt x="110296" y="503794"/>
                      <a:pt x="104775" y="528638"/>
                    </a:cubicBezTo>
                    <a:cubicBezTo>
                      <a:pt x="103533" y="534225"/>
                      <a:pt x="95718" y="535838"/>
                      <a:pt x="90488" y="538163"/>
                    </a:cubicBezTo>
                    <a:cubicBezTo>
                      <a:pt x="81313" y="542241"/>
                      <a:pt x="70267" y="542119"/>
                      <a:pt x="61913" y="547688"/>
                    </a:cubicBezTo>
                    <a:lnTo>
                      <a:pt x="33338" y="566738"/>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자유형 13">
                <a:extLst>
                  <a:ext uri="{FF2B5EF4-FFF2-40B4-BE49-F238E27FC236}">
                    <a16:creationId xmlns:a16="http://schemas.microsoft.com/office/drawing/2014/main" id="{B2EB5C82-0913-4554-A3E1-7DA44A354A0B}"/>
                  </a:ext>
                </a:extLst>
              </p:cNvPr>
              <p:cNvSpPr/>
              <p:nvPr/>
            </p:nvSpPr>
            <p:spPr>
              <a:xfrm>
                <a:off x="1620363" y="2291715"/>
                <a:ext cx="612456" cy="561975"/>
              </a:xfrm>
              <a:custGeom>
                <a:avLst/>
                <a:gdLst>
                  <a:gd name="connsiteX0" fmla="*/ 92826 w 612456"/>
                  <a:gd name="connsiteY0" fmla="*/ 0 h 561975"/>
                  <a:gd name="connsiteX1" fmla="*/ 64251 w 612456"/>
                  <a:gd name="connsiteY1" fmla="*/ 4762 h 561975"/>
                  <a:gd name="connsiteX2" fmla="*/ 49964 w 612456"/>
                  <a:gd name="connsiteY2" fmla="*/ 19050 h 561975"/>
                  <a:gd name="connsiteX3" fmla="*/ 21389 w 612456"/>
                  <a:gd name="connsiteY3" fmla="*/ 33337 h 561975"/>
                  <a:gd name="connsiteX4" fmla="*/ 2339 w 612456"/>
                  <a:gd name="connsiteY4" fmla="*/ 61912 h 561975"/>
                  <a:gd name="connsiteX5" fmla="*/ 30914 w 612456"/>
                  <a:gd name="connsiteY5" fmla="*/ 80962 h 561975"/>
                  <a:gd name="connsiteX6" fmla="*/ 45201 w 612456"/>
                  <a:gd name="connsiteY6" fmla="*/ 123825 h 561975"/>
                  <a:gd name="connsiteX7" fmla="*/ 35676 w 612456"/>
                  <a:gd name="connsiteY7" fmla="*/ 142875 h 561975"/>
                  <a:gd name="connsiteX8" fmla="*/ 26151 w 612456"/>
                  <a:gd name="connsiteY8" fmla="*/ 157162 h 561975"/>
                  <a:gd name="connsiteX9" fmla="*/ 21389 w 612456"/>
                  <a:gd name="connsiteY9" fmla="*/ 171450 h 561975"/>
                  <a:gd name="connsiteX10" fmla="*/ 49964 w 612456"/>
                  <a:gd name="connsiteY10" fmla="*/ 180975 h 561975"/>
                  <a:gd name="connsiteX11" fmla="*/ 78539 w 612456"/>
                  <a:gd name="connsiteY11" fmla="*/ 195262 h 561975"/>
                  <a:gd name="connsiteX12" fmla="*/ 88064 w 612456"/>
                  <a:gd name="connsiteY12" fmla="*/ 209550 h 561975"/>
                  <a:gd name="connsiteX13" fmla="*/ 116639 w 612456"/>
                  <a:gd name="connsiteY13" fmla="*/ 219075 h 561975"/>
                  <a:gd name="connsiteX14" fmla="*/ 121401 w 612456"/>
                  <a:gd name="connsiteY14" fmla="*/ 280987 h 561975"/>
                  <a:gd name="connsiteX15" fmla="*/ 111876 w 612456"/>
                  <a:gd name="connsiteY15" fmla="*/ 309562 h 561975"/>
                  <a:gd name="connsiteX16" fmla="*/ 107114 w 612456"/>
                  <a:gd name="connsiteY16" fmla="*/ 323850 h 561975"/>
                  <a:gd name="connsiteX17" fmla="*/ 111876 w 612456"/>
                  <a:gd name="connsiteY17" fmla="*/ 338137 h 561975"/>
                  <a:gd name="connsiteX18" fmla="*/ 126164 w 612456"/>
                  <a:gd name="connsiteY18" fmla="*/ 347662 h 561975"/>
                  <a:gd name="connsiteX19" fmla="*/ 169026 w 612456"/>
                  <a:gd name="connsiteY19" fmla="*/ 357187 h 561975"/>
                  <a:gd name="connsiteX20" fmla="*/ 169026 w 612456"/>
                  <a:gd name="connsiteY20" fmla="*/ 404812 h 561975"/>
                  <a:gd name="connsiteX21" fmla="*/ 159501 w 612456"/>
                  <a:gd name="connsiteY21" fmla="*/ 447675 h 561975"/>
                  <a:gd name="connsiteX22" fmla="*/ 173789 w 612456"/>
                  <a:gd name="connsiteY22" fmla="*/ 452437 h 561975"/>
                  <a:gd name="connsiteX23" fmla="*/ 211889 w 612456"/>
                  <a:gd name="connsiteY23" fmla="*/ 442912 h 561975"/>
                  <a:gd name="connsiteX24" fmla="*/ 254751 w 612456"/>
                  <a:gd name="connsiteY24" fmla="*/ 419100 h 561975"/>
                  <a:gd name="connsiteX25" fmla="*/ 283326 w 612456"/>
                  <a:gd name="connsiteY25" fmla="*/ 438150 h 561975"/>
                  <a:gd name="connsiteX26" fmla="*/ 297614 w 612456"/>
                  <a:gd name="connsiteY26" fmla="*/ 447675 h 561975"/>
                  <a:gd name="connsiteX27" fmla="*/ 321426 w 612456"/>
                  <a:gd name="connsiteY27" fmla="*/ 442912 h 561975"/>
                  <a:gd name="connsiteX28" fmla="*/ 335714 w 612456"/>
                  <a:gd name="connsiteY28" fmla="*/ 414337 h 561975"/>
                  <a:gd name="connsiteX29" fmla="*/ 345239 w 612456"/>
                  <a:gd name="connsiteY29" fmla="*/ 400050 h 561975"/>
                  <a:gd name="connsiteX30" fmla="*/ 359526 w 612456"/>
                  <a:gd name="connsiteY30" fmla="*/ 371475 h 561975"/>
                  <a:gd name="connsiteX31" fmla="*/ 373814 w 612456"/>
                  <a:gd name="connsiteY31" fmla="*/ 361950 h 561975"/>
                  <a:gd name="connsiteX32" fmla="*/ 378576 w 612456"/>
                  <a:gd name="connsiteY32" fmla="*/ 347662 h 561975"/>
                  <a:gd name="connsiteX33" fmla="*/ 411914 w 612456"/>
                  <a:gd name="connsiteY33" fmla="*/ 352425 h 561975"/>
                  <a:gd name="connsiteX34" fmla="*/ 426201 w 612456"/>
                  <a:gd name="connsiteY34" fmla="*/ 361950 h 561975"/>
                  <a:gd name="connsiteX35" fmla="*/ 440489 w 612456"/>
                  <a:gd name="connsiteY35" fmla="*/ 376237 h 561975"/>
                  <a:gd name="connsiteX36" fmla="*/ 454776 w 612456"/>
                  <a:gd name="connsiteY36" fmla="*/ 381000 h 561975"/>
                  <a:gd name="connsiteX37" fmla="*/ 497639 w 612456"/>
                  <a:gd name="connsiteY37" fmla="*/ 376237 h 561975"/>
                  <a:gd name="connsiteX38" fmla="*/ 526214 w 612456"/>
                  <a:gd name="connsiteY38" fmla="*/ 357187 h 561975"/>
                  <a:gd name="connsiteX39" fmla="*/ 545264 w 612456"/>
                  <a:gd name="connsiteY39" fmla="*/ 352425 h 561975"/>
                  <a:gd name="connsiteX40" fmla="*/ 559551 w 612456"/>
                  <a:gd name="connsiteY40" fmla="*/ 366712 h 561975"/>
                  <a:gd name="connsiteX41" fmla="*/ 573839 w 612456"/>
                  <a:gd name="connsiteY41" fmla="*/ 371475 h 561975"/>
                  <a:gd name="connsiteX42" fmla="*/ 592889 w 612456"/>
                  <a:gd name="connsiteY42" fmla="*/ 390525 h 561975"/>
                  <a:gd name="connsiteX43" fmla="*/ 597651 w 612456"/>
                  <a:gd name="connsiteY43" fmla="*/ 404812 h 561975"/>
                  <a:gd name="connsiteX44" fmla="*/ 611939 w 612456"/>
                  <a:gd name="connsiteY44" fmla="*/ 414337 h 561975"/>
                  <a:gd name="connsiteX45" fmla="*/ 607176 w 612456"/>
                  <a:gd name="connsiteY45" fmla="*/ 428625 h 561975"/>
                  <a:gd name="connsiteX46" fmla="*/ 564314 w 612456"/>
                  <a:gd name="connsiteY46" fmla="*/ 466725 h 561975"/>
                  <a:gd name="connsiteX47" fmla="*/ 554789 w 612456"/>
                  <a:gd name="connsiteY47" fmla="*/ 481012 h 561975"/>
                  <a:gd name="connsiteX48" fmla="*/ 540501 w 612456"/>
                  <a:gd name="connsiteY48" fmla="*/ 490537 h 561975"/>
                  <a:gd name="connsiteX49" fmla="*/ 535739 w 612456"/>
                  <a:gd name="connsiteY49" fmla="*/ 504825 h 561975"/>
                  <a:gd name="connsiteX50" fmla="*/ 526214 w 612456"/>
                  <a:gd name="connsiteY50" fmla="*/ 519112 h 561975"/>
                  <a:gd name="connsiteX51" fmla="*/ 540501 w 612456"/>
                  <a:gd name="connsiteY51" fmla="*/ 533400 h 561975"/>
                  <a:gd name="connsiteX52" fmla="*/ 554789 w 612456"/>
                  <a:gd name="connsiteY52" fmla="*/ 542925 h 561975"/>
                  <a:gd name="connsiteX53" fmla="*/ 559551 w 612456"/>
                  <a:gd name="connsiteY53" fmla="*/ 557212 h 561975"/>
                  <a:gd name="connsiteX54" fmla="*/ 564314 w 612456"/>
                  <a:gd name="connsiteY54"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2456" h="561975">
                    <a:moveTo>
                      <a:pt x="92826" y="0"/>
                    </a:moveTo>
                    <a:cubicBezTo>
                      <a:pt x="83301" y="1587"/>
                      <a:pt x="73075" y="840"/>
                      <a:pt x="64251" y="4762"/>
                    </a:cubicBezTo>
                    <a:cubicBezTo>
                      <a:pt x="58096" y="7497"/>
                      <a:pt x="55138" y="14738"/>
                      <a:pt x="49964" y="19050"/>
                    </a:cubicBezTo>
                    <a:cubicBezTo>
                      <a:pt x="37655" y="29308"/>
                      <a:pt x="35707" y="28565"/>
                      <a:pt x="21389" y="33337"/>
                    </a:cubicBezTo>
                    <a:cubicBezTo>
                      <a:pt x="15039" y="42862"/>
                      <a:pt x="-7186" y="55562"/>
                      <a:pt x="2339" y="61912"/>
                    </a:cubicBezTo>
                    <a:lnTo>
                      <a:pt x="30914" y="80962"/>
                    </a:lnTo>
                    <a:cubicBezTo>
                      <a:pt x="49425" y="108729"/>
                      <a:pt x="55042" y="100863"/>
                      <a:pt x="45201" y="123825"/>
                    </a:cubicBezTo>
                    <a:cubicBezTo>
                      <a:pt x="42404" y="130350"/>
                      <a:pt x="39198" y="136711"/>
                      <a:pt x="35676" y="142875"/>
                    </a:cubicBezTo>
                    <a:cubicBezTo>
                      <a:pt x="32836" y="147845"/>
                      <a:pt x="29326" y="152400"/>
                      <a:pt x="26151" y="157162"/>
                    </a:cubicBezTo>
                    <a:cubicBezTo>
                      <a:pt x="24564" y="161925"/>
                      <a:pt x="17839" y="167900"/>
                      <a:pt x="21389" y="171450"/>
                    </a:cubicBezTo>
                    <a:cubicBezTo>
                      <a:pt x="28489" y="178550"/>
                      <a:pt x="41610" y="175406"/>
                      <a:pt x="49964" y="180975"/>
                    </a:cubicBezTo>
                    <a:cubicBezTo>
                      <a:pt x="68428" y="193285"/>
                      <a:pt x="58821" y="188690"/>
                      <a:pt x="78539" y="195262"/>
                    </a:cubicBezTo>
                    <a:cubicBezTo>
                      <a:pt x="81714" y="200025"/>
                      <a:pt x="83210" y="206516"/>
                      <a:pt x="88064" y="209550"/>
                    </a:cubicBezTo>
                    <a:cubicBezTo>
                      <a:pt x="96578" y="214871"/>
                      <a:pt x="116639" y="219075"/>
                      <a:pt x="116639" y="219075"/>
                    </a:cubicBezTo>
                    <a:cubicBezTo>
                      <a:pt x="133708" y="244677"/>
                      <a:pt x="130375" y="233128"/>
                      <a:pt x="121401" y="280987"/>
                    </a:cubicBezTo>
                    <a:cubicBezTo>
                      <a:pt x="119551" y="290855"/>
                      <a:pt x="115051" y="300037"/>
                      <a:pt x="111876" y="309562"/>
                    </a:cubicBezTo>
                    <a:lnTo>
                      <a:pt x="107114" y="323850"/>
                    </a:lnTo>
                    <a:cubicBezTo>
                      <a:pt x="108701" y="328612"/>
                      <a:pt x="108740" y="334217"/>
                      <a:pt x="111876" y="338137"/>
                    </a:cubicBezTo>
                    <a:cubicBezTo>
                      <a:pt x="115452" y="342607"/>
                      <a:pt x="121044" y="345102"/>
                      <a:pt x="126164" y="347662"/>
                    </a:cubicBezTo>
                    <a:cubicBezTo>
                      <a:pt x="137891" y="353526"/>
                      <a:pt x="158045" y="355357"/>
                      <a:pt x="169026" y="357187"/>
                    </a:cubicBezTo>
                    <a:cubicBezTo>
                      <a:pt x="177210" y="381738"/>
                      <a:pt x="174787" y="367368"/>
                      <a:pt x="169026" y="404812"/>
                    </a:cubicBezTo>
                    <a:cubicBezTo>
                      <a:pt x="164236" y="435948"/>
                      <a:pt x="166903" y="425469"/>
                      <a:pt x="159501" y="447675"/>
                    </a:cubicBezTo>
                    <a:cubicBezTo>
                      <a:pt x="164264" y="449262"/>
                      <a:pt x="168769" y="452437"/>
                      <a:pt x="173789" y="452437"/>
                    </a:cubicBezTo>
                    <a:cubicBezTo>
                      <a:pt x="185286" y="452437"/>
                      <a:pt x="200613" y="446671"/>
                      <a:pt x="211889" y="442912"/>
                    </a:cubicBezTo>
                    <a:cubicBezTo>
                      <a:pt x="224964" y="403688"/>
                      <a:pt x="211475" y="412917"/>
                      <a:pt x="254751" y="419100"/>
                    </a:cubicBezTo>
                    <a:lnTo>
                      <a:pt x="283326" y="438150"/>
                    </a:lnTo>
                    <a:lnTo>
                      <a:pt x="297614" y="447675"/>
                    </a:lnTo>
                    <a:cubicBezTo>
                      <a:pt x="305551" y="446087"/>
                      <a:pt x="314398" y="446928"/>
                      <a:pt x="321426" y="442912"/>
                    </a:cubicBezTo>
                    <a:cubicBezTo>
                      <a:pt x="330980" y="437453"/>
                      <a:pt x="331558" y="422648"/>
                      <a:pt x="335714" y="414337"/>
                    </a:cubicBezTo>
                    <a:cubicBezTo>
                      <a:pt x="338274" y="409218"/>
                      <a:pt x="342064" y="404812"/>
                      <a:pt x="345239" y="400050"/>
                    </a:cubicBezTo>
                    <a:cubicBezTo>
                      <a:pt x="349112" y="388429"/>
                      <a:pt x="350293" y="380708"/>
                      <a:pt x="359526" y="371475"/>
                    </a:cubicBezTo>
                    <a:cubicBezTo>
                      <a:pt x="363574" y="367428"/>
                      <a:pt x="369051" y="365125"/>
                      <a:pt x="373814" y="361950"/>
                    </a:cubicBezTo>
                    <a:cubicBezTo>
                      <a:pt x="375401" y="357187"/>
                      <a:pt x="375026" y="351212"/>
                      <a:pt x="378576" y="347662"/>
                    </a:cubicBezTo>
                    <a:cubicBezTo>
                      <a:pt x="389923" y="336315"/>
                      <a:pt x="402058" y="346793"/>
                      <a:pt x="411914" y="352425"/>
                    </a:cubicBezTo>
                    <a:cubicBezTo>
                      <a:pt x="416884" y="355265"/>
                      <a:pt x="421804" y="358286"/>
                      <a:pt x="426201" y="361950"/>
                    </a:cubicBezTo>
                    <a:cubicBezTo>
                      <a:pt x="431375" y="366262"/>
                      <a:pt x="434885" y="372501"/>
                      <a:pt x="440489" y="376237"/>
                    </a:cubicBezTo>
                    <a:cubicBezTo>
                      <a:pt x="444666" y="379022"/>
                      <a:pt x="450014" y="379412"/>
                      <a:pt x="454776" y="381000"/>
                    </a:cubicBezTo>
                    <a:cubicBezTo>
                      <a:pt x="469064" y="379412"/>
                      <a:pt x="484001" y="380783"/>
                      <a:pt x="497639" y="376237"/>
                    </a:cubicBezTo>
                    <a:cubicBezTo>
                      <a:pt x="508499" y="372617"/>
                      <a:pt x="515108" y="359963"/>
                      <a:pt x="526214" y="357187"/>
                    </a:cubicBezTo>
                    <a:lnTo>
                      <a:pt x="545264" y="352425"/>
                    </a:lnTo>
                    <a:cubicBezTo>
                      <a:pt x="550026" y="357187"/>
                      <a:pt x="553947" y="362976"/>
                      <a:pt x="559551" y="366712"/>
                    </a:cubicBezTo>
                    <a:cubicBezTo>
                      <a:pt x="563728" y="369497"/>
                      <a:pt x="570289" y="367925"/>
                      <a:pt x="573839" y="371475"/>
                    </a:cubicBezTo>
                    <a:cubicBezTo>
                      <a:pt x="599240" y="396876"/>
                      <a:pt x="554786" y="377823"/>
                      <a:pt x="592889" y="390525"/>
                    </a:cubicBezTo>
                    <a:cubicBezTo>
                      <a:pt x="594476" y="395287"/>
                      <a:pt x="594515" y="400892"/>
                      <a:pt x="597651" y="404812"/>
                    </a:cubicBezTo>
                    <a:cubicBezTo>
                      <a:pt x="601227" y="409282"/>
                      <a:pt x="609813" y="409022"/>
                      <a:pt x="611939" y="414337"/>
                    </a:cubicBezTo>
                    <a:cubicBezTo>
                      <a:pt x="613803" y="418998"/>
                      <a:pt x="610258" y="424662"/>
                      <a:pt x="607176" y="428625"/>
                    </a:cubicBezTo>
                    <a:cubicBezTo>
                      <a:pt x="589611" y="451209"/>
                      <a:pt x="583411" y="453993"/>
                      <a:pt x="564314" y="466725"/>
                    </a:cubicBezTo>
                    <a:cubicBezTo>
                      <a:pt x="561139" y="471487"/>
                      <a:pt x="558836" y="476965"/>
                      <a:pt x="554789" y="481012"/>
                    </a:cubicBezTo>
                    <a:cubicBezTo>
                      <a:pt x="550741" y="485059"/>
                      <a:pt x="544077" y="486067"/>
                      <a:pt x="540501" y="490537"/>
                    </a:cubicBezTo>
                    <a:cubicBezTo>
                      <a:pt x="537365" y="494457"/>
                      <a:pt x="537984" y="500335"/>
                      <a:pt x="535739" y="504825"/>
                    </a:cubicBezTo>
                    <a:cubicBezTo>
                      <a:pt x="533179" y="509944"/>
                      <a:pt x="529389" y="514350"/>
                      <a:pt x="526214" y="519112"/>
                    </a:cubicBezTo>
                    <a:cubicBezTo>
                      <a:pt x="530976" y="523875"/>
                      <a:pt x="535327" y="529088"/>
                      <a:pt x="540501" y="533400"/>
                    </a:cubicBezTo>
                    <a:cubicBezTo>
                      <a:pt x="544898" y="537064"/>
                      <a:pt x="551213" y="538455"/>
                      <a:pt x="554789" y="542925"/>
                    </a:cubicBezTo>
                    <a:cubicBezTo>
                      <a:pt x="557925" y="546845"/>
                      <a:pt x="557306" y="552722"/>
                      <a:pt x="559551" y="557212"/>
                    </a:cubicBezTo>
                    <a:cubicBezTo>
                      <a:pt x="560555" y="559220"/>
                      <a:pt x="562726" y="560387"/>
                      <a:pt x="564314"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자유형 14">
                <a:extLst>
                  <a:ext uri="{FF2B5EF4-FFF2-40B4-BE49-F238E27FC236}">
                    <a16:creationId xmlns:a16="http://schemas.microsoft.com/office/drawing/2014/main" id="{FED1BE2A-1B57-4BE9-AD2A-C660ACEAAEE1}"/>
                  </a:ext>
                </a:extLst>
              </p:cNvPr>
              <p:cNvSpPr/>
              <p:nvPr/>
            </p:nvSpPr>
            <p:spPr>
              <a:xfrm>
                <a:off x="1831845" y="2301240"/>
                <a:ext cx="115624" cy="566737"/>
              </a:xfrm>
              <a:custGeom>
                <a:avLst/>
                <a:gdLst>
                  <a:gd name="connsiteX0" fmla="*/ 407 w 115624"/>
                  <a:gd name="connsiteY0" fmla="*/ 0 h 566737"/>
                  <a:gd name="connsiteX1" fmla="*/ 19457 w 115624"/>
                  <a:gd name="connsiteY1" fmla="*/ 23812 h 566737"/>
                  <a:gd name="connsiteX2" fmla="*/ 28982 w 115624"/>
                  <a:gd name="connsiteY2" fmla="*/ 38100 h 566737"/>
                  <a:gd name="connsiteX3" fmla="*/ 43269 w 115624"/>
                  <a:gd name="connsiteY3" fmla="*/ 47625 h 566737"/>
                  <a:gd name="connsiteX4" fmla="*/ 67082 w 115624"/>
                  <a:gd name="connsiteY4" fmla="*/ 71437 h 566737"/>
                  <a:gd name="connsiteX5" fmla="*/ 76607 w 115624"/>
                  <a:gd name="connsiteY5" fmla="*/ 85725 h 566737"/>
                  <a:gd name="connsiteX6" fmla="*/ 43269 w 115624"/>
                  <a:gd name="connsiteY6" fmla="*/ 123825 h 566737"/>
                  <a:gd name="connsiteX7" fmla="*/ 38507 w 115624"/>
                  <a:gd name="connsiteY7" fmla="*/ 138112 h 566737"/>
                  <a:gd name="connsiteX8" fmla="*/ 19457 w 115624"/>
                  <a:gd name="connsiteY8" fmla="*/ 166687 h 566737"/>
                  <a:gd name="connsiteX9" fmla="*/ 5169 w 115624"/>
                  <a:gd name="connsiteY9" fmla="*/ 195262 h 566737"/>
                  <a:gd name="connsiteX10" fmla="*/ 407 w 115624"/>
                  <a:gd name="connsiteY10" fmla="*/ 209550 h 566737"/>
                  <a:gd name="connsiteX11" fmla="*/ 33744 w 115624"/>
                  <a:gd name="connsiteY11" fmla="*/ 223837 h 566737"/>
                  <a:gd name="connsiteX12" fmla="*/ 62319 w 115624"/>
                  <a:gd name="connsiteY12" fmla="*/ 238125 h 566737"/>
                  <a:gd name="connsiteX13" fmla="*/ 76607 w 115624"/>
                  <a:gd name="connsiteY13" fmla="*/ 247650 h 566737"/>
                  <a:gd name="connsiteX14" fmla="*/ 105182 w 115624"/>
                  <a:gd name="connsiteY14" fmla="*/ 257175 h 566737"/>
                  <a:gd name="connsiteX15" fmla="*/ 114707 w 115624"/>
                  <a:gd name="connsiteY15" fmla="*/ 409575 h 566737"/>
                  <a:gd name="connsiteX16" fmla="*/ 105182 w 115624"/>
                  <a:gd name="connsiteY16" fmla="*/ 447675 h 566737"/>
                  <a:gd name="connsiteX17" fmla="*/ 86132 w 115624"/>
                  <a:gd name="connsiteY17" fmla="*/ 476250 h 566737"/>
                  <a:gd name="connsiteX18" fmla="*/ 76607 w 115624"/>
                  <a:gd name="connsiteY18" fmla="*/ 490537 h 566737"/>
                  <a:gd name="connsiteX19" fmla="*/ 95657 w 115624"/>
                  <a:gd name="connsiteY19" fmla="*/ 533400 h 566737"/>
                  <a:gd name="connsiteX20" fmla="*/ 100419 w 115624"/>
                  <a:gd name="connsiteY20" fmla="*/ 547687 h 566737"/>
                  <a:gd name="connsiteX21" fmla="*/ 109944 w 115624"/>
                  <a:gd name="connsiteY21" fmla="*/ 566737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624" h="566737">
                    <a:moveTo>
                      <a:pt x="407" y="0"/>
                    </a:moveTo>
                    <a:cubicBezTo>
                      <a:pt x="6757" y="7937"/>
                      <a:pt x="13358" y="15680"/>
                      <a:pt x="19457" y="23812"/>
                    </a:cubicBezTo>
                    <a:cubicBezTo>
                      <a:pt x="22891" y="28391"/>
                      <a:pt x="24935" y="34052"/>
                      <a:pt x="28982" y="38100"/>
                    </a:cubicBezTo>
                    <a:cubicBezTo>
                      <a:pt x="33029" y="42147"/>
                      <a:pt x="38507" y="44450"/>
                      <a:pt x="43269" y="47625"/>
                    </a:cubicBezTo>
                    <a:cubicBezTo>
                      <a:pt x="68671" y="85727"/>
                      <a:pt x="35329" y="39684"/>
                      <a:pt x="67082" y="71437"/>
                    </a:cubicBezTo>
                    <a:cubicBezTo>
                      <a:pt x="71129" y="75484"/>
                      <a:pt x="73432" y="80962"/>
                      <a:pt x="76607" y="85725"/>
                    </a:cubicBezTo>
                    <a:cubicBezTo>
                      <a:pt x="54382" y="119063"/>
                      <a:pt x="67082" y="107950"/>
                      <a:pt x="43269" y="123825"/>
                    </a:cubicBezTo>
                    <a:cubicBezTo>
                      <a:pt x="41682" y="128587"/>
                      <a:pt x="40945" y="133724"/>
                      <a:pt x="38507" y="138112"/>
                    </a:cubicBezTo>
                    <a:cubicBezTo>
                      <a:pt x="32948" y="148119"/>
                      <a:pt x="23077" y="155827"/>
                      <a:pt x="19457" y="166687"/>
                    </a:cubicBezTo>
                    <a:cubicBezTo>
                      <a:pt x="12884" y="186405"/>
                      <a:pt x="17479" y="176798"/>
                      <a:pt x="5169" y="195262"/>
                    </a:cubicBezTo>
                    <a:cubicBezTo>
                      <a:pt x="3582" y="200025"/>
                      <a:pt x="-1457" y="204889"/>
                      <a:pt x="407" y="209550"/>
                    </a:cubicBezTo>
                    <a:cubicBezTo>
                      <a:pt x="4062" y="218687"/>
                      <a:pt x="27528" y="222283"/>
                      <a:pt x="33744" y="223837"/>
                    </a:cubicBezTo>
                    <a:cubicBezTo>
                      <a:pt x="74693" y="251135"/>
                      <a:pt x="22883" y="218406"/>
                      <a:pt x="62319" y="238125"/>
                    </a:cubicBezTo>
                    <a:cubicBezTo>
                      <a:pt x="67439" y="240685"/>
                      <a:pt x="71376" y="245325"/>
                      <a:pt x="76607" y="247650"/>
                    </a:cubicBezTo>
                    <a:cubicBezTo>
                      <a:pt x="85782" y="251728"/>
                      <a:pt x="105182" y="257175"/>
                      <a:pt x="105182" y="257175"/>
                    </a:cubicBezTo>
                    <a:cubicBezTo>
                      <a:pt x="119995" y="316434"/>
                      <a:pt x="114707" y="289672"/>
                      <a:pt x="114707" y="409575"/>
                    </a:cubicBezTo>
                    <a:cubicBezTo>
                      <a:pt x="114707" y="413793"/>
                      <a:pt x="108939" y="440913"/>
                      <a:pt x="105182" y="447675"/>
                    </a:cubicBezTo>
                    <a:cubicBezTo>
                      <a:pt x="99623" y="457682"/>
                      <a:pt x="92482" y="466725"/>
                      <a:pt x="86132" y="476250"/>
                    </a:cubicBezTo>
                    <a:lnTo>
                      <a:pt x="76607" y="490537"/>
                    </a:lnTo>
                    <a:cubicBezTo>
                      <a:pt x="87942" y="524542"/>
                      <a:pt x="80563" y="510758"/>
                      <a:pt x="95657" y="533400"/>
                    </a:cubicBezTo>
                    <a:cubicBezTo>
                      <a:pt x="97244" y="538162"/>
                      <a:pt x="98174" y="543197"/>
                      <a:pt x="100419" y="547687"/>
                    </a:cubicBezTo>
                    <a:cubicBezTo>
                      <a:pt x="110824" y="568499"/>
                      <a:pt x="109944" y="554808"/>
                      <a:pt x="109944" y="566737"/>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자유형 15">
                <a:extLst>
                  <a:ext uri="{FF2B5EF4-FFF2-40B4-BE49-F238E27FC236}">
                    <a16:creationId xmlns:a16="http://schemas.microsoft.com/office/drawing/2014/main" id="{39213B16-15C0-4FD1-8C96-4611FE705D09}"/>
                  </a:ext>
                </a:extLst>
              </p:cNvPr>
              <p:cNvSpPr/>
              <p:nvPr/>
            </p:nvSpPr>
            <p:spPr>
              <a:xfrm>
                <a:off x="727352" y="2290763"/>
                <a:ext cx="1233487" cy="586739"/>
              </a:xfrm>
              <a:custGeom>
                <a:avLst/>
                <a:gdLst>
                  <a:gd name="connsiteX0" fmla="*/ 1233487 w 1233487"/>
                  <a:gd name="connsiteY0" fmla="*/ 15239 h 586739"/>
                  <a:gd name="connsiteX1" fmla="*/ 1209675 w 1233487"/>
                  <a:gd name="connsiteY1" fmla="*/ 20002 h 586739"/>
                  <a:gd name="connsiteX2" fmla="*/ 1200150 w 1233487"/>
                  <a:gd name="connsiteY2" fmla="*/ 48577 h 586739"/>
                  <a:gd name="connsiteX3" fmla="*/ 1157287 w 1233487"/>
                  <a:gd name="connsiteY3" fmla="*/ 58102 h 586739"/>
                  <a:gd name="connsiteX4" fmla="*/ 1138237 w 1233487"/>
                  <a:gd name="connsiteY4" fmla="*/ 62864 h 586739"/>
                  <a:gd name="connsiteX5" fmla="*/ 1095375 w 1233487"/>
                  <a:gd name="connsiteY5" fmla="*/ 72389 h 586739"/>
                  <a:gd name="connsiteX6" fmla="*/ 1052512 w 1233487"/>
                  <a:gd name="connsiteY6" fmla="*/ 62864 h 586739"/>
                  <a:gd name="connsiteX7" fmla="*/ 1038225 w 1233487"/>
                  <a:gd name="connsiteY7" fmla="*/ 53339 h 586739"/>
                  <a:gd name="connsiteX8" fmla="*/ 1028700 w 1233487"/>
                  <a:gd name="connsiteY8" fmla="*/ 39052 h 586739"/>
                  <a:gd name="connsiteX9" fmla="*/ 1014412 w 1233487"/>
                  <a:gd name="connsiteY9" fmla="*/ 34289 h 586739"/>
                  <a:gd name="connsiteX10" fmla="*/ 995362 w 1233487"/>
                  <a:gd name="connsiteY10" fmla="*/ 15239 h 586739"/>
                  <a:gd name="connsiteX11" fmla="*/ 985837 w 1233487"/>
                  <a:gd name="connsiteY11" fmla="*/ 952 h 586739"/>
                  <a:gd name="connsiteX12" fmla="*/ 928687 w 1233487"/>
                  <a:gd name="connsiteY12" fmla="*/ 24764 h 586739"/>
                  <a:gd name="connsiteX13" fmla="*/ 914400 w 1233487"/>
                  <a:gd name="connsiteY13" fmla="*/ 34289 h 586739"/>
                  <a:gd name="connsiteX14" fmla="*/ 904875 w 1233487"/>
                  <a:gd name="connsiteY14" fmla="*/ 77152 h 586739"/>
                  <a:gd name="connsiteX15" fmla="*/ 919162 w 1233487"/>
                  <a:gd name="connsiteY15" fmla="*/ 86677 h 586739"/>
                  <a:gd name="connsiteX16" fmla="*/ 938212 w 1233487"/>
                  <a:gd name="connsiteY16" fmla="*/ 143827 h 586739"/>
                  <a:gd name="connsiteX17" fmla="*/ 952500 w 1233487"/>
                  <a:gd name="connsiteY17" fmla="*/ 172402 h 586739"/>
                  <a:gd name="connsiteX18" fmla="*/ 966787 w 1233487"/>
                  <a:gd name="connsiteY18" fmla="*/ 181927 h 586739"/>
                  <a:gd name="connsiteX19" fmla="*/ 976312 w 1233487"/>
                  <a:gd name="connsiteY19" fmla="*/ 196214 h 586739"/>
                  <a:gd name="connsiteX20" fmla="*/ 990600 w 1233487"/>
                  <a:gd name="connsiteY20" fmla="*/ 205739 h 586739"/>
                  <a:gd name="connsiteX21" fmla="*/ 995362 w 1233487"/>
                  <a:gd name="connsiteY21" fmla="*/ 220027 h 586739"/>
                  <a:gd name="connsiteX22" fmla="*/ 1000125 w 1233487"/>
                  <a:gd name="connsiteY22" fmla="*/ 320039 h 586739"/>
                  <a:gd name="connsiteX23" fmla="*/ 1014412 w 1233487"/>
                  <a:gd name="connsiteY23" fmla="*/ 324802 h 586739"/>
                  <a:gd name="connsiteX24" fmla="*/ 1028700 w 1233487"/>
                  <a:gd name="connsiteY24" fmla="*/ 334327 h 586739"/>
                  <a:gd name="connsiteX25" fmla="*/ 1057275 w 1233487"/>
                  <a:gd name="connsiteY25" fmla="*/ 343852 h 586739"/>
                  <a:gd name="connsiteX26" fmla="*/ 1066800 w 1233487"/>
                  <a:gd name="connsiteY26" fmla="*/ 358139 h 586739"/>
                  <a:gd name="connsiteX27" fmla="*/ 1038225 w 1233487"/>
                  <a:gd name="connsiteY27" fmla="*/ 372427 h 586739"/>
                  <a:gd name="connsiteX28" fmla="*/ 1009650 w 1233487"/>
                  <a:gd name="connsiteY28" fmla="*/ 391477 h 586739"/>
                  <a:gd name="connsiteX29" fmla="*/ 995362 w 1233487"/>
                  <a:gd name="connsiteY29" fmla="*/ 401002 h 586739"/>
                  <a:gd name="connsiteX30" fmla="*/ 966787 w 1233487"/>
                  <a:gd name="connsiteY30" fmla="*/ 396239 h 586739"/>
                  <a:gd name="connsiteX31" fmla="*/ 938212 w 1233487"/>
                  <a:gd name="connsiteY31" fmla="*/ 386714 h 586739"/>
                  <a:gd name="connsiteX32" fmla="*/ 885825 w 1233487"/>
                  <a:gd name="connsiteY32" fmla="*/ 391477 h 586739"/>
                  <a:gd name="connsiteX33" fmla="*/ 857250 w 1233487"/>
                  <a:gd name="connsiteY33" fmla="*/ 401002 h 586739"/>
                  <a:gd name="connsiteX34" fmla="*/ 842962 w 1233487"/>
                  <a:gd name="connsiteY34" fmla="*/ 405764 h 586739"/>
                  <a:gd name="connsiteX35" fmla="*/ 809625 w 1233487"/>
                  <a:gd name="connsiteY35" fmla="*/ 367664 h 586739"/>
                  <a:gd name="connsiteX36" fmla="*/ 800100 w 1233487"/>
                  <a:gd name="connsiteY36" fmla="*/ 339089 h 586739"/>
                  <a:gd name="connsiteX37" fmla="*/ 795337 w 1233487"/>
                  <a:gd name="connsiteY37" fmla="*/ 324802 h 586739"/>
                  <a:gd name="connsiteX38" fmla="*/ 790575 w 1233487"/>
                  <a:gd name="connsiteY38" fmla="*/ 281939 h 586739"/>
                  <a:gd name="connsiteX39" fmla="*/ 776287 w 1233487"/>
                  <a:gd name="connsiteY39" fmla="*/ 277177 h 586739"/>
                  <a:gd name="connsiteX40" fmla="*/ 762000 w 1233487"/>
                  <a:gd name="connsiteY40" fmla="*/ 267652 h 586739"/>
                  <a:gd name="connsiteX41" fmla="*/ 747712 w 1233487"/>
                  <a:gd name="connsiteY41" fmla="*/ 262889 h 586739"/>
                  <a:gd name="connsiteX42" fmla="*/ 704850 w 1233487"/>
                  <a:gd name="connsiteY42" fmla="*/ 239077 h 586739"/>
                  <a:gd name="connsiteX43" fmla="*/ 676275 w 1233487"/>
                  <a:gd name="connsiteY43" fmla="*/ 220027 h 586739"/>
                  <a:gd name="connsiteX44" fmla="*/ 661987 w 1233487"/>
                  <a:gd name="connsiteY44" fmla="*/ 215264 h 586739"/>
                  <a:gd name="connsiteX45" fmla="*/ 633412 w 1233487"/>
                  <a:gd name="connsiteY45" fmla="*/ 196214 h 586739"/>
                  <a:gd name="connsiteX46" fmla="*/ 604837 w 1233487"/>
                  <a:gd name="connsiteY46" fmla="*/ 186689 h 586739"/>
                  <a:gd name="connsiteX47" fmla="*/ 576262 w 1233487"/>
                  <a:gd name="connsiteY47" fmla="*/ 196214 h 586739"/>
                  <a:gd name="connsiteX48" fmla="*/ 552450 w 1233487"/>
                  <a:gd name="connsiteY48" fmla="*/ 224789 h 586739"/>
                  <a:gd name="connsiteX49" fmla="*/ 538162 w 1233487"/>
                  <a:gd name="connsiteY49" fmla="*/ 229552 h 586739"/>
                  <a:gd name="connsiteX50" fmla="*/ 542925 w 1233487"/>
                  <a:gd name="connsiteY50" fmla="*/ 286702 h 586739"/>
                  <a:gd name="connsiteX51" fmla="*/ 566737 w 1233487"/>
                  <a:gd name="connsiteY51" fmla="*/ 310514 h 586739"/>
                  <a:gd name="connsiteX52" fmla="*/ 614362 w 1233487"/>
                  <a:gd name="connsiteY52" fmla="*/ 343852 h 586739"/>
                  <a:gd name="connsiteX53" fmla="*/ 628650 w 1233487"/>
                  <a:gd name="connsiteY53" fmla="*/ 348614 h 586739"/>
                  <a:gd name="connsiteX54" fmla="*/ 657225 w 1233487"/>
                  <a:gd name="connsiteY54" fmla="*/ 367664 h 586739"/>
                  <a:gd name="connsiteX55" fmla="*/ 647700 w 1233487"/>
                  <a:gd name="connsiteY55" fmla="*/ 381952 h 586739"/>
                  <a:gd name="connsiteX56" fmla="*/ 600075 w 1233487"/>
                  <a:gd name="connsiteY56" fmla="*/ 396239 h 586739"/>
                  <a:gd name="connsiteX57" fmla="*/ 585787 w 1233487"/>
                  <a:gd name="connsiteY57" fmla="*/ 405764 h 586739"/>
                  <a:gd name="connsiteX58" fmla="*/ 557212 w 1233487"/>
                  <a:gd name="connsiteY58" fmla="*/ 410527 h 586739"/>
                  <a:gd name="connsiteX59" fmla="*/ 542925 w 1233487"/>
                  <a:gd name="connsiteY59" fmla="*/ 415289 h 586739"/>
                  <a:gd name="connsiteX60" fmla="*/ 528637 w 1233487"/>
                  <a:gd name="connsiteY60" fmla="*/ 410527 h 586739"/>
                  <a:gd name="connsiteX61" fmla="*/ 504825 w 1233487"/>
                  <a:gd name="connsiteY61" fmla="*/ 391477 h 586739"/>
                  <a:gd name="connsiteX62" fmla="*/ 471487 w 1233487"/>
                  <a:gd name="connsiteY62" fmla="*/ 396239 h 586739"/>
                  <a:gd name="connsiteX63" fmla="*/ 442912 w 1233487"/>
                  <a:gd name="connsiteY63" fmla="*/ 405764 h 586739"/>
                  <a:gd name="connsiteX64" fmla="*/ 400050 w 1233487"/>
                  <a:gd name="connsiteY64" fmla="*/ 434339 h 586739"/>
                  <a:gd name="connsiteX65" fmla="*/ 385762 w 1233487"/>
                  <a:gd name="connsiteY65" fmla="*/ 443864 h 586739"/>
                  <a:gd name="connsiteX66" fmla="*/ 376237 w 1233487"/>
                  <a:gd name="connsiteY66" fmla="*/ 458152 h 586739"/>
                  <a:gd name="connsiteX67" fmla="*/ 338137 w 1233487"/>
                  <a:gd name="connsiteY67" fmla="*/ 443864 h 586739"/>
                  <a:gd name="connsiteX68" fmla="*/ 323850 w 1233487"/>
                  <a:gd name="connsiteY68" fmla="*/ 439102 h 586739"/>
                  <a:gd name="connsiteX69" fmla="*/ 285750 w 1233487"/>
                  <a:gd name="connsiteY69" fmla="*/ 448627 h 586739"/>
                  <a:gd name="connsiteX70" fmla="*/ 257175 w 1233487"/>
                  <a:gd name="connsiteY70" fmla="*/ 467677 h 586739"/>
                  <a:gd name="connsiteX71" fmla="*/ 242887 w 1233487"/>
                  <a:gd name="connsiteY71" fmla="*/ 477202 h 586739"/>
                  <a:gd name="connsiteX72" fmla="*/ 228600 w 1233487"/>
                  <a:gd name="connsiteY72" fmla="*/ 486727 h 586739"/>
                  <a:gd name="connsiteX73" fmla="*/ 195262 w 1233487"/>
                  <a:gd name="connsiteY73" fmla="*/ 467677 h 586739"/>
                  <a:gd name="connsiteX74" fmla="*/ 166687 w 1233487"/>
                  <a:gd name="connsiteY74" fmla="*/ 448627 h 586739"/>
                  <a:gd name="connsiteX75" fmla="*/ 152400 w 1233487"/>
                  <a:gd name="connsiteY75" fmla="*/ 391477 h 586739"/>
                  <a:gd name="connsiteX76" fmla="*/ 138112 w 1233487"/>
                  <a:gd name="connsiteY76" fmla="*/ 386714 h 586739"/>
                  <a:gd name="connsiteX77" fmla="*/ 66675 w 1233487"/>
                  <a:gd name="connsiteY77" fmla="*/ 381952 h 586739"/>
                  <a:gd name="connsiteX78" fmla="*/ 23812 w 1233487"/>
                  <a:gd name="connsiteY78" fmla="*/ 386714 h 586739"/>
                  <a:gd name="connsiteX79" fmla="*/ 4762 w 1233487"/>
                  <a:gd name="connsiteY79" fmla="*/ 420052 h 586739"/>
                  <a:gd name="connsiteX80" fmla="*/ 0 w 1233487"/>
                  <a:gd name="connsiteY80" fmla="*/ 453389 h 586739"/>
                  <a:gd name="connsiteX81" fmla="*/ 4762 w 1233487"/>
                  <a:gd name="connsiteY81" fmla="*/ 472439 h 586739"/>
                  <a:gd name="connsiteX82" fmla="*/ 23812 w 1233487"/>
                  <a:gd name="connsiteY82" fmla="*/ 477202 h 586739"/>
                  <a:gd name="connsiteX83" fmla="*/ 71437 w 1233487"/>
                  <a:gd name="connsiteY83" fmla="*/ 491489 h 586739"/>
                  <a:gd name="connsiteX84" fmla="*/ 76200 w 1233487"/>
                  <a:gd name="connsiteY84" fmla="*/ 505777 h 586739"/>
                  <a:gd name="connsiteX85" fmla="*/ 85725 w 1233487"/>
                  <a:gd name="connsiteY85" fmla="*/ 520064 h 586739"/>
                  <a:gd name="connsiteX86" fmla="*/ 95250 w 1233487"/>
                  <a:gd name="connsiteY86" fmla="*/ 558164 h 586739"/>
                  <a:gd name="connsiteX87" fmla="*/ 104775 w 1233487"/>
                  <a:gd name="connsiteY87" fmla="*/ 586739 h 586739"/>
                  <a:gd name="connsiteX88" fmla="*/ 114300 w 1233487"/>
                  <a:gd name="connsiteY88" fmla="*/ 586739 h 5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33487" h="586739">
                    <a:moveTo>
                      <a:pt x="1233487" y="15239"/>
                    </a:moveTo>
                    <a:cubicBezTo>
                      <a:pt x="1225550" y="16827"/>
                      <a:pt x="1215399" y="14278"/>
                      <a:pt x="1209675" y="20002"/>
                    </a:cubicBezTo>
                    <a:cubicBezTo>
                      <a:pt x="1202576" y="27102"/>
                      <a:pt x="1209675" y="45402"/>
                      <a:pt x="1200150" y="48577"/>
                    </a:cubicBezTo>
                    <a:cubicBezTo>
                      <a:pt x="1172344" y="57844"/>
                      <a:pt x="1199194" y="49721"/>
                      <a:pt x="1157287" y="58102"/>
                    </a:cubicBezTo>
                    <a:cubicBezTo>
                      <a:pt x="1150869" y="59386"/>
                      <a:pt x="1144627" y="61444"/>
                      <a:pt x="1138237" y="62864"/>
                    </a:cubicBezTo>
                    <a:cubicBezTo>
                      <a:pt x="1083822" y="74956"/>
                      <a:pt x="1141834" y="60775"/>
                      <a:pt x="1095375" y="72389"/>
                    </a:cubicBezTo>
                    <a:cubicBezTo>
                      <a:pt x="1084396" y="70559"/>
                      <a:pt x="1064238" y="68727"/>
                      <a:pt x="1052512" y="62864"/>
                    </a:cubicBezTo>
                    <a:cubicBezTo>
                      <a:pt x="1047393" y="60304"/>
                      <a:pt x="1042987" y="56514"/>
                      <a:pt x="1038225" y="53339"/>
                    </a:cubicBezTo>
                    <a:cubicBezTo>
                      <a:pt x="1035050" y="48577"/>
                      <a:pt x="1033169" y="42628"/>
                      <a:pt x="1028700" y="39052"/>
                    </a:cubicBezTo>
                    <a:cubicBezTo>
                      <a:pt x="1024780" y="35916"/>
                      <a:pt x="1017962" y="37839"/>
                      <a:pt x="1014412" y="34289"/>
                    </a:cubicBezTo>
                    <a:cubicBezTo>
                      <a:pt x="989011" y="8888"/>
                      <a:pt x="1033465" y="27941"/>
                      <a:pt x="995362" y="15239"/>
                    </a:cubicBezTo>
                    <a:cubicBezTo>
                      <a:pt x="992187" y="10477"/>
                      <a:pt x="991390" y="2340"/>
                      <a:pt x="985837" y="952"/>
                    </a:cubicBezTo>
                    <a:cubicBezTo>
                      <a:pt x="964091" y="-4485"/>
                      <a:pt x="943815" y="14679"/>
                      <a:pt x="928687" y="24764"/>
                    </a:cubicBezTo>
                    <a:lnTo>
                      <a:pt x="914400" y="34289"/>
                    </a:lnTo>
                    <a:cubicBezTo>
                      <a:pt x="898525" y="58102"/>
                      <a:pt x="885825" y="58101"/>
                      <a:pt x="904875" y="77152"/>
                    </a:cubicBezTo>
                    <a:cubicBezTo>
                      <a:pt x="908922" y="81199"/>
                      <a:pt x="914400" y="83502"/>
                      <a:pt x="919162" y="86677"/>
                    </a:cubicBezTo>
                    <a:lnTo>
                      <a:pt x="938212" y="143827"/>
                    </a:lnTo>
                    <a:cubicBezTo>
                      <a:pt x="942085" y="155446"/>
                      <a:pt x="943270" y="163171"/>
                      <a:pt x="952500" y="172402"/>
                    </a:cubicBezTo>
                    <a:cubicBezTo>
                      <a:pt x="956547" y="176449"/>
                      <a:pt x="962025" y="178752"/>
                      <a:pt x="966787" y="181927"/>
                    </a:cubicBezTo>
                    <a:cubicBezTo>
                      <a:pt x="969962" y="186689"/>
                      <a:pt x="972265" y="192167"/>
                      <a:pt x="976312" y="196214"/>
                    </a:cubicBezTo>
                    <a:cubicBezTo>
                      <a:pt x="980360" y="200261"/>
                      <a:pt x="987024" y="201269"/>
                      <a:pt x="990600" y="205739"/>
                    </a:cubicBezTo>
                    <a:cubicBezTo>
                      <a:pt x="993736" y="209659"/>
                      <a:pt x="993775" y="215264"/>
                      <a:pt x="995362" y="220027"/>
                    </a:cubicBezTo>
                    <a:cubicBezTo>
                      <a:pt x="996950" y="253364"/>
                      <a:pt x="994155" y="287202"/>
                      <a:pt x="1000125" y="320039"/>
                    </a:cubicBezTo>
                    <a:cubicBezTo>
                      <a:pt x="1001023" y="324978"/>
                      <a:pt x="1009922" y="322557"/>
                      <a:pt x="1014412" y="324802"/>
                    </a:cubicBezTo>
                    <a:cubicBezTo>
                      <a:pt x="1019532" y="327362"/>
                      <a:pt x="1023469" y="332002"/>
                      <a:pt x="1028700" y="334327"/>
                    </a:cubicBezTo>
                    <a:cubicBezTo>
                      <a:pt x="1037875" y="338405"/>
                      <a:pt x="1057275" y="343852"/>
                      <a:pt x="1057275" y="343852"/>
                    </a:cubicBezTo>
                    <a:cubicBezTo>
                      <a:pt x="1060450" y="348614"/>
                      <a:pt x="1067923" y="352527"/>
                      <a:pt x="1066800" y="358139"/>
                    </a:cubicBezTo>
                    <a:cubicBezTo>
                      <a:pt x="1065214" y="366066"/>
                      <a:pt x="1043139" y="369697"/>
                      <a:pt x="1038225" y="372427"/>
                    </a:cubicBezTo>
                    <a:cubicBezTo>
                      <a:pt x="1028218" y="377987"/>
                      <a:pt x="1019175" y="385127"/>
                      <a:pt x="1009650" y="391477"/>
                    </a:cubicBezTo>
                    <a:lnTo>
                      <a:pt x="995362" y="401002"/>
                    </a:lnTo>
                    <a:cubicBezTo>
                      <a:pt x="985837" y="399414"/>
                      <a:pt x="976155" y="398581"/>
                      <a:pt x="966787" y="396239"/>
                    </a:cubicBezTo>
                    <a:cubicBezTo>
                      <a:pt x="957047" y="393804"/>
                      <a:pt x="938212" y="386714"/>
                      <a:pt x="938212" y="386714"/>
                    </a:cubicBezTo>
                    <a:cubicBezTo>
                      <a:pt x="920750" y="388302"/>
                      <a:pt x="903093" y="388430"/>
                      <a:pt x="885825" y="391477"/>
                    </a:cubicBezTo>
                    <a:cubicBezTo>
                      <a:pt x="875938" y="393222"/>
                      <a:pt x="866775" y="397827"/>
                      <a:pt x="857250" y="401002"/>
                    </a:cubicBezTo>
                    <a:lnTo>
                      <a:pt x="842962" y="405764"/>
                    </a:lnTo>
                    <a:cubicBezTo>
                      <a:pt x="826294" y="394651"/>
                      <a:pt x="817562" y="391476"/>
                      <a:pt x="809625" y="367664"/>
                    </a:cubicBezTo>
                    <a:lnTo>
                      <a:pt x="800100" y="339089"/>
                    </a:lnTo>
                    <a:lnTo>
                      <a:pt x="795337" y="324802"/>
                    </a:lnTo>
                    <a:cubicBezTo>
                      <a:pt x="793750" y="310514"/>
                      <a:pt x="795914" y="295286"/>
                      <a:pt x="790575" y="281939"/>
                    </a:cubicBezTo>
                    <a:cubicBezTo>
                      <a:pt x="788711" y="277278"/>
                      <a:pt x="780777" y="279422"/>
                      <a:pt x="776287" y="277177"/>
                    </a:cubicBezTo>
                    <a:cubicBezTo>
                      <a:pt x="771168" y="274617"/>
                      <a:pt x="767119" y="270212"/>
                      <a:pt x="762000" y="267652"/>
                    </a:cubicBezTo>
                    <a:cubicBezTo>
                      <a:pt x="757510" y="265407"/>
                      <a:pt x="752101" y="265327"/>
                      <a:pt x="747712" y="262889"/>
                    </a:cubicBezTo>
                    <a:cubicBezTo>
                      <a:pt x="698587" y="235597"/>
                      <a:pt x="737177" y="249852"/>
                      <a:pt x="704850" y="239077"/>
                    </a:cubicBezTo>
                    <a:cubicBezTo>
                      <a:pt x="695325" y="232727"/>
                      <a:pt x="687135" y="223647"/>
                      <a:pt x="676275" y="220027"/>
                    </a:cubicBezTo>
                    <a:cubicBezTo>
                      <a:pt x="671512" y="218439"/>
                      <a:pt x="666376" y="217702"/>
                      <a:pt x="661987" y="215264"/>
                    </a:cubicBezTo>
                    <a:cubicBezTo>
                      <a:pt x="651980" y="209705"/>
                      <a:pt x="644272" y="199834"/>
                      <a:pt x="633412" y="196214"/>
                    </a:cubicBezTo>
                    <a:lnTo>
                      <a:pt x="604837" y="186689"/>
                    </a:lnTo>
                    <a:cubicBezTo>
                      <a:pt x="595312" y="189864"/>
                      <a:pt x="581831" y="187860"/>
                      <a:pt x="576262" y="196214"/>
                    </a:cubicBezTo>
                    <a:cubicBezTo>
                      <a:pt x="569234" y="206757"/>
                      <a:pt x="563451" y="217455"/>
                      <a:pt x="552450" y="224789"/>
                    </a:cubicBezTo>
                    <a:cubicBezTo>
                      <a:pt x="548273" y="227574"/>
                      <a:pt x="542925" y="227964"/>
                      <a:pt x="538162" y="229552"/>
                    </a:cubicBezTo>
                    <a:cubicBezTo>
                      <a:pt x="539750" y="248602"/>
                      <a:pt x="539176" y="267957"/>
                      <a:pt x="542925" y="286702"/>
                    </a:cubicBezTo>
                    <a:cubicBezTo>
                      <a:pt x="545465" y="299401"/>
                      <a:pt x="557848" y="304164"/>
                      <a:pt x="566737" y="310514"/>
                    </a:cubicBezTo>
                    <a:cubicBezTo>
                      <a:pt x="576246" y="317307"/>
                      <a:pt x="606150" y="341115"/>
                      <a:pt x="614362" y="343852"/>
                    </a:cubicBezTo>
                    <a:lnTo>
                      <a:pt x="628650" y="348614"/>
                    </a:lnTo>
                    <a:cubicBezTo>
                      <a:pt x="638175" y="354964"/>
                      <a:pt x="663575" y="358139"/>
                      <a:pt x="657225" y="367664"/>
                    </a:cubicBezTo>
                    <a:cubicBezTo>
                      <a:pt x="654050" y="372427"/>
                      <a:pt x="652554" y="378918"/>
                      <a:pt x="647700" y="381952"/>
                    </a:cubicBezTo>
                    <a:cubicBezTo>
                      <a:pt x="639968" y="386784"/>
                      <a:pt x="611229" y="393451"/>
                      <a:pt x="600075" y="396239"/>
                    </a:cubicBezTo>
                    <a:cubicBezTo>
                      <a:pt x="595312" y="399414"/>
                      <a:pt x="591217" y="403954"/>
                      <a:pt x="585787" y="405764"/>
                    </a:cubicBezTo>
                    <a:cubicBezTo>
                      <a:pt x="576626" y="408818"/>
                      <a:pt x="566638" y="408432"/>
                      <a:pt x="557212" y="410527"/>
                    </a:cubicBezTo>
                    <a:cubicBezTo>
                      <a:pt x="552312" y="411616"/>
                      <a:pt x="547687" y="413702"/>
                      <a:pt x="542925" y="415289"/>
                    </a:cubicBezTo>
                    <a:cubicBezTo>
                      <a:pt x="538162" y="413702"/>
                      <a:pt x="532557" y="413663"/>
                      <a:pt x="528637" y="410527"/>
                    </a:cubicBezTo>
                    <a:cubicBezTo>
                      <a:pt x="497862" y="385907"/>
                      <a:pt x="540737" y="403447"/>
                      <a:pt x="504825" y="391477"/>
                    </a:cubicBezTo>
                    <a:cubicBezTo>
                      <a:pt x="493712" y="393064"/>
                      <a:pt x="482425" y="393715"/>
                      <a:pt x="471487" y="396239"/>
                    </a:cubicBezTo>
                    <a:cubicBezTo>
                      <a:pt x="461704" y="398497"/>
                      <a:pt x="442912" y="405764"/>
                      <a:pt x="442912" y="405764"/>
                    </a:cubicBezTo>
                    <a:lnTo>
                      <a:pt x="400050" y="434339"/>
                    </a:lnTo>
                    <a:lnTo>
                      <a:pt x="385762" y="443864"/>
                    </a:lnTo>
                    <a:cubicBezTo>
                      <a:pt x="382587" y="448627"/>
                      <a:pt x="381741" y="456579"/>
                      <a:pt x="376237" y="458152"/>
                    </a:cubicBezTo>
                    <a:cubicBezTo>
                      <a:pt x="358697" y="463163"/>
                      <a:pt x="350756" y="450173"/>
                      <a:pt x="338137" y="443864"/>
                    </a:cubicBezTo>
                    <a:cubicBezTo>
                      <a:pt x="333647" y="441619"/>
                      <a:pt x="328612" y="440689"/>
                      <a:pt x="323850" y="439102"/>
                    </a:cubicBezTo>
                    <a:cubicBezTo>
                      <a:pt x="317247" y="440422"/>
                      <a:pt x="293991" y="444049"/>
                      <a:pt x="285750" y="448627"/>
                    </a:cubicBezTo>
                    <a:cubicBezTo>
                      <a:pt x="275743" y="454187"/>
                      <a:pt x="266700" y="461327"/>
                      <a:pt x="257175" y="467677"/>
                    </a:cubicBezTo>
                    <a:lnTo>
                      <a:pt x="242887" y="477202"/>
                    </a:lnTo>
                    <a:lnTo>
                      <a:pt x="228600" y="486727"/>
                    </a:lnTo>
                    <a:cubicBezTo>
                      <a:pt x="180821" y="477170"/>
                      <a:pt x="222254" y="491295"/>
                      <a:pt x="195262" y="467677"/>
                    </a:cubicBezTo>
                    <a:cubicBezTo>
                      <a:pt x="186647" y="460139"/>
                      <a:pt x="166687" y="448627"/>
                      <a:pt x="166687" y="448627"/>
                    </a:cubicBezTo>
                    <a:cubicBezTo>
                      <a:pt x="135225" y="401432"/>
                      <a:pt x="192862" y="492631"/>
                      <a:pt x="152400" y="391477"/>
                    </a:cubicBezTo>
                    <a:cubicBezTo>
                      <a:pt x="150535" y="386816"/>
                      <a:pt x="143102" y="387268"/>
                      <a:pt x="138112" y="386714"/>
                    </a:cubicBezTo>
                    <a:cubicBezTo>
                      <a:pt x="114393" y="384079"/>
                      <a:pt x="90487" y="383539"/>
                      <a:pt x="66675" y="381952"/>
                    </a:cubicBezTo>
                    <a:cubicBezTo>
                      <a:pt x="52387" y="383539"/>
                      <a:pt x="37758" y="383228"/>
                      <a:pt x="23812" y="386714"/>
                    </a:cubicBezTo>
                    <a:cubicBezTo>
                      <a:pt x="5037" y="391408"/>
                      <a:pt x="7469" y="403810"/>
                      <a:pt x="4762" y="420052"/>
                    </a:cubicBezTo>
                    <a:cubicBezTo>
                      <a:pt x="2917" y="431124"/>
                      <a:pt x="1587" y="442277"/>
                      <a:pt x="0" y="453389"/>
                    </a:cubicBezTo>
                    <a:cubicBezTo>
                      <a:pt x="1587" y="459739"/>
                      <a:pt x="134" y="467811"/>
                      <a:pt x="4762" y="472439"/>
                    </a:cubicBezTo>
                    <a:cubicBezTo>
                      <a:pt x="9390" y="477067"/>
                      <a:pt x="17543" y="475321"/>
                      <a:pt x="23812" y="477202"/>
                    </a:cubicBezTo>
                    <a:cubicBezTo>
                      <a:pt x="81762" y="494588"/>
                      <a:pt x="27545" y="480517"/>
                      <a:pt x="71437" y="491489"/>
                    </a:cubicBezTo>
                    <a:cubicBezTo>
                      <a:pt x="73025" y="496252"/>
                      <a:pt x="73955" y="501287"/>
                      <a:pt x="76200" y="505777"/>
                    </a:cubicBezTo>
                    <a:cubicBezTo>
                      <a:pt x="78760" y="510896"/>
                      <a:pt x="83769" y="514685"/>
                      <a:pt x="85725" y="520064"/>
                    </a:cubicBezTo>
                    <a:cubicBezTo>
                      <a:pt x="90199" y="532367"/>
                      <a:pt x="91110" y="545745"/>
                      <a:pt x="95250" y="558164"/>
                    </a:cubicBezTo>
                    <a:cubicBezTo>
                      <a:pt x="98425" y="567689"/>
                      <a:pt x="94735" y="586739"/>
                      <a:pt x="104775" y="586739"/>
                    </a:cubicBezTo>
                    <a:lnTo>
                      <a:pt x="114300" y="586739"/>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자유형 16">
                <a:extLst>
                  <a:ext uri="{FF2B5EF4-FFF2-40B4-BE49-F238E27FC236}">
                    <a16:creationId xmlns:a16="http://schemas.microsoft.com/office/drawing/2014/main" id="{9713778C-17A5-4D12-AAEB-5DF9B763849B}"/>
                  </a:ext>
                </a:extLst>
              </p:cNvPr>
              <p:cNvSpPr/>
              <p:nvPr/>
            </p:nvSpPr>
            <p:spPr>
              <a:xfrm>
                <a:off x="1989414" y="2291715"/>
                <a:ext cx="381000" cy="581025"/>
              </a:xfrm>
              <a:custGeom>
                <a:avLst/>
                <a:gdLst>
                  <a:gd name="connsiteX0" fmla="*/ 0 w 381000"/>
                  <a:gd name="connsiteY0" fmla="*/ 0 h 581025"/>
                  <a:gd name="connsiteX1" fmla="*/ 23813 w 381000"/>
                  <a:gd name="connsiteY1" fmla="*/ 4762 h 581025"/>
                  <a:gd name="connsiteX2" fmla="*/ 38100 w 381000"/>
                  <a:gd name="connsiteY2" fmla="*/ 19050 h 581025"/>
                  <a:gd name="connsiteX3" fmla="*/ 80963 w 381000"/>
                  <a:gd name="connsiteY3" fmla="*/ 42862 h 581025"/>
                  <a:gd name="connsiteX4" fmla="*/ 109538 w 381000"/>
                  <a:gd name="connsiteY4" fmla="*/ 57150 h 581025"/>
                  <a:gd name="connsiteX5" fmla="*/ 138113 w 381000"/>
                  <a:gd name="connsiteY5" fmla="*/ 71437 h 581025"/>
                  <a:gd name="connsiteX6" fmla="*/ 147638 w 381000"/>
                  <a:gd name="connsiteY6" fmla="*/ 85725 h 581025"/>
                  <a:gd name="connsiteX7" fmla="*/ 142875 w 381000"/>
                  <a:gd name="connsiteY7" fmla="*/ 100012 h 581025"/>
                  <a:gd name="connsiteX8" fmla="*/ 114300 w 381000"/>
                  <a:gd name="connsiteY8" fmla="*/ 128587 h 581025"/>
                  <a:gd name="connsiteX9" fmla="*/ 104775 w 381000"/>
                  <a:gd name="connsiteY9" fmla="*/ 142875 h 581025"/>
                  <a:gd name="connsiteX10" fmla="*/ 90488 w 381000"/>
                  <a:gd name="connsiteY10" fmla="*/ 147637 h 581025"/>
                  <a:gd name="connsiteX11" fmla="*/ 85725 w 381000"/>
                  <a:gd name="connsiteY11" fmla="*/ 161925 h 581025"/>
                  <a:gd name="connsiteX12" fmla="*/ 71438 w 381000"/>
                  <a:gd name="connsiteY12" fmla="*/ 171450 h 581025"/>
                  <a:gd name="connsiteX13" fmla="*/ 61913 w 381000"/>
                  <a:gd name="connsiteY13" fmla="*/ 200025 h 581025"/>
                  <a:gd name="connsiteX14" fmla="*/ 76200 w 381000"/>
                  <a:gd name="connsiteY14" fmla="*/ 204787 h 581025"/>
                  <a:gd name="connsiteX15" fmla="*/ 104775 w 381000"/>
                  <a:gd name="connsiteY15" fmla="*/ 223837 h 581025"/>
                  <a:gd name="connsiteX16" fmla="*/ 109538 w 381000"/>
                  <a:gd name="connsiteY16" fmla="*/ 238125 h 581025"/>
                  <a:gd name="connsiteX17" fmla="*/ 100013 w 381000"/>
                  <a:gd name="connsiteY17" fmla="*/ 290512 h 581025"/>
                  <a:gd name="connsiteX18" fmla="*/ 95250 w 381000"/>
                  <a:gd name="connsiteY18" fmla="*/ 314325 h 581025"/>
                  <a:gd name="connsiteX19" fmla="*/ 85725 w 381000"/>
                  <a:gd name="connsiteY19" fmla="*/ 342900 h 581025"/>
                  <a:gd name="connsiteX20" fmla="*/ 90488 w 381000"/>
                  <a:gd name="connsiteY20" fmla="*/ 390525 h 581025"/>
                  <a:gd name="connsiteX21" fmla="*/ 95250 w 381000"/>
                  <a:gd name="connsiteY21" fmla="*/ 404812 h 581025"/>
                  <a:gd name="connsiteX22" fmla="*/ 114300 w 381000"/>
                  <a:gd name="connsiteY22" fmla="*/ 400050 h 581025"/>
                  <a:gd name="connsiteX23" fmla="*/ 157163 w 381000"/>
                  <a:gd name="connsiteY23" fmla="*/ 390525 h 581025"/>
                  <a:gd name="connsiteX24" fmla="*/ 171450 w 381000"/>
                  <a:gd name="connsiteY24" fmla="*/ 385762 h 581025"/>
                  <a:gd name="connsiteX25" fmla="*/ 185738 w 381000"/>
                  <a:gd name="connsiteY25" fmla="*/ 376237 h 581025"/>
                  <a:gd name="connsiteX26" fmla="*/ 204788 w 381000"/>
                  <a:gd name="connsiteY26" fmla="*/ 371475 h 581025"/>
                  <a:gd name="connsiteX27" fmla="*/ 247650 w 381000"/>
                  <a:gd name="connsiteY27" fmla="*/ 352425 h 581025"/>
                  <a:gd name="connsiteX28" fmla="*/ 271463 w 381000"/>
                  <a:gd name="connsiteY28" fmla="*/ 347662 h 581025"/>
                  <a:gd name="connsiteX29" fmla="*/ 285750 w 381000"/>
                  <a:gd name="connsiteY29" fmla="*/ 342900 h 581025"/>
                  <a:gd name="connsiteX30" fmla="*/ 309563 w 381000"/>
                  <a:gd name="connsiteY30" fmla="*/ 371475 h 581025"/>
                  <a:gd name="connsiteX31" fmla="*/ 314325 w 381000"/>
                  <a:gd name="connsiteY31" fmla="*/ 385762 h 581025"/>
                  <a:gd name="connsiteX32" fmla="*/ 323850 w 381000"/>
                  <a:gd name="connsiteY32" fmla="*/ 400050 h 581025"/>
                  <a:gd name="connsiteX33" fmla="*/ 338138 w 381000"/>
                  <a:gd name="connsiteY33" fmla="*/ 428625 h 581025"/>
                  <a:gd name="connsiteX34" fmla="*/ 352425 w 381000"/>
                  <a:gd name="connsiteY34" fmla="*/ 438150 h 581025"/>
                  <a:gd name="connsiteX35" fmla="*/ 381000 w 381000"/>
                  <a:gd name="connsiteY35" fmla="*/ 461962 h 581025"/>
                  <a:gd name="connsiteX36" fmla="*/ 376238 w 381000"/>
                  <a:gd name="connsiteY36" fmla="*/ 557212 h 581025"/>
                  <a:gd name="connsiteX37" fmla="*/ 371475 w 381000"/>
                  <a:gd name="connsiteY37" fmla="*/ 581025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1000" h="581025">
                    <a:moveTo>
                      <a:pt x="0" y="0"/>
                    </a:moveTo>
                    <a:cubicBezTo>
                      <a:pt x="7938" y="1587"/>
                      <a:pt x="16573" y="1142"/>
                      <a:pt x="23813" y="4762"/>
                    </a:cubicBezTo>
                    <a:cubicBezTo>
                      <a:pt x="29837" y="7774"/>
                      <a:pt x="32784" y="14915"/>
                      <a:pt x="38100" y="19050"/>
                    </a:cubicBezTo>
                    <a:cubicBezTo>
                      <a:pt x="62664" y="38156"/>
                      <a:pt x="59406" y="35677"/>
                      <a:pt x="80963" y="42862"/>
                    </a:cubicBezTo>
                    <a:cubicBezTo>
                      <a:pt x="121906" y="70158"/>
                      <a:pt x="70104" y="37432"/>
                      <a:pt x="109538" y="57150"/>
                    </a:cubicBezTo>
                    <a:cubicBezTo>
                      <a:pt x="146460" y="75611"/>
                      <a:pt x="102206" y="59470"/>
                      <a:pt x="138113" y="71437"/>
                    </a:cubicBezTo>
                    <a:cubicBezTo>
                      <a:pt x="141288" y="76200"/>
                      <a:pt x="146697" y="80079"/>
                      <a:pt x="147638" y="85725"/>
                    </a:cubicBezTo>
                    <a:cubicBezTo>
                      <a:pt x="148463" y="90677"/>
                      <a:pt x="145957" y="96049"/>
                      <a:pt x="142875" y="100012"/>
                    </a:cubicBezTo>
                    <a:cubicBezTo>
                      <a:pt x="134605" y="110645"/>
                      <a:pt x="121772" y="117379"/>
                      <a:pt x="114300" y="128587"/>
                    </a:cubicBezTo>
                    <a:cubicBezTo>
                      <a:pt x="111125" y="133350"/>
                      <a:pt x="109245" y="139299"/>
                      <a:pt x="104775" y="142875"/>
                    </a:cubicBezTo>
                    <a:cubicBezTo>
                      <a:pt x="100855" y="146011"/>
                      <a:pt x="95250" y="146050"/>
                      <a:pt x="90488" y="147637"/>
                    </a:cubicBezTo>
                    <a:cubicBezTo>
                      <a:pt x="88900" y="152400"/>
                      <a:pt x="88861" y="158005"/>
                      <a:pt x="85725" y="161925"/>
                    </a:cubicBezTo>
                    <a:cubicBezTo>
                      <a:pt x="82149" y="166394"/>
                      <a:pt x="74471" y="166596"/>
                      <a:pt x="71438" y="171450"/>
                    </a:cubicBezTo>
                    <a:cubicBezTo>
                      <a:pt x="66117" y="179964"/>
                      <a:pt x="61913" y="200025"/>
                      <a:pt x="61913" y="200025"/>
                    </a:cubicBezTo>
                    <a:cubicBezTo>
                      <a:pt x="66675" y="201612"/>
                      <a:pt x="71812" y="202349"/>
                      <a:pt x="76200" y="204787"/>
                    </a:cubicBezTo>
                    <a:cubicBezTo>
                      <a:pt x="86207" y="210346"/>
                      <a:pt x="104775" y="223837"/>
                      <a:pt x="104775" y="223837"/>
                    </a:cubicBezTo>
                    <a:cubicBezTo>
                      <a:pt x="106363" y="228600"/>
                      <a:pt x="109538" y="233105"/>
                      <a:pt x="109538" y="238125"/>
                    </a:cubicBezTo>
                    <a:cubicBezTo>
                      <a:pt x="109538" y="258755"/>
                      <a:pt x="104180" y="271760"/>
                      <a:pt x="100013" y="290512"/>
                    </a:cubicBezTo>
                    <a:cubicBezTo>
                      <a:pt x="98257" y="298414"/>
                      <a:pt x="97380" y="306515"/>
                      <a:pt x="95250" y="314325"/>
                    </a:cubicBezTo>
                    <a:cubicBezTo>
                      <a:pt x="92608" y="324011"/>
                      <a:pt x="85725" y="342900"/>
                      <a:pt x="85725" y="342900"/>
                    </a:cubicBezTo>
                    <a:cubicBezTo>
                      <a:pt x="87313" y="358775"/>
                      <a:pt x="88062" y="374756"/>
                      <a:pt x="90488" y="390525"/>
                    </a:cubicBezTo>
                    <a:cubicBezTo>
                      <a:pt x="91251" y="395487"/>
                      <a:pt x="90589" y="402948"/>
                      <a:pt x="95250" y="404812"/>
                    </a:cubicBezTo>
                    <a:cubicBezTo>
                      <a:pt x="101327" y="407243"/>
                      <a:pt x="108006" y="401848"/>
                      <a:pt x="114300" y="400050"/>
                    </a:cubicBezTo>
                    <a:cubicBezTo>
                      <a:pt x="147133" y="390669"/>
                      <a:pt x="105586" y="399120"/>
                      <a:pt x="157163" y="390525"/>
                    </a:cubicBezTo>
                    <a:cubicBezTo>
                      <a:pt x="161925" y="388937"/>
                      <a:pt x="166960" y="388007"/>
                      <a:pt x="171450" y="385762"/>
                    </a:cubicBezTo>
                    <a:cubicBezTo>
                      <a:pt x="176570" y="383202"/>
                      <a:pt x="180477" y="378492"/>
                      <a:pt x="185738" y="376237"/>
                    </a:cubicBezTo>
                    <a:cubicBezTo>
                      <a:pt x="191754" y="373659"/>
                      <a:pt x="198438" y="373062"/>
                      <a:pt x="204788" y="371475"/>
                    </a:cubicBezTo>
                    <a:cubicBezTo>
                      <a:pt x="218859" y="364439"/>
                      <a:pt x="232449" y="356986"/>
                      <a:pt x="247650" y="352425"/>
                    </a:cubicBezTo>
                    <a:cubicBezTo>
                      <a:pt x="255403" y="350099"/>
                      <a:pt x="263610" y="349625"/>
                      <a:pt x="271463" y="347662"/>
                    </a:cubicBezTo>
                    <a:cubicBezTo>
                      <a:pt x="276333" y="346444"/>
                      <a:pt x="280988" y="344487"/>
                      <a:pt x="285750" y="342900"/>
                    </a:cubicBezTo>
                    <a:cubicBezTo>
                      <a:pt x="296285" y="353434"/>
                      <a:pt x="302932" y="358212"/>
                      <a:pt x="309563" y="371475"/>
                    </a:cubicBezTo>
                    <a:cubicBezTo>
                      <a:pt x="311808" y="375965"/>
                      <a:pt x="312080" y="381272"/>
                      <a:pt x="314325" y="385762"/>
                    </a:cubicBezTo>
                    <a:cubicBezTo>
                      <a:pt x="316885" y="390882"/>
                      <a:pt x="321290" y="394930"/>
                      <a:pt x="323850" y="400050"/>
                    </a:cubicBezTo>
                    <a:cubicBezTo>
                      <a:pt x="331596" y="415542"/>
                      <a:pt x="324491" y="414977"/>
                      <a:pt x="338138" y="428625"/>
                    </a:cubicBezTo>
                    <a:cubicBezTo>
                      <a:pt x="342185" y="432672"/>
                      <a:pt x="348028" y="434486"/>
                      <a:pt x="352425" y="438150"/>
                    </a:cubicBezTo>
                    <a:cubicBezTo>
                      <a:pt x="389094" y="468707"/>
                      <a:pt x="345528" y="438313"/>
                      <a:pt x="381000" y="461962"/>
                    </a:cubicBezTo>
                    <a:cubicBezTo>
                      <a:pt x="379413" y="493712"/>
                      <a:pt x="378773" y="525524"/>
                      <a:pt x="376238" y="557212"/>
                    </a:cubicBezTo>
                    <a:cubicBezTo>
                      <a:pt x="375592" y="565281"/>
                      <a:pt x="371475" y="581025"/>
                      <a:pt x="371475" y="58102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D697C994-C3ED-4271-B8F3-6653AB5F252C}"/>
                    </a:ext>
                  </a:extLst>
                </p:cNvPr>
                <p:cNvSpPr txBox="1"/>
                <p:nvPr/>
              </p:nvSpPr>
              <p:spPr>
                <a:xfrm>
                  <a:off x="4310968" y="3250071"/>
                  <a:ext cx="477011"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a:solidFill>
                              <a:prstClr val="black"/>
                            </a:solidFill>
                            <a:latin typeface="Cambria Math" panose="02040503050406030204" pitchFamily="18" charset="0"/>
                            <a:cs typeface="Times New Roman" panose="02020603050405020304" pitchFamily="18" charset="0"/>
                          </a:rPr>
                          <m:t>𝑁</m:t>
                        </m:r>
                        <m:r>
                          <a:rPr lang="en-US" altLang="ko-KR" sz="800" b="0" i="1" smtClean="0">
                            <a:solidFill>
                              <a:prstClr val="black"/>
                            </a:solidFill>
                            <a:latin typeface="Cambria Math" panose="02040503050406030204" pitchFamily="18" charset="0"/>
                            <a:cs typeface="Times New Roman" panose="02020603050405020304" pitchFamily="18" charset="0"/>
                          </a:rPr>
                          <m:t>𝑆</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1" i="1" smtClean="0">
                            <a:solidFill>
                              <a:prstClr val="black"/>
                            </a:solidFill>
                            <a:latin typeface="Cambria Math" panose="02040503050406030204" pitchFamily="18" charset="0"/>
                            <a:cs typeface="Times New Roman" panose="02020603050405020304" pitchFamily="18" charset="0"/>
                          </a:rPr>
                          <m:t>𝒓</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800" dirty="0">
                    <a:solidFill>
                      <a:prstClr val="black"/>
                    </a:solidFill>
                    <a:latin typeface="Symbol" panose="05050102010706020507" pitchFamily="18" charset="2"/>
                    <a:cs typeface="Times New Roman" panose="02020603050405020304" pitchFamily="18" charset="0"/>
                  </a:endParaRPr>
                </a:p>
              </p:txBody>
            </p:sp>
          </mc:Choice>
          <mc:Fallback xmlns="">
            <p:sp>
              <p:nvSpPr>
                <p:cNvPr id="79" name="TextBox 78">
                  <a:extLst>
                    <a:ext uri="{FF2B5EF4-FFF2-40B4-BE49-F238E27FC236}">
                      <a16:creationId xmlns:a16="http://schemas.microsoft.com/office/drawing/2014/main" id="{D697C994-C3ED-4271-B8F3-6653AB5F252C}"/>
                    </a:ext>
                  </a:extLst>
                </p:cNvPr>
                <p:cNvSpPr txBox="1">
                  <a:spLocks noRot="1" noChangeAspect="1" noMove="1" noResize="1" noEditPoints="1" noAdjustHandles="1" noChangeArrowheads="1" noChangeShapeType="1" noTextEdit="1"/>
                </p:cNvSpPr>
                <p:nvPr/>
              </p:nvSpPr>
              <p:spPr>
                <a:xfrm>
                  <a:off x="4310968" y="3250071"/>
                  <a:ext cx="477011" cy="215444"/>
                </a:xfrm>
                <a:prstGeom prst="rect">
                  <a:avLst/>
                </a:prstGeom>
                <a:blipFill>
                  <a:blip r:embed="rId3"/>
                  <a:stretch>
                    <a:fillRect b="-2857"/>
                  </a:stretch>
                </a:blipFill>
              </p:spPr>
              <p:txBody>
                <a:bodyPr/>
                <a:lstStyle/>
                <a:p>
                  <a:r>
                    <a:rPr lang="ko-KR" altLang="en-US">
                      <a:noFill/>
                    </a:rPr>
                    <a:t> </a:t>
                  </a:r>
                </a:p>
              </p:txBody>
            </p:sp>
          </mc:Fallback>
        </mc:AlternateContent>
        <p:sp>
          <p:nvSpPr>
            <p:cNvPr id="81" name="Rectangle 43">
              <a:extLst>
                <a:ext uri="{FF2B5EF4-FFF2-40B4-BE49-F238E27FC236}">
                  <a16:creationId xmlns:a16="http://schemas.microsoft.com/office/drawing/2014/main" id="{2480DA3A-B466-4925-8E6B-6CCDD78CCF7E}"/>
                </a:ext>
              </a:extLst>
            </p:cNvPr>
            <p:cNvSpPr/>
            <p:nvPr/>
          </p:nvSpPr>
          <p:spPr>
            <a:xfrm rot="5400000">
              <a:off x="5398990" y="2361026"/>
              <a:ext cx="207760" cy="103613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0800000" scaled="1"/>
              <a:tileRect/>
            </a:gra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5F8800F7-F44F-419E-8B14-36BFF68E7CFF}"/>
                    </a:ext>
                  </a:extLst>
                </p:cNvPr>
                <p:cNvSpPr txBox="1"/>
                <p:nvPr/>
              </p:nvSpPr>
              <p:spPr>
                <a:xfrm>
                  <a:off x="5793013" y="2307565"/>
                  <a:ext cx="258198" cy="123111"/>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ko-KR" sz="800" b="0" i="1" smtClean="0">
                            <a:solidFill>
                              <a:schemeClr val="accent4">
                                <a:lumMod val="10000"/>
                              </a:schemeClr>
                            </a:solidFill>
                            <a:latin typeface="Cambria Math" panose="02040503050406030204" pitchFamily="18" charset="0"/>
                            <a:cs typeface="Arial" panose="020B0604020202020204" pitchFamily="34" charset="0"/>
                          </a:rPr>
                          <m:t>𝐿</m:t>
                        </m:r>
                        <m:r>
                          <a:rPr lang="en-US" altLang="ko-KR" sz="800" b="0" i="1" smtClean="0">
                            <a:solidFill>
                              <a:schemeClr val="accent4">
                                <a:lumMod val="10000"/>
                              </a:schemeClr>
                            </a:solidFill>
                            <a:latin typeface="Cambria Math" panose="02040503050406030204" pitchFamily="18" charset="0"/>
                            <a:cs typeface="Arial" panose="020B0604020202020204" pitchFamily="34" charset="0"/>
                          </a:rPr>
                          <m:t>2</m:t>
                        </m:r>
                      </m:oMath>
                    </m:oMathPara>
                  </a14:m>
                  <a:endParaRPr lang="ko-KR" altLang="en-US" sz="800" dirty="0">
                    <a:solidFill>
                      <a:schemeClr val="accent4">
                        <a:lumMod val="10000"/>
                      </a:schemeClr>
                    </a:solidFill>
                    <a:latin typeface="Arial" panose="020B0604020202020204" pitchFamily="34" charset="0"/>
                    <a:cs typeface="Arial" panose="020B0604020202020204" pitchFamily="34" charset="0"/>
                  </a:endParaRPr>
                </a:p>
              </p:txBody>
            </p:sp>
          </mc:Choice>
          <mc:Fallback xmlns="">
            <p:sp>
              <p:nvSpPr>
                <p:cNvPr id="88" name="TextBox 87">
                  <a:extLst>
                    <a:ext uri="{FF2B5EF4-FFF2-40B4-BE49-F238E27FC236}">
                      <a16:creationId xmlns:a16="http://schemas.microsoft.com/office/drawing/2014/main" id="{5F8800F7-F44F-419E-8B14-36BFF68E7CFF}"/>
                    </a:ext>
                  </a:extLst>
                </p:cNvPr>
                <p:cNvSpPr txBox="1">
                  <a:spLocks noRot="1" noChangeAspect="1" noMove="1" noResize="1" noEditPoints="1" noAdjustHandles="1" noChangeArrowheads="1" noChangeShapeType="1" noTextEdit="1"/>
                </p:cNvSpPr>
                <p:nvPr/>
              </p:nvSpPr>
              <p:spPr>
                <a:xfrm>
                  <a:off x="5793013" y="2307565"/>
                  <a:ext cx="258198" cy="123111"/>
                </a:xfrm>
                <a:prstGeom prst="rect">
                  <a:avLst/>
                </a:prstGeom>
                <a:blipFill>
                  <a:blip r:embed="rId4"/>
                  <a:stretch>
                    <a:fillRect b="-10000"/>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FEE3252-E253-4CC4-9250-525569478042}"/>
                    </a:ext>
                  </a:extLst>
                </p:cNvPr>
                <p:cNvSpPr txBox="1"/>
                <p:nvPr/>
              </p:nvSpPr>
              <p:spPr>
                <a:xfrm>
                  <a:off x="5760495" y="1686579"/>
                  <a:ext cx="326935" cy="123111"/>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ko-KR" sz="800" b="0" i="1" smtClean="0">
                            <a:solidFill>
                              <a:schemeClr val="accent4">
                                <a:lumMod val="10000"/>
                              </a:schemeClr>
                            </a:solidFill>
                            <a:latin typeface="Cambria Math" panose="02040503050406030204" pitchFamily="18" charset="0"/>
                            <a:cs typeface="Arial" panose="020B0604020202020204" pitchFamily="34" charset="0"/>
                          </a:rPr>
                          <m:t>𝐿</m:t>
                        </m:r>
                        <m:r>
                          <a:rPr lang="en-US" altLang="ko-KR" sz="800" b="0" i="1" smtClean="0">
                            <a:solidFill>
                              <a:schemeClr val="accent4">
                                <a:lumMod val="10000"/>
                              </a:schemeClr>
                            </a:solidFill>
                            <a:latin typeface="Cambria Math" panose="02040503050406030204" pitchFamily="18" charset="0"/>
                            <a:cs typeface="Arial" panose="020B0604020202020204" pitchFamily="34" charset="0"/>
                          </a:rPr>
                          <m:t>1</m:t>
                        </m:r>
                      </m:oMath>
                    </m:oMathPara>
                  </a14:m>
                  <a:endParaRPr lang="ko-KR" altLang="en-US" sz="800" dirty="0">
                    <a:solidFill>
                      <a:schemeClr val="accent4">
                        <a:lumMod val="10000"/>
                      </a:schemeClr>
                    </a:solidFill>
                    <a:latin typeface="Arial" panose="020B0604020202020204" pitchFamily="34" charset="0"/>
                    <a:cs typeface="Arial" panose="020B0604020202020204" pitchFamily="34" charset="0"/>
                  </a:endParaRPr>
                </a:p>
              </p:txBody>
            </p:sp>
          </mc:Choice>
          <mc:Fallback xmlns="">
            <p:sp>
              <p:nvSpPr>
                <p:cNvPr id="89" name="TextBox 88">
                  <a:extLst>
                    <a:ext uri="{FF2B5EF4-FFF2-40B4-BE49-F238E27FC236}">
                      <a16:creationId xmlns:a16="http://schemas.microsoft.com/office/drawing/2014/main" id="{3FEE3252-E253-4CC4-9250-525569478042}"/>
                    </a:ext>
                  </a:extLst>
                </p:cNvPr>
                <p:cNvSpPr txBox="1">
                  <a:spLocks noRot="1" noChangeAspect="1" noMove="1" noResize="1" noEditPoints="1" noAdjustHandles="1" noChangeArrowheads="1" noChangeShapeType="1" noTextEdit="1"/>
                </p:cNvSpPr>
                <p:nvPr/>
              </p:nvSpPr>
              <p:spPr>
                <a:xfrm>
                  <a:off x="5760495" y="1686579"/>
                  <a:ext cx="326935" cy="123111"/>
                </a:xfrm>
                <a:prstGeom prst="rect">
                  <a:avLst/>
                </a:prstGeom>
                <a:blipFill>
                  <a:blip r:embed="rId5"/>
                  <a:stretch>
                    <a:fillRect b="-10000"/>
                  </a:stretch>
                </a:blipFill>
                <a:ln>
                  <a:noFill/>
                </a:ln>
              </p:spPr>
              <p:txBody>
                <a:bodyPr/>
                <a:lstStyle/>
                <a:p>
                  <a:r>
                    <a:rPr lang="ko-KR" altLang="en-US">
                      <a:noFill/>
                    </a:rPr>
                    <a:t> </a:t>
                  </a:r>
                </a:p>
              </p:txBody>
            </p:sp>
          </mc:Fallback>
        </mc:AlternateContent>
        <p:sp>
          <p:nvSpPr>
            <p:cNvPr id="91" name="Rectangle 31">
              <a:extLst>
                <a:ext uri="{FF2B5EF4-FFF2-40B4-BE49-F238E27FC236}">
                  <a16:creationId xmlns:a16="http://schemas.microsoft.com/office/drawing/2014/main" id="{2D22A2E4-F2AA-4B9A-9659-822DED8DE21A}"/>
                </a:ext>
              </a:extLst>
            </p:cNvPr>
            <p:cNvSpPr/>
            <p:nvPr/>
          </p:nvSpPr>
          <p:spPr>
            <a:xfrm flipH="1">
              <a:off x="5373532" y="846321"/>
              <a:ext cx="297073" cy="220502"/>
            </a:xfrm>
            <a:prstGeom prst="rect">
              <a:avLst/>
            </a:prstGeom>
            <a:solidFill>
              <a:srgbClr val="00B050"/>
            </a:solidFill>
            <a:ln>
              <a:no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자유형 88">
              <a:extLst>
                <a:ext uri="{FF2B5EF4-FFF2-40B4-BE49-F238E27FC236}">
                  <a16:creationId xmlns:a16="http://schemas.microsoft.com/office/drawing/2014/main" id="{B07CA387-8D3A-4902-B55D-736F781CC88B}"/>
                </a:ext>
              </a:extLst>
            </p:cNvPr>
            <p:cNvSpPr/>
            <p:nvPr/>
          </p:nvSpPr>
          <p:spPr>
            <a:xfrm rot="10800000">
              <a:off x="5185291" y="2895734"/>
              <a:ext cx="697263" cy="91292"/>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3" name="직선 연결선 92">
              <a:extLst>
                <a:ext uri="{FF2B5EF4-FFF2-40B4-BE49-F238E27FC236}">
                  <a16:creationId xmlns:a16="http://schemas.microsoft.com/office/drawing/2014/main" id="{A7E8C7A5-4276-4EE9-9F15-5BEBF17473E7}"/>
                </a:ext>
              </a:extLst>
            </p:cNvPr>
            <p:cNvCxnSpPr>
              <a:cxnSpLocks/>
            </p:cNvCxnSpPr>
            <p:nvPr/>
          </p:nvCxnSpPr>
          <p:spPr>
            <a:xfrm>
              <a:off x="5526229" y="1152078"/>
              <a:ext cx="0" cy="1917430"/>
            </a:xfrm>
            <a:prstGeom prst="line">
              <a:avLst/>
            </a:prstGeom>
            <a:ln w="1270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94" name="오른쪽 화살표 90">
              <a:extLst>
                <a:ext uri="{FF2B5EF4-FFF2-40B4-BE49-F238E27FC236}">
                  <a16:creationId xmlns:a16="http://schemas.microsoft.com/office/drawing/2014/main" id="{AF5B77E1-C6E6-4AA3-BB90-547DDBC9709A}"/>
                </a:ext>
              </a:extLst>
            </p:cNvPr>
            <p:cNvSpPr/>
            <p:nvPr/>
          </p:nvSpPr>
          <p:spPr>
            <a:xfrm>
              <a:off x="5845942" y="979664"/>
              <a:ext cx="274707" cy="13607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5" name="직선 연결선 94">
              <a:extLst>
                <a:ext uri="{FF2B5EF4-FFF2-40B4-BE49-F238E27FC236}">
                  <a16:creationId xmlns:a16="http://schemas.microsoft.com/office/drawing/2014/main" id="{ED2B3852-D3D7-45F0-808C-9D56A4B6E01A}"/>
                </a:ext>
              </a:extLst>
            </p:cNvPr>
            <p:cNvCxnSpPr>
              <a:cxnSpLocks/>
            </p:cNvCxnSpPr>
            <p:nvPr/>
          </p:nvCxnSpPr>
          <p:spPr>
            <a:xfrm flipH="1">
              <a:off x="5338815" y="1155358"/>
              <a:ext cx="109119" cy="571607"/>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96" name="직선 연결선 95">
              <a:extLst>
                <a:ext uri="{FF2B5EF4-FFF2-40B4-BE49-F238E27FC236}">
                  <a16:creationId xmlns:a16="http://schemas.microsoft.com/office/drawing/2014/main" id="{486675CC-9478-492B-B690-04A2B99579C1}"/>
                </a:ext>
              </a:extLst>
            </p:cNvPr>
            <p:cNvCxnSpPr>
              <a:cxnSpLocks/>
            </p:cNvCxnSpPr>
            <p:nvPr/>
          </p:nvCxnSpPr>
          <p:spPr>
            <a:xfrm>
              <a:off x="5337152" y="1731727"/>
              <a:ext cx="0" cy="661301"/>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98" name="직선 연결선 97">
              <a:extLst>
                <a:ext uri="{FF2B5EF4-FFF2-40B4-BE49-F238E27FC236}">
                  <a16:creationId xmlns:a16="http://schemas.microsoft.com/office/drawing/2014/main" id="{970C8151-D85F-40FC-82F3-D08B0B2E46AD}"/>
                </a:ext>
              </a:extLst>
            </p:cNvPr>
            <p:cNvCxnSpPr>
              <a:cxnSpLocks/>
            </p:cNvCxnSpPr>
            <p:nvPr/>
          </p:nvCxnSpPr>
          <p:spPr>
            <a:xfrm flipH="1">
              <a:off x="5637609" y="2394936"/>
              <a:ext cx="77696" cy="558845"/>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99" name="직선 연결선 98">
              <a:extLst>
                <a:ext uri="{FF2B5EF4-FFF2-40B4-BE49-F238E27FC236}">
                  <a16:creationId xmlns:a16="http://schemas.microsoft.com/office/drawing/2014/main" id="{BF432923-FA8E-4501-9A3A-05704A35AF52}"/>
                </a:ext>
              </a:extLst>
            </p:cNvPr>
            <p:cNvCxnSpPr>
              <a:cxnSpLocks/>
            </p:cNvCxnSpPr>
            <p:nvPr/>
          </p:nvCxnSpPr>
          <p:spPr>
            <a:xfrm>
              <a:off x="5715306" y="1726520"/>
              <a:ext cx="0" cy="669016"/>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직사각형 100">
                  <a:extLst>
                    <a:ext uri="{FF2B5EF4-FFF2-40B4-BE49-F238E27FC236}">
                      <a16:creationId xmlns:a16="http://schemas.microsoft.com/office/drawing/2014/main" id="{A05046EC-35CD-4210-B660-1969B47A7FA9}"/>
                    </a:ext>
                  </a:extLst>
                </p:cNvPr>
                <p:cNvSpPr/>
                <p:nvPr/>
              </p:nvSpPr>
              <p:spPr>
                <a:xfrm>
                  <a:off x="5811732" y="852978"/>
                  <a:ext cx="335348" cy="2154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800" dirty="0"/>
                </a:p>
              </p:txBody>
            </p:sp>
          </mc:Choice>
          <mc:Fallback xmlns="">
            <p:sp>
              <p:nvSpPr>
                <p:cNvPr id="101" name="직사각형 100">
                  <a:extLst>
                    <a:ext uri="{FF2B5EF4-FFF2-40B4-BE49-F238E27FC236}">
                      <a16:creationId xmlns:a16="http://schemas.microsoft.com/office/drawing/2014/main" id="{A05046EC-35CD-4210-B660-1969B47A7FA9}"/>
                    </a:ext>
                  </a:extLst>
                </p:cNvPr>
                <p:cNvSpPr>
                  <a:spLocks noRot="1" noChangeAspect="1" noMove="1" noResize="1" noEditPoints="1" noAdjustHandles="1" noChangeArrowheads="1" noChangeShapeType="1" noTextEdit="1"/>
                </p:cNvSpPr>
                <p:nvPr/>
              </p:nvSpPr>
              <p:spPr>
                <a:xfrm>
                  <a:off x="5811732" y="852978"/>
                  <a:ext cx="335348" cy="215444"/>
                </a:xfrm>
                <a:prstGeom prst="rect">
                  <a:avLst/>
                </a:prstGeom>
                <a:blipFill>
                  <a:blip r:embed="rId6"/>
                  <a:stretch>
                    <a:fillRect/>
                  </a:stretch>
                </a:blipFill>
              </p:spPr>
              <p:txBody>
                <a:bodyPr/>
                <a:lstStyle/>
                <a:p>
                  <a:r>
                    <a:rPr lang="ko-KR" altLang="en-US">
                      <a:noFill/>
                    </a:rPr>
                    <a:t> </a:t>
                  </a:r>
                </a:p>
              </p:txBody>
            </p:sp>
          </mc:Fallback>
        </mc:AlternateContent>
        <p:sp>
          <p:nvSpPr>
            <p:cNvPr id="102" name="아래쪽 화살표 100">
              <a:extLst>
                <a:ext uri="{FF2B5EF4-FFF2-40B4-BE49-F238E27FC236}">
                  <a16:creationId xmlns:a16="http://schemas.microsoft.com/office/drawing/2014/main" id="{D126C1EB-4C25-4575-97FC-40DF848B75EF}"/>
                </a:ext>
              </a:extLst>
            </p:cNvPr>
            <p:cNvSpPr/>
            <p:nvPr/>
          </p:nvSpPr>
          <p:spPr>
            <a:xfrm>
              <a:off x="5470666" y="894874"/>
              <a:ext cx="98090" cy="134392"/>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3" name="직선 연결선 102">
              <a:extLst>
                <a:ext uri="{FF2B5EF4-FFF2-40B4-BE49-F238E27FC236}">
                  <a16:creationId xmlns:a16="http://schemas.microsoft.com/office/drawing/2014/main" id="{17D9C539-EFA1-40C7-9BDD-88393ADB1AA1}"/>
                </a:ext>
              </a:extLst>
            </p:cNvPr>
            <p:cNvCxnSpPr>
              <a:cxnSpLocks/>
            </p:cNvCxnSpPr>
            <p:nvPr/>
          </p:nvCxnSpPr>
          <p:spPr>
            <a:xfrm>
              <a:off x="5820051" y="1141515"/>
              <a:ext cx="0" cy="158473"/>
            </a:xfrm>
            <a:prstGeom prst="line">
              <a:avLst/>
            </a:prstGeom>
          </p:spPr>
          <p:style>
            <a:lnRef idx="1">
              <a:schemeClr val="dk1"/>
            </a:lnRef>
            <a:fillRef idx="0">
              <a:schemeClr val="dk1"/>
            </a:fillRef>
            <a:effectRef idx="0">
              <a:schemeClr val="dk1"/>
            </a:effectRef>
            <a:fontRef idx="minor">
              <a:schemeClr val="tx1"/>
            </a:fontRef>
          </p:style>
        </p:cxnSp>
        <p:cxnSp>
          <p:nvCxnSpPr>
            <p:cNvPr id="104" name="직선 화살표 연결선 103">
              <a:extLst>
                <a:ext uri="{FF2B5EF4-FFF2-40B4-BE49-F238E27FC236}">
                  <a16:creationId xmlns:a16="http://schemas.microsoft.com/office/drawing/2014/main" id="{D83DAD3C-F6A1-459A-951D-4FC213C15F59}"/>
                </a:ext>
              </a:extLst>
            </p:cNvPr>
            <p:cNvCxnSpPr/>
            <p:nvPr/>
          </p:nvCxnSpPr>
          <p:spPr>
            <a:xfrm>
              <a:off x="5828727" y="1215766"/>
              <a:ext cx="2224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28CD88F1-779E-43AB-A751-E39E76FF361D}"/>
                    </a:ext>
                  </a:extLst>
                </p:cNvPr>
                <p:cNvSpPr txBox="1"/>
                <p:nvPr/>
              </p:nvSpPr>
              <p:spPr>
                <a:xfrm>
                  <a:off x="5944977" y="1171696"/>
                  <a:ext cx="202433"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cs typeface="Times New Roman" panose="02020603050405020304" pitchFamily="18" charset="0"/>
                          </a:rPr>
                          <m:t>𝑥</m:t>
                        </m:r>
                      </m:oMath>
                    </m:oMathPara>
                  </a14:m>
                  <a:endParaRPr lang="ko-KR" altLang="en-US" sz="800" dirty="0"/>
                </a:p>
              </p:txBody>
            </p:sp>
          </mc:Choice>
          <mc:Fallback xmlns="">
            <p:sp>
              <p:nvSpPr>
                <p:cNvPr id="105" name="TextBox 104">
                  <a:extLst>
                    <a:ext uri="{FF2B5EF4-FFF2-40B4-BE49-F238E27FC236}">
                      <a16:creationId xmlns:a16="http://schemas.microsoft.com/office/drawing/2014/main" id="{28CD88F1-779E-43AB-A751-E39E76FF361D}"/>
                    </a:ext>
                  </a:extLst>
                </p:cNvPr>
                <p:cNvSpPr txBox="1">
                  <a:spLocks noRot="1" noChangeAspect="1" noMove="1" noResize="1" noEditPoints="1" noAdjustHandles="1" noChangeArrowheads="1" noChangeShapeType="1" noTextEdit="1"/>
                </p:cNvSpPr>
                <p:nvPr/>
              </p:nvSpPr>
              <p:spPr>
                <a:xfrm>
                  <a:off x="5944977" y="1171696"/>
                  <a:ext cx="202433" cy="215444"/>
                </a:xfrm>
                <a:prstGeom prst="rect">
                  <a:avLst/>
                </a:prstGeom>
                <a:blipFill>
                  <a:blip r:embed="rId7"/>
                  <a:stretch>
                    <a:fillRect/>
                  </a:stretch>
                </a:blipFill>
              </p:spPr>
              <p:txBody>
                <a:bodyPr/>
                <a:lstStyle/>
                <a:p>
                  <a:r>
                    <a:rPr lang="ko-KR" altLang="en-US">
                      <a:noFill/>
                    </a:rPr>
                    <a:t> </a:t>
                  </a:r>
                </a:p>
              </p:txBody>
            </p:sp>
          </mc:Fallback>
        </mc:AlternateContent>
        <p:sp>
          <p:nvSpPr>
            <p:cNvPr id="106" name="TextBox 105">
              <a:extLst>
                <a:ext uri="{FF2B5EF4-FFF2-40B4-BE49-F238E27FC236}">
                  <a16:creationId xmlns:a16="http://schemas.microsoft.com/office/drawing/2014/main" id="{714DFAD2-C54E-4B95-B062-49FAE894FC37}"/>
                </a:ext>
              </a:extLst>
            </p:cNvPr>
            <p:cNvSpPr txBox="1"/>
            <p:nvPr/>
          </p:nvSpPr>
          <p:spPr>
            <a:xfrm>
              <a:off x="4056969" y="645368"/>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107" name="직사각형 106">
              <a:extLst>
                <a:ext uri="{FF2B5EF4-FFF2-40B4-BE49-F238E27FC236}">
                  <a16:creationId xmlns:a16="http://schemas.microsoft.com/office/drawing/2014/main" id="{5E8F835A-6F1D-4C9B-87F6-E057F60BCB71}"/>
                </a:ext>
              </a:extLst>
            </p:cNvPr>
            <p:cNvSpPr/>
            <p:nvPr/>
          </p:nvSpPr>
          <p:spPr>
            <a:xfrm>
              <a:off x="597815" y="649892"/>
              <a:ext cx="204956" cy="271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TextBox 107">
              <a:extLst>
                <a:ext uri="{FF2B5EF4-FFF2-40B4-BE49-F238E27FC236}">
                  <a16:creationId xmlns:a16="http://schemas.microsoft.com/office/drawing/2014/main" id="{64C252BD-BD31-4D49-ADA9-09E52D63C141}"/>
                </a:ext>
              </a:extLst>
            </p:cNvPr>
            <p:cNvSpPr txBox="1"/>
            <p:nvPr/>
          </p:nvSpPr>
          <p:spPr>
            <a:xfrm>
              <a:off x="612946" y="624490"/>
              <a:ext cx="24760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cxnSp>
          <p:nvCxnSpPr>
            <p:cNvPr id="110" name="연결선: 구부러짐 109">
              <a:extLst>
                <a:ext uri="{FF2B5EF4-FFF2-40B4-BE49-F238E27FC236}">
                  <a16:creationId xmlns:a16="http://schemas.microsoft.com/office/drawing/2014/main" id="{EE4E7728-85A2-413E-92E4-9D924633CFD0}"/>
                </a:ext>
              </a:extLst>
            </p:cNvPr>
            <p:cNvCxnSpPr>
              <a:cxnSpLocks/>
              <a:stCxn id="87" idx="1"/>
              <a:endCxn id="523" idx="3"/>
            </p:cNvCxnSpPr>
            <p:nvPr/>
          </p:nvCxnSpPr>
          <p:spPr>
            <a:xfrm rot="10800000">
              <a:off x="5020627" y="896725"/>
              <a:ext cx="183868" cy="207661"/>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71E735A9-7E81-40E2-971F-95724D5DF754}"/>
                </a:ext>
              </a:extLst>
            </p:cNvPr>
            <p:cNvSpPr txBox="1"/>
            <p:nvPr/>
          </p:nvSpPr>
          <p:spPr>
            <a:xfrm>
              <a:off x="597161" y="3559401"/>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pic>
          <p:nvPicPr>
            <p:cNvPr id="115" name="그림 114">
              <a:extLst>
                <a:ext uri="{FF2B5EF4-FFF2-40B4-BE49-F238E27FC236}">
                  <a16:creationId xmlns:a16="http://schemas.microsoft.com/office/drawing/2014/main" id="{705C8A29-715B-44DB-8EDC-63BA39F12791}"/>
                </a:ext>
              </a:extLst>
            </p:cNvPr>
            <p:cNvPicPr>
              <a:picLocks noChangeAspect="1"/>
            </p:cNvPicPr>
            <p:nvPr/>
          </p:nvPicPr>
          <p:blipFill rotWithShape="1">
            <a:blip r:embed="rId8"/>
            <a:srcRect l="24127" t="27158" r="6144" b="9425"/>
            <a:stretch/>
          </p:blipFill>
          <p:spPr>
            <a:xfrm>
              <a:off x="1714667" y="5065950"/>
              <a:ext cx="1159680" cy="378547"/>
            </a:xfrm>
            <a:prstGeom prst="rect">
              <a:avLst/>
            </a:prstGeom>
          </p:spPr>
        </p:pic>
        <p:grpSp>
          <p:nvGrpSpPr>
            <p:cNvPr id="252" name="그룹 251">
              <a:extLst>
                <a:ext uri="{FF2B5EF4-FFF2-40B4-BE49-F238E27FC236}">
                  <a16:creationId xmlns:a16="http://schemas.microsoft.com/office/drawing/2014/main" id="{DD00649B-0A0C-4FB8-94FB-32CFC500B437}"/>
                </a:ext>
              </a:extLst>
            </p:cNvPr>
            <p:cNvGrpSpPr/>
            <p:nvPr/>
          </p:nvGrpSpPr>
          <p:grpSpPr>
            <a:xfrm>
              <a:off x="1736624" y="5461937"/>
              <a:ext cx="1095881" cy="309719"/>
              <a:chOff x="1000330" y="4798267"/>
              <a:chExt cx="1469373" cy="415276"/>
            </a:xfrm>
          </p:grpSpPr>
          <p:grpSp>
            <p:nvGrpSpPr>
              <p:cNvPr id="121" name="그룹 399">
                <a:extLst>
                  <a:ext uri="{FF2B5EF4-FFF2-40B4-BE49-F238E27FC236}">
                    <a16:creationId xmlns:a16="http://schemas.microsoft.com/office/drawing/2014/main" id="{191D7B75-2B6D-4FF6-BFCB-144D1A7B5C5F}"/>
                  </a:ext>
                </a:extLst>
              </p:cNvPr>
              <p:cNvGrpSpPr/>
              <p:nvPr/>
            </p:nvGrpSpPr>
            <p:grpSpPr>
              <a:xfrm>
                <a:off x="1000330" y="4799736"/>
                <a:ext cx="1469373" cy="410046"/>
                <a:chOff x="539550" y="1719858"/>
                <a:chExt cx="3316110" cy="925399"/>
              </a:xfrm>
            </p:grpSpPr>
            <p:sp>
              <p:nvSpPr>
                <p:cNvPr id="122" name="직사각형 121">
                  <a:extLst>
                    <a:ext uri="{FF2B5EF4-FFF2-40B4-BE49-F238E27FC236}">
                      <a16:creationId xmlns:a16="http://schemas.microsoft.com/office/drawing/2014/main" id="{07A58F1C-6BA1-44F7-B2C3-054836A1D430}"/>
                    </a:ext>
                  </a:extLst>
                </p:cNvPr>
                <p:cNvSpPr/>
                <p:nvPr/>
              </p:nvSpPr>
              <p:spPr>
                <a:xfrm rot="5400000">
                  <a:off x="1736543" y="529881"/>
                  <a:ext cx="918383" cy="3312369"/>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23" name="타원 122">
                  <a:extLst>
                    <a:ext uri="{FF2B5EF4-FFF2-40B4-BE49-F238E27FC236}">
                      <a16:creationId xmlns:a16="http://schemas.microsoft.com/office/drawing/2014/main" id="{738E4ED4-DB06-4F73-93F5-44C70A35E8C1}"/>
                    </a:ext>
                  </a:extLst>
                </p:cNvPr>
                <p:cNvSpPr/>
                <p:nvPr/>
              </p:nvSpPr>
              <p:spPr>
                <a:xfrm rot="5400000">
                  <a:off x="960928" y="211374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24" name="타원 123">
                  <a:extLst>
                    <a:ext uri="{FF2B5EF4-FFF2-40B4-BE49-F238E27FC236}">
                      <a16:creationId xmlns:a16="http://schemas.microsoft.com/office/drawing/2014/main" id="{62763947-A906-4969-BE44-D0AB7F6BFD06}"/>
                    </a:ext>
                  </a:extLst>
                </p:cNvPr>
                <p:cNvSpPr/>
                <p:nvPr/>
              </p:nvSpPr>
              <p:spPr>
                <a:xfrm rot="5400000">
                  <a:off x="2252227"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25" name="타원 124">
                  <a:extLst>
                    <a:ext uri="{FF2B5EF4-FFF2-40B4-BE49-F238E27FC236}">
                      <a16:creationId xmlns:a16="http://schemas.microsoft.com/office/drawing/2014/main" id="{3CB263DE-D15B-4D73-8233-9AAF340A0523}"/>
                    </a:ext>
                  </a:extLst>
                </p:cNvPr>
                <p:cNvSpPr/>
                <p:nvPr/>
              </p:nvSpPr>
              <p:spPr>
                <a:xfrm rot="5400000">
                  <a:off x="3165341"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26" name="타원 125">
                  <a:extLst>
                    <a:ext uri="{FF2B5EF4-FFF2-40B4-BE49-F238E27FC236}">
                      <a16:creationId xmlns:a16="http://schemas.microsoft.com/office/drawing/2014/main" id="{43907828-DBF1-4A44-BBF5-77C4E7663EF1}"/>
                    </a:ext>
                  </a:extLst>
                </p:cNvPr>
                <p:cNvSpPr/>
                <p:nvPr/>
              </p:nvSpPr>
              <p:spPr>
                <a:xfrm rot="5400000">
                  <a:off x="3264588" y="21830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27" name="타원 126">
                  <a:extLst>
                    <a:ext uri="{FF2B5EF4-FFF2-40B4-BE49-F238E27FC236}">
                      <a16:creationId xmlns:a16="http://schemas.microsoft.com/office/drawing/2014/main" id="{9C6E89DC-DEBC-4E41-B15C-95CD9D591CD5}"/>
                    </a:ext>
                  </a:extLst>
                </p:cNvPr>
                <p:cNvSpPr/>
                <p:nvPr/>
              </p:nvSpPr>
              <p:spPr>
                <a:xfrm rot="5400000">
                  <a:off x="2559947" y="241714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28" name="타원 127">
                  <a:extLst>
                    <a:ext uri="{FF2B5EF4-FFF2-40B4-BE49-F238E27FC236}">
                      <a16:creationId xmlns:a16="http://schemas.microsoft.com/office/drawing/2014/main" id="{D75095CC-AB17-4B6C-B011-8A2D8A5092E9}"/>
                    </a:ext>
                  </a:extLst>
                </p:cNvPr>
                <p:cNvSpPr/>
                <p:nvPr/>
              </p:nvSpPr>
              <p:spPr>
                <a:xfrm rot="5400000">
                  <a:off x="2418081" y="198038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29" name="타원 128">
                  <a:extLst>
                    <a:ext uri="{FF2B5EF4-FFF2-40B4-BE49-F238E27FC236}">
                      <a16:creationId xmlns:a16="http://schemas.microsoft.com/office/drawing/2014/main" id="{52E5EBD4-AB7F-4C4D-8CFA-79883A29C5DF}"/>
                    </a:ext>
                  </a:extLst>
                </p:cNvPr>
                <p:cNvSpPr/>
                <p:nvPr/>
              </p:nvSpPr>
              <p:spPr>
                <a:xfrm rot="5400000">
                  <a:off x="1556666" y="175918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0" name="타원 129">
                  <a:extLst>
                    <a:ext uri="{FF2B5EF4-FFF2-40B4-BE49-F238E27FC236}">
                      <a16:creationId xmlns:a16="http://schemas.microsoft.com/office/drawing/2014/main" id="{5EEE681F-BBB8-442B-AFB4-B83A5E355C0F}"/>
                    </a:ext>
                  </a:extLst>
                </p:cNvPr>
                <p:cNvSpPr/>
                <p:nvPr/>
              </p:nvSpPr>
              <p:spPr>
                <a:xfrm rot="5400000">
                  <a:off x="3057158" y="176311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1" name="타원 130">
                  <a:extLst>
                    <a:ext uri="{FF2B5EF4-FFF2-40B4-BE49-F238E27FC236}">
                      <a16:creationId xmlns:a16="http://schemas.microsoft.com/office/drawing/2014/main" id="{E9B1E903-0EFC-4D57-93DE-A48BC417C5C8}"/>
                    </a:ext>
                  </a:extLst>
                </p:cNvPr>
                <p:cNvSpPr/>
                <p:nvPr/>
              </p:nvSpPr>
              <p:spPr>
                <a:xfrm rot="5400000">
                  <a:off x="3261423" y="195444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2" name="타원 131">
                  <a:extLst>
                    <a:ext uri="{FF2B5EF4-FFF2-40B4-BE49-F238E27FC236}">
                      <a16:creationId xmlns:a16="http://schemas.microsoft.com/office/drawing/2014/main" id="{A3252487-4986-4659-9157-F18CC9B6D479}"/>
                    </a:ext>
                  </a:extLst>
                </p:cNvPr>
                <p:cNvSpPr/>
                <p:nvPr/>
              </p:nvSpPr>
              <p:spPr>
                <a:xfrm rot="5400000">
                  <a:off x="3261423" y="172809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3" name="타원 132">
                  <a:extLst>
                    <a:ext uri="{FF2B5EF4-FFF2-40B4-BE49-F238E27FC236}">
                      <a16:creationId xmlns:a16="http://schemas.microsoft.com/office/drawing/2014/main" id="{D91F43A3-9270-40A9-811A-36B7933A573C}"/>
                    </a:ext>
                  </a:extLst>
                </p:cNvPr>
                <p:cNvSpPr/>
                <p:nvPr/>
              </p:nvSpPr>
              <p:spPr>
                <a:xfrm rot="5400000">
                  <a:off x="955102" y="173014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4" name="타원 133">
                  <a:extLst>
                    <a:ext uri="{FF2B5EF4-FFF2-40B4-BE49-F238E27FC236}">
                      <a16:creationId xmlns:a16="http://schemas.microsoft.com/office/drawing/2014/main" id="{A6052A1B-6C9B-4402-BAB9-517D7C20C002}"/>
                    </a:ext>
                  </a:extLst>
                </p:cNvPr>
                <p:cNvSpPr/>
                <p:nvPr/>
              </p:nvSpPr>
              <p:spPr>
                <a:xfrm rot="5400000">
                  <a:off x="1976683" y="24962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5" name="타원 134">
                  <a:extLst>
                    <a:ext uri="{FF2B5EF4-FFF2-40B4-BE49-F238E27FC236}">
                      <a16:creationId xmlns:a16="http://schemas.microsoft.com/office/drawing/2014/main" id="{7FD5D67E-4B01-4FDF-B10D-EAC2C35573F3}"/>
                    </a:ext>
                  </a:extLst>
                </p:cNvPr>
                <p:cNvSpPr/>
                <p:nvPr/>
              </p:nvSpPr>
              <p:spPr>
                <a:xfrm rot="5400000">
                  <a:off x="2106424" y="238519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6" name="타원 135">
                  <a:extLst>
                    <a:ext uri="{FF2B5EF4-FFF2-40B4-BE49-F238E27FC236}">
                      <a16:creationId xmlns:a16="http://schemas.microsoft.com/office/drawing/2014/main" id="{A35C1784-9FDC-414B-85B4-531EE4F62920}"/>
                    </a:ext>
                  </a:extLst>
                </p:cNvPr>
                <p:cNvSpPr/>
                <p:nvPr/>
              </p:nvSpPr>
              <p:spPr>
                <a:xfrm rot="5400000">
                  <a:off x="2769240" y="237364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7" name="타원 136">
                  <a:extLst>
                    <a:ext uri="{FF2B5EF4-FFF2-40B4-BE49-F238E27FC236}">
                      <a16:creationId xmlns:a16="http://schemas.microsoft.com/office/drawing/2014/main" id="{4AA8967C-7F7F-4CA4-A751-6B7B3C654AA2}"/>
                    </a:ext>
                  </a:extLst>
                </p:cNvPr>
                <p:cNvSpPr/>
                <p:nvPr/>
              </p:nvSpPr>
              <p:spPr>
                <a:xfrm rot="5400000">
                  <a:off x="1274826" y="2141341"/>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8" name="타원 137">
                  <a:extLst>
                    <a:ext uri="{FF2B5EF4-FFF2-40B4-BE49-F238E27FC236}">
                      <a16:creationId xmlns:a16="http://schemas.microsoft.com/office/drawing/2014/main" id="{3554AAB6-CAF7-48BF-9BB5-1C6C276AEC57}"/>
                    </a:ext>
                  </a:extLst>
                </p:cNvPr>
                <p:cNvSpPr/>
                <p:nvPr/>
              </p:nvSpPr>
              <p:spPr>
                <a:xfrm rot="5400000">
                  <a:off x="2695399"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39" name="타원 138">
                  <a:extLst>
                    <a:ext uri="{FF2B5EF4-FFF2-40B4-BE49-F238E27FC236}">
                      <a16:creationId xmlns:a16="http://schemas.microsoft.com/office/drawing/2014/main" id="{41AB6CA4-4F4C-4AEA-A1E0-C2C843F3439D}"/>
                    </a:ext>
                  </a:extLst>
                </p:cNvPr>
                <p:cNvSpPr/>
                <p:nvPr/>
              </p:nvSpPr>
              <p:spPr>
                <a:xfrm rot="5400000">
                  <a:off x="2491071" y="213664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0" name="타원 139">
                  <a:extLst>
                    <a:ext uri="{FF2B5EF4-FFF2-40B4-BE49-F238E27FC236}">
                      <a16:creationId xmlns:a16="http://schemas.microsoft.com/office/drawing/2014/main" id="{C6E897F9-EC9F-4694-8CFE-D56EDE673785}"/>
                    </a:ext>
                  </a:extLst>
                </p:cNvPr>
                <p:cNvSpPr/>
                <p:nvPr/>
              </p:nvSpPr>
              <p:spPr>
                <a:xfrm rot="5400000">
                  <a:off x="2717969" y="2030435"/>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1" name="타원 140">
                  <a:extLst>
                    <a:ext uri="{FF2B5EF4-FFF2-40B4-BE49-F238E27FC236}">
                      <a16:creationId xmlns:a16="http://schemas.microsoft.com/office/drawing/2014/main" id="{91F9C8A7-39EA-4579-A0F7-27405FA16E7A}"/>
                    </a:ext>
                  </a:extLst>
                </p:cNvPr>
                <p:cNvSpPr/>
                <p:nvPr/>
              </p:nvSpPr>
              <p:spPr>
                <a:xfrm rot="5400000">
                  <a:off x="1838568"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2" name="타원 141">
                  <a:extLst>
                    <a:ext uri="{FF2B5EF4-FFF2-40B4-BE49-F238E27FC236}">
                      <a16:creationId xmlns:a16="http://schemas.microsoft.com/office/drawing/2014/main" id="{61EE9E75-3986-4FB6-8DC2-E86985EEE204}"/>
                    </a:ext>
                  </a:extLst>
                </p:cNvPr>
                <p:cNvSpPr/>
                <p:nvPr/>
              </p:nvSpPr>
              <p:spPr>
                <a:xfrm rot="5400000">
                  <a:off x="1826342" y="218131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3" name="타원 142">
                  <a:extLst>
                    <a:ext uri="{FF2B5EF4-FFF2-40B4-BE49-F238E27FC236}">
                      <a16:creationId xmlns:a16="http://schemas.microsoft.com/office/drawing/2014/main" id="{8534B550-B575-446B-B8BB-54C249737114}"/>
                    </a:ext>
                  </a:extLst>
                </p:cNvPr>
                <p:cNvSpPr/>
                <p:nvPr/>
              </p:nvSpPr>
              <p:spPr>
                <a:xfrm rot="5400000">
                  <a:off x="1309662" y="1826987"/>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4" name="타원 143">
                  <a:extLst>
                    <a:ext uri="{FF2B5EF4-FFF2-40B4-BE49-F238E27FC236}">
                      <a16:creationId xmlns:a16="http://schemas.microsoft.com/office/drawing/2014/main" id="{E7AEDD2C-D791-4851-9CAD-E37D33479E6B}"/>
                    </a:ext>
                  </a:extLst>
                </p:cNvPr>
                <p:cNvSpPr/>
                <p:nvPr/>
              </p:nvSpPr>
              <p:spPr>
                <a:xfrm rot="5400000">
                  <a:off x="1532852" y="235673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5" name="타원 144">
                  <a:extLst>
                    <a:ext uri="{FF2B5EF4-FFF2-40B4-BE49-F238E27FC236}">
                      <a16:creationId xmlns:a16="http://schemas.microsoft.com/office/drawing/2014/main" id="{9382E290-944C-4783-A82E-5C0A4820294E}"/>
                    </a:ext>
                  </a:extLst>
                </p:cNvPr>
                <p:cNvSpPr/>
                <p:nvPr/>
              </p:nvSpPr>
              <p:spPr>
                <a:xfrm rot="5400000">
                  <a:off x="1459365" y="20773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6" name="타원 145">
                  <a:extLst>
                    <a:ext uri="{FF2B5EF4-FFF2-40B4-BE49-F238E27FC236}">
                      <a16:creationId xmlns:a16="http://schemas.microsoft.com/office/drawing/2014/main" id="{81770CE0-430A-4B2F-A045-1C992D3A6696}"/>
                    </a:ext>
                  </a:extLst>
                </p:cNvPr>
                <p:cNvSpPr/>
                <p:nvPr/>
              </p:nvSpPr>
              <p:spPr>
                <a:xfrm rot="5400000">
                  <a:off x="2967379" y="232251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7" name="타원 146">
                  <a:extLst>
                    <a:ext uri="{FF2B5EF4-FFF2-40B4-BE49-F238E27FC236}">
                      <a16:creationId xmlns:a16="http://schemas.microsoft.com/office/drawing/2014/main" id="{902F697C-D979-4960-95F8-355A9B720E99}"/>
                    </a:ext>
                  </a:extLst>
                </p:cNvPr>
                <p:cNvSpPr/>
                <p:nvPr/>
              </p:nvSpPr>
              <p:spPr>
                <a:xfrm rot="5400000">
                  <a:off x="2001109" y="203555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8" name="타원 147">
                  <a:extLst>
                    <a:ext uri="{FF2B5EF4-FFF2-40B4-BE49-F238E27FC236}">
                      <a16:creationId xmlns:a16="http://schemas.microsoft.com/office/drawing/2014/main" id="{82E2411D-D955-4BD6-8631-2B64C2E9683F}"/>
                    </a:ext>
                  </a:extLst>
                </p:cNvPr>
                <p:cNvSpPr/>
                <p:nvPr/>
              </p:nvSpPr>
              <p:spPr>
                <a:xfrm rot="5400000">
                  <a:off x="1708624" y="205548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49" name="타원 148">
                  <a:extLst>
                    <a:ext uri="{FF2B5EF4-FFF2-40B4-BE49-F238E27FC236}">
                      <a16:creationId xmlns:a16="http://schemas.microsoft.com/office/drawing/2014/main" id="{6DE238CC-C62D-46A0-9A4F-BB5DB9AC4EF1}"/>
                    </a:ext>
                  </a:extLst>
                </p:cNvPr>
                <p:cNvSpPr/>
                <p:nvPr/>
              </p:nvSpPr>
              <p:spPr>
                <a:xfrm rot="5400000">
                  <a:off x="935606" y="2386269"/>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0" name="타원 149">
                  <a:extLst>
                    <a:ext uri="{FF2B5EF4-FFF2-40B4-BE49-F238E27FC236}">
                      <a16:creationId xmlns:a16="http://schemas.microsoft.com/office/drawing/2014/main" id="{F6D854A4-CF4F-4412-864A-6BE4EBFD8F8A}"/>
                    </a:ext>
                  </a:extLst>
                </p:cNvPr>
                <p:cNvSpPr/>
                <p:nvPr/>
              </p:nvSpPr>
              <p:spPr>
                <a:xfrm rot="5400000">
                  <a:off x="1798221" y="24613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1" name="타원 150">
                  <a:extLst>
                    <a:ext uri="{FF2B5EF4-FFF2-40B4-BE49-F238E27FC236}">
                      <a16:creationId xmlns:a16="http://schemas.microsoft.com/office/drawing/2014/main" id="{EE9001DD-49F0-4E14-B6DB-1799AB94F88A}"/>
                    </a:ext>
                  </a:extLst>
                </p:cNvPr>
                <p:cNvSpPr/>
                <p:nvPr/>
              </p:nvSpPr>
              <p:spPr>
                <a:xfrm rot="5400000">
                  <a:off x="1114305" y="197737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2" name="타원 151">
                  <a:extLst>
                    <a:ext uri="{FF2B5EF4-FFF2-40B4-BE49-F238E27FC236}">
                      <a16:creationId xmlns:a16="http://schemas.microsoft.com/office/drawing/2014/main" id="{D745F308-E4C3-4E3F-98E3-CAB136F97F71}"/>
                    </a:ext>
                  </a:extLst>
                </p:cNvPr>
                <p:cNvSpPr/>
                <p:nvPr/>
              </p:nvSpPr>
              <p:spPr>
                <a:xfrm rot="5400000">
                  <a:off x="2334446" y="18271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3" name="타원 152">
                  <a:extLst>
                    <a:ext uri="{FF2B5EF4-FFF2-40B4-BE49-F238E27FC236}">
                      <a16:creationId xmlns:a16="http://schemas.microsoft.com/office/drawing/2014/main" id="{074BCAC4-D40C-4A9E-A7D3-2038DADAC44B}"/>
                    </a:ext>
                  </a:extLst>
                </p:cNvPr>
                <p:cNvSpPr/>
                <p:nvPr/>
              </p:nvSpPr>
              <p:spPr>
                <a:xfrm rot="5400000">
                  <a:off x="2147976" y="209216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4" name="타원 153">
                  <a:extLst>
                    <a:ext uri="{FF2B5EF4-FFF2-40B4-BE49-F238E27FC236}">
                      <a16:creationId xmlns:a16="http://schemas.microsoft.com/office/drawing/2014/main" id="{E8AE880B-3607-4AA4-8700-769AAE6A8F23}"/>
                    </a:ext>
                  </a:extLst>
                </p:cNvPr>
                <p:cNvSpPr/>
                <p:nvPr/>
              </p:nvSpPr>
              <p:spPr>
                <a:xfrm rot="5400000">
                  <a:off x="2152589" y="192623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5" name="타원 154">
                  <a:extLst>
                    <a:ext uri="{FF2B5EF4-FFF2-40B4-BE49-F238E27FC236}">
                      <a16:creationId xmlns:a16="http://schemas.microsoft.com/office/drawing/2014/main" id="{67E2A1F0-0823-4E59-8149-6E1208AC89B7}"/>
                    </a:ext>
                  </a:extLst>
                </p:cNvPr>
                <p:cNvSpPr/>
                <p:nvPr/>
              </p:nvSpPr>
              <p:spPr>
                <a:xfrm rot="5400000">
                  <a:off x="2918286"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6" name="타원 155">
                  <a:extLst>
                    <a:ext uri="{FF2B5EF4-FFF2-40B4-BE49-F238E27FC236}">
                      <a16:creationId xmlns:a16="http://schemas.microsoft.com/office/drawing/2014/main" id="{F242F5F6-B702-448C-A069-124F3B207004}"/>
                    </a:ext>
                  </a:extLst>
                </p:cNvPr>
                <p:cNvSpPr/>
                <p:nvPr/>
              </p:nvSpPr>
              <p:spPr>
                <a:xfrm rot="5400000">
                  <a:off x="1184126" y="231819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7" name="타원 156">
                  <a:extLst>
                    <a:ext uri="{FF2B5EF4-FFF2-40B4-BE49-F238E27FC236}">
                      <a16:creationId xmlns:a16="http://schemas.microsoft.com/office/drawing/2014/main" id="{C88F578D-1235-43B4-B970-561EA4977F3D}"/>
                    </a:ext>
                  </a:extLst>
                </p:cNvPr>
                <p:cNvSpPr/>
                <p:nvPr/>
              </p:nvSpPr>
              <p:spPr>
                <a:xfrm rot="5400000">
                  <a:off x="1331885"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8" name="타원 157">
                  <a:extLst>
                    <a:ext uri="{FF2B5EF4-FFF2-40B4-BE49-F238E27FC236}">
                      <a16:creationId xmlns:a16="http://schemas.microsoft.com/office/drawing/2014/main" id="{5D6317E1-F889-441B-8FE5-1C7F47D46879}"/>
                    </a:ext>
                  </a:extLst>
                </p:cNvPr>
                <p:cNvSpPr/>
                <p:nvPr/>
              </p:nvSpPr>
              <p:spPr>
                <a:xfrm rot="5400000">
                  <a:off x="2491961" y="1838217"/>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59" name="타원 158">
                  <a:extLst>
                    <a:ext uri="{FF2B5EF4-FFF2-40B4-BE49-F238E27FC236}">
                      <a16:creationId xmlns:a16="http://schemas.microsoft.com/office/drawing/2014/main" id="{E903A493-8310-4B27-B8AB-6A03F5CD1415}"/>
                    </a:ext>
                  </a:extLst>
                </p:cNvPr>
                <p:cNvSpPr/>
                <p:nvPr/>
              </p:nvSpPr>
              <p:spPr>
                <a:xfrm rot="5400000">
                  <a:off x="3000788" y="202512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0" name="타원 159">
                  <a:extLst>
                    <a:ext uri="{FF2B5EF4-FFF2-40B4-BE49-F238E27FC236}">
                      <a16:creationId xmlns:a16="http://schemas.microsoft.com/office/drawing/2014/main" id="{0DC619AB-1CE7-42D9-A6C9-D40BE18174B8}"/>
                    </a:ext>
                  </a:extLst>
                </p:cNvPr>
                <p:cNvSpPr/>
                <p:nvPr/>
              </p:nvSpPr>
              <p:spPr>
                <a:xfrm rot="5400000">
                  <a:off x="2106424" y="177420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1" name="타원 160">
                  <a:extLst>
                    <a:ext uri="{FF2B5EF4-FFF2-40B4-BE49-F238E27FC236}">
                      <a16:creationId xmlns:a16="http://schemas.microsoft.com/office/drawing/2014/main" id="{BEA0A75C-A87F-4913-BE8F-A66884039838}"/>
                    </a:ext>
                  </a:extLst>
                </p:cNvPr>
                <p:cNvSpPr/>
                <p:nvPr/>
              </p:nvSpPr>
              <p:spPr>
                <a:xfrm rot="5400000">
                  <a:off x="1679474" y="18793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2" name="타원 161">
                  <a:extLst>
                    <a:ext uri="{FF2B5EF4-FFF2-40B4-BE49-F238E27FC236}">
                      <a16:creationId xmlns:a16="http://schemas.microsoft.com/office/drawing/2014/main" id="{6DC4292D-BD41-41D2-AAF7-EF55B218D14E}"/>
                    </a:ext>
                  </a:extLst>
                </p:cNvPr>
                <p:cNvSpPr/>
                <p:nvPr/>
              </p:nvSpPr>
              <p:spPr>
                <a:xfrm rot="5400000">
                  <a:off x="1090632" y="248538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3" name="타원 162">
                  <a:extLst>
                    <a:ext uri="{FF2B5EF4-FFF2-40B4-BE49-F238E27FC236}">
                      <a16:creationId xmlns:a16="http://schemas.microsoft.com/office/drawing/2014/main" id="{F8A99C41-6301-42DA-8638-B1801296C859}"/>
                    </a:ext>
                  </a:extLst>
                </p:cNvPr>
                <p:cNvSpPr/>
                <p:nvPr/>
              </p:nvSpPr>
              <p:spPr>
                <a:xfrm rot="5400000">
                  <a:off x="609446" y="17749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4" name="타원 163">
                  <a:extLst>
                    <a:ext uri="{FF2B5EF4-FFF2-40B4-BE49-F238E27FC236}">
                      <a16:creationId xmlns:a16="http://schemas.microsoft.com/office/drawing/2014/main" id="{4AE23B4D-0D0E-4138-A2DD-24CA17703B83}"/>
                    </a:ext>
                  </a:extLst>
                </p:cNvPr>
                <p:cNvSpPr/>
                <p:nvPr/>
              </p:nvSpPr>
              <p:spPr>
                <a:xfrm rot="5400000">
                  <a:off x="701394" y="204302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5" name="타원 164">
                  <a:extLst>
                    <a:ext uri="{FF2B5EF4-FFF2-40B4-BE49-F238E27FC236}">
                      <a16:creationId xmlns:a16="http://schemas.microsoft.com/office/drawing/2014/main" id="{FD20AAAC-6063-473E-BCF0-73298F850295}"/>
                    </a:ext>
                  </a:extLst>
                </p:cNvPr>
                <p:cNvSpPr/>
                <p:nvPr/>
              </p:nvSpPr>
              <p:spPr>
                <a:xfrm rot="5400000">
                  <a:off x="580871" y="220697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6" name="타원 165">
                  <a:extLst>
                    <a:ext uri="{FF2B5EF4-FFF2-40B4-BE49-F238E27FC236}">
                      <a16:creationId xmlns:a16="http://schemas.microsoft.com/office/drawing/2014/main" id="{AD9197EC-980D-4C8E-A823-123F7FB8710F}"/>
                    </a:ext>
                  </a:extLst>
                </p:cNvPr>
                <p:cNvSpPr/>
                <p:nvPr/>
              </p:nvSpPr>
              <p:spPr>
                <a:xfrm rot="5400000">
                  <a:off x="898368" y="19900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7" name="타원 166">
                  <a:extLst>
                    <a:ext uri="{FF2B5EF4-FFF2-40B4-BE49-F238E27FC236}">
                      <a16:creationId xmlns:a16="http://schemas.microsoft.com/office/drawing/2014/main" id="{A8C1CFBC-489A-46F5-9173-C60DEFDEAB16}"/>
                    </a:ext>
                  </a:extLst>
                </p:cNvPr>
                <p:cNvSpPr/>
                <p:nvPr/>
              </p:nvSpPr>
              <p:spPr>
                <a:xfrm rot="5400000">
                  <a:off x="610336"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8" name="타원 167">
                  <a:extLst>
                    <a:ext uri="{FF2B5EF4-FFF2-40B4-BE49-F238E27FC236}">
                      <a16:creationId xmlns:a16="http://schemas.microsoft.com/office/drawing/2014/main" id="{D3EB8F09-7913-4DFC-AE40-630D2423A528}"/>
                    </a:ext>
                  </a:extLst>
                </p:cNvPr>
                <p:cNvSpPr/>
                <p:nvPr/>
              </p:nvSpPr>
              <p:spPr>
                <a:xfrm rot="5400000">
                  <a:off x="784519"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69" name="타원 168">
                  <a:extLst>
                    <a:ext uri="{FF2B5EF4-FFF2-40B4-BE49-F238E27FC236}">
                      <a16:creationId xmlns:a16="http://schemas.microsoft.com/office/drawing/2014/main" id="{470C7AC4-D933-4531-BE20-E7DFBDD706F0}"/>
                    </a:ext>
                  </a:extLst>
                </p:cNvPr>
                <p:cNvSpPr/>
                <p:nvPr/>
              </p:nvSpPr>
              <p:spPr>
                <a:xfrm rot="5400000">
                  <a:off x="3561774" y="238868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0" name="타원 169">
                  <a:extLst>
                    <a:ext uri="{FF2B5EF4-FFF2-40B4-BE49-F238E27FC236}">
                      <a16:creationId xmlns:a16="http://schemas.microsoft.com/office/drawing/2014/main" id="{8CDA37DF-90E2-409E-893A-426337770B08}"/>
                    </a:ext>
                  </a:extLst>
                </p:cNvPr>
                <p:cNvSpPr/>
                <p:nvPr/>
              </p:nvSpPr>
              <p:spPr>
                <a:xfrm rot="5400000">
                  <a:off x="3418648"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1" name="타원 170">
                  <a:extLst>
                    <a:ext uri="{FF2B5EF4-FFF2-40B4-BE49-F238E27FC236}">
                      <a16:creationId xmlns:a16="http://schemas.microsoft.com/office/drawing/2014/main" id="{A22C3D93-11FD-47CF-A4AD-D4E98871F241}"/>
                    </a:ext>
                  </a:extLst>
                </p:cNvPr>
                <p:cNvSpPr/>
                <p:nvPr/>
              </p:nvSpPr>
              <p:spPr>
                <a:xfrm rot="5400000">
                  <a:off x="3543614" y="220608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2" name="타원 171">
                  <a:extLst>
                    <a:ext uri="{FF2B5EF4-FFF2-40B4-BE49-F238E27FC236}">
                      <a16:creationId xmlns:a16="http://schemas.microsoft.com/office/drawing/2014/main" id="{D67E0AC9-C4D6-43DE-97D7-F51734639F17}"/>
                    </a:ext>
                  </a:extLst>
                </p:cNvPr>
                <p:cNvSpPr/>
                <p:nvPr/>
              </p:nvSpPr>
              <p:spPr>
                <a:xfrm rot="5400000">
                  <a:off x="3706680" y="17740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3" name="타원 172">
                  <a:extLst>
                    <a:ext uri="{FF2B5EF4-FFF2-40B4-BE49-F238E27FC236}">
                      <a16:creationId xmlns:a16="http://schemas.microsoft.com/office/drawing/2014/main" id="{AFEC41D0-80E5-40DA-84EB-521B8EEF96F3}"/>
                    </a:ext>
                  </a:extLst>
                </p:cNvPr>
                <p:cNvSpPr/>
                <p:nvPr/>
              </p:nvSpPr>
              <p:spPr>
                <a:xfrm rot="5400000">
                  <a:off x="3418648" y="208645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4" name="타원 173">
                  <a:extLst>
                    <a:ext uri="{FF2B5EF4-FFF2-40B4-BE49-F238E27FC236}">
                      <a16:creationId xmlns:a16="http://schemas.microsoft.com/office/drawing/2014/main" id="{1EC2E270-6937-46FA-AE01-F517F1DC7C07}"/>
                    </a:ext>
                  </a:extLst>
                </p:cNvPr>
                <p:cNvSpPr/>
                <p:nvPr/>
              </p:nvSpPr>
              <p:spPr>
                <a:xfrm rot="5400000">
                  <a:off x="3417758" y="172197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5" name="타원 174">
                  <a:extLst>
                    <a:ext uri="{FF2B5EF4-FFF2-40B4-BE49-F238E27FC236}">
                      <a16:creationId xmlns:a16="http://schemas.microsoft.com/office/drawing/2014/main" id="{E91CD633-88C8-4BFD-B0F4-A3C864E7EDC5}"/>
                    </a:ext>
                  </a:extLst>
                </p:cNvPr>
                <p:cNvSpPr/>
                <p:nvPr/>
              </p:nvSpPr>
              <p:spPr>
                <a:xfrm rot="5400000">
                  <a:off x="3418648" y="23501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6" name="타원 175">
                  <a:extLst>
                    <a:ext uri="{FF2B5EF4-FFF2-40B4-BE49-F238E27FC236}">
                      <a16:creationId xmlns:a16="http://schemas.microsoft.com/office/drawing/2014/main" id="{A37ED77A-E6B4-431D-BF73-5693FA5D5418}"/>
                    </a:ext>
                  </a:extLst>
                </p:cNvPr>
                <p:cNvSpPr/>
                <p:nvPr/>
              </p:nvSpPr>
              <p:spPr>
                <a:xfrm rot="5400000">
                  <a:off x="3697155" y="225904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177" name="타원 176">
                  <a:extLst>
                    <a:ext uri="{FF2B5EF4-FFF2-40B4-BE49-F238E27FC236}">
                      <a16:creationId xmlns:a16="http://schemas.microsoft.com/office/drawing/2014/main" id="{60283D7D-D42B-402D-8F19-ED9F571AD075}"/>
                    </a:ext>
                  </a:extLst>
                </p:cNvPr>
                <p:cNvSpPr/>
                <p:nvPr/>
              </p:nvSpPr>
              <p:spPr>
                <a:xfrm rot="5400000">
                  <a:off x="3571299" y="195704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grpSp>
          <p:sp>
            <p:nvSpPr>
              <p:cNvPr id="186" name="자유형 108">
                <a:extLst>
                  <a:ext uri="{FF2B5EF4-FFF2-40B4-BE49-F238E27FC236}">
                    <a16:creationId xmlns:a16="http://schemas.microsoft.com/office/drawing/2014/main" id="{E217D711-3DCF-4FAC-B6DF-C370D50DDBF3}"/>
                  </a:ext>
                </a:extLst>
              </p:cNvPr>
              <p:cNvSpPr/>
              <p:nvPr/>
            </p:nvSpPr>
            <p:spPr>
              <a:xfrm>
                <a:off x="1426756" y="4804965"/>
                <a:ext cx="148525" cy="405229"/>
              </a:xfrm>
              <a:custGeom>
                <a:avLst/>
                <a:gdLst>
                  <a:gd name="connsiteX0" fmla="*/ 92149 w 211212"/>
                  <a:gd name="connsiteY0" fmla="*/ 0 h 576263"/>
                  <a:gd name="connsiteX1" fmla="*/ 54049 w 211212"/>
                  <a:gd name="connsiteY1" fmla="*/ 9525 h 576263"/>
                  <a:gd name="connsiteX2" fmla="*/ 25474 w 211212"/>
                  <a:gd name="connsiteY2" fmla="*/ 28575 h 576263"/>
                  <a:gd name="connsiteX3" fmla="*/ 15949 w 211212"/>
                  <a:gd name="connsiteY3" fmla="*/ 42863 h 576263"/>
                  <a:gd name="connsiteX4" fmla="*/ 6424 w 211212"/>
                  <a:gd name="connsiteY4" fmla="*/ 66675 h 576263"/>
                  <a:gd name="connsiteX5" fmla="*/ 20712 w 211212"/>
                  <a:gd name="connsiteY5" fmla="*/ 71438 h 576263"/>
                  <a:gd name="connsiteX6" fmla="*/ 39762 w 211212"/>
                  <a:gd name="connsiteY6" fmla="*/ 100013 h 576263"/>
                  <a:gd name="connsiteX7" fmla="*/ 49287 w 211212"/>
                  <a:gd name="connsiteY7" fmla="*/ 114300 h 576263"/>
                  <a:gd name="connsiteX8" fmla="*/ 63574 w 211212"/>
                  <a:gd name="connsiteY8" fmla="*/ 128588 h 576263"/>
                  <a:gd name="connsiteX9" fmla="*/ 68337 w 211212"/>
                  <a:gd name="connsiteY9" fmla="*/ 142875 h 576263"/>
                  <a:gd name="connsiteX10" fmla="*/ 96912 w 211212"/>
                  <a:gd name="connsiteY10" fmla="*/ 161925 h 576263"/>
                  <a:gd name="connsiteX11" fmla="*/ 106437 w 211212"/>
                  <a:gd name="connsiteY11" fmla="*/ 176213 h 576263"/>
                  <a:gd name="connsiteX12" fmla="*/ 120724 w 211212"/>
                  <a:gd name="connsiteY12" fmla="*/ 185738 h 576263"/>
                  <a:gd name="connsiteX13" fmla="*/ 130249 w 211212"/>
                  <a:gd name="connsiteY13" fmla="*/ 214313 h 576263"/>
                  <a:gd name="connsiteX14" fmla="*/ 120724 w 211212"/>
                  <a:gd name="connsiteY14" fmla="*/ 242888 h 576263"/>
                  <a:gd name="connsiteX15" fmla="*/ 125487 w 211212"/>
                  <a:gd name="connsiteY15" fmla="*/ 280988 h 576263"/>
                  <a:gd name="connsiteX16" fmla="*/ 135012 w 211212"/>
                  <a:gd name="connsiteY16" fmla="*/ 295275 h 576263"/>
                  <a:gd name="connsiteX17" fmla="*/ 154062 w 211212"/>
                  <a:gd name="connsiteY17" fmla="*/ 328613 h 576263"/>
                  <a:gd name="connsiteX18" fmla="*/ 163587 w 211212"/>
                  <a:gd name="connsiteY18" fmla="*/ 357188 h 576263"/>
                  <a:gd name="connsiteX19" fmla="*/ 182637 w 211212"/>
                  <a:gd name="connsiteY19" fmla="*/ 385763 h 576263"/>
                  <a:gd name="connsiteX20" fmla="*/ 187399 w 211212"/>
                  <a:gd name="connsiteY20" fmla="*/ 400050 h 576263"/>
                  <a:gd name="connsiteX21" fmla="*/ 196924 w 211212"/>
                  <a:gd name="connsiteY21" fmla="*/ 414338 h 576263"/>
                  <a:gd name="connsiteX22" fmla="*/ 206449 w 211212"/>
                  <a:gd name="connsiteY22" fmla="*/ 442913 h 576263"/>
                  <a:gd name="connsiteX23" fmla="*/ 211212 w 211212"/>
                  <a:gd name="connsiteY23" fmla="*/ 457200 h 576263"/>
                  <a:gd name="connsiteX24" fmla="*/ 201687 w 211212"/>
                  <a:gd name="connsiteY24" fmla="*/ 485775 h 576263"/>
                  <a:gd name="connsiteX25" fmla="*/ 196924 w 211212"/>
                  <a:gd name="connsiteY25" fmla="*/ 500063 h 576263"/>
                  <a:gd name="connsiteX26" fmla="*/ 187399 w 211212"/>
                  <a:gd name="connsiteY26" fmla="*/ 514350 h 576263"/>
                  <a:gd name="connsiteX27" fmla="*/ 182637 w 211212"/>
                  <a:gd name="connsiteY27" fmla="*/ 528638 h 576263"/>
                  <a:gd name="connsiteX28" fmla="*/ 173112 w 211212"/>
                  <a:gd name="connsiteY28" fmla="*/ 542925 h 576263"/>
                  <a:gd name="connsiteX29" fmla="*/ 158824 w 211212"/>
                  <a:gd name="connsiteY29" fmla="*/ 576263 h 57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1212" h="576263">
                    <a:moveTo>
                      <a:pt x="92149" y="0"/>
                    </a:moveTo>
                    <a:cubicBezTo>
                      <a:pt x="85557" y="1319"/>
                      <a:pt x="62283" y="4951"/>
                      <a:pt x="54049" y="9525"/>
                    </a:cubicBezTo>
                    <a:cubicBezTo>
                      <a:pt x="44042" y="15084"/>
                      <a:pt x="25474" y="28575"/>
                      <a:pt x="25474" y="28575"/>
                    </a:cubicBezTo>
                    <a:cubicBezTo>
                      <a:pt x="22299" y="33338"/>
                      <a:pt x="19996" y="38815"/>
                      <a:pt x="15949" y="42863"/>
                    </a:cubicBezTo>
                    <a:cubicBezTo>
                      <a:pt x="8056" y="50756"/>
                      <a:pt x="-9419" y="50832"/>
                      <a:pt x="6424" y="66675"/>
                    </a:cubicBezTo>
                    <a:cubicBezTo>
                      <a:pt x="9974" y="70225"/>
                      <a:pt x="15949" y="69850"/>
                      <a:pt x="20712" y="71438"/>
                    </a:cubicBezTo>
                    <a:lnTo>
                      <a:pt x="39762" y="100013"/>
                    </a:lnTo>
                    <a:cubicBezTo>
                      <a:pt x="42937" y="104775"/>
                      <a:pt x="45240" y="110253"/>
                      <a:pt x="49287" y="114300"/>
                    </a:cubicBezTo>
                    <a:lnTo>
                      <a:pt x="63574" y="128588"/>
                    </a:lnTo>
                    <a:cubicBezTo>
                      <a:pt x="65162" y="133350"/>
                      <a:pt x="64787" y="139325"/>
                      <a:pt x="68337" y="142875"/>
                    </a:cubicBezTo>
                    <a:cubicBezTo>
                      <a:pt x="76432" y="150970"/>
                      <a:pt x="96912" y="161925"/>
                      <a:pt x="96912" y="161925"/>
                    </a:cubicBezTo>
                    <a:cubicBezTo>
                      <a:pt x="100087" y="166688"/>
                      <a:pt x="102390" y="172165"/>
                      <a:pt x="106437" y="176213"/>
                    </a:cubicBezTo>
                    <a:cubicBezTo>
                      <a:pt x="110484" y="180260"/>
                      <a:pt x="117691" y="180884"/>
                      <a:pt x="120724" y="185738"/>
                    </a:cubicBezTo>
                    <a:cubicBezTo>
                      <a:pt x="126045" y="194252"/>
                      <a:pt x="130249" y="214313"/>
                      <a:pt x="130249" y="214313"/>
                    </a:cubicBezTo>
                    <a:cubicBezTo>
                      <a:pt x="127074" y="223838"/>
                      <a:pt x="119479" y="232925"/>
                      <a:pt x="120724" y="242888"/>
                    </a:cubicBezTo>
                    <a:cubicBezTo>
                      <a:pt x="122312" y="255588"/>
                      <a:pt x="122119" y="268640"/>
                      <a:pt x="125487" y="280988"/>
                    </a:cubicBezTo>
                    <a:cubicBezTo>
                      <a:pt x="126993" y="286510"/>
                      <a:pt x="132172" y="290305"/>
                      <a:pt x="135012" y="295275"/>
                    </a:cubicBezTo>
                    <a:cubicBezTo>
                      <a:pt x="159187" y="337580"/>
                      <a:pt x="130852" y="293796"/>
                      <a:pt x="154062" y="328613"/>
                    </a:cubicBezTo>
                    <a:cubicBezTo>
                      <a:pt x="157237" y="338138"/>
                      <a:pt x="158018" y="348834"/>
                      <a:pt x="163587" y="357188"/>
                    </a:cubicBezTo>
                    <a:lnTo>
                      <a:pt x="182637" y="385763"/>
                    </a:lnTo>
                    <a:cubicBezTo>
                      <a:pt x="184224" y="390525"/>
                      <a:pt x="185154" y="395560"/>
                      <a:pt x="187399" y="400050"/>
                    </a:cubicBezTo>
                    <a:cubicBezTo>
                      <a:pt x="189959" y="405170"/>
                      <a:pt x="194599" y="409107"/>
                      <a:pt x="196924" y="414338"/>
                    </a:cubicBezTo>
                    <a:cubicBezTo>
                      <a:pt x="201002" y="423513"/>
                      <a:pt x="203274" y="433388"/>
                      <a:pt x="206449" y="442913"/>
                    </a:cubicBezTo>
                    <a:lnTo>
                      <a:pt x="211212" y="457200"/>
                    </a:lnTo>
                    <a:lnTo>
                      <a:pt x="201687" y="485775"/>
                    </a:lnTo>
                    <a:cubicBezTo>
                      <a:pt x="200099" y="490538"/>
                      <a:pt x="199709" y="495886"/>
                      <a:pt x="196924" y="500063"/>
                    </a:cubicBezTo>
                    <a:lnTo>
                      <a:pt x="187399" y="514350"/>
                    </a:lnTo>
                    <a:cubicBezTo>
                      <a:pt x="185812" y="519113"/>
                      <a:pt x="184882" y="524148"/>
                      <a:pt x="182637" y="528638"/>
                    </a:cubicBezTo>
                    <a:cubicBezTo>
                      <a:pt x="180077" y="533757"/>
                      <a:pt x="175437" y="537695"/>
                      <a:pt x="173112" y="542925"/>
                    </a:cubicBezTo>
                    <a:cubicBezTo>
                      <a:pt x="156736" y="579771"/>
                      <a:pt x="172060" y="563027"/>
                      <a:pt x="158824" y="576263"/>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7" name="자유형 109">
                <a:extLst>
                  <a:ext uri="{FF2B5EF4-FFF2-40B4-BE49-F238E27FC236}">
                    <a16:creationId xmlns:a16="http://schemas.microsoft.com/office/drawing/2014/main" id="{FD240B94-CAF5-4828-96D2-09F02B68D155}"/>
                  </a:ext>
                </a:extLst>
              </p:cNvPr>
              <p:cNvSpPr/>
              <p:nvPr/>
            </p:nvSpPr>
            <p:spPr>
              <a:xfrm>
                <a:off x="1297314" y="4804965"/>
                <a:ext cx="284666" cy="388484"/>
              </a:xfrm>
              <a:custGeom>
                <a:avLst/>
                <a:gdLst>
                  <a:gd name="connsiteX0" fmla="*/ 385763 w 404814"/>
                  <a:gd name="connsiteY0" fmla="*/ 0 h 552450"/>
                  <a:gd name="connsiteX1" fmla="*/ 404813 w 404814"/>
                  <a:gd name="connsiteY1" fmla="*/ 38100 h 552450"/>
                  <a:gd name="connsiteX2" fmla="*/ 400050 w 404814"/>
                  <a:gd name="connsiteY2" fmla="*/ 57150 h 552450"/>
                  <a:gd name="connsiteX3" fmla="*/ 371475 w 404814"/>
                  <a:gd name="connsiteY3" fmla="*/ 66675 h 552450"/>
                  <a:gd name="connsiteX4" fmla="*/ 357188 w 404814"/>
                  <a:gd name="connsiteY4" fmla="*/ 71438 h 552450"/>
                  <a:gd name="connsiteX5" fmla="*/ 342900 w 404814"/>
                  <a:gd name="connsiteY5" fmla="*/ 76200 h 552450"/>
                  <a:gd name="connsiteX6" fmla="*/ 300038 w 404814"/>
                  <a:gd name="connsiteY6" fmla="*/ 95250 h 552450"/>
                  <a:gd name="connsiteX7" fmla="*/ 285750 w 404814"/>
                  <a:gd name="connsiteY7" fmla="*/ 100013 h 552450"/>
                  <a:gd name="connsiteX8" fmla="*/ 276225 w 404814"/>
                  <a:gd name="connsiteY8" fmla="*/ 114300 h 552450"/>
                  <a:gd name="connsiteX9" fmla="*/ 247650 w 404814"/>
                  <a:gd name="connsiteY9" fmla="*/ 142875 h 552450"/>
                  <a:gd name="connsiteX10" fmla="*/ 223838 w 404814"/>
                  <a:gd name="connsiteY10" fmla="*/ 166688 h 552450"/>
                  <a:gd name="connsiteX11" fmla="*/ 204788 w 404814"/>
                  <a:gd name="connsiteY11" fmla="*/ 195263 h 552450"/>
                  <a:gd name="connsiteX12" fmla="*/ 195263 w 404814"/>
                  <a:gd name="connsiteY12" fmla="*/ 209550 h 552450"/>
                  <a:gd name="connsiteX13" fmla="*/ 171450 w 404814"/>
                  <a:gd name="connsiteY13" fmla="*/ 233363 h 552450"/>
                  <a:gd name="connsiteX14" fmla="*/ 123825 w 404814"/>
                  <a:gd name="connsiteY14" fmla="*/ 238125 h 552450"/>
                  <a:gd name="connsiteX15" fmla="*/ 42863 w 404814"/>
                  <a:gd name="connsiteY15" fmla="*/ 242888 h 552450"/>
                  <a:gd name="connsiteX16" fmla="*/ 33338 w 404814"/>
                  <a:gd name="connsiteY16" fmla="*/ 257175 h 552450"/>
                  <a:gd name="connsiteX17" fmla="*/ 19050 w 404814"/>
                  <a:gd name="connsiteY17" fmla="*/ 276225 h 552450"/>
                  <a:gd name="connsiteX18" fmla="*/ 14288 w 404814"/>
                  <a:gd name="connsiteY18" fmla="*/ 290513 h 552450"/>
                  <a:gd name="connsiteX19" fmla="*/ 0 w 404814"/>
                  <a:gd name="connsiteY19" fmla="*/ 319088 h 552450"/>
                  <a:gd name="connsiteX20" fmla="*/ 14288 w 404814"/>
                  <a:gd name="connsiteY20" fmla="*/ 328613 h 552450"/>
                  <a:gd name="connsiteX21" fmla="*/ 61913 w 404814"/>
                  <a:gd name="connsiteY21" fmla="*/ 333375 h 552450"/>
                  <a:gd name="connsiteX22" fmla="*/ 71438 w 404814"/>
                  <a:gd name="connsiteY22" fmla="*/ 361950 h 552450"/>
                  <a:gd name="connsiteX23" fmla="*/ 80963 w 404814"/>
                  <a:gd name="connsiteY23" fmla="*/ 390525 h 552450"/>
                  <a:gd name="connsiteX24" fmla="*/ 90488 w 404814"/>
                  <a:gd name="connsiteY24" fmla="*/ 404813 h 552450"/>
                  <a:gd name="connsiteX25" fmla="*/ 95250 w 404814"/>
                  <a:gd name="connsiteY25" fmla="*/ 423863 h 552450"/>
                  <a:gd name="connsiteX26" fmla="*/ 95250 w 404814"/>
                  <a:gd name="connsiteY26" fmla="*/ 466725 h 552450"/>
                  <a:gd name="connsiteX27" fmla="*/ 80963 w 404814"/>
                  <a:gd name="connsiteY27" fmla="*/ 471488 h 552450"/>
                  <a:gd name="connsiteX28" fmla="*/ 52388 w 404814"/>
                  <a:gd name="connsiteY28" fmla="*/ 485775 h 552450"/>
                  <a:gd name="connsiteX29" fmla="*/ 23813 w 404814"/>
                  <a:gd name="connsiteY29"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4814" h="552450">
                    <a:moveTo>
                      <a:pt x="385763" y="0"/>
                    </a:moveTo>
                    <a:cubicBezTo>
                      <a:pt x="388452" y="4481"/>
                      <a:pt x="404813" y="27850"/>
                      <a:pt x="404813" y="38100"/>
                    </a:cubicBezTo>
                    <a:cubicBezTo>
                      <a:pt x="404813" y="44645"/>
                      <a:pt x="405020" y="52890"/>
                      <a:pt x="400050" y="57150"/>
                    </a:cubicBezTo>
                    <a:cubicBezTo>
                      <a:pt x="392427" y="63684"/>
                      <a:pt x="381000" y="63500"/>
                      <a:pt x="371475" y="66675"/>
                    </a:cubicBezTo>
                    <a:lnTo>
                      <a:pt x="357188" y="71438"/>
                    </a:lnTo>
                    <a:lnTo>
                      <a:pt x="342900" y="76200"/>
                    </a:lnTo>
                    <a:cubicBezTo>
                      <a:pt x="320259" y="91295"/>
                      <a:pt x="334044" y="83914"/>
                      <a:pt x="300038" y="95250"/>
                    </a:cubicBezTo>
                    <a:lnTo>
                      <a:pt x="285750" y="100013"/>
                    </a:lnTo>
                    <a:cubicBezTo>
                      <a:pt x="282575" y="104775"/>
                      <a:pt x="280028" y="110022"/>
                      <a:pt x="276225" y="114300"/>
                    </a:cubicBezTo>
                    <a:cubicBezTo>
                      <a:pt x="267276" y="124368"/>
                      <a:pt x="255122" y="131667"/>
                      <a:pt x="247650" y="142875"/>
                    </a:cubicBezTo>
                    <a:cubicBezTo>
                      <a:pt x="234950" y="161925"/>
                      <a:pt x="242888" y="153988"/>
                      <a:pt x="223838" y="166688"/>
                    </a:cubicBezTo>
                    <a:lnTo>
                      <a:pt x="204788" y="195263"/>
                    </a:lnTo>
                    <a:lnTo>
                      <a:pt x="195263" y="209550"/>
                    </a:lnTo>
                    <a:cubicBezTo>
                      <a:pt x="189105" y="218787"/>
                      <a:pt x="183959" y="230476"/>
                      <a:pt x="171450" y="233363"/>
                    </a:cubicBezTo>
                    <a:cubicBezTo>
                      <a:pt x="155904" y="236950"/>
                      <a:pt x="139736" y="236946"/>
                      <a:pt x="123825" y="238125"/>
                    </a:cubicBezTo>
                    <a:cubicBezTo>
                      <a:pt x="96865" y="240122"/>
                      <a:pt x="69850" y="241300"/>
                      <a:pt x="42863" y="242888"/>
                    </a:cubicBezTo>
                    <a:cubicBezTo>
                      <a:pt x="39688" y="247650"/>
                      <a:pt x="36665" y="252518"/>
                      <a:pt x="33338" y="257175"/>
                    </a:cubicBezTo>
                    <a:cubicBezTo>
                      <a:pt x="28724" y="263634"/>
                      <a:pt x="22988" y="269333"/>
                      <a:pt x="19050" y="276225"/>
                    </a:cubicBezTo>
                    <a:cubicBezTo>
                      <a:pt x="16559" y="280584"/>
                      <a:pt x="16533" y="286023"/>
                      <a:pt x="14288" y="290513"/>
                    </a:cubicBezTo>
                    <a:cubicBezTo>
                      <a:pt x="-4180" y="327450"/>
                      <a:pt x="11975" y="283167"/>
                      <a:pt x="0" y="319088"/>
                    </a:cubicBezTo>
                    <a:cubicBezTo>
                      <a:pt x="4763" y="322263"/>
                      <a:pt x="8711" y="327326"/>
                      <a:pt x="14288" y="328613"/>
                    </a:cubicBezTo>
                    <a:cubicBezTo>
                      <a:pt x="29834" y="332200"/>
                      <a:pt x="48132" y="325336"/>
                      <a:pt x="61913" y="333375"/>
                    </a:cubicBezTo>
                    <a:cubicBezTo>
                      <a:pt x="70586" y="338434"/>
                      <a:pt x="68263" y="352425"/>
                      <a:pt x="71438" y="361950"/>
                    </a:cubicBezTo>
                    <a:cubicBezTo>
                      <a:pt x="71440" y="361955"/>
                      <a:pt x="80959" y="390520"/>
                      <a:pt x="80963" y="390525"/>
                    </a:cubicBezTo>
                    <a:lnTo>
                      <a:pt x="90488" y="404813"/>
                    </a:lnTo>
                    <a:cubicBezTo>
                      <a:pt x="92075" y="411163"/>
                      <a:pt x="93452" y="417569"/>
                      <a:pt x="95250" y="423863"/>
                    </a:cubicBezTo>
                    <a:cubicBezTo>
                      <a:pt x="99971" y="440385"/>
                      <a:pt x="106795" y="446521"/>
                      <a:pt x="95250" y="466725"/>
                    </a:cubicBezTo>
                    <a:cubicBezTo>
                      <a:pt x="92759" y="471084"/>
                      <a:pt x="85453" y="469243"/>
                      <a:pt x="80963" y="471488"/>
                    </a:cubicBezTo>
                    <a:cubicBezTo>
                      <a:pt x="44042" y="489949"/>
                      <a:pt x="88291" y="473808"/>
                      <a:pt x="52388" y="485775"/>
                    </a:cubicBezTo>
                    <a:cubicBezTo>
                      <a:pt x="10604" y="513631"/>
                      <a:pt x="23813" y="493377"/>
                      <a:pt x="23813" y="55245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8" name="자유형 110">
                <a:extLst>
                  <a:ext uri="{FF2B5EF4-FFF2-40B4-BE49-F238E27FC236}">
                    <a16:creationId xmlns:a16="http://schemas.microsoft.com/office/drawing/2014/main" id="{8CC60DD6-1AA6-442E-B96B-30D3B2615308}"/>
                  </a:ext>
                </a:extLst>
              </p:cNvPr>
              <p:cNvSpPr/>
              <p:nvPr/>
            </p:nvSpPr>
            <p:spPr>
              <a:xfrm>
                <a:off x="1588677" y="4815012"/>
                <a:ext cx="137355" cy="395182"/>
              </a:xfrm>
              <a:custGeom>
                <a:avLst/>
                <a:gdLst>
                  <a:gd name="connsiteX0" fmla="*/ 114300 w 195328"/>
                  <a:gd name="connsiteY0" fmla="*/ 0 h 561975"/>
                  <a:gd name="connsiteX1" fmla="*/ 142875 w 195328"/>
                  <a:gd name="connsiteY1" fmla="*/ 38100 h 561975"/>
                  <a:gd name="connsiteX2" fmla="*/ 147637 w 195328"/>
                  <a:gd name="connsiteY2" fmla="*/ 52387 h 561975"/>
                  <a:gd name="connsiteX3" fmla="*/ 152400 w 195328"/>
                  <a:gd name="connsiteY3" fmla="*/ 128587 h 561975"/>
                  <a:gd name="connsiteX4" fmla="*/ 157162 w 195328"/>
                  <a:gd name="connsiteY4" fmla="*/ 142875 h 561975"/>
                  <a:gd name="connsiteX5" fmla="*/ 161925 w 195328"/>
                  <a:gd name="connsiteY5" fmla="*/ 171450 h 561975"/>
                  <a:gd name="connsiteX6" fmla="*/ 176212 w 195328"/>
                  <a:gd name="connsiteY6" fmla="*/ 176212 h 561975"/>
                  <a:gd name="connsiteX7" fmla="*/ 195262 w 195328"/>
                  <a:gd name="connsiteY7" fmla="*/ 204787 h 561975"/>
                  <a:gd name="connsiteX8" fmla="*/ 190500 w 195328"/>
                  <a:gd name="connsiteY8" fmla="*/ 252412 h 561975"/>
                  <a:gd name="connsiteX9" fmla="*/ 185737 w 195328"/>
                  <a:gd name="connsiteY9" fmla="*/ 266700 h 561975"/>
                  <a:gd name="connsiteX10" fmla="*/ 171450 w 195328"/>
                  <a:gd name="connsiteY10" fmla="*/ 276225 h 561975"/>
                  <a:gd name="connsiteX11" fmla="*/ 152400 w 195328"/>
                  <a:gd name="connsiteY11" fmla="*/ 304800 h 561975"/>
                  <a:gd name="connsiteX12" fmla="*/ 133350 w 195328"/>
                  <a:gd name="connsiteY12" fmla="*/ 333375 h 561975"/>
                  <a:gd name="connsiteX13" fmla="*/ 123825 w 195328"/>
                  <a:gd name="connsiteY13" fmla="*/ 347662 h 561975"/>
                  <a:gd name="connsiteX14" fmla="*/ 147637 w 195328"/>
                  <a:gd name="connsiteY14" fmla="*/ 390525 h 561975"/>
                  <a:gd name="connsiteX15" fmla="*/ 157162 w 195328"/>
                  <a:gd name="connsiteY15" fmla="*/ 404812 h 561975"/>
                  <a:gd name="connsiteX16" fmla="*/ 138112 w 195328"/>
                  <a:gd name="connsiteY16" fmla="*/ 428625 h 561975"/>
                  <a:gd name="connsiteX17" fmla="*/ 114300 w 195328"/>
                  <a:gd name="connsiteY17" fmla="*/ 447675 h 561975"/>
                  <a:gd name="connsiteX18" fmla="*/ 76200 w 195328"/>
                  <a:gd name="connsiteY18" fmla="*/ 471487 h 561975"/>
                  <a:gd name="connsiteX19" fmla="*/ 61912 w 195328"/>
                  <a:gd name="connsiteY19" fmla="*/ 476250 h 561975"/>
                  <a:gd name="connsiteX20" fmla="*/ 47625 w 195328"/>
                  <a:gd name="connsiteY20" fmla="*/ 504825 h 561975"/>
                  <a:gd name="connsiteX21" fmla="*/ 42862 w 195328"/>
                  <a:gd name="connsiteY21" fmla="*/ 538162 h 561975"/>
                  <a:gd name="connsiteX22" fmla="*/ 28575 w 195328"/>
                  <a:gd name="connsiteY22" fmla="*/ 542925 h 561975"/>
                  <a:gd name="connsiteX23" fmla="*/ 0 w 195328"/>
                  <a:gd name="connsiteY23"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328" h="561975">
                    <a:moveTo>
                      <a:pt x="114300" y="0"/>
                    </a:moveTo>
                    <a:cubicBezTo>
                      <a:pt x="118976" y="5845"/>
                      <a:pt x="137820" y="27989"/>
                      <a:pt x="142875" y="38100"/>
                    </a:cubicBezTo>
                    <a:cubicBezTo>
                      <a:pt x="145120" y="42590"/>
                      <a:pt x="146050" y="47625"/>
                      <a:pt x="147637" y="52387"/>
                    </a:cubicBezTo>
                    <a:cubicBezTo>
                      <a:pt x="149225" y="77787"/>
                      <a:pt x="149736" y="103277"/>
                      <a:pt x="152400" y="128587"/>
                    </a:cubicBezTo>
                    <a:cubicBezTo>
                      <a:pt x="152926" y="133580"/>
                      <a:pt x="156073" y="137974"/>
                      <a:pt x="157162" y="142875"/>
                    </a:cubicBezTo>
                    <a:cubicBezTo>
                      <a:pt x="159257" y="152301"/>
                      <a:pt x="157134" y="163066"/>
                      <a:pt x="161925" y="171450"/>
                    </a:cubicBezTo>
                    <a:cubicBezTo>
                      <a:pt x="164416" y="175808"/>
                      <a:pt x="171450" y="174625"/>
                      <a:pt x="176212" y="176212"/>
                    </a:cubicBezTo>
                    <a:cubicBezTo>
                      <a:pt x="182562" y="185737"/>
                      <a:pt x="196401" y="193396"/>
                      <a:pt x="195262" y="204787"/>
                    </a:cubicBezTo>
                    <a:cubicBezTo>
                      <a:pt x="193675" y="220662"/>
                      <a:pt x="192926" y="236643"/>
                      <a:pt x="190500" y="252412"/>
                    </a:cubicBezTo>
                    <a:cubicBezTo>
                      <a:pt x="189737" y="257374"/>
                      <a:pt x="188873" y="262780"/>
                      <a:pt x="185737" y="266700"/>
                    </a:cubicBezTo>
                    <a:cubicBezTo>
                      <a:pt x="182161" y="271169"/>
                      <a:pt x="176212" y="273050"/>
                      <a:pt x="171450" y="276225"/>
                    </a:cubicBezTo>
                    <a:cubicBezTo>
                      <a:pt x="162341" y="303549"/>
                      <a:pt x="173210" y="278044"/>
                      <a:pt x="152400" y="304800"/>
                    </a:cubicBezTo>
                    <a:cubicBezTo>
                      <a:pt x="145372" y="313836"/>
                      <a:pt x="139700" y="323850"/>
                      <a:pt x="133350" y="333375"/>
                    </a:cubicBezTo>
                    <a:lnTo>
                      <a:pt x="123825" y="347662"/>
                    </a:lnTo>
                    <a:cubicBezTo>
                      <a:pt x="132206" y="372810"/>
                      <a:pt x="125803" y="357774"/>
                      <a:pt x="147637" y="390525"/>
                    </a:cubicBezTo>
                    <a:lnTo>
                      <a:pt x="157162" y="404812"/>
                    </a:lnTo>
                    <a:cubicBezTo>
                      <a:pt x="147286" y="444320"/>
                      <a:pt x="161598" y="409837"/>
                      <a:pt x="138112" y="428625"/>
                    </a:cubicBezTo>
                    <a:cubicBezTo>
                      <a:pt x="107336" y="453245"/>
                      <a:pt x="150213" y="435702"/>
                      <a:pt x="114300" y="447675"/>
                    </a:cubicBezTo>
                    <a:cubicBezTo>
                      <a:pt x="99205" y="470316"/>
                      <a:pt x="110205" y="460152"/>
                      <a:pt x="76200" y="471487"/>
                    </a:cubicBezTo>
                    <a:lnTo>
                      <a:pt x="61912" y="476250"/>
                    </a:lnTo>
                    <a:cubicBezTo>
                      <a:pt x="53883" y="488293"/>
                      <a:pt x="50442" y="490738"/>
                      <a:pt x="47625" y="504825"/>
                    </a:cubicBezTo>
                    <a:cubicBezTo>
                      <a:pt x="45424" y="515832"/>
                      <a:pt x="47882" y="528122"/>
                      <a:pt x="42862" y="538162"/>
                    </a:cubicBezTo>
                    <a:cubicBezTo>
                      <a:pt x="40617" y="542652"/>
                      <a:pt x="32963" y="540487"/>
                      <a:pt x="28575" y="542925"/>
                    </a:cubicBezTo>
                    <a:cubicBezTo>
                      <a:pt x="18568" y="548485"/>
                      <a:pt x="0" y="561975"/>
                      <a:pt x="0"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9" name="자유형 111">
                <a:extLst>
                  <a:ext uri="{FF2B5EF4-FFF2-40B4-BE49-F238E27FC236}">
                    <a16:creationId xmlns:a16="http://schemas.microsoft.com/office/drawing/2014/main" id="{E0A12D49-0BD9-4917-BAA3-BD6242F4CADE}"/>
                  </a:ext>
                </a:extLst>
              </p:cNvPr>
              <p:cNvSpPr/>
              <p:nvPr/>
            </p:nvSpPr>
            <p:spPr>
              <a:xfrm>
                <a:off x="1679100" y="4798267"/>
                <a:ext cx="187628" cy="398531"/>
              </a:xfrm>
              <a:custGeom>
                <a:avLst/>
                <a:gdLst>
                  <a:gd name="connsiteX0" fmla="*/ 95250 w 266820"/>
                  <a:gd name="connsiteY0" fmla="*/ 0 h 566738"/>
                  <a:gd name="connsiteX1" fmla="*/ 71438 w 266820"/>
                  <a:gd name="connsiteY1" fmla="*/ 14288 h 566738"/>
                  <a:gd name="connsiteX2" fmla="*/ 33338 w 266820"/>
                  <a:gd name="connsiteY2" fmla="*/ 23813 h 566738"/>
                  <a:gd name="connsiteX3" fmla="*/ 4763 w 266820"/>
                  <a:gd name="connsiteY3" fmla="*/ 33338 h 566738"/>
                  <a:gd name="connsiteX4" fmla="*/ 0 w 266820"/>
                  <a:gd name="connsiteY4" fmla="*/ 47625 h 566738"/>
                  <a:gd name="connsiteX5" fmla="*/ 4763 w 266820"/>
                  <a:gd name="connsiteY5" fmla="*/ 71438 h 566738"/>
                  <a:gd name="connsiteX6" fmla="*/ 23813 w 266820"/>
                  <a:gd name="connsiteY6" fmla="*/ 114300 h 566738"/>
                  <a:gd name="connsiteX7" fmla="*/ 33338 w 266820"/>
                  <a:gd name="connsiteY7" fmla="*/ 142875 h 566738"/>
                  <a:gd name="connsiteX8" fmla="*/ 42863 w 266820"/>
                  <a:gd name="connsiteY8" fmla="*/ 176213 h 566738"/>
                  <a:gd name="connsiteX9" fmla="*/ 47625 w 266820"/>
                  <a:gd name="connsiteY9" fmla="*/ 204788 h 566738"/>
                  <a:gd name="connsiteX10" fmla="*/ 90488 w 266820"/>
                  <a:gd name="connsiteY10" fmla="*/ 219075 h 566738"/>
                  <a:gd name="connsiteX11" fmla="*/ 104775 w 266820"/>
                  <a:gd name="connsiteY11" fmla="*/ 223838 h 566738"/>
                  <a:gd name="connsiteX12" fmla="*/ 214313 w 266820"/>
                  <a:gd name="connsiteY12" fmla="*/ 214313 h 566738"/>
                  <a:gd name="connsiteX13" fmla="*/ 214313 w 266820"/>
                  <a:gd name="connsiteY13" fmla="*/ 171450 h 566738"/>
                  <a:gd name="connsiteX14" fmla="*/ 185738 w 266820"/>
                  <a:gd name="connsiteY14" fmla="*/ 176213 h 566738"/>
                  <a:gd name="connsiteX15" fmla="*/ 171450 w 266820"/>
                  <a:gd name="connsiteY15" fmla="*/ 185738 h 566738"/>
                  <a:gd name="connsiteX16" fmla="*/ 142875 w 266820"/>
                  <a:gd name="connsiteY16" fmla="*/ 200025 h 566738"/>
                  <a:gd name="connsiteX17" fmla="*/ 157163 w 266820"/>
                  <a:gd name="connsiteY17" fmla="*/ 228600 h 566738"/>
                  <a:gd name="connsiteX18" fmla="*/ 171450 w 266820"/>
                  <a:gd name="connsiteY18" fmla="*/ 238125 h 566738"/>
                  <a:gd name="connsiteX19" fmla="*/ 180975 w 266820"/>
                  <a:gd name="connsiteY19" fmla="*/ 252413 h 566738"/>
                  <a:gd name="connsiteX20" fmla="*/ 209550 w 266820"/>
                  <a:gd name="connsiteY20" fmla="*/ 276225 h 566738"/>
                  <a:gd name="connsiteX21" fmla="*/ 242888 w 266820"/>
                  <a:gd name="connsiteY21" fmla="*/ 285750 h 566738"/>
                  <a:gd name="connsiteX22" fmla="*/ 257175 w 266820"/>
                  <a:gd name="connsiteY22" fmla="*/ 290513 h 566738"/>
                  <a:gd name="connsiteX23" fmla="*/ 266700 w 266820"/>
                  <a:gd name="connsiteY23" fmla="*/ 304800 h 566738"/>
                  <a:gd name="connsiteX24" fmla="*/ 261938 w 266820"/>
                  <a:gd name="connsiteY24" fmla="*/ 319088 h 566738"/>
                  <a:gd name="connsiteX25" fmla="*/ 252413 w 266820"/>
                  <a:gd name="connsiteY25" fmla="*/ 338138 h 566738"/>
                  <a:gd name="connsiteX26" fmla="*/ 238125 w 266820"/>
                  <a:gd name="connsiteY26" fmla="*/ 366713 h 566738"/>
                  <a:gd name="connsiteX27" fmla="*/ 228600 w 266820"/>
                  <a:gd name="connsiteY27" fmla="*/ 395288 h 566738"/>
                  <a:gd name="connsiteX28" fmla="*/ 223838 w 266820"/>
                  <a:gd name="connsiteY28" fmla="*/ 409575 h 566738"/>
                  <a:gd name="connsiteX29" fmla="*/ 209550 w 266820"/>
                  <a:gd name="connsiteY29" fmla="*/ 414338 h 566738"/>
                  <a:gd name="connsiteX30" fmla="*/ 200025 w 266820"/>
                  <a:gd name="connsiteY30" fmla="*/ 400050 h 566738"/>
                  <a:gd name="connsiteX31" fmla="*/ 185738 w 266820"/>
                  <a:gd name="connsiteY31" fmla="*/ 395288 h 566738"/>
                  <a:gd name="connsiteX32" fmla="*/ 171450 w 266820"/>
                  <a:gd name="connsiteY32" fmla="*/ 385763 h 566738"/>
                  <a:gd name="connsiteX33" fmla="*/ 142875 w 266820"/>
                  <a:gd name="connsiteY33" fmla="*/ 400050 h 566738"/>
                  <a:gd name="connsiteX34" fmla="*/ 133350 w 266820"/>
                  <a:gd name="connsiteY34" fmla="*/ 414338 h 566738"/>
                  <a:gd name="connsiteX35" fmla="*/ 114300 w 266820"/>
                  <a:gd name="connsiteY35" fmla="*/ 438150 h 566738"/>
                  <a:gd name="connsiteX36" fmla="*/ 109538 w 266820"/>
                  <a:gd name="connsiteY36" fmla="*/ 452438 h 566738"/>
                  <a:gd name="connsiteX37" fmla="*/ 104775 w 266820"/>
                  <a:gd name="connsiteY37" fmla="*/ 528638 h 566738"/>
                  <a:gd name="connsiteX38" fmla="*/ 90488 w 266820"/>
                  <a:gd name="connsiteY38" fmla="*/ 538163 h 566738"/>
                  <a:gd name="connsiteX39" fmla="*/ 61913 w 266820"/>
                  <a:gd name="connsiteY39" fmla="*/ 547688 h 566738"/>
                  <a:gd name="connsiteX40" fmla="*/ 33338 w 266820"/>
                  <a:gd name="connsiteY40" fmla="*/ 566738 h 5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6820" h="566738">
                    <a:moveTo>
                      <a:pt x="95250" y="0"/>
                    </a:moveTo>
                    <a:cubicBezTo>
                      <a:pt x="87313" y="4763"/>
                      <a:pt x="79717" y="10148"/>
                      <a:pt x="71438" y="14288"/>
                    </a:cubicBezTo>
                    <a:cubicBezTo>
                      <a:pt x="59883" y="20065"/>
                      <a:pt x="45283" y="20555"/>
                      <a:pt x="33338" y="23813"/>
                    </a:cubicBezTo>
                    <a:cubicBezTo>
                      <a:pt x="23652" y="26455"/>
                      <a:pt x="4763" y="33338"/>
                      <a:pt x="4763" y="33338"/>
                    </a:cubicBezTo>
                    <a:cubicBezTo>
                      <a:pt x="3175" y="38100"/>
                      <a:pt x="0" y="42605"/>
                      <a:pt x="0" y="47625"/>
                    </a:cubicBezTo>
                    <a:cubicBezTo>
                      <a:pt x="0" y="55720"/>
                      <a:pt x="2633" y="63628"/>
                      <a:pt x="4763" y="71438"/>
                    </a:cubicBezTo>
                    <a:cubicBezTo>
                      <a:pt x="12611" y="100212"/>
                      <a:pt x="10707" y="94641"/>
                      <a:pt x="23813" y="114300"/>
                    </a:cubicBezTo>
                    <a:lnTo>
                      <a:pt x="33338" y="142875"/>
                    </a:lnTo>
                    <a:cubicBezTo>
                      <a:pt x="37874" y="156484"/>
                      <a:pt x="39875" y="161275"/>
                      <a:pt x="42863" y="176213"/>
                    </a:cubicBezTo>
                    <a:cubicBezTo>
                      <a:pt x="44757" y="185682"/>
                      <a:pt x="43307" y="196151"/>
                      <a:pt x="47625" y="204788"/>
                    </a:cubicBezTo>
                    <a:cubicBezTo>
                      <a:pt x="53713" y="216964"/>
                      <a:pt x="83655" y="217936"/>
                      <a:pt x="90488" y="219075"/>
                    </a:cubicBezTo>
                    <a:cubicBezTo>
                      <a:pt x="95250" y="220663"/>
                      <a:pt x="99755" y="223838"/>
                      <a:pt x="104775" y="223838"/>
                    </a:cubicBezTo>
                    <a:cubicBezTo>
                      <a:pt x="189996" y="223838"/>
                      <a:pt x="172242" y="228335"/>
                      <a:pt x="214313" y="214313"/>
                    </a:cubicBezTo>
                    <a:cubicBezTo>
                      <a:pt x="217995" y="203267"/>
                      <a:pt x="227851" y="181120"/>
                      <a:pt x="214313" y="171450"/>
                    </a:cubicBezTo>
                    <a:cubicBezTo>
                      <a:pt x="206455" y="165837"/>
                      <a:pt x="195263" y="174625"/>
                      <a:pt x="185738" y="176213"/>
                    </a:cubicBezTo>
                    <a:cubicBezTo>
                      <a:pt x="180975" y="179388"/>
                      <a:pt x="176570" y="183178"/>
                      <a:pt x="171450" y="185738"/>
                    </a:cubicBezTo>
                    <a:cubicBezTo>
                      <a:pt x="132014" y="205455"/>
                      <a:pt x="183824" y="172727"/>
                      <a:pt x="142875" y="200025"/>
                    </a:cubicBezTo>
                    <a:cubicBezTo>
                      <a:pt x="146749" y="211646"/>
                      <a:pt x="147931" y="219368"/>
                      <a:pt x="157163" y="228600"/>
                    </a:cubicBezTo>
                    <a:cubicBezTo>
                      <a:pt x="161210" y="232647"/>
                      <a:pt x="166688" y="234950"/>
                      <a:pt x="171450" y="238125"/>
                    </a:cubicBezTo>
                    <a:cubicBezTo>
                      <a:pt x="174625" y="242888"/>
                      <a:pt x="177311" y="248016"/>
                      <a:pt x="180975" y="252413"/>
                    </a:cubicBezTo>
                    <a:cubicBezTo>
                      <a:pt x="188497" y="261439"/>
                      <a:pt x="198849" y="270874"/>
                      <a:pt x="209550" y="276225"/>
                    </a:cubicBezTo>
                    <a:cubicBezTo>
                      <a:pt x="217167" y="280034"/>
                      <a:pt x="235761" y="283714"/>
                      <a:pt x="242888" y="285750"/>
                    </a:cubicBezTo>
                    <a:cubicBezTo>
                      <a:pt x="247715" y="287129"/>
                      <a:pt x="252413" y="288925"/>
                      <a:pt x="257175" y="290513"/>
                    </a:cubicBezTo>
                    <a:cubicBezTo>
                      <a:pt x="260350" y="295275"/>
                      <a:pt x="265759" y="299154"/>
                      <a:pt x="266700" y="304800"/>
                    </a:cubicBezTo>
                    <a:cubicBezTo>
                      <a:pt x="267525" y="309752"/>
                      <a:pt x="263915" y="314474"/>
                      <a:pt x="261938" y="319088"/>
                    </a:cubicBezTo>
                    <a:cubicBezTo>
                      <a:pt x="259141" y="325614"/>
                      <a:pt x="255210" y="331613"/>
                      <a:pt x="252413" y="338138"/>
                    </a:cubicBezTo>
                    <a:cubicBezTo>
                      <a:pt x="240582" y="365741"/>
                      <a:pt x="256429" y="339256"/>
                      <a:pt x="238125" y="366713"/>
                    </a:cubicBezTo>
                    <a:lnTo>
                      <a:pt x="228600" y="395288"/>
                    </a:lnTo>
                    <a:cubicBezTo>
                      <a:pt x="227013" y="400050"/>
                      <a:pt x="228600" y="407987"/>
                      <a:pt x="223838" y="409575"/>
                    </a:cubicBezTo>
                    <a:lnTo>
                      <a:pt x="209550" y="414338"/>
                    </a:lnTo>
                    <a:cubicBezTo>
                      <a:pt x="206375" y="409575"/>
                      <a:pt x="204495" y="403626"/>
                      <a:pt x="200025" y="400050"/>
                    </a:cubicBezTo>
                    <a:cubicBezTo>
                      <a:pt x="196105" y="396914"/>
                      <a:pt x="190228" y="397533"/>
                      <a:pt x="185738" y="395288"/>
                    </a:cubicBezTo>
                    <a:cubicBezTo>
                      <a:pt x="180618" y="392728"/>
                      <a:pt x="176213" y="388938"/>
                      <a:pt x="171450" y="385763"/>
                    </a:cubicBezTo>
                    <a:cubicBezTo>
                      <a:pt x="159830" y="389636"/>
                      <a:pt x="152107" y="390818"/>
                      <a:pt x="142875" y="400050"/>
                    </a:cubicBezTo>
                    <a:cubicBezTo>
                      <a:pt x="138828" y="404097"/>
                      <a:pt x="136525" y="409575"/>
                      <a:pt x="133350" y="414338"/>
                    </a:cubicBezTo>
                    <a:cubicBezTo>
                      <a:pt x="121380" y="450250"/>
                      <a:pt x="138920" y="407375"/>
                      <a:pt x="114300" y="438150"/>
                    </a:cubicBezTo>
                    <a:cubicBezTo>
                      <a:pt x="111164" y="442070"/>
                      <a:pt x="111125" y="447675"/>
                      <a:pt x="109538" y="452438"/>
                    </a:cubicBezTo>
                    <a:cubicBezTo>
                      <a:pt x="107950" y="477838"/>
                      <a:pt x="110296" y="503794"/>
                      <a:pt x="104775" y="528638"/>
                    </a:cubicBezTo>
                    <a:cubicBezTo>
                      <a:pt x="103533" y="534225"/>
                      <a:pt x="95718" y="535838"/>
                      <a:pt x="90488" y="538163"/>
                    </a:cubicBezTo>
                    <a:cubicBezTo>
                      <a:pt x="81313" y="542241"/>
                      <a:pt x="70267" y="542119"/>
                      <a:pt x="61913" y="547688"/>
                    </a:cubicBezTo>
                    <a:lnTo>
                      <a:pt x="33338" y="566738"/>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0" name="자유형 112">
                <a:extLst>
                  <a:ext uri="{FF2B5EF4-FFF2-40B4-BE49-F238E27FC236}">
                    <a16:creationId xmlns:a16="http://schemas.microsoft.com/office/drawing/2014/main" id="{BB6A9485-921A-4498-B936-60FBCB42EEB7}"/>
                  </a:ext>
                </a:extLst>
              </p:cNvPr>
              <p:cNvSpPr/>
              <p:nvPr/>
            </p:nvSpPr>
            <p:spPr>
              <a:xfrm>
                <a:off x="1754482" y="4801616"/>
                <a:ext cx="430680" cy="395182"/>
              </a:xfrm>
              <a:custGeom>
                <a:avLst/>
                <a:gdLst>
                  <a:gd name="connsiteX0" fmla="*/ 92826 w 612456"/>
                  <a:gd name="connsiteY0" fmla="*/ 0 h 561975"/>
                  <a:gd name="connsiteX1" fmla="*/ 64251 w 612456"/>
                  <a:gd name="connsiteY1" fmla="*/ 4762 h 561975"/>
                  <a:gd name="connsiteX2" fmla="*/ 49964 w 612456"/>
                  <a:gd name="connsiteY2" fmla="*/ 19050 h 561975"/>
                  <a:gd name="connsiteX3" fmla="*/ 21389 w 612456"/>
                  <a:gd name="connsiteY3" fmla="*/ 33337 h 561975"/>
                  <a:gd name="connsiteX4" fmla="*/ 2339 w 612456"/>
                  <a:gd name="connsiteY4" fmla="*/ 61912 h 561975"/>
                  <a:gd name="connsiteX5" fmla="*/ 30914 w 612456"/>
                  <a:gd name="connsiteY5" fmla="*/ 80962 h 561975"/>
                  <a:gd name="connsiteX6" fmla="*/ 45201 w 612456"/>
                  <a:gd name="connsiteY6" fmla="*/ 123825 h 561975"/>
                  <a:gd name="connsiteX7" fmla="*/ 35676 w 612456"/>
                  <a:gd name="connsiteY7" fmla="*/ 142875 h 561975"/>
                  <a:gd name="connsiteX8" fmla="*/ 26151 w 612456"/>
                  <a:gd name="connsiteY8" fmla="*/ 157162 h 561975"/>
                  <a:gd name="connsiteX9" fmla="*/ 21389 w 612456"/>
                  <a:gd name="connsiteY9" fmla="*/ 171450 h 561975"/>
                  <a:gd name="connsiteX10" fmla="*/ 49964 w 612456"/>
                  <a:gd name="connsiteY10" fmla="*/ 180975 h 561975"/>
                  <a:gd name="connsiteX11" fmla="*/ 78539 w 612456"/>
                  <a:gd name="connsiteY11" fmla="*/ 195262 h 561975"/>
                  <a:gd name="connsiteX12" fmla="*/ 88064 w 612456"/>
                  <a:gd name="connsiteY12" fmla="*/ 209550 h 561975"/>
                  <a:gd name="connsiteX13" fmla="*/ 116639 w 612456"/>
                  <a:gd name="connsiteY13" fmla="*/ 219075 h 561975"/>
                  <a:gd name="connsiteX14" fmla="*/ 121401 w 612456"/>
                  <a:gd name="connsiteY14" fmla="*/ 280987 h 561975"/>
                  <a:gd name="connsiteX15" fmla="*/ 111876 w 612456"/>
                  <a:gd name="connsiteY15" fmla="*/ 309562 h 561975"/>
                  <a:gd name="connsiteX16" fmla="*/ 107114 w 612456"/>
                  <a:gd name="connsiteY16" fmla="*/ 323850 h 561975"/>
                  <a:gd name="connsiteX17" fmla="*/ 111876 w 612456"/>
                  <a:gd name="connsiteY17" fmla="*/ 338137 h 561975"/>
                  <a:gd name="connsiteX18" fmla="*/ 126164 w 612456"/>
                  <a:gd name="connsiteY18" fmla="*/ 347662 h 561975"/>
                  <a:gd name="connsiteX19" fmla="*/ 169026 w 612456"/>
                  <a:gd name="connsiteY19" fmla="*/ 357187 h 561975"/>
                  <a:gd name="connsiteX20" fmla="*/ 169026 w 612456"/>
                  <a:gd name="connsiteY20" fmla="*/ 404812 h 561975"/>
                  <a:gd name="connsiteX21" fmla="*/ 159501 w 612456"/>
                  <a:gd name="connsiteY21" fmla="*/ 447675 h 561975"/>
                  <a:gd name="connsiteX22" fmla="*/ 173789 w 612456"/>
                  <a:gd name="connsiteY22" fmla="*/ 452437 h 561975"/>
                  <a:gd name="connsiteX23" fmla="*/ 211889 w 612456"/>
                  <a:gd name="connsiteY23" fmla="*/ 442912 h 561975"/>
                  <a:gd name="connsiteX24" fmla="*/ 254751 w 612456"/>
                  <a:gd name="connsiteY24" fmla="*/ 419100 h 561975"/>
                  <a:gd name="connsiteX25" fmla="*/ 283326 w 612456"/>
                  <a:gd name="connsiteY25" fmla="*/ 438150 h 561975"/>
                  <a:gd name="connsiteX26" fmla="*/ 297614 w 612456"/>
                  <a:gd name="connsiteY26" fmla="*/ 447675 h 561975"/>
                  <a:gd name="connsiteX27" fmla="*/ 321426 w 612456"/>
                  <a:gd name="connsiteY27" fmla="*/ 442912 h 561975"/>
                  <a:gd name="connsiteX28" fmla="*/ 335714 w 612456"/>
                  <a:gd name="connsiteY28" fmla="*/ 414337 h 561975"/>
                  <a:gd name="connsiteX29" fmla="*/ 345239 w 612456"/>
                  <a:gd name="connsiteY29" fmla="*/ 400050 h 561975"/>
                  <a:gd name="connsiteX30" fmla="*/ 359526 w 612456"/>
                  <a:gd name="connsiteY30" fmla="*/ 371475 h 561975"/>
                  <a:gd name="connsiteX31" fmla="*/ 373814 w 612456"/>
                  <a:gd name="connsiteY31" fmla="*/ 361950 h 561975"/>
                  <a:gd name="connsiteX32" fmla="*/ 378576 w 612456"/>
                  <a:gd name="connsiteY32" fmla="*/ 347662 h 561975"/>
                  <a:gd name="connsiteX33" fmla="*/ 411914 w 612456"/>
                  <a:gd name="connsiteY33" fmla="*/ 352425 h 561975"/>
                  <a:gd name="connsiteX34" fmla="*/ 426201 w 612456"/>
                  <a:gd name="connsiteY34" fmla="*/ 361950 h 561975"/>
                  <a:gd name="connsiteX35" fmla="*/ 440489 w 612456"/>
                  <a:gd name="connsiteY35" fmla="*/ 376237 h 561975"/>
                  <a:gd name="connsiteX36" fmla="*/ 454776 w 612456"/>
                  <a:gd name="connsiteY36" fmla="*/ 381000 h 561975"/>
                  <a:gd name="connsiteX37" fmla="*/ 497639 w 612456"/>
                  <a:gd name="connsiteY37" fmla="*/ 376237 h 561975"/>
                  <a:gd name="connsiteX38" fmla="*/ 526214 w 612456"/>
                  <a:gd name="connsiteY38" fmla="*/ 357187 h 561975"/>
                  <a:gd name="connsiteX39" fmla="*/ 545264 w 612456"/>
                  <a:gd name="connsiteY39" fmla="*/ 352425 h 561975"/>
                  <a:gd name="connsiteX40" fmla="*/ 559551 w 612456"/>
                  <a:gd name="connsiteY40" fmla="*/ 366712 h 561975"/>
                  <a:gd name="connsiteX41" fmla="*/ 573839 w 612456"/>
                  <a:gd name="connsiteY41" fmla="*/ 371475 h 561975"/>
                  <a:gd name="connsiteX42" fmla="*/ 592889 w 612456"/>
                  <a:gd name="connsiteY42" fmla="*/ 390525 h 561975"/>
                  <a:gd name="connsiteX43" fmla="*/ 597651 w 612456"/>
                  <a:gd name="connsiteY43" fmla="*/ 404812 h 561975"/>
                  <a:gd name="connsiteX44" fmla="*/ 611939 w 612456"/>
                  <a:gd name="connsiteY44" fmla="*/ 414337 h 561975"/>
                  <a:gd name="connsiteX45" fmla="*/ 607176 w 612456"/>
                  <a:gd name="connsiteY45" fmla="*/ 428625 h 561975"/>
                  <a:gd name="connsiteX46" fmla="*/ 564314 w 612456"/>
                  <a:gd name="connsiteY46" fmla="*/ 466725 h 561975"/>
                  <a:gd name="connsiteX47" fmla="*/ 554789 w 612456"/>
                  <a:gd name="connsiteY47" fmla="*/ 481012 h 561975"/>
                  <a:gd name="connsiteX48" fmla="*/ 540501 w 612456"/>
                  <a:gd name="connsiteY48" fmla="*/ 490537 h 561975"/>
                  <a:gd name="connsiteX49" fmla="*/ 535739 w 612456"/>
                  <a:gd name="connsiteY49" fmla="*/ 504825 h 561975"/>
                  <a:gd name="connsiteX50" fmla="*/ 526214 w 612456"/>
                  <a:gd name="connsiteY50" fmla="*/ 519112 h 561975"/>
                  <a:gd name="connsiteX51" fmla="*/ 540501 w 612456"/>
                  <a:gd name="connsiteY51" fmla="*/ 533400 h 561975"/>
                  <a:gd name="connsiteX52" fmla="*/ 554789 w 612456"/>
                  <a:gd name="connsiteY52" fmla="*/ 542925 h 561975"/>
                  <a:gd name="connsiteX53" fmla="*/ 559551 w 612456"/>
                  <a:gd name="connsiteY53" fmla="*/ 557212 h 561975"/>
                  <a:gd name="connsiteX54" fmla="*/ 564314 w 612456"/>
                  <a:gd name="connsiteY54"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2456" h="561975">
                    <a:moveTo>
                      <a:pt x="92826" y="0"/>
                    </a:moveTo>
                    <a:cubicBezTo>
                      <a:pt x="83301" y="1587"/>
                      <a:pt x="73075" y="840"/>
                      <a:pt x="64251" y="4762"/>
                    </a:cubicBezTo>
                    <a:cubicBezTo>
                      <a:pt x="58096" y="7497"/>
                      <a:pt x="55138" y="14738"/>
                      <a:pt x="49964" y="19050"/>
                    </a:cubicBezTo>
                    <a:cubicBezTo>
                      <a:pt x="37655" y="29308"/>
                      <a:pt x="35707" y="28565"/>
                      <a:pt x="21389" y="33337"/>
                    </a:cubicBezTo>
                    <a:cubicBezTo>
                      <a:pt x="15039" y="42862"/>
                      <a:pt x="-7186" y="55562"/>
                      <a:pt x="2339" y="61912"/>
                    </a:cubicBezTo>
                    <a:lnTo>
                      <a:pt x="30914" y="80962"/>
                    </a:lnTo>
                    <a:cubicBezTo>
                      <a:pt x="49425" y="108729"/>
                      <a:pt x="55042" y="100863"/>
                      <a:pt x="45201" y="123825"/>
                    </a:cubicBezTo>
                    <a:cubicBezTo>
                      <a:pt x="42404" y="130350"/>
                      <a:pt x="39198" y="136711"/>
                      <a:pt x="35676" y="142875"/>
                    </a:cubicBezTo>
                    <a:cubicBezTo>
                      <a:pt x="32836" y="147845"/>
                      <a:pt x="29326" y="152400"/>
                      <a:pt x="26151" y="157162"/>
                    </a:cubicBezTo>
                    <a:cubicBezTo>
                      <a:pt x="24564" y="161925"/>
                      <a:pt x="17839" y="167900"/>
                      <a:pt x="21389" y="171450"/>
                    </a:cubicBezTo>
                    <a:cubicBezTo>
                      <a:pt x="28489" y="178550"/>
                      <a:pt x="41610" y="175406"/>
                      <a:pt x="49964" y="180975"/>
                    </a:cubicBezTo>
                    <a:cubicBezTo>
                      <a:pt x="68428" y="193285"/>
                      <a:pt x="58821" y="188690"/>
                      <a:pt x="78539" y="195262"/>
                    </a:cubicBezTo>
                    <a:cubicBezTo>
                      <a:pt x="81714" y="200025"/>
                      <a:pt x="83210" y="206516"/>
                      <a:pt x="88064" y="209550"/>
                    </a:cubicBezTo>
                    <a:cubicBezTo>
                      <a:pt x="96578" y="214871"/>
                      <a:pt x="116639" y="219075"/>
                      <a:pt x="116639" y="219075"/>
                    </a:cubicBezTo>
                    <a:cubicBezTo>
                      <a:pt x="133708" y="244677"/>
                      <a:pt x="130375" y="233128"/>
                      <a:pt x="121401" y="280987"/>
                    </a:cubicBezTo>
                    <a:cubicBezTo>
                      <a:pt x="119551" y="290855"/>
                      <a:pt x="115051" y="300037"/>
                      <a:pt x="111876" y="309562"/>
                    </a:cubicBezTo>
                    <a:lnTo>
                      <a:pt x="107114" y="323850"/>
                    </a:lnTo>
                    <a:cubicBezTo>
                      <a:pt x="108701" y="328612"/>
                      <a:pt x="108740" y="334217"/>
                      <a:pt x="111876" y="338137"/>
                    </a:cubicBezTo>
                    <a:cubicBezTo>
                      <a:pt x="115452" y="342607"/>
                      <a:pt x="121044" y="345102"/>
                      <a:pt x="126164" y="347662"/>
                    </a:cubicBezTo>
                    <a:cubicBezTo>
                      <a:pt x="137891" y="353526"/>
                      <a:pt x="158045" y="355357"/>
                      <a:pt x="169026" y="357187"/>
                    </a:cubicBezTo>
                    <a:cubicBezTo>
                      <a:pt x="177210" y="381738"/>
                      <a:pt x="174787" y="367368"/>
                      <a:pt x="169026" y="404812"/>
                    </a:cubicBezTo>
                    <a:cubicBezTo>
                      <a:pt x="164236" y="435948"/>
                      <a:pt x="166903" y="425469"/>
                      <a:pt x="159501" y="447675"/>
                    </a:cubicBezTo>
                    <a:cubicBezTo>
                      <a:pt x="164264" y="449262"/>
                      <a:pt x="168769" y="452437"/>
                      <a:pt x="173789" y="452437"/>
                    </a:cubicBezTo>
                    <a:cubicBezTo>
                      <a:pt x="185286" y="452437"/>
                      <a:pt x="200613" y="446671"/>
                      <a:pt x="211889" y="442912"/>
                    </a:cubicBezTo>
                    <a:cubicBezTo>
                      <a:pt x="224964" y="403688"/>
                      <a:pt x="211475" y="412917"/>
                      <a:pt x="254751" y="419100"/>
                    </a:cubicBezTo>
                    <a:lnTo>
                      <a:pt x="283326" y="438150"/>
                    </a:lnTo>
                    <a:lnTo>
                      <a:pt x="297614" y="447675"/>
                    </a:lnTo>
                    <a:cubicBezTo>
                      <a:pt x="305551" y="446087"/>
                      <a:pt x="314398" y="446928"/>
                      <a:pt x="321426" y="442912"/>
                    </a:cubicBezTo>
                    <a:cubicBezTo>
                      <a:pt x="330980" y="437453"/>
                      <a:pt x="331558" y="422648"/>
                      <a:pt x="335714" y="414337"/>
                    </a:cubicBezTo>
                    <a:cubicBezTo>
                      <a:pt x="338274" y="409218"/>
                      <a:pt x="342064" y="404812"/>
                      <a:pt x="345239" y="400050"/>
                    </a:cubicBezTo>
                    <a:cubicBezTo>
                      <a:pt x="349112" y="388429"/>
                      <a:pt x="350293" y="380708"/>
                      <a:pt x="359526" y="371475"/>
                    </a:cubicBezTo>
                    <a:cubicBezTo>
                      <a:pt x="363574" y="367428"/>
                      <a:pt x="369051" y="365125"/>
                      <a:pt x="373814" y="361950"/>
                    </a:cubicBezTo>
                    <a:cubicBezTo>
                      <a:pt x="375401" y="357187"/>
                      <a:pt x="375026" y="351212"/>
                      <a:pt x="378576" y="347662"/>
                    </a:cubicBezTo>
                    <a:cubicBezTo>
                      <a:pt x="389923" y="336315"/>
                      <a:pt x="402058" y="346793"/>
                      <a:pt x="411914" y="352425"/>
                    </a:cubicBezTo>
                    <a:cubicBezTo>
                      <a:pt x="416884" y="355265"/>
                      <a:pt x="421804" y="358286"/>
                      <a:pt x="426201" y="361950"/>
                    </a:cubicBezTo>
                    <a:cubicBezTo>
                      <a:pt x="431375" y="366262"/>
                      <a:pt x="434885" y="372501"/>
                      <a:pt x="440489" y="376237"/>
                    </a:cubicBezTo>
                    <a:cubicBezTo>
                      <a:pt x="444666" y="379022"/>
                      <a:pt x="450014" y="379412"/>
                      <a:pt x="454776" y="381000"/>
                    </a:cubicBezTo>
                    <a:cubicBezTo>
                      <a:pt x="469064" y="379412"/>
                      <a:pt x="484001" y="380783"/>
                      <a:pt x="497639" y="376237"/>
                    </a:cubicBezTo>
                    <a:cubicBezTo>
                      <a:pt x="508499" y="372617"/>
                      <a:pt x="515108" y="359963"/>
                      <a:pt x="526214" y="357187"/>
                    </a:cubicBezTo>
                    <a:lnTo>
                      <a:pt x="545264" y="352425"/>
                    </a:lnTo>
                    <a:cubicBezTo>
                      <a:pt x="550026" y="357187"/>
                      <a:pt x="553947" y="362976"/>
                      <a:pt x="559551" y="366712"/>
                    </a:cubicBezTo>
                    <a:cubicBezTo>
                      <a:pt x="563728" y="369497"/>
                      <a:pt x="570289" y="367925"/>
                      <a:pt x="573839" y="371475"/>
                    </a:cubicBezTo>
                    <a:cubicBezTo>
                      <a:pt x="599240" y="396876"/>
                      <a:pt x="554786" y="377823"/>
                      <a:pt x="592889" y="390525"/>
                    </a:cubicBezTo>
                    <a:cubicBezTo>
                      <a:pt x="594476" y="395287"/>
                      <a:pt x="594515" y="400892"/>
                      <a:pt x="597651" y="404812"/>
                    </a:cubicBezTo>
                    <a:cubicBezTo>
                      <a:pt x="601227" y="409282"/>
                      <a:pt x="609813" y="409022"/>
                      <a:pt x="611939" y="414337"/>
                    </a:cubicBezTo>
                    <a:cubicBezTo>
                      <a:pt x="613803" y="418998"/>
                      <a:pt x="610258" y="424662"/>
                      <a:pt x="607176" y="428625"/>
                    </a:cubicBezTo>
                    <a:cubicBezTo>
                      <a:pt x="589611" y="451209"/>
                      <a:pt x="583411" y="453993"/>
                      <a:pt x="564314" y="466725"/>
                    </a:cubicBezTo>
                    <a:cubicBezTo>
                      <a:pt x="561139" y="471487"/>
                      <a:pt x="558836" y="476965"/>
                      <a:pt x="554789" y="481012"/>
                    </a:cubicBezTo>
                    <a:cubicBezTo>
                      <a:pt x="550741" y="485059"/>
                      <a:pt x="544077" y="486067"/>
                      <a:pt x="540501" y="490537"/>
                    </a:cubicBezTo>
                    <a:cubicBezTo>
                      <a:pt x="537365" y="494457"/>
                      <a:pt x="537984" y="500335"/>
                      <a:pt x="535739" y="504825"/>
                    </a:cubicBezTo>
                    <a:cubicBezTo>
                      <a:pt x="533179" y="509944"/>
                      <a:pt x="529389" y="514350"/>
                      <a:pt x="526214" y="519112"/>
                    </a:cubicBezTo>
                    <a:cubicBezTo>
                      <a:pt x="530976" y="523875"/>
                      <a:pt x="535327" y="529088"/>
                      <a:pt x="540501" y="533400"/>
                    </a:cubicBezTo>
                    <a:cubicBezTo>
                      <a:pt x="544898" y="537064"/>
                      <a:pt x="551213" y="538455"/>
                      <a:pt x="554789" y="542925"/>
                    </a:cubicBezTo>
                    <a:cubicBezTo>
                      <a:pt x="557925" y="546845"/>
                      <a:pt x="557306" y="552722"/>
                      <a:pt x="559551" y="557212"/>
                    </a:cubicBezTo>
                    <a:cubicBezTo>
                      <a:pt x="560555" y="559220"/>
                      <a:pt x="562726" y="560387"/>
                      <a:pt x="564314"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1" name="자유형 113">
                <a:extLst>
                  <a:ext uri="{FF2B5EF4-FFF2-40B4-BE49-F238E27FC236}">
                    <a16:creationId xmlns:a16="http://schemas.microsoft.com/office/drawing/2014/main" id="{983EF1B6-7E82-4B38-B4F8-04DC659CBDC7}"/>
                  </a:ext>
                </a:extLst>
              </p:cNvPr>
              <p:cNvSpPr/>
              <p:nvPr/>
            </p:nvSpPr>
            <p:spPr>
              <a:xfrm>
                <a:off x="1903197" y="4808314"/>
                <a:ext cx="81307" cy="398531"/>
              </a:xfrm>
              <a:custGeom>
                <a:avLst/>
                <a:gdLst>
                  <a:gd name="connsiteX0" fmla="*/ 407 w 115624"/>
                  <a:gd name="connsiteY0" fmla="*/ 0 h 566737"/>
                  <a:gd name="connsiteX1" fmla="*/ 19457 w 115624"/>
                  <a:gd name="connsiteY1" fmla="*/ 23812 h 566737"/>
                  <a:gd name="connsiteX2" fmla="*/ 28982 w 115624"/>
                  <a:gd name="connsiteY2" fmla="*/ 38100 h 566737"/>
                  <a:gd name="connsiteX3" fmla="*/ 43269 w 115624"/>
                  <a:gd name="connsiteY3" fmla="*/ 47625 h 566737"/>
                  <a:gd name="connsiteX4" fmla="*/ 67082 w 115624"/>
                  <a:gd name="connsiteY4" fmla="*/ 71437 h 566737"/>
                  <a:gd name="connsiteX5" fmla="*/ 76607 w 115624"/>
                  <a:gd name="connsiteY5" fmla="*/ 85725 h 566737"/>
                  <a:gd name="connsiteX6" fmla="*/ 43269 w 115624"/>
                  <a:gd name="connsiteY6" fmla="*/ 123825 h 566737"/>
                  <a:gd name="connsiteX7" fmla="*/ 38507 w 115624"/>
                  <a:gd name="connsiteY7" fmla="*/ 138112 h 566737"/>
                  <a:gd name="connsiteX8" fmla="*/ 19457 w 115624"/>
                  <a:gd name="connsiteY8" fmla="*/ 166687 h 566737"/>
                  <a:gd name="connsiteX9" fmla="*/ 5169 w 115624"/>
                  <a:gd name="connsiteY9" fmla="*/ 195262 h 566737"/>
                  <a:gd name="connsiteX10" fmla="*/ 407 w 115624"/>
                  <a:gd name="connsiteY10" fmla="*/ 209550 h 566737"/>
                  <a:gd name="connsiteX11" fmla="*/ 33744 w 115624"/>
                  <a:gd name="connsiteY11" fmla="*/ 223837 h 566737"/>
                  <a:gd name="connsiteX12" fmla="*/ 62319 w 115624"/>
                  <a:gd name="connsiteY12" fmla="*/ 238125 h 566737"/>
                  <a:gd name="connsiteX13" fmla="*/ 76607 w 115624"/>
                  <a:gd name="connsiteY13" fmla="*/ 247650 h 566737"/>
                  <a:gd name="connsiteX14" fmla="*/ 105182 w 115624"/>
                  <a:gd name="connsiteY14" fmla="*/ 257175 h 566737"/>
                  <a:gd name="connsiteX15" fmla="*/ 114707 w 115624"/>
                  <a:gd name="connsiteY15" fmla="*/ 409575 h 566737"/>
                  <a:gd name="connsiteX16" fmla="*/ 105182 w 115624"/>
                  <a:gd name="connsiteY16" fmla="*/ 447675 h 566737"/>
                  <a:gd name="connsiteX17" fmla="*/ 86132 w 115624"/>
                  <a:gd name="connsiteY17" fmla="*/ 476250 h 566737"/>
                  <a:gd name="connsiteX18" fmla="*/ 76607 w 115624"/>
                  <a:gd name="connsiteY18" fmla="*/ 490537 h 566737"/>
                  <a:gd name="connsiteX19" fmla="*/ 95657 w 115624"/>
                  <a:gd name="connsiteY19" fmla="*/ 533400 h 566737"/>
                  <a:gd name="connsiteX20" fmla="*/ 100419 w 115624"/>
                  <a:gd name="connsiteY20" fmla="*/ 547687 h 566737"/>
                  <a:gd name="connsiteX21" fmla="*/ 109944 w 115624"/>
                  <a:gd name="connsiteY21" fmla="*/ 566737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624" h="566737">
                    <a:moveTo>
                      <a:pt x="407" y="0"/>
                    </a:moveTo>
                    <a:cubicBezTo>
                      <a:pt x="6757" y="7937"/>
                      <a:pt x="13358" y="15680"/>
                      <a:pt x="19457" y="23812"/>
                    </a:cubicBezTo>
                    <a:cubicBezTo>
                      <a:pt x="22891" y="28391"/>
                      <a:pt x="24935" y="34052"/>
                      <a:pt x="28982" y="38100"/>
                    </a:cubicBezTo>
                    <a:cubicBezTo>
                      <a:pt x="33029" y="42147"/>
                      <a:pt x="38507" y="44450"/>
                      <a:pt x="43269" y="47625"/>
                    </a:cubicBezTo>
                    <a:cubicBezTo>
                      <a:pt x="68671" y="85727"/>
                      <a:pt x="35329" y="39684"/>
                      <a:pt x="67082" y="71437"/>
                    </a:cubicBezTo>
                    <a:cubicBezTo>
                      <a:pt x="71129" y="75484"/>
                      <a:pt x="73432" y="80962"/>
                      <a:pt x="76607" y="85725"/>
                    </a:cubicBezTo>
                    <a:cubicBezTo>
                      <a:pt x="54382" y="119063"/>
                      <a:pt x="67082" y="107950"/>
                      <a:pt x="43269" y="123825"/>
                    </a:cubicBezTo>
                    <a:cubicBezTo>
                      <a:pt x="41682" y="128587"/>
                      <a:pt x="40945" y="133724"/>
                      <a:pt x="38507" y="138112"/>
                    </a:cubicBezTo>
                    <a:cubicBezTo>
                      <a:pt x="32948" y="148119"/>
                      <a:pt x="23077" y="155827"/>
                      <a:pt x="19457" y="166687"/>
                    </a:cubicBezTo>
                    <a:cubicBezTo>
                      <a:pt x="12884" y="186405"/>
                      <a:pt x="17479" y="176798"/>
                      <a:pt x="5169" y="195262"/>
                    </a:cubicBezTo>
                    <a:cubicBezTo>
                      <a:pt x="3582" y="200025"/>
                      <a:pt x="-1457" y="204889"/>
                      <a:pt x="407" y="209550"/>
                    </a:cubicBezTo>
                    <a:cubicBezTo>
                      <a:pt x="4062" y="218687"/>
                      <a:pt x="27528" y="222283"/>
                      <a:pt x="33744" y="223837"/>
                    </a:cubicBezTo>
                    <a:cubicBezTo>
                      <a:pt x="74693" y="251135"/>
                      <a:pt x="22883" y="218406"/>
                      <a:pt x="62319" y="238125"/>
                    </a:cubicBezTo>
                    <a:cubicBezTo>
                      <a:pt x="67439" y="240685"/>
                      <a:pt x="71376" y="245325"/>
                      <a:pt x="76607" y="247650"/>
                    </a:cubicBezTo>
                    <a:cubicBezTo>
                      <a:pt x="85782" y="251728"/>
                      <a:pt x="105182" y="257175"/>
                      <a:pt x="105182" y="257175"/>
                    </a:cubicBezTo>
                    <a:cubicBezTo>
                      <a:pt x="119995" y="316434"/>
                      <a:pt x="114707" y="289672"/>
                      <a:pt x="114707" y="409575"/>
                    </a:cubicBezTo>
                    <a:cubicBezTo>
                      <a:pt x="114707" y="413793"/>
                      <a:pt x="108939" y="440913"/>
                      <a:pt x="105182" y="447675"/>
                    </a:cubicBezTo>
                    <a:cubicBezTo>
                      <a:pt x="99623" y="457682"/>
                      <a:pt x="92482" y="466725"/>
                      <a:pt x="86132" y="476250"/>
                    </a:cubicBezTo>
                    <a:lnTo>
                      <a:pt x="76607" y="490537"/>
                    </a:lnTo>
                    <a:cubicBezTo>
                      <a:pt x="87942" y="524542"/>
                      <a:pt x="80563" y="510758"/>
                      <a:pt x="95657" y="533400"/>
                    </a:cubicBezTo>
                    <a:cubicBezTo>
                      <a:pt x="97244" y="538162"/>
                      <a:pt x="98174" y="543197"/>
                      <a:pt x="100419" y="547687"/>
                    </a:cubicBezTo>
                    <a:cubicBezTo>
                      <a:pt x="110824" y="568499"/>
                      <a:pt x="109944" y="554808"/>
                      <a:pt x="109944" y="566737"/>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2" name="자유형 114">
                <a:extLst>
                  <a:ext uri="{FF2B5EF4-FFF2-40B4-BE49-F238E27FC236}">
                    <a16:creationId xmlns:a16="http://schemas.microsoft.com/office/drawing/2014/main" id="{BC24CD3A-B151-46DE-8340-179F0BFDAFA6}"/>
                  </a:ext>
                </a:extLst>
              </p:cNvPr>
              <p:cNvSpPr/>
              <p:nvPr/>
            </p:nvSpPr>
            <p:spPr>
              <a:xfrm>
                <a:off x="1126515" y="4800947"/>
                <a:ext cx="867391" cy="412596"/>
              </a:xfrm>
              <a:custGeom>
                <a:avLst/>
                <a:gdLst>
                  <a:gd name="connsiteX0" fmla="*/ 1233487 w 1233487"/>
                  <a:gd name="connsiteY0" fmla="*/ 15239 h 586739"/>
                  <a:gd name="connsiteX1" fmla="*/ 1209675 w 1233487"/>
                  <a:gd name="connsiteY1" fmla="*/ 20002 h 586739"/>
                  <a:gd name="connsiteX2" fmla="*/ 1200150 w 1233487"/>
                  <a:gd name="connsiteY2" fmla="*/ 48577 h 586739"/>
                  <a:gd name="connsiteX3" fmla="*/ 1157287 w 1233487"/>
                  <a:gd name="connsiteY3" fmla="*/ 58102 h 586739"/>
                  <a:gd name="connsiteX4" fmla="*/ 1138237 w 1233487"/>
                  <a:gd name="connsiteY4" fmla="*/ 62864 h 586739"/>
                  <a:gd name="connsiteX5" fmla="*/ 1095375 w 1233487"/>
                  <a:gd name="connsiteY5" fmla="*/ 72389 h 586739"/>
                  <a:gd name="connsiteX6" fmla="*/ 1052512 w 1233487"/>
                  <a:gd name="connsiteY6" fmla="*/ 62864 h 586739"/>
                  <a:gd name="connsiteX7" fmla="*/ 1038225 w 1233487"/>
                  <a:gd name="connsiteY7" fmla="*/ 53339 h 586739"/>
                  <a:gd name="connsiteX8" fmla="*/ 1028700 w 1233487"/>
                  <a:gd name="connsiteY8" fmla="*/ 39052 h 586739"/>
                  <a:gd name="connsiteX9" fmla="*/ 1014412 w 1233487"/>
                  <a:gd name="connsiteY9" fmla="*/ 34289 h 586739"/>
                  <a:gd name="connsiteX10" fmla="*/ 995362 w 1233487"/>
                  <a:gd name="connsiteY10" fmla="*/ 15239 h 586739"/>
                  <a:gd name="connsiteX11" fmla="*/ 985837 w 1233487"/>
                  <a:gd name="connsiteY11" fmla="*/ 952 h 586739"/>
                  <a:gd name="connsiteX12" fmla="*/ 928687 w 1233487"/>
                  <a:gd name="connsiteY12" fmla="*/ 24764 h 586739"/>
                  <a:gd name="connsiteX13" fmla="*/ 914400 w 1233487"/>
                  <a:gd name="connsiteY13" fmla="*/ 34289 h 586739"/>
                  <a:gd name="connsiteX14" fmla="*/ 904875 w 1233487"/>
                  <a:gd name="connsiteY14" fmla="*/ 77152 h 586739"/>
                  <a:gd name="connsiteX15" fmla="*/ 919162 w 1233487"/>
                  <a:gd name="connsiteY15" fmla="*/ 86677 h 586739"/>
                  <a:gd name="connsiteX16" fmla="*/ 938212 w 1233487"/>
                  <a:gd name="connsiteY16" fmla="*/ 143827 h 586739"/>
                  <a:gd name="connsiteX17" fmla="*/ 952500 w 1233487"/>
                  <a:gd name="connsiteY17" fmla="*/ 172402 h 586739"/>
                  <a:gd name="connsiteX18" fmla="*/ 966787 w 1233487"/>
                  <a:gd name="connsiteY18" fmla="*/ 181927 h 586739"/>
                  <a:gd name="connsiteX19" fmla="*/ 976312 w 1233487"/>
                  <a:gd name="connsiteY19" fmla="*/ 196214 h 586739"/>
                  <a:gd name="connsiteX20" fmla="*/ 990600 w 1233487"/>
                  <a:gd name="connsiteY20" fmla="*/ 205739 h 586739"/>
                  <a:gd name="connsiteX21" fmla="*/ 995362 w 1233487"/>
                  <a:gd name="connsiteY21" fmla="*/ 220027 h 586739"/>
                  <a:gd name="connsiteX22" fmla="*/ 1000125 w 1233487"/>
                  <a:gd name="connsiteY22" fmla="*/ 320039 h 586739"/>
                  <a:gd name="connsiteX23" fmla="*/ 1014412 w 1233487"/>
                  <a:gd name="connsiteY23" fmla="*/ 324802 h 586739"/>
                  <a:gd name="connsiteX24" fmla="*/ 1028700 w 1233487"/>
                  <a:gd name="connsiteY24" fmla="*/ 334327 h 586739"/>
                  <a:gd name="connsiteX25" fmla="*/ 1057275 w 1233487"/>
                  <a:gd name="connsiteY25" fmla="*/ 343852 h 586739"/>
                  <a:gd name="connsiteX26" fmla="*/ 1066800 w 1233487"/>
                  <a:gd name="connsiteY26" fmla="*/ 358139 h 586739"/>
                  <a:gd name="connsiteX27" fmla="*/ 1038225 w 1233487"/>
                  <a:gd name="connsiteY27" fmla="*/ 372427 h 586739"/>
                  <a:gd name="connsiteX28" fmla="*/ 1009650 w 1233487"/>
                  <a:gd name="connsiteY28" fmla="*/ 391477 h 586739"/>
                  <a:gd name="connsiteX29" fmla="*/ 995362 w 1233487"/>
                  <a:gd name="connsiteY29" fmla="*/ 401002 h 586739"/>
                  <a:gd name="connsiteX30" fmla="*/ 966787 w 1233487"/>
                  <a:gd name="connsiteY30" fmla="*/ 396239 h 586739"/>
                  <a:gd name="connsiteX31" fmla="*/ 938212 w 1233487"/>
                  <a:gd name="connsiteY31" fmla="*/ 386714 h 586739"/>
                  <a:gd name="connsiteX32" fmla="*/ 885825 w 1233487"/>
                  <a:gd name="connsiteY32" fmla="*/ 391477 h 586739"/>
                  <a:gd name="connsiteX33" fmla="*/ 857250 w 1233487"/>
                  <a:gd name="connsiteY33" fmla="*/ 401002 h 586739"/>
                  <a:gd name="connsiteX34" fmla="*/ 842962 w 1233487"/>
                  <a:gd name="connsiteY34" fmla="*/ 405764 h 586739"/>
                  <a:gd name="connsiteX35" fmla="*/ 809625 w 1233487"/>
                  <a:gd name="connsiteY35" fmla="*/ 367664 h 586739"/>
                  <a:gd name="connsiteX36" fmla="*/ 800100 w 1233487"/>
                  <a:gd name="connsiteY36" fmla="*/ 339089 h 586739"/>
                  <a:gd name="connsiteX37" fmla="*/ 795337 w 1233487"/>
                  <a:gd name="connsiteY37" fmla="*/ 324802 h 586739"/>
                  <a:gd name="connsiteX38" fmla="*/ 790575 w 1233487"/>
                  <a:gd name="connsiteY38" fmla="*/ 281939 h 586739"/>
                  <a:gd name="connsiteX39" fmla="*/ 776287 w 1233487"/>
                  <a:gd name="connsiteY39" fmla="*/ 277177 h 586739"/>
                  <a:gd name="connsiteX40" fmla="*/ 762000 w 1233487"/>
                  <a:gd name="connsiteY40" fmla="*/ 267652 h 586739"/>
                  <a:gd name="connsiteX41" fmla="*/ 747712 w 1233487"/>
                  <a:gd name="connsiteY41" fmla="*/ 262889 h 586739"/>
                  <a:gd name="connsiteX42" fmla="*/ 704850 w 1233487"/>
                  <a:gd name="connsiteY42" fmla="*/ 239077 h 586739"/>
                  <a:gd name="connsiteX43" fmla="*/ 676275 w 1233487"/>
                  <a:gd name="connsiteY43" fmla="*/ 220027 h 586739"/>
                  <a:gd name="connsiteX44" fmla="*/ 661987 w 1233487"/>
                  <a:gd name="connsiteY44" fmla="*/ 215264 h 586739"/>
                  <a:gd name="connsiteX45" fmla="*/ 633412 w 1233487"/>
                  <a:gd name="connsiteY45" fmla="*/ 196214 h 586739"/>
                  <a:gd name="connsiteX46" fmla="*/ 604837 w 1233487"/>
                  <a:gd name="connsiteY46" fmla="*/ 186689 h 586739"/>
                  <a:gd name="connsiteX47" fmla="*/ 576262 w 1233487"/>
                  <a:gd name="connsiteY47" fmla="*/ 196214 h 586739"/>
                  <a:gd name="connsiteX48" fmla="*/ 552450 w 1233487"/>
                  <a:gd name="connsiteY48" fmla="*/ 224789 h 586739"/>
                  <a:gd name="connsiteX49" fmla="*/ 538162 w 1233487"/>
                  <a:gd name="connsiteY49" fmla="*/ 229552 h 586739"/>
                  <a:gd name="connsiteX50" fmla="*/ 542925 w 1233487"/>
                  <a:gd name="connsiteY50" fmla="*/ 286702 h 586739"/>
                  <a:gd name="connsiteX51" fmla="*/ 566737 w 1233487"/>
                  <a:gd name="connsiteY51" fmla="*/ 310514 h 586739"/>
                  <a:gd name="connsiteX52" fmla="*/ 614362 w 1233487"/>
                  <a:gd name="connsiteY52" fmla="*/ 343852 h 586739"/>
                  <a:gd name="connsiteX53" fmla="*/ 628650 w 1233487"/>
                  <a:gd name="connsiteY53" fmla="*/ 348614 h 586739"/>
                  <a:gd name="connsiteX54" fmla="*/ 657225 w 1233487"/>
                  <a:gd name="connsiteY54" fmla="*/ 367664 h 586739"/>
                  <a:gd name="connsiteX55" fmla="*/ 647700 w 1233487"/>
                  <a:gd name="connsiteY55" fmla="*/ 381952 h 586739"/>
                  <a:gd name="connsiteX56" fmla="*/ 600075 w 1233487"/>
                  <a:gd name="connsiteY56" fmla="*/ 396239 h 586739"/>
                  <a:gd name="connsiteX57" fmla="*/ 585787 w 1233487"/>
                  <a:gd name="connsiteY57" fmla="*/ 405764 h 586739"/>
                  <a:gd name="connsiteX58" fmla="*/ 557212 w 1233487"/>
                  <a:gd name="connsiteY58" fmla="*/ 410527 h 586739"/>
                  <a:gd name="connsiteX59" fmla="*/ 542925 w 1233487"/>
                  <a:gd name="connsiteY59" fmla="*/ 415289 h 586739"/>
                  <a:gd name="connsiteX60" fmla="*/ 528637 w 1233487"/>
                  <a:gd name="connsiteY60" fmla="*/ 410527 h 586739"/>
                  <a:gd name="connsiteX61" fmla="*/ 504825 w 1233487"/>
                  <a:gd name="connsiteY61" fmla="*/ 391477 h 586739"/>
                  <a:gd name="connsiteX62" fmla="*/ 471487 w 1233487"/>
                  <a:gd name="connsiteY62" fmla="*/ 396239 h 586739"/>
                  <a:gd name="connsiteX63" fmla="*/ 442912 w 1233487"/>
                  <a:gd name="connsiteY63" fmla="*/ 405764 h 586739"/>
                  <a:gd name="connsiteX64" fmla="*/ 400050 w 1233487"/>
                  <a:gd name="connsiteY64" fmla="*/ 434339 h 586739"/>
                  <a:gd name="connsiteX65" fmla="*/ 385762 w 1233487"/>
                  <a:gd name="connsiteY65" fmla="*/ 443864 h 586739"/>
                  <a:gd name="connsiteX66" fmla="*/ 376237 w 1233487"/>
                  <a:gd name="connsiteY66" fmla="*/ 458152 h 586739"/>
                  <a:gd name="connsiteX67" fmla="*/ 338137 w 1233487"/>
                  <a:gd name="connsiteY67" fmla="*/ 443864 h 586739"/>
                  <a:gd name="connsiteX68" fmla="*/ 323850 w 1233487"/>
                  <a:gd name="connsiteY68" fmla="*/ 439102 h 586739"/>
                  <a:gd name="connsiteX69" fmla="*/ 285750 w 1233487"/>
                  <a:gd name="connsiteY69" fmla="*/ 448627 h 586739"/>
                  <a:gd name="connsiteX70" fmla="*/ 257175 w 1233487"/>
                  <a:gd name="connsiteY70" fmla="*/ 467677 h 586739"/>
                  <a:gd name="connsiteX71" fmla="*/ 242887 w 1233487"/>
                  <a:gd name="connsiteY71" fmla="*/ 477202 h 586739"/>
                  <a:gd name="connsiteX72" fmla="*/ 228600 w 1233487"/>
                  <a:gd name="connsiteY72" fmla="*/ 486727 h 586739"/>
                  <a:gd name="connsiteX73" fmla="*/ 195262 w 1233487"/>
                  <a:gd name="connsiteY73" fmla="*/ 467677 h 586739"/>
                  <a:gd name="connsiteX74" fmla="*/ 166687 w 1233487"/>
                  <a:gd name="connsiteY74" fmla="*/ 448627 h 586739"/>
                  <a:gd name="connsiteX75" fmla="*/ 152400 w 1233487"/>
                  <a:gd name="connsiteY75" fmla="*/ 391477 h 586739"/>
                  <a:gd name="connsiteX76" fmla="*/ 138112 w 1233487"/>
                  <a:gd name="connsiteY76" fmla="*/ 386714 h 586739"/>
                  <a:gd name="connsiteX77" fmla="*/ 66675 w 1233487"/>
                  <a:gd name="connsiteY77" fmla="*/ 381952 h 586739"/>
                  <a:gd name="connsiteX78" fmla="*/ 23812 w 1233487"/>
                  <a:gd name="connsiteY78" fmla="*/ 386714 h 586739"/>
                  <a:gd name="connsiteX79" fmla="*/ 4762 w 1233487"/>
                  <a:gd name="connsiteY79" fmla="*/ 420052 h 586739"/>
                  <a:gd name="connsiteX80" fmla="*/ 0 w 1233487"/>
                  <a:gd name="connsiteY80" fmla="*/ 453389 h 586739"/>
                  <a:gd name="connsiteX81" fmla="*/ 4762 w 1233487"/>
                  <a:gd name="connsiteY81" fmla="*/ 472439 h 586739"/>
                  <a:gd name="connsiteX82" fmla="*/ 23812 w 1233487"/>
                  <a:gd name="connsiteY82" fmla="*/ 477202 h 586739"/>
                  <a:gd name="connsiteX83" fmla="*/ 71437 w 1233487"/>
                  <a:gd name="connsiteY83" fmla="*/ 491489 h 586739"/>
                  <a:gd name="connsiteX84" fmla="*/ 76200 w 1233487"/>
                  <a:gd name="connsiteY84" fmla="*/ 505777 h 586739"/>
                  <a:gd name="connsiteX85" fmla="*/ 85725 w 1233487"/>
                  <a:gd name="connsiteY85" fmla="*/ 520064 h 586739"/>
                  <a:gd name="connsiteX86" fmla="*/ 95250 w 1233487"/>
                  <a:gd name="connsiteY86" fmla="*/ 558164 h 586739"/>
                  <a:gd name="connsiteX87" fmla="*/ 104775 w 1233487"/>
                  <a:gd name="connsiteY87" fmla="*/ 586739 h 586739"/>
                  <a:gd name="connsiteX88" fmla="*/ 114300 w 1233487"/>
                  <a:gd name="connsiteY88" fmla="*/ 586739 h 5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33487" h="586739">
                    <a:moveTo>
                      <a:pt x="1233487" y="15239"/>
                    </a:moveTo>
                    <a:cubicBezTo>
                      <a:pt x="1225550" y="16827"/>
                      <a:pt x="1215399" y="14278"/>
                      <a:pt x="1209675" y="20002"/>
                    </a:cubicBezTo>
                    <a:cubicBezTo>
                      <a:pt x="1202576" y="27102"/>
                      <a:pt x="1209675" y="45402"/>
                      <a:pt x="1200150" y="48577"/>
                    </a:cubicBezTo>
                    <a:cubicBezTo>
                      <a:pt x="1172344" y="57844"/>
                      <a:pt x="1199194" y="49721"/>
                      <a:pt x="1157287" y="58102"/>
                    </a:cubicBezTo>
                    <a:cubicBezTo>
                      <a:pt x="1150869" y="59386"/>
                      <a:pt x="1144627" y="61444"/>
                      <a:pt x="1138237" y="62864"/>
                    </a:cubicBezTo>
                    <a:cubicBezTo>
                      <a:pt x="1083822" y="74956"/>
                      <a:pt x="1141834" y="60775"/>
                      <a:pt x="1095375" y="72389"/>
                    </a:cubicBezTo>
                    <a:cubicBezTo>
                      <a:pt x="1084396" y="70559"/>
                      <a:pt x="1064238" y="68727"/>
                      <a:pt x="1052512" y="62864"/>
                    </a:cubicBezTo>
                    <a:cubicBezTo>
                      <a:pt x="1047393" y="60304"/>
                      <a:pt x="1042987" y="56514"/>
                      <a:pt x="1038225" y="53339"/>
                    </a:cubicBezTo>
                    <a:cubicBezTo>
                      <a:pt x="1035050" y="48577"/>
                      <a:pt x="1033169" y="42628"/>
                      <a:pt x="1028700" y="39052"/>
                    </a:cubicBezTo>
                    <a:cubicBezTo>
                      <a:pt x="1024780" y="35916"/>
                      <a:pt x="1017962" y="37839"/>
                      <a:pt x="1014412" y="34289"/>
                    </a:cubicBezTo>
                    <a:cubicBezTo>
                      <a:pt x="989011" y="8888"/>
                      <a:pt x="1033465" y="27941"/>
                      <a:pt x="995362" y="15239"/>
                    </a:cubicBezTo>
                    <a:cubicBezTo>
                      <a:pt x="992187" y="10477"/>
                      <a:pt x="991390" y="2340"/>
                      <a:pt x="985837" y="952"/>
                    </a:cubicBezTo>
                    <a:cubicBezTo>
                      <a:pt x="964091" y="-4485"/>
                      <a:pt x="943815" y="14679"/>
                      <a:pt x="928687" y="24764"/>
                    </a:cubicBezTo>
                    <a:lnTo>
                      <a:pt x="914400" y="34289"/>
                    </a:lnTo>
                    <a:cubicBezTo>
                      <a:pt x="898525" y="58102"/>
                      <a:pt x="885825" y="58101"/>
                      <a:pt x="904875" y="77152"/>
                    </a:cubicBezTo>
                    <a:cubicBezTo>
                      <a:pt x="908922" y="81199"/>
                      <a:pt x="914400" y="83502"/>
                      <a:pt x="919162" y="86677"/>
                    </a:cubicBezTo>
                    <a:lnTo>
                      <a:pt x="938212" y="143827"/>
                    </a:lnTo>
                    <a:cubicBezTo>
                      <a:pt x="942085" y="155446"/>
                      <a:pt x="943270" y="163171"/>
                      <a:pt x="952500" y="172402"/>
                    </a:cubicBezTo>
                    <a:cubicBezTo>
                      <a:pt x="956547" y="176449"/>
                      <a:pt x="962025" y="178752"/>
                      <a:pt x="966787" y="181927"/>
                    </a:cubicBezTo>
                    <a:cubicBezTo>
                      <a:pt x="969962" y="186689"/>
                      <a:pt x="972265" y="192167"/>
                      <a:pt x="976312" y="196214"/>
                    </a:cubicBezTo>
                    <a:cubicBezTo>
                      <a:pt x="980360" y="200261"/>
                      <a:pt x="987024" y="201269"/>
                      <a:pt x="990600" y="205739"/>
                    </a:cubicBezTo>
                    <a:cubicBezTo>
                      <a:pt x="993736" y="209659"/>
                      <a:pt x="993775" y="215264"/>
                      <a:pt x="995362" y="220027"/>
                    </a:cubicBezTo>
                    <a:cubicBezTo>
                      <a:pt x="996950" y="253364"/>
                      <a:pt x="994155" y="287202"/>
                      <a:pt x="1000125" y="320039"/>
                    </a:cubicBezTo>
                    <a:cubicBezTo>
                      <a:pt x="1001023" y="324978"/>
                      <a:pt x="1009922" y="322557"/>
                      <a:pt x="1014412" y="324802"/>
                    </a:cubicBezTo>
                    <a:cubicBezTo>
                      <a:pt x="1019532" y="327362"/>
                      <a:pt x="1023469" y="332002"/>
                      <a:pt x="1028700" y="334327"/>
                    </a:cubicBezTo>
                    <a:cubicBezTo>
                      <a:pt x="1037875" y="338405"/>
                      <a:pt x="1057275" y="343852"/>
                      <a:pt x="1057275" y="343852"/>
                    </a:cubicBezTo>
                    <a:cubicBezTo>
                      <a:pt x="1060450" y="348614"/>
                      <a:pt x="1067923" y="352527"/>
                      <a:pt x="1066800" y="358139"/>
                    </a:cubicBezTo>
                    <a:cubicBezTo>
                      <a:pt x="1065214" y="366066"/>
                      <a:pt x="1043139" y="369697"/>
                      <a:pt x="1038225" y="372427"/>
                    </a:cubicBezTo>
                    <a:cubicBezTo>
                      <a:pt x="1028218" y="377987"/>
                      <a:pt x="1019175" y="385127"/>
                      <a:pt x="1009650" y="391477"/>
                    </a:cubicBezTo>
                    <a:lnTo>
                      <a:pt x="995362" y="401002"/>
                    </a:lnTo>
                    <a:cubicBezTo>
                      <a:pt x="985837" y="399414"/>
                      <a:pt x="976155" y="398581"/>
                      <a:pt x="966787" y="396239"/>
                    </a:cubicBezTo>
                    <a:cubicBezTo>
                      <a:pt x="957047" y="393804"/>
                      <a:pt x="938212" y="386714"/>
                      <a:pt x="938212" y="386714"/>
                    </a:cubicBezTo>
                    <a:cubicBezTo>
                      <a:pt x="920750" y="388302"/>
                      <a:pt x="903093" y="388430"/>
                      <a:pt x="885825" y="391477"/>
                    </a:cubicBezTo>
                    <a:cubicBezTo>
                      <a:pt x="875938" y="393222"/>
                      <a:pt x="866775" y="397827"/>
                      <a:pt x="857250" y="401002"/>
                    </a:cubicBezTo>
                    <a:lnTo>
                      <a:pt x="842962" y="405764"/>
                    </a:lnTo>
                    <a:cubicBezTo>
                      <a:pt x="826294" y="394651"/>
                      <a:pt x="817562" y="391476"/>
                      <a:pt x="809625" y="367664"/>
                    </a:cubicBezTo>
                    <a:lnTo>
                      <a:pt x="800100" y="339089"/>
                    </a:lnTo>
                    <a:lnTo>
                      <a:pt x="795337" y="324802"/>
                    </a:lnTo>
                    <a:cubicBezTo>
                      <a:pt x="793750" y="310514"/>
                      <a:pt x="795914" y="295286"/>
                      <a:pt x="790575" y="281939"/>
                    </a:cubicBezTo>
                    <a:cubicBezTo>
                      <a:pt x="788711" y="277278"/>
                      <a:pt x="780777" y="279422"/>
                      <a:pt x="776287" y="277177"/>
                    </a:cubicBezTo>
                    <a:cubicBezTo>
                      <a:pt x="771168" y="274617"/>
                      <a:pt x="767119" y="270212"/>
                      <a:pt x="762000" y="267652"/>
                    </a:cubicBezTo>
                    <a:cubicBezTo>
                      <a:pt x="757510" y="265407"/>
                      <a:pt x="752101" y="265327"/>
                      <a:pt x="747712" y="262889"/>
                    </a:cubicBezTo>
                    <a:cubicBezTo>
                      <a:pt x="698587" y="235597"/>
                      <a:pt x="737177" y="249852"/>
                      <a:pt x="704850" y="239077"/>
                    </a:cubicBezTo>
                    <a:cubicBezTo>
                      <a:pt x="695325" y="232727"/>
                      <a:pt x="687135" y="223647"/>
                      <a:pt x="676275" y="220027"/>
                    </a:cubicBezTo>
                    <a:cubicBezTo>
                      <a:pt x="671512" y="218439"/>
                      <a:pt x="666376" y="217702"/>
                      <a:pt x="661987" y="215264"/>
                    </a:cubicBezTo>
                    <a:cubicBezTo>
                      <a:pt x="651980" y="209705"/>
                      <a:pt x="644272" y="199834"/>
                      <a:pt x="633412" y="196214"/>
                    </a:cubicBezTo>
                    <a:lnTo>
                      <a:pt x="604837" y="186689"/>
                    </a:lnTo>
                    <a:cubicBezTo>
                      <a:pt x="595312" y="189864"/>
                      <a:pt x="581831" y="187860"/>
                      <a:pt x="576262" y="196214"/>
                    </a:cubicBezTo>
                    <a:cubicBezTo>
                      <a:pt x="569234" y="206757"/>
                      <a:pt x="563451" y="217455"/>
                      <a:pt x="552450" y="224789"/>
                    </a:cubicBezTo>
                    <a:cubicBezTo>
                      <a:pt x="548273" y="227574"/>
                      <a:pt x="542925" y="227964"/>
                      <a:pt x="538162" y="229552"/>
                    </a:cubicBezTo>
                    <a:cubicBezTo>
                      <a:pt x="539750" y="248602"/>
                      <a:pt x="539176" y="267957"/>
                      <a:pt x="542925" y="286702"/>
                    </a:cubicBezTo>
                    <a:cubicBezTo>
                      <a:pt x="545465" y="299401"/>
                      <a:pt x="557848" y="304164"/>
                      <a:pt x="566737" y="310514"/>
                    </a:cubicBezTo>
                    <a:cubicBezTo>
                      <a:pt x="576246" y="317307"/>
                      <a:pt x="606150" y="341115"/>
                      <a:pt x="614362" y="343852"/>
                    </a:cubicBezTo>
                    <a:lnTo>
                      <a:pt x="628650" y="348614"/>
                    </a:lnTo>
                    <a:cubicBezTo>
                      <a:pt x="638175" y="354964"/>
                      <a:pt x="663575" y="358139"/>
                      <a:pt x="657225" y="367664"/>
                    </a:cubicBezTo>
                    <a:cubicBezTo>
                      <a:pt x="654050" y="372427"/>
                      <a:pt x="652554" y="378918"/>
                      <a:pt x="647700" y="381952"/>
                    </a:cubicBezTo>
                    <a:cubicBezTo>
                      <a:pt x="639968" y="386784"/>
                      <a:pt x="611229" y="393451"/>
                      <a:pt x="600075" y="396239"/>
                    </a:cubicBezTo>
                    <a:cubicBezTo>
                      <a:pt x="595312" y="399414"/>
                      <a:pt x="591217" y="403954"/>
                      <a:pt x="585787" y="405764"/>
                    </a:cubicBezTo>
                    <a:cubicBezTo>
                      <a:pt x="576626" y="408818"/>
                      <a:pt x="566638" y="408432"/>
                      <a:pt x="557212" y="410527"/>
                    </a:cubicBezTo>
                    <a:cubicBezTo>
                      <a:pt x="552312" y="411616"/>
                      <a:pt x="547687" y="413702"/>
                      <a:pt x="542925" y="415289"/>
                    </a:cubicBezTo>
                    <a:cubicBezTo>
                      <a:pt x="538162" y="413702"/>
                      <a:pt x="532557" y="413663"/>
                      <a:pt x="528637" y="410527"/>
                    </a:cubicBezTo>
                    <a:cubicBezTo>
                      <a:pt x="497862" y="385907"/>
                      <a:pt x="540737" y="403447"/>
                      <a:pt x="504825" y="391477"/>
                    </a:cubicBezTo>
                    <a:cubicBezTo>
                      <a:pt x="493712" y="393064"/>
                      <a:pt x="482425" y="393715"/>
                      <a:pt x="471487" y="396239"/>
                    </a:cubicBezTo>
                    <a:cubicBezTo>
                      <a:pt x="461704" y="398497"/>
                      <a:pt x="442912" y="405764"/>
                      <a:pt x="442912" y="405764"/>
                    </a:cubicBezTo>
                    <a:lnTo>
                      <a:pt x="400050" y="434339"/>
                    </a:lnTo>
                    <a:lnTo>
                      <a:pt x="385762" y="443864"/>
                    </a:lnTo>
                    <a:cubicBezTo>
                      <a:pt x="382587" y="448627"/>
                      <a:pt x="381741" y="456579"/>
                      <a:pt x="376237" y="458152"/>
                    </a:cubicBezTo>
                    <a:cubicBezTo>
                      <a:pt x="358697" y="463163"/>
                      <a:pt x="350756" y="450173"/>
                      <a:pt x="338137" y="443864"/>
                    </a:cubicBezTo>
                    <a:cubicBezTo>
                      <a:pt x="333647" y="441619"/>
                      <a:pt x="328612" y="440689"/>
                      <a:pt x="323850" y="439102"/>
                    </a:cubicBezTo>
                    <a:cubicBezTo>
                      <a:pt x="317247" y="440422"/>
                      <a:pt x="293991" y="444049"/>
                      <a:pt x="285750" y="448627"/>
                    </a:cubicBezTo>
                    <a:cubicBezTo>
                      <a:pt x="275743" y="454187"/>
                      <a:pt x="266700" y="461327"/>
                      <a:pt x="257175" y="467677"/>
                    </a:cubicBezTo>
                    <a:lnTo>
                      <a:pt x="242887" y="477202"/>
                    </a:lnTo>
                    <a:lnTo>
                      <a:pt x="228600" y="486727"/>
                    </a:lnTo>
                    <a:cubicBezTo>
                      <a:pt x="180821" y="477170"/>
                      <a:pt x="222254" y="491295"/>
                      <a:pt x="195262" y="467677"/>
                    </a:cubicBezTo>
                    <a:cubicBezTo>
                      <a:pt x="186647" y="460139"/>
                      <a:pt x="166687" y="448627"/>
                      <a:pt x="166687" y="448627"/>
                    </a:cubicBezTo>
                    <a:cubicBezTo>
                      <a:pt x="135225" y="401432"/>
                      <a:pt x="192862" y="492631"/>
                      <a:pt x="152400" y="391477"/>
                    </a:cubicBezTo>
                    <a:cubicBezTo>
                      <a:pt x="150535" y="386816"/>
                      <a:pt x="143102" y="387268"/>
                      <a:pt x="138112" y="386714"/>
                    </a:cubicBezTo>
                    <a:cubicBezTo>
                      <a:pt x="114393" y="384079"/>
                      <a:pt x="90487" y="383539"/>
                      <a:pt x="66675" y="381952"/>
                    </a:cubicBezTo>
                    <a:cubicBezTo>
                      <a:pt x="52387" y="383539"/>
                      <a:pt x="37758" y="383228"/>
                      <a:pt x="23812" y="386714"/>
                    </a:cubicBezTo>
                    <a:cubicBezTo>
                      <a:pt x="5037" y="391408"/>
                      <a:pt x="7469" y="403810"/>
                      <a:pt x="4762" y="420052"/>
                    </a:cubicBezTo>
                    <a:cubicBezTo>
                      <a:pt x="2917" y="431124"/>
                      <a:pt x="1587" y="442277"/>
                      <a:pt x="0" y="453389"/>
                    </a:cubicBezTo>
                    <a:cubicBezTo>
                      <a:pt x="1587" y="459739"/>
                      <a:pt x="134" y="467811"/>
                      <a:pt x="4762" y="472439"/>
                    </a:cubicBezTo>
                    <a:cubicBezTo>
                      <a:pt x="9390" y="477067"/>
                      <a:pt x="17543" y="475321"/>
                      <a:pt x="23812" y="477202"/>
                    </a:cubicBezTo>
                    <a:cubicBezTo>
                      <a:pt x="81762" y="494588"/>
                      <a:pt x="27545" y="480517"/>
                      <a:pt x="71437" y="491489"/>
                    </a:cubicBezTo>
                    <a:cubicBezTo>
                      <a:pt x="73025" y="496252"/>
                      <a:pt x="73955" y="501287"/>
                      <a:pt x="76200" y="505777"/>
                    </a:cubicBezTo>
                    <a:cubicBezTo>
                      <a:pt x="78760" y="510896"/>
                      <a:pt x="83769" y="514685"/>
                      <a:pt x="85725" y="520064"/>
                    </a:cubicBezTo>
                    <a:cubicBezTo>
                      <a:pt x="90199" y="532367"/>
                      <a:pt x="91110" y="545745"/>
                      <a:pt x="95250" y="558164"/>
                    </a:cubicBezTo>
                    <a:cubicBezTo>
                      <a:pt x="98425" y="567689"/>
                      <a:pt x="94735" y="586739"/>
                      <a:pt x="104775" y="586739"/>
                    </a:cubicBezTo>
                    <a:lnTo>
                      <a:pt x="114300" y="586739"/>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3" name="자유형 116">
                <a:extLst>
                  <a:ext uri="{FF2B5EF4-FFF2-40B4-BE49-F238E27FC236}">
                    <a16:creationId xmlns:a16="http://schemas.microsoft.com/office/drawing/2014/main" id="{E80C4EF5-D794-45C7-AE50-985B581FDBC6}"/>
                  </a:ext>
                </a:extLst>
              </p:cNvPr>
              <p:cNvSpPr/>
              <p:nvPr/>
            </p:nvSpPr>
            <p:spPr>
              <a:xfrm>
                <a:off x="2013999" y="4801616"/>
                <a:ext cx="267920" cy="408578"/>
              </a:xfrm>
              <a:custGeom>
                <a:avLst/>
                <a:gdLst>
                  <a:gd name="connsiteX0" fmla="*/ 0 w 381000"/>
                  <a:gd name="connsiteY0" fmla="*/ 0 h 581025"/>
                  <a:gd name="connsiteX1" fmla="*/ 23813 w 381000"/>
                  <a:gd name="connsiteY1" fmla="*/ 4762 h 581025"/>
                  <a:gd name="connsiteX2" fmla="*/ 38100 w 381000"/>
                  <a:gd name="connsiteY2" fmla="*/ 19050 h 581025"/>
                  <a:gd name="connsiteX3" fmla="*/ 80963 w 381000"/>
                  <a:gd name="connsiteY3" fmla="*/ 42862 h 581025"/>
                  <a:gd name="connsiteX4" fmla="*/ 109538 w 381000"/>
                  <a:gd name="connsiteY4" fmla="*/ 57150 h 581025"/>
                  <a:gd name="connsiteX5" fmla="*/ 138113 w 381000"/>
                  <a:gd name="connsiteY5" fmla="*/ 71437 h 581025"/>
                  <a:gd name="connsiteX6" fmla="*/ 147638 w 381000"/>
                  <a:gd name="connsiteY6" fmla="*/ 85725 h 581025"/>
                  <a:gd name="connsiteX7" fmla="*/ 142875 w 381000"/>
                  <a:gd name="connsiteY7" fmla="*/ 100012 h 581025"/>
                  <a:gd name="connsiteX8" fmla="*/ 114300 w 381000"/>
                  <a:gd name="connsiteY8" fmla="*/ 128587 h 581025"/>
                  <a:gd name="connsiteX9" fmla="*/ 104775 w 381000"/>
                  <a:gd name="connsiteY9" fmla="*/ 142875 h 581025"/>
                  <a:gd name="connsiteX10" fmla="*/ 90488 w 381000"/>
                  <a:gd name="connsiteY10" fmla="*/ 147637 h 581025"/>
                  <a:gd name="connsiteX11" fmla="*/ 85725 w 381000"/>
                  <a:gd name="connsiteY11" fmla="*/ 161925 h 581025"/>
                  <a:gd name="connsiteX12" fmla="*/ 71438 w 381000"/>
                  <a:gd name="connsiteY12" fmla="*/ 171450 h 581025"/>
                  <a:gd name="connsiteX13" fmla="*/ 61913 w 381000"/>
                  <a:gd name="connsiteY13" fmla="*/ 200025 h 581025"/>
                  <a:gd name="connsiteX14" fmla="*/ 76200 w 381000"/>
                  <a:gd name="connsiteY14" fmla="*/ 204787 h 581025"/>
                  <a:gd name="connsiteX15" fmla="*/ 104775 w 381000"/>
                  <a:gd name="connsiteY15" fmla="*/ 223837 h 581025"/>
                  <a:gd name="connsiteX16" fmla="*/ 109538 w 381000"/>
                  <a:gd name="connsiteY16" fmla="*/ 238125 h 581025"/>
                  <a:gd name="connsiteX17" fmla="*/ 100013 w 381000"/>
                  <a:gd name="connsiteY17" fmla="*/ 290512 h 581025"/>
                  <a:gd name="connsiteX18" fmla="*/ 95250 w 381000"/>
                  <a:gd name="connsiteY18" fmla="*/ 314325 h 581025"/>
                  <a:gd name="connsiteX19" fmla="*/ 85725 w 381000"/>
                  <a:gd name="connsiteY19" fmla="*/ 342900 h 581025"/>
                  <a:gd name="connsiteX20" fmla="*/ 90488 w 381000"/>
                  <a:gd name="connsiteY20" fmla="*/ 390525 h 581025"/>
                  <a:gd name="connsiteX21" fmla="*/ 95250 w 381000"/>
                  <a:gd name="connsiteY21" fmla="*/ 404812 h 581025"/>
                  <a:gd name="connsiteX22" fmla="*/ 114300 w 381000"/>
                  <a:gd name="connsiteY22" fmla="*/ 400050 h 581025"/>
                  <a:gd name="connsiteX23" fmla="*/ 157163 w 381000"/>
                  <a:gd name="connsiteY23" fmla="*/ 390525 h 581025"/>
                  <a:gd name="connsiteX24" fmla="*/ 171450 w 381000"/>
                  <a:gd name="connsiteY24" fmla="*/ 385762 h 581025"/>
                  <a:gd name="connsiteX25" fmla="*/ 185738 w 381000"/>
                  <a:gd name="connsiteY25" fmla="*/ 376237 h 581025"/>
                  <a:gd name="connsiteX26" fmla="*/ 204788 w 381000"/>
                  <a:gd name="connsiteY26" fmla="*/ 371475 h 581025"/>
                  <a:gd name="connsiteX27" fmla="*/ 247650 w 381000"/>
                  <a:gd name="connsiteY27" fmla="*/ 352425 h 581025"/>
                  <a:gd name="connsiteX28" fmla="*/ 271463 w 381000"/>
                  <a:gd name="connsiteY28" fmla="*/ 347662 h 581025"/>
                  <a:gd name="connsiteX29" fmla="*/ 285750 w 381000"/>
                  <a:gd name="connsiteY29" fmla="*/ 342900 h 581025"/>
                  <a:gd name="connsiteX30" fmla="*/ 309563 w 381000"/>
                  <a:gd name="connsiteY30" fmla="*/ 371475 h 581025"/>
                  <a:gd name="connsiteX31" fmla="*/ 314325 w 381000"/>
                  <a:gd name="connsiteY31" fmla="*/ 385762 h 581025"/>
                  <a:gd name="connsiteX32" fmla="*/ 323850 w 381000"/>
                  <a:gd name="connsiteY32" fmla="*/ 400050 h 581025"/>
                  <a:gd name="connsiteX33" fmla="*/ 338138 w 381000"/>
                  <a:gd name="connsiteY33" fmla="*/ 428625 h 581025"/>
                  <a:gd name="connsiteX34" fmla="*/ 352425 w 381000"/>
                  <a:gd name="connsiteY34" fmla="*/ 438150 h 581025"/>
                  <a:gd name="connsiteX35" fmla="*/ 381000 w 381000"/>
                  <a:gd name="connsiteY35" fmla="*/ 461962 h 581025"/>
                  <a:gd name="connsiteX36" fmla="*/ 376238 w 381000"/>
                  <a:gd name="connsiteY36" fmla="*/ 557212 h 581025"/>
                  <a:gd name="connsiteX37" fmla="*/ 371475 w 381000"/>
                  <a:gd name="connsiteY37" fmla="*/ 581025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1000" h="581025">
                    <a:moveTo>
                      <a:pt x="0" y="0"/>
                    </a:moveTo>
                    <a:cubicBezTo>
                      <a:pt x="7938" y="1587"/>
                      <a:pt x="16573" y="1142"/>
                      <a:pt x="23813" y="4762"/>
                    </a:cubicBezTo>
                    <a:cubicBezTo>
                      <a:pt x="29837" y="7774"/>
                      <a:pt x="32784" y="14915"/>
                      <a:pt x="38100" y="19050"/>
                    </a:cubicBezTo>
                    <a:cubicBezTo>
                      <a:pt x="62664" y="38156"/>
                      <a:pt x="59406" y="35677"/>
                      <a:pt x="80963" y="42862"/>
                    </a:cubicBezTo>
                    <a:cubicBezTo>
                      <a:pt x="121906" y="70158"/>
                      <a:pt x="70104" y="37432"/>
                      <a:pt x="109538" y="57150"/>
                    </a:cubicBezTo>
                    <a:cubicBezTo>
                      <a:pt x="146460" y="75611"/>
                      <a:pt x="102206" y="59470"/>
                      <a:pt x="138113" y="71437"/>
                    </a:cubicBezTo>
                    <a:cubicBezTo>
                      <a:pt x="141288" y="76200"/>
                      <a:pt x="146697" y="80079"/>
                      <a:pt x="147638" y="85725"/>
                    </a:cubicBezTo>
                    <a:cubicBezTo>
                      <a:pt x="148463" y="90677"/>
                      <a:pt x="145957" y="96049"/>
                      <a:pt x="142875" y="100012"/>
                    </a:cubicBezTo>
                    <a:cubicBezTo>
                      <a:pt x="134605" y="110645"/>
                      <a:pt x="121772" y="117379"/>
                      <a:pt x="114300" y="128587"/>
                    </a:cubicBezTo>
                    <a:cubicBezTo>
                      <a:pt x="111125" y="133350"/>
                      <a:pt x="109245" y="139299"/>
                      <a:pt x="104775" y="142875"/>
                    </a:cubicBezTo>
                    <a:cubicBezTo>
                      <a:pt x="100855" y="146011"/>
                      <a:pt x="95250" y="146050"/>
                      <a:pt x="90488" y="147637"/>
                    </a:cubicBezTo>
                    <a:cubicBezTo>
                      <a:pt x="88900" y="152400"/>
                      <a:pt x="88861" y="158005"/>
                      <a:pt x="85725" y="161925"/>
                    </a:cubicBezTo>
                    <a:cubicBezTo>
                      <a:pt x="82149" y="166394"/>
                      <a:pt x="74471" y="166596"/>
                      <a:pt x="71438" y="171450"/>
                    </a:cubicBezTo>
                    <a:cubicBezTo>
                      <a:pt x="66117" y="179964"/>
                      <a:pt x="61913" y="200025"/>
                      <a:pt x="61913" y="200025"/>
                    </a:cubicBezTo>
                    <a:cubicBezTo>
                      <a:pt x="66675" y="201612"/>
                      <a:pt x="71812" y="202349"/>
                      <a:pt x="76200" y="204787"/>
                    </a:cubicBezTo>
                    <a:cubicBezTo>
                      <a:pt x="86207" y="210346"/>
                      <a:pt x="104775" y="223837"/>
                      <a:pt x="104775" y="223837"/>
                    </a:cubicBezTo>
                    <a:cubicBezTo>
                      <a:pt x="106363" y="228600"/>
                      <a:pt x="109538" y="233105"/>
                      <a:pt x="109538" y="238125"/>
                    </a:cubicBezTo>
                    <a:cubicBezTo>
                      <a:pt x="109538" y="258755"/>
                      <a:pt x="104180" y="271760"/>
                      <a:pt x="100013" y="290512"/>
                    </a:cubicBezTo>
                    <a:cubicBezTo>
                      <a:pt x="98257" y="298414"/>
                      <a:pt x="97380" y="306515"/>
                      <a:pt x="95250" y="314325"/>
                    </a:cubicBezTo>
                    <a:cubicBezTo>
                      <a:pt x="92608" y="324011"/>
                      <a:pt x="85725" y="342900"/>
                      <a:pt x="85725" y="342900"/>
                    </a:cubicBezTo>
                    <a:cubicBezTo>
                      <a:pt x="87313" y="358775"/>
                      <a:pt x="88062" y="374756"/>
                      <a:pt x="90488" y="390525"/>
                    </a:cubicBezTo>
                    <a:cubicBezTo>
                      <a:pt x="91251" y="395487"/>
                      <a:pt x="90589" y="402948"/>
                      <a:pt x="95250" y="404812"/>
                    </a:cubicBezTo>
                    <a:cubicBezTo>
                      <a:pt x="101327" y="407243"/>
                      <a:pt x="108006" y="401848"/>
                      <a:pt x="114300" y="400050"/>
                    </a:cubicBezTo>
                    <a:cubicBezTo>
                      <a:pt x="147133" y="390669"/>
                      <a:pt x="105586" y="399120"/>
                      <a:pt x="157163" y="390525"/>
                    </a:cubicBezTo>
                    <a:cubicBezTo>
                      <a:pt x="161925" y="388937"/>
                      <a:pt x="166960" y="388007"/>
                      <a:pt x="171450" y="385762"/>
                    </a:cubicBezTo>
                    <a:cubicBezTo>
                      <a:pt x="176570" y="383202"/>
                      <a:pt x="180477" y="378492"/>
                      <a:pt x="185738" y="376237"/>
                    </a:cubicBezTo>
                    <a:cubicBezTo>
                      <a:pt x="191754" y="373659"/>
                      <a:pt x="198438" y="373062"/>
                      <a:pt x="204788" y="371475"/>
                    </a:cubicBezTo>
                    <a:cubicBezTo>
                      <a:pt x="218859" y="364439"/>
                      <a:pt x="232449" y="356986"/>
                      <a:pt x="247650" y="352425"/>
                    </a:cubicBezTo>
                    <a:cubicBezTo>
                      <a:pt x="255403" y="350099"/>
                      <a:pt x="263610" y="349625"/>
                      <a:pt x="271463" y="347662"/>
                    </a:cubicBezTo>
                    <a:cubicBezTo>
                      <a:pt x="276333" y="346444"/>
                      <a:pt x="280988" y="344487"/>
                      <a:pt x="285750" y="342900"/>
                    </a:cubicBezTo>
                    <a:cubicBezTo>
                      <a:pt x="296285" y="353434"/>
                      <a:pt x="302932" y="358212"/>
                      <a:pt x="309563" y="371475"/>
                    </a:cubicBezTo>
                    <a:cubicBezTo>
                      <a:pt x="311808" y="375965"/>
                      <a:pt x="312080" y="381272"/>
                      <a:pt x="314325" y="385762"/>
                    </a:cubicBezTo>
                    <a:cubicBezTo>
                      <a:pt x="316885" y="390882"/>
                      <a:pt x="321290" y="394930"/>
                      <a:pt x="323850" y="400050"/>
                    </a:cubicBezTo>
                    <a:cubicBezTo>
                      <a:pt x="331596" y="415542"/>
                      <a:pt x="324491" y="414977"/>
                      <a:pt x="338138" y="428625"/>
                    </a:cubicBezTo>
                    <a:cubicBezTo>
                      <a:pt x="342185" y="432672"/>
                      <a:pt x="348028" y="434486"/>
                      <a:pt x="352425" y="438150"/>
                    </a:cubicBezTo>
                    <a:cubicBezTo>
                      <a:pt x="389094" y="468707"/>
                      <a:pt x="345528" y="438313"/>
                      <a:pt x="381000" y="461962"/>
                    </a:cubicBezTo>
                    <a:cubicBezTo>
                      <a:pt x="379413" y="493712"/>
                      <a:pt x="378773" y="525524"/>
                      <a:pt x="376238" y="557212"/>
                    </a:cubicBezTo>
                    <a:cubicBezTo>
                      <a:pt x="375592" y="565281"/>
                      <a:pt x="371475" y="581025"/>
                      <a:pt x="371475" y="58102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7" name="자유형: 도형 116">
              <a:extLst>
                <a:ext uri="{FF2B5EF4-FFF2-40B4-BE49-F238E27FC236}">
                  <a16:creationId xmlns:a16="http://schemas.microsoft.com/office/drawing/2014/main" id="{235C227A-118A-4294-8858-E96F742AE916}"/>
                </a:ext>
              </a:extLst>
            </p:cNvPr>
            <p:cNvSpPr/>
            <p:nvPr/>
          </p:nvSpPr>
          <p:spPr>
            <a:xfrm>
              <a:off x="1652970" y="5847501"/>
              <a:ext cx="1292223" cy="379760"/>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9"/>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454" name="Rectangle 31">
              <a:extLst>
                <a:ext uri="{FF2B5EF4-FFF2-40B4-BE49-F238E27FC236}">
                  <a16:creationId xmlns:a16="http://schemas.microsoft.com/office/drawing/2014/main" id="{38D9F98D-A99E-4865-9935-C4D91B12F633}"/>
                </a:ext>
              </a:extLst>
            </p:cNvPr>
            <p:cNvSpPr/>
            <p:nvPr/>
          </p:nvSpPr>
          <p:spPr>
            <a:xfrm flipH="1">
              <a:off x="2152696" y="4436525"/>
              <a:ext cx="297073" cy="220502"/>
            </a:xfrm>
            <a:prstGeom prst="rect">
              <a:avLst/>
            </a:prstGeom>
            <a:solidFill>
              <a:srgbClr val="00B050"/>
            </a:solidFill>
            <a:ln>
              <a:no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5" name="아래쪽 화살표 100">
              <a:extLst>
                <a:ext uri="{FF2B5EF4-FFF2-40B4-BE49-F238E27FC236}">
                  <a16:creationId xmlns:a16="http://schemas.microsoft.com/office/drawing/2014/main" id="{F1E27F54-1EF4-455A-A485-FE38D52A5F9A}"/>
                </a:ext>
              </a:extLst>
            </p:cNvPr>
            <p:cNvSpPr/>
            <p:nvPr/>
          </p:nvSpPr>
          <p:spPr>
            <a:xfrm>
              <a:off x="2261911" y="4485078"/>
              <a:ext cx="91655" cy="134392"/>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8" name="Rectangle 31">
              <a:extLst>
                <a:ext uri="{FF2B5EF4-FFF2-40B4-BE49-F238E27FC236}">
                  <a16:creationId xmlns:a16="http://schemas.microsoft.com/office/drawing/2014/main" id="{0C005218-0360-4BFA-B6A1-E8415317F505}"/>
                </a:ext>
              </a:extLst>
            </p:cNvPr>
            <p:cNvSpPr/>
            <p:nvPr/>
          </p:nvSpPr>
          <p:spPr>
            <a:xfrm flipH="1">
              <a:off x="3655087" y="4433136"/>
              <a:ext cx="297073" cy="220502"/>
            </a:xfrm>
            <a:prstGeom prst="rect">
              <a:avLst/>
            </a:prstGeom>
            <a:solidFill>
              <a:srgbClr val="00B050"/>
            </a:solidFill>
            <a:ln>
              <a:no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9" name="아래쪽 화살표 100">
              <a:extLst>
                <a:ext uri="{FF2B5EF4-FFF2-40B4-BE49-F238E27FC236}">
                  <a16:creationId xmlns:a16="http://schemas.microsoft.com/office/drawing/2014/main" id="{DAD93A4B-B999-4C31-ACBA-C25A54173542}"/>
                </a:ext>
              </a:extLst>
            </p:cNvPr>
            <p:cNvSpPr/>
            <p:nvPr/>
          </p:nvSpPr>
          <p:spPr>
            <a:xfrm>
              <a:off x="3764302" y="4481689"/>
              <a:ext cx="91655" cy="134392"/>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1" name="Rectangle 31">
              <a:extLst>
                <a:ext uri="{FF2B5EF4-FFF2-40B4-BE49-F238E27FC236}">
                  <a16:creationId xmlns:a16="http://schemas.microsoft.com/office/drawing/2014/main" id="{7073AA3E-69AD-463E-95A1-6379067EAC88}"/>
                </a:ext>
              </a:extLst>
            </p:cNvPr>
            <p:cNvSpPr/>
            <p:nvPr/>
          </p:nvSpPr>
          <p:spPr>
            <a:xfrm flipH="1">
              <a:off x="5159632" y="4433091"/>
              <a:ext cx="297073" cy="220502"/>
            </a:xfrm>
            <a:prstGeom prst="rect">
              <a:avLst/>
            </a:prstGeom>
            <a:solidFill>
              <a:srgbClr val="00B050"/>
            </a:solidFill>
            <a:ln>
              <a:no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2" name="아래쪽 화살표 100">
              <a:extLst>
                <a:ext uri="{FF2B5EF4-FFF2-40B4-BE49-F238E27FC236}">
                  <a16:creationId xmlns:a16="http://schemas.microsoft.com/office/drawing/2014/main" id="{CD7E4EB2-CB93-4434-9359-3A501DC5FB71}"/>
                </a:ext>
              </a:extLst>
            </p:cNvPr>
            <p:cNvSpPr/>
            <p:nvPr/>
          </p:nvSpPr>
          <p:spPr>
            <a:xfrm>
              <a:off x="5268847" y="4481644"/>
              <a:ext cx="91655" cy="134392"/>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1" name="직사각형 450">
              <a:extLst>
                <a:ext uri="{FF2B5EF4-FFF2-40B4-BE49-F238E27FC236}">
                  <a16:creationId xmlns:a16="http://schemas.microsoft.com/office/drawing/2014/main" id="{C735A0FC-C85E-4F17-AD08-A7769A97D704}"/>
                </a:ext>
              </a:extLst>
            </p:cNvPr>
            <p:cNvSpPr/>
            <p:nvPr/>
          </p:nvSpPr>
          <p:spPr>
            <a:xfrm>
              <a:off x="1736624" y="4654610"/>
              <a:ext cx="780658" cy="74631"/>
            </a:xfrm>
            <a:prstGeom prst="rect">
              <a:avLst/>
            </a:prstGeom>
            <a:blipFill>
              <a:blip r:embed="rId10"/>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68" name="직선 화살표 연결선 467">
              <a:extLst>
                <a:ext uri="{FF2B5EF4-FFF2-40B4-BE49-F238E27FC236}">
                  <a16:creationId xmlns:a16="http://schemas.microsoft.com/office/drawing/2014/main" id="{AADE47AB-6CD7-45F7-A55F-14D872D67495}"/>
                </a:ext>
              </a:extLst>
            </p:cNvPr>
            <p:cNvCxnSpPr>
              <a:cxnSpLocks/>
            </p:cNvCxnSpPr>
            <p:nvPr/>
          </p:nvCxnSpPr>
          <p:spPr>
            <a:xfrm>
              <a:off x="1495966" y="4140200"/>
              <a:ext cx="46841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9" name="직사각형 468">
              <a:extLst>
                <a:ext uri="{FF2B5EF4-FFF2-40B4-BE49-F238E27FC236}">
                  <a16:creationId xmlns:a16="http://schemas.microsoft.com/office/drawing/2014/main" id="{A84C1525-A5FC-43F4-A373-1C4796B6C62D}"/>
                </a:ext>
              </a:extLst>
            </p:cNvPr>
            <p:cNvSpPr/>
            <p:nvPr/>
          </p:nvSpPr>
          <p:spPr>
            <a:xfrm>
              <a:off x="3284151" y="3880034"/>
              <a:ext cx="911256" cy="276999"/>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Time</a:t>
              </a:r>
              <a:endParaRPr lang="ko-KR" altLang="en-US" sz="1200" dirty="0">
                <a:latin typeface="Helvetica" panose="020B0604020202020204" pitchFamily="34" charset="0"/>
                <a:cs typeface="Helvetica" panose="020B0604020202020204" pitchFamily="34" charset="0"/>
              </a:endParaRPr>
            </a:p>
          </p:txBody>
        </p:sp>
        <p:sp>
          <p:nvSpPr>
            <p:cNvPr id="472" name="오른쪽 화살표 90">
              <a:extLst>
                <a:ext uri="{FF2B5EF4-FFF2-40B4-BE49-F238E27FC236}">
                  <a16:creationId xmlns:a16="http://schemas.microsoft.com/office/drawing/2014/main" id="{A5D36B92-0AC6-4C28-AD4A-D643185156B2}"/>
                </a:ext>
              </a:extLst>
            </p:cNvPr>
            <p:cNvSpPr/>
            <p:nvPr/>
          </p:nvSpPr>
          <p:spPr>
            <a:xfrm>
              <a:off x="3237749" y="4624727"/>
              <a:ext cx="146156" cy="13607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73" name="직사각형 472">
                  <a:extLst>
                    <a:ext uri="{FF2B5EF4-FFF2-40B4-BE49-F238E27FC236}">
                      <a16:creationId xmlns:a16="http://schemas.microsoft.com/office/drawing/2014/main" id="{95044D06-406D-47B4-BEB5-2ED99EAA6105}"/>
                    </a:ext>
                  </a:extLst>
                </p:cNvPr>
                <p:cNvSpPr/>
                <p:nvPr/>
              </p:nvSpPr>
              <p:spPr>
                <a:xfrm>
                  <a:off x="3159958" y="4707599"/>
                  <a:ext cx="335348" cy="2154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800" dirty="0"/>
                </a:p>
              </p:txBody>
            </p:sp>
          </mc:Choice>
          <mc:Fallback xmlns="">
            <p:sp>
              <p:nvSpPr>
                <p:cNvPr id="473" name="직사각형 472">
                  <a:extLst>
                    <a:ext uri="{FF2B5EF4-FFF2-40B4-BE49-F238E27FC236}">
                      <a16:creationId xmlns:a16="http://schemas.microsoft.com/office/drawing/2014/main" id="{95044D06-406D-47B4-BEB5-2ED99EAA6105}"/>
                    </a:ext>
                  </a:extLst>
                </p:cNvPr>
                <p:cNvSpPr>
                  <a:spLocks noRot="1" noChangeAspect="1" noMove="1" noResize="1" noEditPoints="1" noAdjustHandles="1" noChangeArrowheads="1" noChangeShapeType="1" noTextEdit="1"/>
                </p:cNvSpPr>
                <p:nvPr/>
              </p:nvSpPr>
              <p:spPr>
                <a:xfrm>
                  <a:off x="3159958" y="4707599"/>
                  <a:ext cx="335348" cy="215444"/>
                </a:xfrm>
                <a:prstGeom prst="rect">
                  <a:avLst/>
                </a:prstGeom>
                <a:blipFill>
                  <a:blip r:embed="rId11"/>
                  <a:stretch>
                    <a:fillRect/>
                  </a:stretch>
                </a:blipFill>
              </p:spPr>
              <p:txBody>
                <a:bodyPr/>
                <a:lstStyle/>
                <a:p>
                  <a:r>
                    <a:rPr lang="ko-KR" altLang="en-US">
                      <a:noFill/>
                    </a:rPr>
                    <a:t> </a:t>
                  </a:r>
                </a:p>
              </p:txBody>
            </p:sp>
          </mc:Fallback>
        </mc:AlternateContent>
        <p:sp>
          <p:nvSpPr>
            <p:cNvPr id="474" name="오른쪽 화살표 90">
              <a:extLst>
                <a:ext uri="{FF2B5EF4-FFF2-40B4-BE49-F238E27FC236}">
                  <a16:creationId xmlns:a16="http://schemas.microsoft.com/office/drawing/2014/main" id="{961A527D-308C-49AC-9579-5FA42BE71D74}"/>
                </a:ext>
              </a:extLst>
            </p:cNvPr>
            <p:cNvSpPr/>
            <p:nvPr/>
          </p:nvSpPr>
          <p:spPr>
            <a:xfrm>
              <a:off x="4764216" y="4629608"/>
              <a:ext cx="282675" cy="13607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75" name="직사각형 474">
                  <a:extLst>
                    <a:ext uri="{FF2B5EF4-FFF2-40B4-BE49-F238E27FC236}">
                      <a16:creationId xmlns:a16="http://schemas.microsoft.com/office/drawing/2014/main" id="{9C066061-D757-48A7-9D6A-955BA6AE0FB2}"/>
                    </a:ext>
                  </a:extLst>
                </p:cNvPr>
                <p:cNvSpPr/>
                <p:nvPr/>
              </p:nvSpPr>
              <p:spPr>
                <a:xfrm>
                  <a:off x="4693871" y="4697780"/>
                  <a:ext cx="396262" cy="2154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800" b="0" i="1">
                            <a:solidFill>
                              <a:prstClr val="black"/>
                            </a:solidFill>
                            <a:latin typeface="Cambria Math" panose="02040503050406030204" pitchFamily="18" charset="0"/>
                            <a:cs typeface="Times New Roman" panose="02020603050405020304" pitchFamily="18" charset="0"/>
                          </a:rPr>
                          <m:t>2</m:t>
                        </m:r>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800" dirty="0"/>
                </a:p>
              </p:txBody>
            </p:sp>
          </mc:Choice>
          <mc:Fallback xmlns="">
            <p:sp>
              <p:nvSpPr>
                <p:cNvPr id="475" name="직사각형 474">
                  <a:extLst>
                    <a:ext uri="{FF2B5EF4-FFF2-40B4-BE49-F238E27FC236}">
                      <a16:creationId xmlns:a16="http://schemas.microsoft.com/office/drawing/2014/main" id="{9C066061-D757-48A7-9D6A-955BA6AE0FB2}"/>
                    </a:ext>
                  </a:extLst>
                </p:cNvPr>
                <p:cNvSpPr>
                  <a:spLocks noRot="1" noChangeAspect="1" noMove="1" noResize="1" noEditPoints="1" noAdjustHandles="1" noChangeArrowheads="1" noChangeShapeType="1" noTextEdit="1"/>
                </p:cNvSpPr>
                <p:nvPr/>
              </p:nvSpPr>
              <p:spPr>
                <a:xfrm>
                  <a:off x="4693871" y="4697780"/>
                  <a:ext cx="396262" cy="215444"/>
                </a:xfrm>
                <a:prstGeom prst="rect">
                  <a:avLst/>
                </a:prstGeom>
                <a:blipFill>
                  <a:blip r:embed="rId1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76" name="TextBox 475">
                  <a:extLst>
                    <a:ext uri="{FF2B5EF4-FFF2-40B4-BE49-F238E27FC236}">
                      <a16:creationId xmlns:a16="http://schemas.microsoft.com/office/drawing/2014/main" id="{2C17DF46-E0E4-4ABD-A8EA-75A666EE2D99}"/>
                    </a:ext>
                  </a:extLst>
                </p:cNvPr>
                <p:cNvSpPr txBox="1"/>
                <p:nvPr/>
              </p:nvSpPr>
              <p:spPr>
                <a:xfrm>
                  <a:off x="4438710" y="1963959"/>
                  <a:ext cx="477011"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cs typeface="Times New Roman" panose="02020603050405020304" pitchFamily="18" charset="0"/>
                          </a:rPr>
                          <m:t>𝐹𝑆</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1" i="1" smtClean="0">
                            <a:solidFill>
                              <a:prstClr val="black"/>
                            </a:solidFill>
                            <a:latin typeface="Cambria Math" panose="02040503050406030204" pitchFamily="18" charset="0"/>
                            <a:cs typeface="Times New Roman" panose="02020603050405020304" pitchFamily="18" charset="0"/>
                          </a:rPr>
                          <m:t>𝒓</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800" dirty="0">
                    <a:solidFill>
                      <a:prstClr val="black"/>
                    </a:solidFill>
                    <a:latin typeface="helvetica" panose="020B0604020202020204" pitchFamily="34" charset="0"/>
                    <a:cs typeface="helvetica" panose="020B0604020202020204" pitchFamily="34" charset="0"/>
                  </a:endParaRPr>
                </a:p>
              </p:txBody>
            </p:sp>
          </mc:Choice>
          <mc:Fallback xmlns="">
            <p:sp>
              <p:nvSpPr>
                <p:cNvPr id="476" name="TextBox 475">
                  <a:extLst>
                    <a:ext uri="{FF2B5EF4-FFF2-40B4-BE49-F238E27FC236}">
                      <a16:creationId xmlns:a16="http://schemas.microsoft.com/office/drawing/2014/main" id="{2C17DF46-E0E4-4ABD-A8EA-75A666EE2D99}"/>
                    </a:ext>
                  </a:extLst>
                </p:cNvPr>
                <p:cNvSpPr txBox="1">
                  <a:spLocks noRot="1" noChangeAspect="1" noMove="1" noResize="1" noEditPoints="1" noAdjustHandles="1" noChangeArrowheads="1" noChangeShapeType="1" noTextEdit="1"/>
                </p:cNvSpPr>
                <p:nvPr/>
              </p:nvSpPr>
              <p:spPr>
                <a:xfrm>
                  <a:off x="4438710" y="1963959"/>
                  <a:ext cx="477011" cy="215444"/>
                </a:xfrm>
                <a:prstGeom prst="rect">
                  <a:avLst/>
                </a:prstGeom>
                <a:blipFill>
                  <a:blip r:embed="rId13"/>
                  <a:stretch>
                    <a:fillRect/>
                  </a:stretch>
                </a:blipFill>
              </p:spPr>
              <p:txBody>
                <a:bodyPr/>
                <a:lstStyle/>
                <a:p>
                  <a:r>
                    <a:rPr lang="ko-KR" altLang="en-US">
                      <a:noFill/>
                    </a:rPr>
                    <a:t> </a:t>
                  </a:r>
                </a:p>
              </p:txBody>
            </p:sp>
          </mc:Fallback>
        </mc:AlternateContent>
        <p:sp>
          <p:nvSpPr>
            <p:cNvPr id="478" name="자유형 88">
              <a:extLst>
                <a:ext uri="{FF2B5EF4-FFF2-40B4-BE49-F238E27FC236}">
                  <a16:creationId xmlns:a16="http://schemas.microsoft.com/office/drawing/2014/main" id="{2B34EC3B-B80A-4264-82BE-A42723192A1C}"/>
                </a:ext>
              </a:extLst>
            </p:cNvPr>
            <p:cNvSpPr/>
            <p:nvPr/>
          </p:nvSpPr>
          <p:spPr>
            <a:xfrm rot="10800000">
              <a:off x="5167799" y="1169317"/>
              <a:ext cx="697263" cy="91292"/>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89" name="연결선: 구부러짐 488">
              <a:extLst>
                <a:ext uri="{FF2B5EF4-FFF2-40B4-BE49-F238E27FC236}">
                  <a16:creationId xmlns:a16="http://schemas.microsoft.com/office/drawing/2014/main" id="{529D3FA9-3FE6-4F3A-A642-FA60278B9FB8}"/>
                </a:ext>
              </a:extLst>
            </p:cNvPr>
            <p:cNvCxnSpPr>
              <a:cxnSpLocks/>
              <a:stCxn id="478" idx="47"/>
              <a:endCxn id="476" idx="0"/>
            </p:cNvCxnSpPr>
            <p:nvPr/>
          </p:nvCxnSpPr>
          <p:spPr>
            <a:xfrm rot="10800000" flipV="1">
              <a:off x="4677217" y="1210625"/>
              <a:ext cx="490583" cy="753333"/>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4" name="연결선: 구부러짐 503">
              <a:extLst>
                <a:ext uri="{FF2B5EF4-FFF2-40B4-BE49-F238E27FC236}">
                  <a16:creationId xmlns:a16="http://schemas.microsoft.com/office/drawing/2014/main" id="{06453FFA-86FD-4F92-9349-F48DDC2A3513}"/>
                </a:ext>
              </a:extLst>
            </p:cNvPr>
            <p:cNvCxnSpPr>
              <a:cxnSpLocks/>
              <a:stCxn id="92" idx="47"/>
              <a:endCxn id="476" idx="2"/>
            </p:cNvCxnSpPr>
            <p:nvPr/>
          </p:nvCxnSpPr>
          <p:spPr>
            <a:xfrm rot="10800000">
              <a:off x="4677217" y="2179403"/>
              <a:ext cx="508075" cy="757640"/>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0" name="직선 화살표 연결선 509">
              <a:extLst>
                <a:ext uri="{FF2B5EF4-FFF2-40B4-BE49-F238E27FC236}">
                  <a16:creationId xmlns:a16="http://schemas.microsoft.com/office/drawing/2014/main" id="{C696209E-B5B7-4E7F-BAD2-DAD0AC85B123}"/>
                </a:ext>
              </a:extLst>
            </p:cNvPr>
            <p:cNvCxnSpPr>
              <a:stCxn id="12" idx="47"/>
              <a:endCxn id="79" idx="3"/>
            </p:cNvCxnSpPr>
            <p:nvPr/>
          </p:nvCxnSpPr>
          <p:spPr>
            <a:xfrm flipH="1" flipV="1">
              <a:off x="4787979" y="3357793"/>
              <a:ext cx="183430" cy="31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4" name="직선 연결선 513">
              <a:extLst>
                <a:ext uri="{FF2B5EF4-FFF2-40B4-BE49-F238E27FC236}">
                  <a16:creationId xmlns:a16="http://schemas.microsoft.com/office/drawing/2014/main" id="{24079113-013D-4CDC-ABF5-7A3B51C49D05}"/>
                </a:ext>
              </a:extLst>
            </p:cNvPr>
            <p:cNvCxnSpPr>
              <a:cxnSpLocks/>
            </p:cNvCxnSpPr>
            <p:nvPr/>
          </p:nvCxnSpPr>
          <p:spPr>
            <a:xfrm>
              <a:off x="1734779" y="4398545"/>
              <a:ext cx="0" cy="258658"/>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5" name="직사각형 514">
                  <a:extLst>
                    <a:ext uri="{FF2B5EF4-FFF2-40B4-BE49-F238E27FC236}">
                      <a16:creationId xmlns:a16="http://schemas.microsoft.com/office/drawing/2014/main" id="{2FF0E775-426C-4B83-B830-164E547D0BA0}"/>
                    </a:ext>
                  </a:extLst>
                </p:cNvPr>
                <p:cNvSpPr/>
                <p:nvPr/>
              </p:nvSpPr>
              <p:spPr>
                <a:xfrm>
                  <a:off x="1495966" y="4183101"/>
                  <a:ext cx="508729" cy="2154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sz="800" i="1">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a:solidFill>
                                  <a:prstClr val="black"/>
                                </a:solidFill>
                                <a:latin typeface="Cambria Math" panose="02040503050406030204" pitchFamily="18" charset="0"/>
                                <a:cs typeface="Times New Roman" panose="02020603050405020304" pitchFamily="18" charset="0"/>
                              </a:rPr>
                              <m:t>=</m:t>
                            </m:r>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a:solidFill>
                                  <a:prstClr val="black"/>
                                </a:solidFill>
                                <a:latin typeface="Cambria Math" panose="02040503050406030204" pitchFamily="18" charset="0"/>
                                <a:cs typeface="Times New Roman" panose="02020603050405020304" pitchFamily="18" charset="0"/>
                              </a:rPr>
                              <m:t>0</m:t>
                            </m:r>
                          </m:sub>
                        </m:sSub>
                      </m:oMath>
                    </m:oMathPara>
                  </a14:m>
                  <a:endParaRPr lang="ko-KR" altLang="en-US" sz="800" dirty="0"/>
                </a:p>
              </p:txBody>
            </p:sp>
          </mc:Choice>
          <mc:Fallback xmlns="">
            <p:sp>
              <p:nvSpPr>
                <p:cNvPr id="515" name="직사각형 514">
                  <a:extLst>
                    <a:ext uri="{FF2B5EF4-FFF2-40B4-BE49-F238E27FC236}">
                      <a16:creationId xmlns:a16="http://schemas.microsoft.com/office/drawing/2014/main" id="{2FF0E775-426C-4B83-B830-164E547D0BA0}"/>
                    </a:ext>
                  </a:extLst>
                </p:cNvPr>
                <p:cNvSpPr>
                  <a:spLocks noRot="1" noChangeAspect="1" noMove="1" noResize="1" noEditPoints="1" noAdjustHandles="1" noChangeArrowheads="1" noChangeShapeType="1" noTextEdit="1"/>
                </p:cNvSpPr>
                <p:nvPr/>
              </p:nvSpPr>
              <p:spPr>
                <a:xfrm>
                  <a:off x="1495966" y="4183101"/>
                  <a:ext cx="508729" cy="215444"/>
                </a:xfrm>
                <a:prstGeom prst="rect">
                  <a:avLst/>
                </a:prstGeom>
                <a:blipFill>
                  <a:blip r:embed="rId14"/>
                  <a:stretch>
                    <a:fillRect/>
                  </a:stretch>
                </a:blipFill>
              </p:spPr>
              <p:txBody>
                <a:bodyPr/>
                <a:lstStyle/>
                <a:p>
                  <a:r>
                    <a:rPr lang="ko-KR" altLang="en-US">
                      <a:noFill/>
                    </a:rPr>
                    <a:t> </a:t>
                  </a:r>
                </a:p>
              </p:txBody>
            </p:sp>
          </mc:Fallback>
        </mc:AlternateContent>
        <p:cxnSp>
          <p:nvCxnSpPr>
            <p:cNvPr id="517" name="직선 연결선 516">
              <a:extLst>
                <a:ext uri="{FF2B5EF4-FFF2-40B4-BE49-F238E27FC236}">
                  <a16:creationId xmlns:a16="http://schemas.microsoft.com/office/drawing/2014/main" id="{BC088979-0DBB-4E79-8795-C27901FA9191}"/>
                </a:ext>
              </a:extLst>
            </p:cNvPr>
            <p:cNvCxnSpPr>
              <a:cxnSpLocks/>
            </p:cNvCxnSpPr>
            <p:nvPr/>
          </p:nvCxnSpPr>
          <p:spPr>
            <a:xfrm>
              <a:off x="3386848" y="4398545"/>
              <a:ext cx="0" cy="261597"/>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8" name="직사각형 517">
                  <a:extLst>
                    <a:ext uri="{FF2B5EF4-FFF2-40B4-BE49-F238E27FC236}">
                      <a16:creationId xmlns:a16="http://schemas.microsoft.com/office/drawing/2014/main" id="{EFA80FF2-8B69-4D62-936B-EE32262895BA}"/>
                    </a:ext>
                  </a:extLst>
                </p:cNvPr>
                <p:cNvSpPr/>
                <p:nvPr/>
              </p:nvSpPr>
              <p:spPr>
                <a:xfrm>
                  <a:off x="2957372" y="4184774"/>
                  <a:ext cx="759567" cy="2154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sz="800" i="1">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a:solidFill>
                                  <a:prstClr val="black"/>
                                </a:solidFill>
                                <a:latin typeface="Cambria Math" panose="02040503050406030204" pitchFamily="18" charset="0"/>
                                <a:cs typeface="Times New Roman" panose="02020603050405020304" pitchFamily="18" charset="0"/>
                              </a:rPr>
                              <m:t>=</m:t>
                            </m:r>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a:solidFill>
                                  <a:prstClr val="black"/>
                                </a:solidFill>
                                <a:latin typeface="Cambria Math" panose="02040503050406030204" pitchFamily="18" charset="0"/>
                                <a:cs typeface="Times New Roman" panose="02020603050405020304" pitchFamily="18" charset="0"/>
                              </a:rPr>
                              <m:t>0</m:t>
                            </m:r>
                          </m:sub>
                        </m:sSub>
                        <m:r>
                          <a:rPr lang="en-US" altLang="ko-KR" sz="800" b="0" i="1">
                            <a:solidFill>
                              <a:prstClr val="black"/>
                            </a:solidFill>
                            <a:latin typeface="Cambria Math" panose="02040503050406030204" pitchFamily="18" charset="0"/>
                            <a:cs typeface="Times New Roman" panose="02020603050405020304" pitchFamily="18" charset="0"/>
                          </a:rPr>
                          <m:t>+</m:t>
                        </m:r>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800" dirty="0"/>
                </a:p>
              </p:txBody>
            </p:sp>
          </mc:Choice>
          <mc:Fallback xmlns="">
            <p:sp>
              <p:nvSpPr>
                <p:cNvPr id="518" name="직사각형 517">
                  <a:extLst>
                    <a:ext uri="{FF2B5EF4-FFF2-40B4-BE49-F238E27FC236}">
                      <a16:creationId xmlns:a16="http://schemas.microsoft.com/office/drawing/2014/main" id="{EFA80FF2-8B69-4D62-936B-EE32262895BA}"/>
                    </a:ext>
                  </a:extLst>
                </p:cNvPr>
                <p:cNvSpPr>
                  <a:spLocks noRot="1" noChangeAspect="1" noMove="1" noResize="1" noEditPoints="1" noAdjustHandles="1" noChangeArrowheads="1" noChangeShapeType="1" noTextEdit="1"/>
                </p:cNvSpPr>
                <p:nvPr/>
              </p:nvSpPr>
              <p:spPr>
                <a:xfrm>
                  <a:off x="2957372" y="4184774"/>
                  <a:ext cx="759567" cy="215444"/>
                </a:xfrm>
                <a:prstGeom prst="rect">
                  <a:avLst/>
                </a:prstGeom>
                <a:blipFill>
                  <a:blip r:embed="rId1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19" name="직사각형 518">
                  <a:extLst>
                    <a:ext uri="{FF2B5EF4-FFF2-40B4-BE49-F238E27FC236}">
                      <a16:creationId xmlns:a16="http://schemas.microsoft.com/office/drawing/2014/main" id="{3AE5DB03-5A82-4D91-938A-D542DF9FF682}"/>
                    </a:ext>
                  </a:extLst>
                </p:cNvPr>
                <p:cNvSpPr/>
                <p:nvPr/>
              </p:nvSpPr>
              <p:spPr>
                <a:xfrm>
                  <a:off x="4565303" y="4186057"/>
                  <a:ext cx="820481" cy="2154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sz="800" i="1">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a:solidFill>
                                  <a:prstClr val="black"/>
                                </a:solidFill>
                                <a:latin typeface="Cambria Math" panose="02040503050406030204" pitchFamily="18" charset="0"/>
                                <a:cs typeface="Times New Roman" panose="02020603050405020304" pitchFamily="18" charset="0"/>
                              </a:rPr>
                              <m:t>=</m:t>
                            </m:r>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a:solidFill>
                                  <a:prstClr val="black"/>
                                </a:solidFill>
                                <a:latin typeface="Cambria Math" panose="02040503050406030204" pitchFamily="18" charset="0"/>
                                <a:cs typeface="Times New Roman" panose="02020603050405020304" pitchFamily="18" charset="0"/>
                              </a:rPr>
                              <m:t>0</m:t>
                            </m:r>
                          </m:sub>
                        </m:sSub>
                        <m:r>
                          <a:rPr lang="en-US" altLang="ko-KR" sz="800" b="0" i="1">
                            <a:solidFill>
                              <a:prstClr val="black"/>
                            </a:solidFill>
                            <a:latin typeface="Cambria Math" panose="02040503050406030204" pitchFamily="18" charset="0"/>
                            <a:cs typeface="Times New Roman" panose="02020603050405020304" pitchFamily="18" charset="0"/>
                          </a:rPr>
                          <m:t>+2</m:t>
                        </m:r>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oMath>
                    </m:oMathPara>
                  </a14:m>
                  <a:endParaRPr lang="ko-KR" altLang="en-US" sz="800" dirty="0"/>
                </a:p>
              </p:txBody>
            </p:sp>
          </mc:Choice>
          <mc:Fallback xmlns="">
            <p:sp>
              <p:nvSpPr>
                <p:cNvPr id="519" name="직사각형 518">
                  <a:extLst>
                    <a:ext uri="{FF2B5EF4-FFF2-40B4-BE49-F238E27FC236}">
                      <a16:creationId xmlns:a16="http://schemas.microsoft.com/office/drawing/2014/main" id="{3AE5DB03-5A82-4D91-938A-D542DF9FF682}"/>
                    </a:ext>
                  </a:extLst>
                </p:cNvPr>
                <p:cNvSpPr>
                  <a:spLocks noRot="1" noChangeAspect="1" noMove="1" noResize="1" noEditPoints="1" noAdjustHandles="1" noChangeArrowheads="1" noChangeShapeType="1" noTextEdit="1"/>
                </p:cNvSpPr>
                <p:nvPr/>
              </p:nvSpPr>
              <p:spPr>
                <a:xfrm>
                  <a:off x="4565303" y="4186057"/>
                  <a:ext cx="820481" cy="215444"/>
                </a:xfrm>
                <a:prstGeom prst="rect">
                  <a:avLst/>
                </a:prstGeom>
                <a:blipFill>
                  <a:blip r:embed="rId16"/>
                  <a:stretch>
                    <a:fillRect/>
                  </a:stretch>
                </a:blipFill>
              </p:spPr>
              <p:txBody>
                <a:bodyPr/>
                <a:lstStyle/>
                <a:p>
                  <a:r>
                    <a:rPr lang="ko-KR" altLang="en-US">
                      <a:noFill/>
                    </a:rPr>
                    <a:t> </a:t>
                  </a:r>
                </a:p>
              </p:txBody>
            </p:sp>
          </mc:Fallback>
        </mc:AlternateContent>
        <p:cxnSp>
          <p:nvCxnSpPr>
            <p:cNvPr id="520" name="직선 연결선 519">
              <a:extLst>
                <a:ext uri="{FF2B5EF4-FFF2-40B4-BE49-F238E27FC236}">
                  <a16:creationId xmlns:a16="http://schemas.microsoft.com/office/drawing/2014/main" id="{00C3315C-CA47-4A41-B2B1-42D4CB853210}"/>
                </a:ext>
              </a:extLst>
            </p:cNvPr>
            <p:cNvCxnSpPr>
              <a:cxnSpLocks/>
            </p:cNvCxnSpPr>
            <p:nvPr/>
          </p:nvCxnSpPr>
          <p:spPr>
            <a:xfrm>
              <a:off x="5050133" y="4398545"/>
              <a:ext cx="0" cy="255048"/>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21" name="TextBox 520">
                  <a:extLst>
                    <a:ext uri="{FF2B5EF4-FFF2-40B4-BE49-F238E27FC236}">
                      <a16:creationId xmlns:a16="http://schemas.microsoft.com/office/drawing/2014/main" id="{DD908CF4-3884-4C9B-AD6F-30FDC1C7F7FE}"/>
                    </a:ext>
                  </a:extLst>
                </p:cNvPr>
                <p:cNvSpPr txBox="1"/>
                <p:nvPr/>
              </p:nvSpPr>
              <p:spPr>
                <a:xfrm>
                  <a:off x="2060042" y="6200145"/>
                  <a:ext cx="477011"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cs typeface="Times New Roman" panose="02020603050405020304" pitchFamily="18" charset="0"/>
                          </a:rPr>
                          <m:t>𝑁𝑆</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1" i="1" smtClean="0">
                            <a:solidFill>
                              <a:prstClr val="black"/>
                            </a:solidFill>
                            <a:latin typeface="Cambria Math" panose="02040503050406030204" pitchFamily="18" charset="0"/>
                            <a:cs typeface="Times New Roman" panose="02020603050405020304" pitchFamily="18" charset="0"/>
                          </a:rPr>
                          <m:t>𝒓</m:t>
                        </m:r>
                        <m:r>
                          <a:rPr lang="en-US" altLang="ko-KR" sz="800" b="0" i="1" smtClean="0">
                            <a:solidFill>
                              <a:prstClr val="black"/>
                            </a:solidFill>
                            <a:latin typeface="Cambria Math" panose="02040503050406030204" pitchFamily="18" charset="0"/>
                            <a:cs typeface="Times New Roman" panose="02020603050405020304" pitchFamily="18" charset="0"/>
                          </a:rPr>
                          <m:t>,</m:t>
                        </m:r>
                        <m:sSub>
                          <m:sSubPr>
                            <m:ctrlPr>
                              <a:rPr lang="en-US" altLang="ko-KR" sz="800" i="1" smtClean="0">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smtClean="0">
                                <a:solidFill>
                                  <a:prstClr val="black"/>
                                </a:solidFill>
                                <a:latin typeface="Cambria Math" panose="02040503050406030204" pitchFamily="18" charset="0"/>
                                <a:cs typeface="Times New Roman" panose="02020603050405020304" pitchFamily="18" charset="0"/>
                              </a:rPr>
                              <m:t>0</m:t>
                            </m:r>
                          </m:sub>
                        </m:sSub>
                        <m:r>
                          <a:rPr lang="en-US" altLang="ko-KR" sz="8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800" dirty="0">
                    <a:solidFill>
                      <a:prstClr val="black"/>
                    </a:solidFill>
                    <a:latin typeface="Symbol" panose="05050102010706020507" pitchFamily="18" charset="2"/>
                    <a:cs typeface="Times New Roman" panose="02020603050405020304" pitchFamily="18" charset="0"/>
                  </a:endParaRPr>
                </a:p>
              </p:txBody>
            </p:sp>
          </mc:Choice>
          <mc:Fallback xmlns="">
            <p:sp>
              <p:nvSpPr>
                <p:cNvPr id="521" name="TextBox 520">
                  <a:extLst>
                    <a:ext uri="{FF2B5EF4-FFF2-40B4-BE49-F238E27FC236}">
                      <a16:creationId xmlns:a16="http://schemas.microsoft.com/office/drawing/2014/main" id="{DD908CF4-3884-4C9B-AD6F-30FDC1C7F7FE}"/>
                    </a:ext>
                  </a:extLst>
                </p:cNvPr>
                <p:cNvSpPr txBox="1">
                  <a:spLocks noRot="1" noChangeAspect="1" noMove="1" noResize="1" noEditPoints="1" noAdjustHandles="1" noChangeArrowheads="1" noChangeShapeType="1" noTextEdit="1"/>
                </p:cNvSpPr>
                <p:nvPr/>
              </p:nvSpPr>
              <p:spPr>
                <a:xfrm>
                  <a:off x="2060042" y="6200145"/>
                  <a:ext cx="477011" cy="215444"/>
                </a:xfrm>
                <a:prstGeom prst="rect">
                  <a:avLst/>
                </a:prstGeom>
                <a:blipFill>
                  <a:blip r:embed="rId17"/>
                  <a:stretch>
                    <a:fillRect l="-2564" r="-1282" b="-285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22" name="TextBox 521">
                  <a:extLst>
                    <a:ext uri="{FF2B5EF4-FFF2-40B4-BE49-F238E27FC236}">
                      <a16:creationId xmlns:a16="http://schemas.microsoft.com/office/drawing/2014/main" id="{5BD9E4DE-3412-4CB3-AA45-E5C76A670F40}"/>
                    </a:ext>
                  </a:extLst>
                </p:cNvPr>
                <p:cNvSpPr txBox="1"/>
                <p:nvPr/>
              </p:nvSpPr>
              <p:spPr>
                <a:xfrm>
                  <a:off x="2081962" y="4861213"/>
                  <a:ext cx="477011"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cs typeface="Times New Roman" panose="02020603050405020304" pitchFamily="18" charset="0"/>
                          </a:rPr>
                          <m:t>𝐹𝑆</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1" i="1" smtClean="0">
                            <a:solidFill>
                              <a:prstClr val="black"/>
                            </a:solidFill>
                            <a:latin typeface="Cambria Math" panose="02040503050406030204" pitchFamily="18" charset="0"/>
                            <a:cs typeface="Times New Roman" panose="02020603050405020304" pitchFamily="18" charset="0"/>
                          </a:rPr>
                          <m:t>𝒓</m:t>
                        </m:r>
                        <m:r>
                          <a:rPr lang="en-US" altLang="ko-KR" sz="800" b="0" i="1" smtClean="0">
                            <a:solidFill>
                              <a:prstClr val="black"/>
                            </a:solidFill>
                            <a:latin typeface="Cambria Math" panose="02040503050406030204" pitchFamily="18" charset="0"/>
                            <a:cs typeface="Times New Roman" panose="02020603050405020304" pitchFamily="18" charset="0"/>
                          </a:rPr>
                          <m:t>,</m:t>
                        </m:r>
                        <m:sSub>
                          <m:sSubPr>
                            <m:ctrlPr>
                              <a:rPr lang="en-US" altLang="ko-KR" sz="800" i="1" smtClean="0">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smtClean="0">
                                <a:solidFill>
                                  <a:prstClr val="black"/>
                                </a:solidFill>
                                <a:latin typeface="Cambria Math" panose="02040503050406030204" pitchFamily="18" charset="0"/>
                                <a:cs typeface="Times New Roman" panose="02020603050405020304" pitchFamily="18" charset="0"/>
                              </a:rPr>
                              <m:t>0</m:t>
                            </m:r>
                          </m:sub>
                        </m:sSub>
                        <m:r>
                          <a:rPr lang="en-US" altLang="ko-KR" sz="8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800" dirty="0">
                    <a:solidFill>
                      <a:prstClr val="black"/>
                    </a:solidFill>
                    <a:latin typeface="Symbol" panose="05050102010706020507" pitchFamily="18" charset="2"/>
                    <a:cs typeface="Times New Roman" panose="02020603050405020304" pitchFamily="18" charset="0"/>
                  </a:endParaRPr>
                </a:p>
              </p:txBody>
            </p:sp>
          </mc:Choice>
          <mc:Fallback xmlns="">
            <p:sp>
              <p:nvSpPr>
                <p:cNvPr id="522" name="TextBox 521">
                  <a:extLst>
                    <a:ext uri="{FF2B5EF4-FFF2-40B4-BE49-F238E27FC236}">
                      <a16:creationId xmlns:a16="http://schemas.microsoft.com/office/drawing/2014/main" id="{5BD9E4DE-3412-4CB3-AA45-E5C76A670F40}"/>
                    </a:ext>
                  </a:extLst>
                </p:cNvPr>
                <p:cNvSpPr txBox="1">
                  <a:spLocks noRot="1" noChangeAspect="1" noMove="1" noResize="1" noEditPoints="1" noAdjustHandles="1" noChangeArrowheads="1" noChangeShapeType="1" noTextEdit="1"/>
                </p:cNvSpPr>
                <p:nvPr/>
              </p:nvSpPr>
              <p:spPr>
                <a:xfrm>
                  <a:off x="2081962" y="4861213"/>
                  <a:ext cx="477011" cy="215444"/>
                </a:xfrm>
                <a:prstGeom prst="rect">
                  <a:avLst/>
                </a:prstGeom>
                <a:blipFill>
                  <a:blip r:embed="rId18"/>
                  <a:stretch>
                    <a:fillRect l="-2564"/>
                  </a:stretch>
                </a:blipFill>
              </p:spPr>
              <p:txBody>
                <a:bodyPr/>
                <a:lstStyle/>
                <a:p>
                  <a:r>
                    <a:rPr lang="ko-KR" altLang="en-US">
                      <a:noFill/>
                    </a:rPr>
                    <a:t> </a:t>
                  </a:r>
                </a:p>
              </p:txBody>
            </p:sp>
          </mc:Fallback>
        </mc:AlternateContent>
        <p:sp>
          <p:nvSpPr>
            <p:cNvPr id="523" name="직사각형 522">
              <a:extLst>
                <a:ext uri="{FF2B5EF4-FFF2-40B4-BE49-F238E27FC236}">
                  <a16:creationId xmlns:a16="http://schemas.microsoft.com/office/drawing/2014/main" id="{7EC83F41-89B7-47D1-A42F-33EBF59F8700}"/>
                </a:ext>
              </a:extLst>
            </p:cNvPr>
            <p:cNvSpPr/>
            <p:nvPr/>
          </p:nvSpPr>
          <p:spPr>
            <a:xfrm>
              <a:off x="4297676" y="712058"/>
              <a:ext cx="722951" cy="3693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Translated diffuser</a:t>
              </a:r>
              <a:endParaRPr lang="ko-KR" altLang="en-US" sz="900" dirty="0">
                <a:latin typeface="Helvetica" panose="020B0604020202020204" pitchFamily="34" charset="0"/>
                <a:cs typeface="Helvetica" panose="020B0604020202020204" pitchFamily="34" charset="0"/>
              </a:endParaRPr>
            </a:p>
          </p:txBody>
        </p:sp>
        <p:sp>
          <p:nvSpPr>
            <p:cNvPr id="524" name="직사각형 523">
              <a:extLst>
                <a:ext uri="{FF2B5EF4-FFF2-40B4-BE49-F238E27FC236}">
                  <a16:creationId xmlns:a16="http://schemas.microsoft.com/office/drawing/2014/main" id="{E349CC46-4CCD-4E80-935B-D91762A895DF}"/>
                </a:ext>
              </a:extLst>
            </p:cNvPr>
            <p:cNvSpPr/>
            <p:nvPr/>
          </p:nvSpPr>
          <p:spPr>
            <a:xfrm>
              <a:off x="763687" y="4497107"/>
              <a:ext cx="767611" cy="3693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Translated diffuser</a:t>
              </a:r>
              <a:endParaRPr lang="ko-KR" altLang="en-US" sz="900"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525" name="직사각형 524">
                  <a:extLst>
                    <a:ext uri="{FF2B5EF4-FFF2-40B4-BE49-F238E27FC236}">
                      <a16:creationId xmlns:a16="http://schemas.microsoft.com/office/drawing/2014/main" id="{A1C5BD68-10DF-43F4-B774-C19E5E805140}"/>
                    </a:ext>
                  </a:extLst>
                </p:cNvPr>
                <p:cNvSpPr/>
                <p:nvPr/>
              </p:nvSpPr>
              <p:spPr>
                <a:xfrm>
                  <a:off x="742730" y="4933616"/>
                  <a:ext cx="809525" cy="507831"/>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Far-field speckles </a:t>
                  </a:r>
                  <a14:m>
                    <m:oMath xmlns:m="http://schemas.openxmlformats.org/officeDocument/2006/math">
                      <m:r>
                        <a:rPr lang="en-US" altLang="ko-KR" sz="900" b="0" i="1" dirty="0">
                          <a:solidFill>
                            <a:prstClr val="black"/>
                          </a:solidFill>
                          <a:latin typeface="Cambria Math" panose="02040503050406030204" pitchFamily="18" charset="0"/>
                          <a:cs typeface="Times New Roman" panose="02020603050405020304" pitchFamily="18" charset="0"/>
                        </a:rPr>
                        <m:t>[</m:t>
                      </m:r>
                      <m:r>
                        <a:rPr lang="en-US" altLang="ko-KR" sz="900" b="0" i="1" smtClean="0">
                          <a:solidFill>
                            <a:prstClr val="black"/>
                          </a:solidFill>
                          <a:latin typeface="Cambria Math" panose="02040503050406030204" pitchFamily="18" charset="0"/>
                          <a:cs typeface="Times New Roman" panose="02020603050405020304" pitchFamily="18" charset="0"/>
                        </a:rPr>
                        <m:t>𝐹𝑆</m:t>
                      </m:r>
                      <m:r>
                        <a:rPr lang="en-US" altLang="ko-KR" sz="900" b="0" i="1" smtClean="0">
                          <a:solidFill>
                            <a:prstClr val="black"/>
                          </a:solidFill>
                          <a:latin typeface="Cambria Math" panose="02040503050406030204" pitchFamily="18" charset="0"/>
                          <a:cs typeface="Times New Roman" panose="02020603050405020304" pitchFamily="18" charset="0"/>
                        </a:rPr>
                        <m:t>(</m:t>
                      </m:r>
                      <m:r>
                        <a:rPr lang="en-US" altLang="ko-KR" sz="900" b="1" i="1" smtClean="0">
                          <a:solidFill>
                            <a:prstClr val="black"/>
                          </a:solidFill>
                          <a:latin typeface="Cambria Math" panose="02040503050406030204" pitchFamily="18" charset="0"/>
                          <a:cs typeface="Times New Roman" panose="02020603050405020304" pitchFamily="18" charset="0"/>
                        </a:rPr>
                        <m:t>𝒓</m:t>
                      </m:r>
                      <m:r>
                        <a:rPr lang="en-US" altLang="ko-KR" sz="900" b="0" i="1" smtClean="0">
                          <a:solidFill>
                            <a:prstClr val="black"/>
                          </a:solidFill>
                          <a:latin typeface="Cambria Math" panose="02040503050406030204" pitchFamily="18" charset="0"/>
                          <a:cs typeface="Times New Roman" panose="02020603050405020304" pitchFamily="18" charset="0"/>
                        </a:rPr>
                        <m:t>,</m:t>
                      </m:r>
                      <m:r>
                        <a:rPr lang="en-US" altLang="ko-KR" sz="900" b="0" i="1">
                          <a:solidFill>
                            <a:prstClr val="black"/>
                          </a:solidFill>
                          <a:latin typeface="Cambria Math" panose="02040503050406030204" pitchFamily="18" charset="0"/>
                          <a:cs typeface="Times New Roman" panose="02020603050405020304" pitchFamily="18" charset="0"/>
                        </a:rPr>
                        <m:t>𝑥</m:t>
                      </m:r>
                      <m:r>
                        <a:rPr lang="en-US" altLang="ko-KR" sz="900" b="0" i="1" smtClean="0">
                          <a:solidFill>
                            <a:prstClr val="black"/>
                          </a:solidFill>
                          <a:latin typeface="Cambria Math" panose="02040503050406030204" pitchFamily="18" charset="0"/>
                          <a:cs typeface="Times New Roman" panose="02020603050405020304" pitchFamily="18" charset="0"/>
                        </a:rPr>
                        <m:t>)</m:t>
                      </m:r>
                    </m:oMath>
                  </a14:m>
                  <a:r>
                    <a:rPr lang="en-US" altLang="ko-KR" sz="900" dirty="0">
                      <a:solidFill>
                        <a:prstClr val="black"/>
                      </a:solidFill>
                      <a:latin typeface="Symbol" panose="05050102010706020507" pitchFamily="18" charset="2"/>
                      <a:cs typeface="Times New Roman" panose="02020603050405020304" pitchFamily="18" charset="0"/>
                    </a:rPr>
                    <a:t>]</a:t>
                  </a:r>
                  <a:endParaRPr lang="ko-KR" altLang="en-US" sz="900" dirty="0">
                    <a:solidFill>
                      <a:prstClr val="black"/>
                    </a:solidFill>
                    <a:latin typeface="Symbol" panose="05050102010706020507" pitchFamily="18" charset="2"/>
                    <a:cs typeface="Times New Roman" panose="02020603050405020304" pitchFamily="18" charset="0"/>
                  </a:endParaRPr>
                </a:p>
              </p:txBody>
            </p:sp>
          </mc:Choice>
          <mc:Fallback xmlns="">
            <p:sp>
              <p:nvSpPr>
                <p:cNvPr id="525" name="직사각형 524">
                  <a:extLst>
                    <a:ext uri="{FF2B5EF4-FFF2-40B4-BE49-F238E27FC236}">
                      <a16:creationId xmlns:a16="http://schemas.microsoft.com/office/drawing/2014/main" id="{A1C5BD68-10DF-43F4-B774-C19E5E805140}"/>
                    </a:ext>
                  </a:extLst>
                </p:cNvPr>
                <p:cNvSpPr>
                  <a:spLocks noRot="1" noChangeAspect="1" noMove="1" noResize="1" noEditPoints="1" noAdjustHandles="1" noChangeArrowheads="1" noChangeShapeType="1" noTextEdit="1"/>
                </p:cNvSpPr>
                <p:nvPr/>
              </p:nvSpPr>
              <p:spPr>
                <a:xfrm>
                  <a:off x="742730" y="4933616"/>
                  <a:ext cx="809525" cy="507831"/>
                </a:xfrm>
                <a:prstGeom prst="rect">
                  <a:avLst/>
                </a:prstGeom>
                <a:blipFill>
                  <a:blip r:embed="rId19"/>
                  <a:stretch>
                    <a:fillRect b="-3571"/>
                  </a:stretch>
                </a:blipFill>
              </p:spPr>
              <p:txBody>
                <a:bodyPr/>
                <a:lstStyle/>
                <a:p>
                  <a:r>
                    <a:rPr lang="ko-KR" altLang="en-US">
                      <a:noFill/>
                    </a:rPr>
                    <a:t> </a:t>
                  </a:r>
                </a:p>
              </p:txBody>
            </p:sp>
          </mc:Fallback>
        </mc:AlternateContent>
        <p:sp>
          <p:nvSpPr>
            <p:cNvPr id="526" name="직사각형 525">
              <a:extLst>
                <a:ext uri="{FF2B5EF4-FFF2-40B4-BE49-F238E27FC236}">
                  <a16:creationId xmlns:a16="http://schemas.microsoft.com/office/drawing/2014/main" id="{6B06A09F-9326-46A3-A084-B4FA4656E625}"/>
                </a:ext>
              </a:extLst>
            </p:cNvPr>
            <p:cNvSpPr/>
            <p:nvPr/>
          </p:nvSpPr>
          <p:spPr>
            <a:xfrm>
              <a:off x="664743" y="5454349"/>
              <a:ext cx="965499" cy="2308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Turbid medium</a:t>
              </a:r>
              <a:endParaRPr lang="ko-KR" altLang="en-US" sz="900" dirty="0">
                <a:latin typeface="Helvetica" panose="020B0604020202020204" pitchFamily="34" charset="0"/>
                <a:cs typeface="Helvetica" panose="020B0604020202020204" pitchFamily="34" charset="0"/>
              </a:endParaRPr>
            </a:p>
          </p:txBody>
        </p:sp>
        <p:sp>
          <p:nvSpPr>
            <p:cNvPr id="528" name="직사각형 527">
              <a:extLst>
                <a:ext uri="{FF2B5EF4-FFF2-40B4-BE49-F238E27FC236}">
                  <a16:creationId xmlns:a16="http://schemas.microsoft.com/office/drawing/2014/main" id="{4F8041C4-B213-4661-AADB-A153FCA13017}"/>
                </a:ext>
              </a:extLst>
            </p:cNvPr>
            <p:cNvSpPr/>
            <p:nvPr/>
          </p:nvSpPr>
          <p:spPr>
            <a:xfrm>
              <a:off x="3393709" y="4654610"/>
              <a:ext cx="780658" cy="74631"/>
            </a:xfrm>
            <a:prstGeom prst="rect">
              <a:avLst/>
            </a:prstGeom>
            <a:blipFill>
              <a:blip r:embed="rId10"/>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29" name="그룹 528">
              <a:extLst>
                <a:ext uri="{FF2B5EF4-FFF2-40B4-BE49-F238E27FC236}">
                  <a16:creationId xmlns:a16="http://schemas.microsoft.com/office/drawing/2014/main" id="{0C915F4A-1C51-49D8-8C69-AC5E55AA2853}"/>
                </a:ext>
              </a:extLst>
            </p:cNvPr>
            <p:cNvGrpSpPr/>
            <p:nvPr/>
          </p:nvGrpSpPr>
          <p:grpSpPr>
            <a:xfrm>
              <a:off x="3255683" y="5461937"/>
              <a:ext cx="1095881" cy="309719"/>
              <a:chOff x="1000330" y="4798267"/>
              <a:chExt cx="1469373" cy="415276"/>
            </a:xfrm>
          </p:grpSpPr>
          <p:grpSp>
            <p:nvGrpSpPr>
              <p:cNvPr id="530" name="그룹 399">
                <a:extLst>
                  <a:ext uri="{FF2B5EF4-FFF2-40B4-BE49-F238E27FC236}">
                    <a16:creationId xmlns:a16="http://schemas.microsoft.com/office/drawing/2014/main" id="{364454B8-E7CA-412E-AB53-6ED823F09625}"/>
                  </a:ext>
                </a:extLst>
              </p:cNvPr>
              <p:cNvGrpSpPr/>
              <p:nvPr/>
            </p:nvGrpSpPr>
            <p:grpSpPr>
              <a:xfrm>
                <a:off x="1000330" y="4799736"/>
                <a:ext cx="1469373" cy="410046"/>
                <a:chOff x="539550" y="1719858"/>
                <a:chExt cx="3316110" cy="925399"/>
              </a:xfrm>
            </p:grpSpPr>
            <p:sp>
              <p:nvSpPr>
                <p:cNvPr id="539" name="직사각형 538">
                  <a:extLst>
                    <a:ext uri="{FF2B5EF4-FFF2-40B4-BE49-F238E27FC236}">
                      <a16:creationId xmlns:a16="http://schemas.microsoft.com/office/drawing/2014/main" id="{9632B937-6398-4C9D-9F55-ED27FE774413}"/>
                    </a:ext>
                  </a:extLst>
                </p:cNvPr>
                <p:cNvSpPr/>
                <p:nvPr/>
              </p:nvSpPr>
              <p:spPr>
                <a:xfrm rot="5400000">
                  <a:off x="1736543" y="529881"/>
                  <a:ext cx="918383" cy="3312369"/>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0" name="타원 539">
                  <a:extLst>
                    <a:ext uri="{FF2B5EF4-FFF2-40B4-BE49-F238E27FC236}">
                      <a16:creationId xmlns:a16="http://schemas.microsoft.com/office/drawing/2014/main" id="{41E2F8C0-71AD-4715-91C3-0833B44B562B}"/>
                    </a:ext>
                  </a:extLst>
                </p:cNvPr>
                <p:cNvSpPr/>
                <p:nvPr/>
              </p:nvSpPr>
              <p:spPr>
                <a:xfrm rot="5400000">
                  <a:off x="960928" y="211374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1" name="타원 540">
                  <a:extLst>
                    <a:ext uri="{FF2B5EF4-FFF2-40B4-BE49-F238E27FC236}">
                      <a16:creationId xmlns:a16="http://schemas.microsoft.com/office/drawing/2014/main" id="{E38FF10C-79BC-4E62-B91D-6ED33B5E299C}"/>
                    </a:ext>
                  </a:extLst>
                </p:cNvPr>
                <p:cNvSpPr/>
                <p:nvPr/>
              </p:nvSpPr>
              <p:spPr>
                <a:xfrm rot="5400000">
                  <a:off x="2252227"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2" name="타원 541">
                  <a:extLst>
                    <a:ext uri="{FF2B5EF4-FFF2-40B4-BE49-F238E27FC236}">
                      <a16:creationId xmlns:a16="http://schemas.microsoft.com/office/drawing/2014/main" id="{6E74492B-B4C2-4013-9711-036FD4EBADDC}"/>
                    </a:ext>
                  </a:extLst>
                </p:cNvPr>
                <p:cNvSpPr/>
                <p:nvPr/>
              </p:nvSpPr>
              <p:spPr>
                <a:xfrm rot="5400000">
                  <a:off x="3165341"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3" name="타원 542">
                  <a:extLst>
                    <a:ext uri="{FF2B5EF4-FFF2-40B4-BE49-F238E27FC236}">
                      <a16:creationId xmlns:a16="http://schemas.microsoft.com/office/drawing/2014/main" id="{E8E9A3A9-B81C-4EA2-8E80-1A9F05ABABBB}"/>
                    </a:ext>
                  </a:extLst>
                </p:cNvPr>
                <p:cNvSpPr/>
                <p:nvPr/>
              </p:nvSpPr>
              <p:spPr>
                <a:xfrm rot="5400000">
                  <a:off x="3264588" y="21830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4" name="타원 543">
                  <a:extLst>
                    <a:ext uri="{FF2B5EF4-FFF2-40B4-BE49-F238E27FC236}">
                      <a16:creationId xmlns:a16="http://schemas.microsoft.com/office/drawing/2014/main" id="{753ED61D-5D8E-4A73-9C5E-B2529D354A6D}"/>
                    </a:ext>
                  </a:extLst>
                </p:cNvPr>
                <p:cNvSpPr/>
                <p:nvPr/>
              </p:nvSpPr>
              <p:spPr>
                <a:xfrm rot="5400000">
                  <a:off x="2559947" y="241714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5" name="타원 544">
                  <a:extLst>
                    <a:ext uri="{FF2B5EF4-FFF2-40B4-BE49-F238E27FC236}">
                      <a16:creationId xmlns:a16="http://schemas.microsoft.com/office/drawing/2014/main" id="{8EFFE203-F3FA-4DA8-9DF8-C2510935513B}"/>
                    </a:ext>
                  </a:extLst>
                </p:cNvPr>
                <p:cNvSpPr/>
                <p:nvPr/>
              </p:nvSpPr>
              <p:spPr>
                <a:xfrm rot="5400000">
                  <a:off x="2418081" y="198038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6" name="타원 545">
                  <a:extLst>
                    <a:ext uri="{FF2B5EF4-FFF2-40B4-BE49-F238E27FC236}">
                      <a16:creationId xmlns:a16="http://schemas.microsoft.com/office/drawing/2014/main" id="{78280AC6-0E64-478B-9638-D1E376D7E960}"/>
                    </a:ext>
                  </a:extLst>
                </p:cNvPr>
                <p:cNvSpPr/>
                <p:nvPr/>
              </p:nvSpPr>
              <p:spPr>
                <a:xfrm rot="5400000">
                  <a:off x="1556666" y="175918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7" name="타원 546">
                  <a:extLst>
                    <a:ext uri="{FF2B5EF4-FFF2-40B4-BE49-F238E27FC236}">
                      <a16:creationId xmlns:a16="http://schemas.microsoft.com/office/drawing/2014/main" id="{B022FF10-727B-4DD5-B52A-881A6AE52CAB}"/>
                    </a:ext>
                  </a:extLst>
                </p:cNvPr>
                <p:cNvSpPr/>
                <p:nvPr/>
              </p:nvSpPr>
              <p:spPr>
                <a:xfrm rot="5400000">
                  <a:off x="3057158" y="176311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8" name="타원 547">
                  <a:extLst>
                    <a:ext uri="{FF2B5EF4-FFF2-40B4-BE49-F238E27FC236}">
                      <a16:creationId xmlns:a16="http://schemas.microsoft.com/office/drawing/2014/main" id="{3F281E2E-3482-42F4-8BB1-869D8C607104}"/>
                    </a:ext>
                  </a:extLst>
                </p:cNvPr>
                <p:cNvSpPr/>
                <p:nvPr/>
              </p:nvSpPr>
              <p:spPr>
                <a:xfrm rot="5400000">
                  <a:off x="3261423" y="195444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49" name="타원 548">
                  <a:extLst>
                    <a:ext uri="{FF2B5EF4-FFF2-40B4-BE49-F238E27FC236}">
                      <a16:creationId xmlns:a16="http://schemas.microsoft.com/office/drawing/2014/main" id="{E99C71C7-27C7-47F5-94A4-430EF641DC18}"/>
                    </a:ext>
                  </a:extLst>
                </p:cNvPr>
                <p:cNvSpPr/>
                <p:nvPr/>
              </p:nvSpPr>
              <p:spPr>
                <a:xfrm rot="5400000">
                  <a:off x="3261423" y="172809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0" name="타원 549">
                  <a:extLst>
                    <a:ext uri="{FF2B5EF4-FFF2-40B4-BE49-F238E27FC236}">
                      <a16:creationId xmlns:a16="http://schemas.microsoft.com/office/drawing/2014/main" id="{590E4246-5C04-470C-94AE-0A5E87AD3055}"/>
                    </a:ext>
                  </a:extLst>
                </p:cNvPr>
                <p:cNvSpPr/>
                <p:nvPr/>
              </p:nvSpPr>
              <p:spPr>
                <a:xfrm rot="5400000">
                  <a:off x="955102" y="173014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1" name="타원 550">
                  <a:extLst>
                    <a:ext uri="{FF2B5EF4-FFF2-40B4-BE49-F238E27FC236}">
                      <a16:creationId xmlns:a16="http://schemas.microsoft.com/office/drawing/2014/main" id="{5BA48660-8328-49D3-B387-A0174E217CA0}"/>
                    </a:ext>
                  </a:extLst>
                </p:cNvPr>
                <p:cNvSpPr/>
                <p:nvPr/>
              </p:nvSpPr>
              <p:spPr>
                <a:xfrm rot="5400000">
                  <a:off x="1976683" y="24962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2" name="타원 551">
                  <a:extLst>
                    <a:ext uri="{FF2B5EF4-FFF2-40B4-BE49-F238E27FC236}">
                      <a16:creationId xmlns:a16="http://schemas.microsoft.com/office/drawing/2014/main" id="{A772C22C-7CD8-4836-8A67-30A4981642BF}"/>
                    </a:ext>
                  </a:extLst>
                </p:cNvPr>
                <p:cNvSpPr/>
                <p:nvPr/>
              </p:nvSpPr>
              <p:spPr>
                <a:xfrm rot="5400000">
                  <a:off x="2106424" y="238519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3" name="타원 552">
                  <a:extLst>
                    <a:ext uri="{FF2B5EF4-FFF2-40B4-BE49-F238E27FC236}">
                      <a16:creationId xmlns:a16="http://schemas.microsoft.com/office/drawing/2014/main" id="{3C7B6CDB-9823-46AA-B833-9A27D8FFF6D2}"/>
                    </a:ext>
                  </a:extLst>
                </p:cNvPr>
                <p:cNvSpPr/>
                <p:nvPr/>
              </p:nvSpPr>
              <p:spPr>
                <a:xfrm rot="5400000">
                  <a:off x="2769240" y="237364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4" name="타원 553">
                  <a:extLst>
                    <a:ext uri="{FF2B5EF4-FFF2-40B4-BE49-F238E27FC236}">
                      <a16:creationId xmlns:a16="http://schemas.microsoft.com/office/drawing/2014/main" id="{C7A1489B-52A3-4372-85FB-8B0C532B178D}"/>
                    </a:ext>
                  </a:extLst>
                </p:cNvPr>
                <p:cNvSpPr/>
                <p:nvPr/>
              </p:nvSpPr>
              <p:spPr>
                <a:xfrm rot="5400000">
                  <a:off x="1274826" y="2141341"/>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5" name="타원 554">
                  <a:extLst>
                    <a:ext uri="{FF2B5EF4-FFF2-40B4-BE49-F238E27FC236}">
                      <a16:creationId xmlns:a16="http://schemas.microsoft.com/office/drawing/2014/main" id="{7168FCE9-A28A-4873-9003-F2BA3A0169A3}"/>
                    </a:ext>
                  </a:extLst>
                </p:cNvPr>
                <p:cNvSpPr/>
                <p:nvPr/>
              </p:nvSpPr>
              <p:spPr>
                <a:xfrm rot="5400000">
                  <a:off x="2695399"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6" name="타원 555">
                  <a:extLst>
                    <a:ext uri="{FF2B5EF4-FFF2-40B4-BE49-F238E27FC236}">
                      <a16:creationId xmlns:a16="http://schemas.microsoft.com/office/drawing/2014/main" id="{0796772F-EFE6-443A-A3F4-0611AF03C499}"/>
                    </a:ext>
                  </a:extLst>
                </p:cNvPr>
                <p:cNvSpPr/>
                <p:nvPr/>
              </p:nvSpPr>
              <p:spPr>
                <a:xfrm rot="5400000">
                  <a:off x="2491071" y="213664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7" name="타원 556">
                  <a:extLst>
                    <a:ext uri="{FF2B5EF4-FFF2-40B4-BE49-F238E27FC236}">
                      <a16:creationId xmlns:a16="http://schemas.microsoft.com/office/drawing/2014/main" id="{3289D311-E4B3-428F-9D48-165400CA3C70}"/>
                    </a:ext>
                  </a:extLst>
                </p:cNvPr>
                <p:cNvSpPr/>
                <p:nvPr/>
              </p:nvSpPr>
              <p:spPr>
                <a:xfrm rot="5400000">
                  <a:off x="2717969" y="2030435"/>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8" name="타원 557">
                  <a:extLst>
                    <a:ext uri="{FF2B5EF4-FFF2-40B4-BE49-F238E27FC236}">
                      <a16:creationId xmlns:a16="http://schemas.microsoft.com/office/drawing/2014/main" id="{7CF18B15-1CC0-4072-A3D2-51BDB6A12D03}"/>
                    </a:ext>
                  </a:extLst>
                </p:cNvPr>
                <p:cNvSpPr/>
                <p:nvPr/>
              </p:nvSpPr>
              <p:spPr>
                <a:xfrm rot="5400000">
                  <a:off x="1838568"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59" name="타원 558">
                  <a:extLst>
                    <a:ext uri="{FF2B5EF4-FFF2-40B4-BE49-F238E27FC236}">
                      <a16:creationId xmlns:a16="http://schemas.microsoft.com/office/drawing/2014/main" id="{7BB21575-E841-4ABD-BC40-13F515EAE82C}"/>
                    </a:ext>
                  </a:extLst>
                </p:cNvPr>
                <p:cNvSpPr/>
                <p:nvPr/>
              </p:nvSpPr>
              <p:spPr>
                <a:xfrm rot="5400000">
                  <a:off x="1826342" y="218131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0" name="타원 559">
                  <a:extLst>
                    <a:ext uri="{FF2B5EF4-FFF2-40B4-BE49-F238E27FC236}">
                      <a16:creationId xmlns:a16="http://schemas.microsoft.com/office/drawing/2014/main" id="{296B126C-42B7-4742-A205-724EADED4E9E}"/>
                    </a:ext>
                  </a:extLst>
                </p:cNvPr>
                <p:cNvSpPr/>
                <p:nvPr/>
              </p:nvSpPr>
              <p:spPr>
                <a:xfrm rot="5400000">
                  <a:off x="1309662" y="1826987"/>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1" name="타원 560">
                  <a:extLst>
                    <a:ext uri="{FF2B5EF4-FFF2-40B4-BE49-F238E27FC236}">
                      <a16:creationId xmlns:a16="http://schemas.microsoft.com/office/drawing/2014/main" id="{35061307-0BFC-4482-86B2-326F5BB2161C}"/>
                    </a:ext>
                  </a:extLst>
                </p:cNvPr>
                <p:cNvSpPr/>
                <p:nvPr/>
              </p:nvSpPr>
              <p:spPr>
                <a:xfrm rot="5400000">
                  <a:off x="1532852" y="235673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2" name="타원 561">
                  <a:extLst>
                    <a:ext uri="{FF2B5EF4-FFF2-40B4-BE49-F238E27FC236}">
                      <a16:creationId xmlns:a16="http://schemas.microsoft.com/office/drawing/2014/main" id="{FDAB060C-D16E-4D2D-90E1-E5BA232A3375}"/>
                    </a:ext>
                  </a:extLst>
                </p:cNvPr>
                <p:cNvSpPr/>
                <p:nvPr/>
              </p:nvSpPr>
              <p:spPr>
                <a:xfrm rot="5400000">
                  <a:off x="1459365" y="20773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3" name="타원 562">
                  <a:extLst>
                    <a:ext uri="{FF2B5EF4-FFF2-40B4-BE49-F238E27FC236}">
                      <a16:creationId xmlns:a16="http://schemas.microsoft.com/office/drawing/2014/main" id="{B8FB7387-D259-40A4-A0D0-1D13E5754948}"/>
                    </a:ext>
                  </a:extLst>
                </p:cNvPr>
                <p:cNvSpPr/>
                <p:nvPr/>
              </p:nvSpPr>
              <p:spPr>
                <a:xfrm rot="5400000">
                  <a:off x="2967379" y="232251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4" name="타원 563">
                  <a:extLst>
                    <a:ext uri="{FF2B5EF4-FFF2-40B4-BE49-F238E27FC236}">
                      <a16:creationId xmlns:a16="http://schemas.microsoft.com/office/drawing/2014/main" id="{4E7B9D2F-EEBB-41C9-989E-27649B313977}"/>
                    </a:ext>
                  </a:extLst>
                </p:cNvPr>
                <p:cNvSpPr/>
                <p:nvPr/>
              </p:nvSpPr>
              <p:spPr>
                <a:xfrm rot="5400000">
                  <a:off x="2001109" y="203555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5" name="타원 564">
                  <a:extLst>
                    <a:ext uri="{FF2B5EF4-FFF2-40B4-BE49-F238E27FC236}">
                      <a16:creationId xmlns:a16="http://schemas.microsoft.com/office/drawing/2014/main" id="{5C79F795-5B8A-4FE1-9462-B546B07C325C}"/>
                    </a:ext>
                  </a:extLst>
                </p:cNvPr>
                <p:cNvSpPr/>
                <p:nvPr/>
              </p:nvSpPr>
              <p:spPr>
                <a:xfrm rot="5400000">
                  <a:off x="1708624" y="205548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6" name="타원 565">
                  <a:extLst>
                    <a:ext uri="{FF2B5EF4-FFF2-40B4-BE49-F238E27FC236}">
                      <a16:creationId xmlns:a16="http://schemas.microsoft.com/office/drawing/2014/main" id="{B5AB230E-7252-4056-80C2-31BB0F3A66E1}"/>
                    </a:ext>
                  </a:extLst>
                </p:cNvPr>
                <p:cNvSpPr/>
                <p:nvPr/>
              </p:nvSpPr>
              <p:spPr>
                <a:xfrm rot="5400000">
                  <a:off x="935606" y="2386269"/>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7" name="타원 566">
                  <a:extLst>
                    <a:ext uri="{FF2B5EF4-FFF2-40B4-BE49-F238E27FC236}">
                      <a16:creationId xmlns:a16="http://schemas.microsoft.com/office/drawing/2014/main" id="{04792D5C-D7B3-4101-B0DF-D0FC650B5B9B}"/>
                    </a:ext>
                  </a:extLst>
                </p:cNvPr>
                <p:cNvSpPr/>
                <p:nvPr/>
              </p:nvSpPr>
              <p:spPr>
                <a:xfrm rot="5400000">
                  <a:off x="1798221" y="24613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8" name="타원 567">
                  <a:extLst>
                    <a:ext uri="{FF2B5EF4-FFF2-40B4-BE49-F238E27FC236}">
                      <a16:creationId xmlns:a16="http://schemas.microsoft.com/office/drawing/2014/main" id="{796F48AE-D2E7-45BA-AC29-0834704311D6}"/>
                    </a:ext>
                  </a:extLst>
                </p:cNvPr>
                <p:cNvSpPr/>
                <p:nvPr/>
              </p:nvSpPr>
              <p:spPr>
                <a:xfrm rot="5400000">
                  <a:off x="1114305" y="197737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69" name="타원 568">
                  <a:extLst>
                    <a:ext uri="{FF2B5EF4-FFF2-40B4-BE49-F238E27FC236}">
                      <a16:creationId xmlns:a16="http://schemas.microsoft.com/office/drawing/2014/main" id="{0C20D46B-959A-4B49-9A52-5E6F859E0631}"/>
                    </a:ext>
                  </a:extLst>
                </p:cNvPr>
                <p:cNvSpPr/>
                <p:nvPr/>
              </p:nvSpPr>
              <p:spPr>
                <a:xfrm rot="5400000">
                  <a:off x="2334446" y="18271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0" name="타원 569">
                  <a:extLst>
                    <a:ext uri="{FF2B5EF4-FFF2-40B4-BE49-F238E27FC236}">
                      <a16:creationId xmlns:a16="http://schemas.microsoft.com/office/drawing/2014/main" id="{279D69DE-6016-4CEF-8B48-03131DC64FAF}"/>
                    </a:ext>
                  </a:extLst>
                </p:cNvPr>
                <p:cNvSpPr/>
                <p:nvPr/>
              </p:nvSpPr>
              <p:spPr>
                <a:xfrm rot="5400000">
                  <a:off x="2147976" y="209216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1" name="타원 570">
                  <a:extLst>
                    <a:ext uri="{FF2B5EF4-FFF2-40B4-BE49-F238E27FC236}">
                      <a16:creationId xmlns:a16="http://schemas.microsoft.com/office/drawing/2014/main" id="{B2E103A0-4017-4771-945C-8F58658A68B5}"/>
                    </a:ext>
                  </a:extLst>
                </p:cNvPr>
                <p:cNvSpPr/>
                <p:nvPr/>
              </p:nvSpPr>
              <p:spPr>
                <a:xfrm rot="5400000">
                  <a:off x="2152589" y="192623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2" name="타원 571">
                  <a:extLst>
                    <a:ext uri="{FF2B5EF4-FFF2-40B4-BE49-F238E27FC236}">
                      <a16:creationId xmlns:a16="http://schemas.microsoft.com/office/drawing/2014/main" id="{F906E7C3-980A-4895-962B-03C714298C59}"/>
                    </a:ext>
                  </a:extLst>
                </p:cNvPr>
                <p:cNvSpPr/>
                <p:nvPr/>
              </p:nvSpPr>
              <p:spPr>
                <a:xfrm rot="5400000">
                  <a:off x="2918286"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3" name="타원 572">
                  <a:extLst>
                    <a:ext uri="{FF2B5EF4-FFF2-40B4-BE49-F238E27FC236}">
                      <a16:creationId xmlns:a16="http://schemas.microsoft.com/office/drawing/2014/main" id="{C4DEF5E5-4A62-44AE-B449-57191112B3C5}"/>
                    </a:ext>
                  </a:extLst>
                </p:cNvPr>
                <p:cNvSpPr/>
                <p:nvPr/>
              </p:nvSpPr>
              <p:spPr>
                <a:xfrm rot="5400000">
                  <a:off x="1184126" y="231819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4" name="타원 573">
                  <a:extLst>
                    <a:ext uri="{FF2B5EF4-FFF2-40B4-BE49-F238E27FC236}">
                      <a16:creationId xmlns:a16="http://schemas.microsoft.com/office/drawing/2014/main" id="{DD3624E9-C030-47A8-8F62-09D237979A9A}"/>
                    </a:ext>
                  </a:extLst>
                </p:cNvPr>
                <p:cNvSpPr/>
                <p:nvPr/>
              </p:nvSpPr>
              <p:spPr>
                <a:xfrm rot="5400000">
                  <a:off x="1331885"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5" name="타원 574">
                  <a:extLst>
                    <a:ext uri="{FF2B5EF4-FFF2-40B4-BE49-F238E27FC236}">
                      <a16:creationId xmlns:a16="http://schemas.microsoft.com/office/drawing/2014/main" id="{D1AAEA02-5C49-480D-9B2C-D11DA094FE5E}"/>
                    </a:ext>
                  </a:extLst>
                </p:cNvPr>
                <p:cNvSpPr/>
                <p:nvPr/>
              </p:nvSpPr>
              <p:spPr>
                <a:xfrm rot="5400000">
                  <a:off x="2491961" y="1838217"/>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6" name="타원 575">
                  <a:extLst>
                    <a:ext uri="{FF2B5EF4-FFF2-40B4-BE49-F238E27FC236}">
                      <a16:creationId xmlns:a16="http://schemas.microsoft.com/office/drawing/2014/main" id="{DBCFA7BE-C0C6-4286-B9F8-C50ED34E026D}"/>
                    </a:ext>
                  </a:extLst>
                </p:cNvPr>
                <p:cNvSpPr/>
                <p:nvPr/>
              </p:nvSpPr>
              <p:spPr>
                <a:xfrm rot="5400000">
                  <a:off x="3000788" y="202512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7" name="타원 576">
                  <a:extLst>
                    <a:ext uri="{FF2B5EF4-FFF2-40B4-BE49-F238E27FC236}">
                      <a16:creationId xmlns:a16="http://schemas.microsoft.com/office/drawing/2014/main" id="{5DFBCFF0-BC5D-4E12-961D-90D092A200F6}"/>
                    </a:ext>
                  </a:extLst>
                </p:cNvPr>
                <p:cNvSpPr/>
                <p:nvPr/>
              </p:nvSpPr>
              <p:spPr>
                <a:xfrm rot="5400000">
                  <a:off x="2106424" y="177420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8" name="타원 577">
                  <a:extLst>
                    <a:ext uri="{FF2B5EF4-FFF2-40B4-BE49-F238E27FC236}">
                      <a16:creationId xmlns:a16="http://schemas.microsoft.com/office/drawing/2014/main" id="{124D8A1C-6812-40F8-922E-C4DA592C15F9}"/>
                    </a:ext>
                  </a:extLst>
                </p:cNvPr>
                <p:cNvSpPr/>
                <p:nvPr/>
              </p:nvSpPr>
              <p:spPr>
                <a:xfrm rot="5400000">
                  <a:off x="1679474" y="18793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79" name="타원 578">
                  <a:extLst>
                    <a:ext uri="{FF2B5EF4-FFF2-40B4-BE49-F238E27FC236}">
                      <a16:creationId xmlns:a16="http://schemas.microsoft.com/office/drawing/2014/main" id="{470D523F-41D3-4245-B981-2604C777DB15}"/>
                    </a:ext>
                  </a:extLst>
                </p:cNvPr>
                <p:cNvSpPr/>
                <p:nvPr/>
              </p:nvSpPr>
              <p:spPr>
                <a:xfrm rot="5400000">
                  <a:off x="1090632" y="248538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0" name="타원 579">
                  <a:extLst>
                    <a:ext uri="{FF2B5EF4-FFF2-40B4-BE49-F238E27FC236}">
                      <a16:creationId xmlns:a16="http://schemas.microsoft.com/office/drawing/2014/main" id="{62B3923C-8B10-4658-80E7-779FA3F6A9C3}"/>
                    </a:ext>
                  </a:extLst>
                </p:cNvPr>
                <p:cNvSpPr/>
                <p:nvPr/>
              </p:nvSpPr>
              <p:spPr>
                <a:xfrm rot="5400000">
                  <a:off x="609446" y="17749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1" name="타원 580">
                  <a:extLst>
                    <a:ext uri="{FF2B5EF4-FFF2-40B4-BE49-F238E27FC236}">
                      <a16:creationId xmlns:a16="http://schemas.microsoft.com/office/drawing/2014/main" id="{51849F27-370B-44E9-88B7-BD9DC9E55AFC}"/>
                    </a:ext>
                  </a:extLst>
                </p:cNvPr>
                <p:cNvSpPr/>
                <p:nvPr/>
              </p:nvSpPr>
              <p:spPr>
                <a:xfrm rot="5400000">
                  <a:off x="701394" y="204302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2" name="타원 581">
                  <a:extLst>
                    <a:ext uri="{FF2B5EF4-FFF2-40B4-BE49-F238E27FC236}">
                      <a16:creationId xmlns:a16="http://schemas.microsoft.com/office/drawing/2014/main" id="{FD3FEECB-DBB2-4A39-A3C1-4238C198C6B2}"/>
                    </a:ext>
                  </a:extLst>
                </p:cNvPr>
                <p:cNvSpPr/>
                <p:nvPr/>
              </p:nvSpPr>
              <p:spPr>
                <a:xfrm rot="5400000">
                  <a:off x="580871" y="220697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3" name="타원 582">
                  <a:extLst>
                    <a:ext uri="{FF2B5EF4-FFF2-40B4-BE49-F238E27FC236}">
                      <a16:creationId xmlns:a16="http://schemas.microsoft.com/office/drawing/2014/main" id="{B718524E-525E-4566-8DEB-7C124D7F7F33}"/>
                    </a:ext>
                  </a:extLst>
                </p:cNvPr>
                <p:cNvSpPr/>
                <p:nvPr/>
              </p:nvSpPr>
              <p:spPr>
                <a:xfrm rot="5400000">
                  <a:off x="898368" y="19900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4" name="타원 583">
                  <a:extLst>
                    <a:ext uri="{FF2B5EF4-FFF2-40B4-BE49-F238E27FC236}">
                      <a16:creationId xmlns:a16="http://schemas.microsoft.com/office/drawing/2014/main" id="{A80DAC8C-5357-4C8D-B7DA-F29685A87D65}"/>
                    </a:ext>
                  </a:extLst>
                </p:cNvPr>
                <p:cNvSpPr/>
                <p:nvPr/>
              </p:nvSpPr>
              <p:spPr>
                <a:xfrm rot="5400000">
                  <a:off x="610336"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5" name="타원 584">
                  <a:extLst>
                    <a:ext uri="{FF2B5EF4-FFF2-40B4-BE49-F238E27FC236}">
                      <a16:creationId xmlns:a16="http://schemas.microsoft.com/office/drawing/2014/main" id="{ADFBB281-C430-4227-B392-C0D6288606B7}"/>
                    </a:ext>
                  </a:extLst>
                </p:cNvPr>
                <p:cNvSpPr/>
                <p:nvPr/>
              </p:nvSpPr>
              <p:spPr>
                <a:xfrm rot="5400000">
                  <a:off x="784519"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6" name="타원 585">
                  <a:extLst>
                    <a:ext uri="{FF2B5EF4-FFF2-40B4-BE49-F238E27FC236}">
                      <a16:creationId xmlns:a16="http://schemas.microsoft.com/office/drawing/2014/main" id="{8C2A5296-3FA6-40B1-8C9C-C16F8F879151}"/>
                    </a:ext>
                  </a:extLst>
                </p:cNvPr>
                <p:cNvSpPr/>
                <p:nvPr/>
              </p:nvSpPr>
              <p:spPr>
                <a:xfrm rot="5400000">
                  <a:off x="3561774" y="238868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7" name="타원 586">
                  <a:extLst>
                    <a:ext uri="{FF2B5EF4-FFF2-40B4-BE49-F238E27FC236}">
                      <a16:creationId xmlns:a16="http://schemas.microsoft.com/office/drawing/2014/main" id="{712969E2-1B1F-4450-A6F1-014A50C293D5}"/>
                    </a:ext>
                  </a:extLst>
                </p:cNvPr>
                <p:cNvSpPr/>
                <p:nvPr/>
              </p:nvSpPr>
              <p:spPr>
                <a:xfrm rot="5400000">
                  <a:off x="3418648"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8" name="타원 587">
                  <a:extLst>
                    <a:ext uri="{FF2B5EF4-FFF2-40B4-BE49-F238E27FC236}">
                      <a16:creationId xmlns:a16="http://schemas.microsoft.com/office/drawing/2014/main" id="{E1A8EFE1-49C6-4BAE-B0F7-1821EFB2437F}"/>
                    </a:ext>
                  </a:extLst>
                </p:cNvPr>
                <p:cNvSpPr/>
                <p:nvPr/>
              </p:nvSpPr>
              <p:spPr>
                <a:xfrm rot="5400000">
                  <a:off x="3543614" y="220608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89" name="타원 588">
                  <a:extLst>
                    <a:ext uri="{FF2B5EF4-FFF2-40B4-BE49-F238E27FC236}">
                      <a16:creationId xmlns:a16="http://schemas.microsoft.com/office/drawing/2014/main" id="{7F972AAD-7F19-42D2-ADFF-B8821DF0425B}"/>
                    </a:ext>
                  </a:extLst>
                </p:cNvPr>
                <p:cNvSpPr/>
                <p:nvPr/>
              </p:nvSpPr>
              <p:spPr>
                <a:xfrm rot="5400000">
                  <a:off x="3706680" y="17740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90" name="타원 589">
                  <a:extLst>
                    <a:ext uri="{FF2B5EF4-FFF2-40B4-BE49-F238E27FC236}">
                      <a16:creationId xmlns:a16="http://schemas.microsoft.com/office/drawing/2014/main" id="{F38A0515-EDC2-4ADD-98D1-F32BA79E5B32}"/>
                    </a:ext>
                  </a:extLst>
                </p:cNvPr>
                <p:cNvSpPr/>
                <p:nvPr/>
              </p:nvSpPr>
              <p:spPr>
                <a:xfrm rot="5400000">
                  <a:off x="3418648" y="208645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91" name="타원 590">
                  <a:extLst>
                    <a:ext uri="{FF2B5EF4-FFF2-40B4-BE49-F238E27FC236}">
                      <a16:creationId xmlns:a16="http://schemas.microsoft.com/office/drawing/2014/main" id="{B59B41E8-95DB-4C5F-ABD8-F4B53ACBAF67}"/>
                    </a:ext>
                  </a:extLst>
                </p:cNvPr>
                <p:cNvSpPr/>
                <p:nvPr/>
              </p:nvSpPr>
              <p:spPr>
                <a:xfrm rot="5400000">
                  <a:off x="3417758" y="172197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92" name="타원 591">
                  <a:extLst>
                    <a:ext uri="{FF2B5EF4-FFF2-40B4-BE49-F238E27FC236}">
                      <a16:creationId xmlns:a16="http://schemas.microsoft.com/office/drawing/2014/main" id="{D1F082A7-EB65-4097-8E31-0BD204468B3E}"/>
                    </a:ext>
                  </a:extLst>
                </p:cNvPr>
                <p:cNvSpPr/>
                <p:nvPr/>
              </p:nvSpPr>
              <p:spPr>
                <a:xfrm rot="5400000">
                  <a:off x="3418648" y="23501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93" name="타원 592">
                  <a:extLst>
                    <a:ext uri="{FF2B5EF4-FFF2-40B4-BE49-F238E27FC236}">
                      <a16:creationId xmlns:a16="http://schemas.microsoft.com/office/drawing/2014/main" id="{B5BAC444-3D2A-4E80-B2B5-EA6D8E34895D}"/>
                    </a:ext>
                  </a:extLst>
                </p:cNvPr>
                <p:cNvSpPr/>
                <p:nvPr/>
              </p:nvSpPr>
              <p:spPr>
                <a:xfrm rot="5400000">
                  <a:off x="3697155" y="225904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594" name="타원 593">
                  <a:extLst>
                    <a:ext uri="{FF2B5EF4-FFF2-40B4-BE49-F238E27FC236}">
                      <a16:creationId xmlns:a16="http://schemas.microsoft.com/office/drawing/2014/main" id="{EE5B8269-E1C7-46DF-8DE2-5A40588B0434}"/>
                    </a:ext>
                  </a:extLst>
                </p:cNvPr>
                <p:cNvSpPr/>
                <p:nvPr/>
              </p:nvSpPr>
              <p:spPr>
                <a:xfrm rot="5400000">
                  <a:off x="3571299" y="195704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grpSp>
          <p:sp>
            <p:nvSpPr>
              <p:cNvPr id="531" name="자유형 108">
                <a:extLst>
                  <a:ext uri="{FF2B5EF4-FFF2-40B4-BE49-F238E27FC236}">
                    <a16:creationId xmlns:a16="http://schemas.microsoft.com/office/drawing/2014/main" id="{8D3AC524-F235-416D-95FD-BF23562CF878}"/>
                  </a:ext>
                </a:extLst>
              </p:cNvPr>
              <p:cNvSpPr/>
              <p:nvPr/>
            </p:nvSpPr>
            <p:spPr>
              <a:xfrm>
                <a:off x="1426756" y="4804965"/>
                <a:ext cx="148525" cy="405229"/>
              </a:xfrm>
              <a:custGeom>
                <a:avLst/>
                <a:gdLst>
                  <a:gd name="connsiteX0" fmla="*/ 92149 w 211212"/>
                  <a:gd name="connsiteY0" fmla="*/ 0 h 576263"/>
                  <a:gd name="connsiteX1" fmla="*/ 54049 w 211212"/>
                  <a:gd name="connsiteY1" fmla="*/ 9525 h 576263"/>
                  <a:gd name="connsiteX2" fmla="*/ 25474 w 211212"/>
                  <a:gd name="connsiteY2" fmla="*/ 28575 h 576263"/>
                  <a:gd name="connsiteX3" fmla="*/ 15949 w 211212"/>
                  <a:gd name="connsiteY3" fmla="*/ 42863 h 576263"/>
                  <a:gd name="connsiteX4" fmla="*/ 6424 w 211212"/>
                  <a:gd name="connsiteY4" fmla="*/ 66675 h 576263"/>
                  <a:gd name="connsiteX5" fmla="*/ 20712 w 211212"/>
                  <a:gd name="connsiteY5" fmla="*/ 71438 h 576263"/>
                  <a:gd name="connsiteX6" fmla="*/ 39762 w 211212"/>
                  <a:gd name="connsiteY6" fmla="*/ 100013 h 576263"/>
                  <a:gd name="connsiteX7" fmla="*/ 49287 w 211212"/>
                  <a:gd name="connsiteY7" fmla="*/ 114300 h 576263"/>
                  <a:gd name="connsiteX8" fmla="*/ 63574 w 211212"/>
                  <a:gd name="connsiteY8" fmla="*/ 128588 h 576263"/>
                  <a:gd name="connsiteX9" fmla="*/ 68337 w 211212"/>
                  <a:gd name="connsiteY9" fmla="*/ 142875 h 576263"/>
                  <a:gd name="connsiteX10" fmla="*/ 96912 w 211212"/>
                  <a:gd name="connsiteY10" fmla="*/ 161925 h 576263"/>
                  <a:gd name="connsiteX11" fmla="*/ 106437 w 211212"/>
                  <a:gd name="connsiteY11" fmla="*/ 176213 h 576263"/>
                  <a:gd name="connsiteX12" fmla="*/ 120724 w 211212"/>
                  <a:gd name="connsiteY12" fmla="*/ 185738 h 576263"/>
                  <a:gd name="connsiteX13" fmla="*/ 130249 w 211212"/>
                  <a:gd name="connsiteY13" fmla="*/ 214313 h 576263"/>
                  <a:gd name="connsiteX14" fmla="*/ 120724 w 211212"/>
                  <a:gd name="connsiteY14" fmla="*/ 242888 h 576263"/>
                  <a:gd name="connsiteX15" fmla="*/ 125487 w 211212"/>
                  <a:gd name="connsiteY15" fmla="*/ 280988 h 576263"/>
                  <a:gd name="connsiteX16" fmla="*/ 135012 w 211212"/>
                  <a:gd name="connsiteY16" fmla="*/ 295275 h 576263"/>
                  <a:gd name="connsiteX17" fmla="*/ 154062 w 211212"/>
                  <a:gd name="connsiteY17" fmla="*/ 328613 h 576263"/>
                  <a:gd name="connsiteX18" fmla="*/ 163587 w 211212"/>
                  <a:gd name="connsiteY18" fmla="*/ 357188 h 576263"/>
                  <a:gd name="connsiteX19" fmla="*/ 182637 w 211212"/>
                  <a:gd name="connsiteY19" fmla="*/ 385763 h 576263"/>
                  <a:gd name="connsiteX20" fmla="*/ 187399 w 211212"/>
                  <a:gd name="connsiteY20" fmla="*/ 400050 h 576263"/>
                  <a:gd name="connsiteX21" fmla="*/ 196924 w 211212"/>
                  <a:gd name="connsiteY21" fmla="*/ 414338 h 576263"/>
                  <a:gd name="connsiteX22" fmla="*/ 206449 w 211212"/>
                  <a:gd name="connsiteY22" fmla="*/ 442913 h 576263"/>
                  <a:gd name="connsiteX23" fmla="*/ 211212 w 211212"/>
                  <a:gd name="connsiteY23" fmla="*/ 457200 h 576263"/>
                  <a:gd name="connsiteX24" fmla="*/ 201687 w 211212"/>
                  <a:gd name="connsiteY24" fmla="*/ 485775 h 576263"/>
                  <a:gd name="connsiteX25" fmla="*/ 196924 w 211212"/>
                  <a:gd name="connsiteY25" fmla="*/ 500063 h 576263"/>
                  <a:gd name="connsiteX26" fmla="*/ 187399 w 211212"/>
                  <a:gd name="connsiteY26" fmla="*/ 514350 h 576263"/>
                  <a:gd name="connsiteX27" fmla="*/ 182637 w 211212"/>
                  <a:gd name="connsiteY27" fmla="*/ 528638 h 576263"/>
                  <a:gd name="connsiteX28" fmla="*/ 173112 w 211212"/>
                  <a:gd name="connsiteY28" fmla="*/ 542925 h 576263"/>
                  <a:gd name="connsiteX29" fmla="*/ 158824 w 211212"/>
                  <a:gd name="connsiteY29" fmla="*/ 576263 h 57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1212" h="576263">
                    <a:moveTo>
                      <a:pt x="92149" y="0"/>
                    </a:moveTo>
                    <a:cubicBezTo>
                      <a:pt x="85557" y="1319"/>
                      <a:pt x="62283" y="4951"/>
                      <a:pt x="54049" y="9525"/>
                    </a:cubicBezTo>
                    <a:cubicBezTo>
                      <a:pt x="44042" y="15084"/>
                      <a:pt x="25474" y="28575"/>
                      <a:pt x="25474" y="28575"/>
                    </a:cubicBezTo>
                    <a:cubicBezTo>
                      <a:pt x="22299" y="33338"/>
                      <a:pt x="19996" y="38815"/>
                      <a:pt x="15949" y="42863"/>
                    </a:cubicBezTo>
                    <a:cubicBezTo>
                      <a:pt x="8056" y="50756"/>
                      <a:pt x="-9419" y="50832"/>
                      <a:pt x="6424" y="66675"/>
                    </a:cubicBezTo>
                    <a:cubicBezTo>
                      <a:pt x="9974" y="70225"/>
                      <a:pt x="15949" y="69850"/>
                      <a:pt x="20712" y="71438"/>
                    </a:cubicBezTo>
                    <a:lnTo>
                      <a:pt x="39762" y="100013"/>
                    </a:lnTo>
                    <a:cubicBezTo>
                      <a:pt x="42937" y="104775"/>
                      <a:pt x="45240" y="110253"/>
                      <a:pt x="49287" y="114300"/>
                    </a:cubicBezTo>
                    <a:lnTo>
                      <a:pt x="63574" y="128588"/>
                    </a:lnTo>
                    <a:cubicBezTo>
                      <a:pt x="65162" y="133350"/>
                      <a:pt x="64787" y="139325"/>
                      <a:pt x="68337" y="142875"/>
                    </a:cubicBezTo>
                    <a:cubicBezTo>
                      <a:pt x="76432" y="150970"/>
                      <a:pt x="96912" y="161925"/>
                      <a:pt x="96912" y="161925"/>
                    </a:cubicBezTo>
                    <a:cubicBezTo>
                      <a:pt x="100087" y="166688"/>
                      <a:pt x="102390" y="172165"/>
                      <a:pt x="106437" y="176213"/>
                    </a:cubicBezTo>
                    <a:cubicBezTo>
                      <a:pt x="110484" y="180260"/>
                      <a:pt x="117691" y="180884"/>
                      <a:pt x="120724" y="185738"/>
                    </a:cubicBezTo>
                    <a:cubicBezTo>
                      <a:pt x="126045" y="194252"/>
                      <a:pt x="130249" y="214313"/>
                      <a:pt x="130249" y="214313"/>
                    </a:cubicBezTo>
                    <a:cubicBezTo>
                      <a:pt x="127074" y="223838"/>
                      <a:pt x="119479" y="232925"/>
                      <a:pt x="120724" y="242888"/>
                    </a:cubicBezTo>
                    <a:cubicBezTo>
                      <a:pt x="122312" y="255588"/>
                      <a:pt x="122119" y="268640"/>
                      <a:pt x="125487" y="280988"/>
                    </a:cubicBezTo>
                    <a:cubicBezTo>
                      <a:pt x="126993" y="286510"/>
                      <a:pt x="132172" y="290305"/>
                      <a:pt x="135012" y="295275"/>
                    </a:cubicBezTo>
                    <a:cubicBezTo>
                      <a:pt x="159187" y="337580"/>
                      <a:pt x="130852" y="293796"/>
                      <a:pt x="154062" y="328613"/>
                    </a:cubicBezTo>
                    <a:cubicBezTo>
                      <a:pt x="157237" y="338138"/>
                      <a:pt x="158018" y="348834"/>
                      <a:pt x="163587" y="357188"/>
                    </a:cubicBezTo>
                    <a:lnTo>
                      <a:pt x="182637" y="385763"/>
                    </a:lnTo>
                    <a:cubicBezTo>
                      <a:pt x="184224" y="390525"/>
                      <a:pt x="185154" y="395560"/>
                      <a:pt x="187399" y="400050"/>
                    </a:cubicBezTo>
                    <a:cubicBezTo>
                      <a:pt x="189959" y="405170"/>
                      <a:pt x="194599" y="409107"/>
                      <a:pt x="196924" y="414338"/>
                    </a:cubicBezTo>
                    <a:cubicBezTo>
                      <a:pt x="201002" y="423513"/>
                      <a:pt x="203274" y="433388"/>
                      <a:pt x="206449" y="442913"/>
                    </a:cubicBezTo>
                    <a:lnTo>
                      <a:pt x="211212" y="457200"/>
                    </a:lnTo>
                    <a:lnTo>
                      <a:pt x="201687" y="485775"/>
                    </a:lnTo>
                    <a:cubicBezTo>
                      <a:pt x="200099" y="490538"/>
                      <a:pt x="199709" y="495886"/>
                      <a:pt x="196924" y="500063"/>
                    </a:cubicBezTo>
                    <a:lnTo>
                      <a:pt x="187399" y="514350"/>
                    </a:lnTo>
                    <a:cubicBezTo>
                      <a:pt x="185812" y="519113"/>
                      <a:pt x="184882" y="524148"/>
                      <a:pt x="182637" y="528638"/>
                    </a:cubicBezTo>
                    <a:cubicBezTo>
                      <a:pt x="180077" y="533757"/>
                      <a:pt x="175437" y="537695"/>
                      <a:pt x="173112" y="542925"/>
                    </a:cubicBezTo>
                    <a:cubicBezTo>
                      <a:pt x="156736" y="579771"/>
                      <a:pt x="172060" y="563027"/>
                      <a:pt x="158824" y="576263"/>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2" name="자유형 109">
                <a:extLst>
                  <a:ext uri="{FF2B5EF4-FFF2-40B4-BE49-F238E27FC236}">
                    <a16:creationId xmlns:a16="http://schemas.microsoft.com/office/drawing/2014/main" id="{ECF1B711-6E7B-491E-8370-4CE1BC4C65A9}"/>
                  </a:ext>
                </a:extLst>
              </p:cNvPr>
              <p:cNvSpPr/>
              <p:nvPr/>
            </p:nvSpPr>
            <p:spPr>
              <a:xfrm>
                <a:off x="1297314" y="4804965"/>
                <a:ext cx="284666" cy="388484"/>
              </a:xfrm>
              <a:custGeom>
                <a:avLst/>
                <a:gdLst>
                  <a:gd name="connsiteX0" fmla="*/ 385763 w 404814"/>
                  <a:gd name="connsiteY0" fmla="*/ 0 h 552450"/>
                  <a:gd name="connsiteX1" fmla="*/ 404813 w 404814"/>
                  <a:gd name="connsiteY1" fmla="*/ 38100 h 552450"/>
                  <a:gd name="connsiteX2" fmla="*/ 400050 w 404814"/>
                  <a:gd name="connsiteY2" fmla="*/ 57150 h 552450"/>
                  <a:gd name="connsiteX3" fmla="*/ 371475 w 404814"/>
                  <a:gd name="connsiteY3" fmla="*/ 66675 h 552450"/>
                  <a:gd name="connsiteX4" fmla="*/ 357188 w 404814"/>
                  <a:gd name="connsiteY4" fmla="*/ 71438 h 552450"/>
                  <a:gd name="connsiteX5" fmla="*/ 342900 w 404814"/>
                  <a:gd name="connsiteY5" fmla="*/ 76200 h 552450"/>
                  <a:gd name="connsiteX6" fmla="*/ 300038 w 404814"/>
                  <a:gd name="connsiteY6" fmla="*/ 95250 h 552450"/>
                  <a:gd name="connsiteX7" fmla="*/ 285750 w 404814"/>
                  <a:gd name="connsiteY7" fmla="*/ 100013 h 552450"/>
                  <a:gd name="connsiteX8" fmla="*/ 276225 w 404814"/>
                  <a:gd name="connsiteY8" fmla="*/ 114300 h 552450"/>
                  <a:gd name="connsiteX9" fmla="*/ 247650 w 404814"/>
                  <a:gd name="connsiteY9" fmla="*/ 142875 h 552450"/>
                  <a:gd name="connsiteX10" fmla="*/ 223838 w 404814"/>
                  <a:gd name="connsiteY10" fmla="*/ 166688 h 552450"/>
                  <a:gd name="connsiteX11" fmla="*/ 204788 w 404814"/>
                  <a:gd name="connsiteY11" fmla="*/ 195263 h 552450"/>
                  <a:gd name="connsiteX12" fmla="*/ 195263 w 404814"/>
                  <a:gd name="connsiteY12" fmla="*/ 209550 h 552450"/>
                  <a:gd name="connsiteX13" fmla="*/ 171450 w 404814"/>
                  <a:gd name="connsiteY13" fmla="*/ 233363 h 552450"/>
                  <a:gd name="connsiteX14" fmla="*/ 123825 w 404814"/>
                  <a:gd name="connsiteY14" fmla="*/ 238125 h 552450"/>
                  <a:gd name="connsiteX15" fmla="*/ 42863 w 404814"/>
                  <a:gd name="connsiteY15" fmla="*/ 242888 h 552450"/>
                  <a:gd name="connsiteX16" fmla="*/ 33338 w 404814"/>
                  <a:gd name="connsiteY16" fmla="*/ 257175 h 552450"/>
                  <a:gd name="connsiteX17" fmla="*/ 19050 w 404814"/>
                  <a:gd name="connsiteY17" fmla="*/ 276225 h 552450"/>
                  <a:gd name="connsiteX18" fmla="*/ 14288 w 404814"/>
                  <a:gd name="connsiteY18" fmla="*/ 290513 h 552450"/>
                  <a:gd name="connsiteX19" fmla="*/ 0 w 404814"/>
                  <a:gd name="connsiteY19" fmla="*/ 319088 h 552450"/>
                  <a:gd name="connsiteX20" fmla="*/ 14288 w 404814"/>
                  <a:gd name="connsiteY20" fmla="*/ 328613 h 552450"/>
                  <a:gd name="connsiteX21" fmla="*/ 61913 w 404814"/>
                  <a:gd name="connsiteY21" fmla="*/ 333375 h 552450"/>
                  <a:gd name="connsiteX22" fmla="*/ 71438 w 404814"/>
                  <a:gd name="connsiteY22" fmla="*/ 361950 h 552450"/>
                  <a:gd name="connsiteX23" fmla="*/ 80963 w 404814"/>
                  <a:gd name="connsiteY23" fmla="*/ 390525 h 552450"/>
                  <a:gd name="connsiteX24" fmla="*/ 90488 w 404814"/>
                  <a:gd name="connsiteY24" fmla="*/ 404813 h 552450"/>
                  <a:gd name="connsiteX25" fmla="*/ 95250 w 404814"/>
                  <a:gd name="connsiteY25" fmla="*/ 423863 h 552450"/>
                  <a:gd name="connsiteX26" fmla="*/ 95250 w 404814"/>
                  <a:gd name="connsiteY26" fmla="*/ 466725 h 552450"/>
                  <a:gd name="connsiteX27" fmla="*/ 80963 w 404814"/>
                  <a:gd name="connsiteY27" fmla="*/ 471488 h 552450"/>
                  <a:gd name="connsiteX28" fmla="*/ 52388 w 404814"/>
                  <a:gd name="connsiteY28" fmla="*/ 485775 h 552450"/>
                  <a:gd name="connsiteX29" fmla="*/ 23813 w 404814"/>
                  <a:gd name="connsiteY29"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4814" h="552450">
                    <a:moveTo>
                      <a:pt x="385763" y="0"/>
                    </a:moveTo>
                    <a:cubicBezTo>
                      <a:pt x="388452" y="4481"/>
                      <a:pt x="404813" y="27850"/>
                      <a:pt x="404813" y="38100"/>
                    </a:cubicBezTo>
                    <a:cubicBezTo>
                      <a:pt x="404813" y="44645"/>
                      <a:pt x="405020" y="52890"/>
                      <a:pt x="400050" y="57150"/>
                    </a:cubicBezTo>
                    <a:cubicBezTo>
                      <a:pt x="392427" y="63684"/>
                      <a:pt x="381000" y="63500"/>
                      <a:pt x="371475" y="66675"/>
                    </a:cubicBezTo>
                    <a:lnTo>
                      <a:pt x="357188" y="71438"/>
                    </a:lnTo>
                    <a:lnTo>
                      <a:pt x="342900" y="76200"/>
                    </a:lnTo>
                    <a:cubicBezTo>
                      <a:pt x="320259" y="91295"/>
                      <a:pt x="334044" y="83914"/>
                      <a:pt x="300038" y="95250"/>
                    </a:cubicBezTo>
                    <a:lnTo>
                      <a:pt x="285750" y="100013"/>
                    </a:lnTo>
                    <a:cubicBezTo>
                      <a:pt x="282575" y="104775"/>
                      <a:pt x="280028" y="110022"/>
                      <a:pt x="276225" y="114300"/>
                    </a:cubicBezTo>
                    <a:cubicBezTo>
                      <a:pt x="267276" y="124368"/>
                      <a:pt x="255122" y="131667"/>
                      <a:pt x="247650" y="142875"/>
                    </a:cubicBezTo>
                    <a:cubicBezTo>
                      <a:pt x="234950" y="161925"/>
                      <a:pt x="242888" y="153988"/>
                      <a:pt x="223838" y="166688"/>
                    </a:cubicBezTo>
                    <a:lnTo>
                      <a:pt x="204788" y="195263"/>
                    </a:lnTo>
                    <a:lnTo>
                      <a:pt x="195263" y="209550"/>
                    </a:lnTo>
                    <a:cubicBezTo>
                      <a:pt x="189105" y="218787"/>
                      <a:pt x="183959" y="230476"/>
                      <a:pt x="171450" y="233363"/>
                    </a:cubicBezTo>
                    <a:cubicBezTo>
                      <a:pt x="155904" y="236950"/>
                      <a:pt x="139736" y="236946"/>
                      <a:pt x="123825" y="238125"/>
                    </a:cubicBezTo>
                    <a:cubicBezTo>
                      <a:pt x="96865" y="240122"/>
                      <a:pt x="69850" y="241300"/>
                      <a:pt x="42863" y="242888"/>
                    </a:cubicBezTo>
                    <a:cubicBezTo>
                      <a:pt x="39688" y="247650"/>
                      <a:pt x="36665" y="252518"/>
                      <a:pt x="33338" y="257175"/>
                    </a:cubicBezTo>
                    <a:cubicBezTo>
                      <a:pt x="28724" y="263634"/>
                      <a:pt x="22988" y="269333"/>
                      <a:pt x="19050" y="276225"/>
                    </a:cubicBezTo>
                    <a:cubicBezTo>
                      <a:pt x="16559" y="280584"/>
                      <a:pt x="16533" y="286023"/>
                      <a:pt x="14288" y="290513"/>
                    </a:cubicBezTo>
                    <a:cubicBezTo>
                      <a:pt x="-4180" y="327450"/>
                      <a:pt x="11975" y="283167"/>
                      <a:pt x="0" y="319088"/>
                    </a:cubicBezTo>
                    <a:cubicBezTo>
                      <a:pt x="4763" y="322263"/>
                      <a:pt x="8711" y="327326"/>
                      <a:pt x="14288" y="328613"/>
                    </a:cubicBezTo>
                    <a:cubicBezTo>
                      <a:pt x="29834" y="332200"/>
                      <a:pt x="48132" y="325336"/>
                      <a:pt x="61913" y="333375"/>
                    </a:cubicBezTo>
                    <a:cubicBezTo>
                      <a:pt x="70586" y="338434"/>
                      <a:pt x="68263" y="352425"/>
                      <a:pt x="71438" y="361950"/>
                    </a:cubicBezTo>
                    <a:cubicBezTo>
                      <a:pt x="71440" y="361955"/>
                      <a:pt x="80959" y="390520"/>
                      <a:pt x="80963" y="390525"/>
                    </a:cubicBezTo>
                    <a:lnTo>
                      <a:pt x="90488" y="404813"/>
                    </a:lnTo>
                    <a:cubicBezTo>
                      <a:pt x="92075" y="411163"/>
                      <a:pt x="93452" y="417569"/>
                      <a:pt x="95250" y="423863"/>
                    </a:cubicBezTo>
                    <a:cubicBezTo>
                      <a:pt x="99971" y="440385"/>
                      <a:pt x="106795" y="446521"/>
                      <a:pt x="95250" y="466725"/>
                    </a:cubicBezTo>
                    <a:cubicBezTo>
                      <a:pt x="92759" y="471084"/>
                      <a:pt x="85453" y="469243"/>
                      <a:pt x="80963" y="471488"/>
                    </a:cubicBezTo>
                    <a:cubicBezTo>
                      <a:pt x="44042" y="489949"/>
                      <a:pt x="88291" y="473808"/>
                      <a:pt x="52388" y="485775"/>
                    </a:cubicBezTo>
                    <a:cubicBezTo>
                      <a:pt x="10604" y="513631"/>
                      <a:pt x="23813" y="493377"/>
                      <a:pt x="23813" y="55245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3" name="자유형 110">
                <a:extLst>
                  <a:ext uri="{FF2B5EF4-FFF2-40B4-BE49-F238E27FC236}">
                    <a16:creationId xmlns:a16="http://schemas.microsoft.com/office/drawing/2014/main" id="{FD784677-ECA9-4CB6-9FD7-3EA83EC8C305}"/>
                  </a:ext>
                </a:extLst>
              </p:cNvPr>
              <p:cNvSpPr/>
              <p:nvPr/>
            </p:nvSpPr>
            <p:spPr>
              <a:xfrm>
                <a:off x="1588677" y="4815012"/>
                <a:ext cx="137355" cy="395182"/>
              </a:xfrm>
              <a:custGeom>
                <a:avLst/>
                <a:gdLst>
                  <a:gd name="connsiteX0" fmla="*/ 114300 w 195328"/>
                  <a:gd name="connsiteY0" fmla="*/ 0 h 561975"/>
                  <a:gd name="connsiteX1" fmla="*/ 142875 w 195328"/>
                  <a:gd name="connsiteY1" fmla="*/ 38100 h 561975"/>
                  <a:gd name="connsiteX2" fmla="*/ 147637 w 195328"/>
                  <a:gd name="connsiteY2" fmla="*/ 52387 h 561975"/>
                  <a:gd name="connsiteX3" fmla="*/ 152400 w 195328"/>
                  <a:gd name="connsiteY3" fmla="*/ 128587 h 561975"/>
                  <a:gd name="connsiteX4" fmla="*/ 157162 w 195328"/>
                  <a:gd name="connsiteY4" fmla="*/ 142875 h 561975"/>
                  <a:gd name="connsiteX5" fmla="*/ 161925 w 195328"/>
                  <a:gd name="connsiteY5" fmla="*/ 171450 h 561975"/>
                  <a:gd name="connsiteX6" fmla="*/ 176212 w 195328"/>
                  <a:gd name="connsiteY6" fmla="*/ 176212 h 561975"/>
                  <a:gd name="connsiteX7" fmla="*/ 195262 w 195328"/>
                  <a:gd name="connsiteY7" fmla="*/ 204787 h 561975"/>
                  <a:gd name="connsiteX8" fmla="*/ 190500 w 195328"/>
                  <a:gd name="connsiteY8" fmla="*/ 252412 h 561975"/>
                  <a:gd name="connsiteX9" fmla="*/ 185737 w 195328"/>
                  <a:gd name="connsiteY9" fmla="*/ 266700 h 561975"/>
                  <a:gd name="connsiteX10" fmla="*/ 171450 w 195328"/>
                  <a:gd name="connsiteY10" fmla="*/ 276225 h 561975"/>
                  <a:gd name="connsiteX11" fmla="*/ 152400 w 195328"/>
                  <a:gd name="connsiteY11" fmla="*/ 304800 h 561975"/>
                  <a:gd name="connsiteX12" fmla="*/ 133350 w 195328"/>
                  <a:gd name="connsiteY12" fmla="*/ 333375 h 561975"/>
                  <a:gd name="connsiteX13" fmla="*/ 123825 w 195328"/>
                  <a:gd name="connsiteY13" fmla="*/ 347662 h 561975"/>
                  <a:gd name="connsiteX14" fmla="*/ 147637 w 195328"/>
                  <a:gd name="connsiteY14" fmla="*/ 390525 h 561975"/>
                  <a:gd name="connsiteX15" fmla="*/ 157162 w 195328"/>
                  <a:gd name="connsiteY15" fmla="*/ 404812 h 561975"/>
                  <a:gd name="connsiteX16" fmla="*/ 138112 w 195328"/>
                  <a:gd name="connsiteY16" fmla="*/ 428625 h 561975"/>
                  <a:gd name="connsiteX17" fmla="*/ 114300 w 195328"/>
                  <a:gd name="connsiteY17" fmla="*/ 447675 h 561975"/>
                  <a:gd name="connsiteX18" fmla="*/ 76200 w 195328"/>
                  <a:gd name="connsiteY18" fmla="*/ 471487 h 561975"/>
                  <a:gd name="connsiteX19" fmla="*/ 61912 w 195328"/>
                  <a:gd name="connsiteY19" fmla="*/ 476250 h 561975"/>
                  <a:gd name="connsiteX20" fmla="*/ 47625 w 195328"/>
                  <a:gd name="connsiteY20" fmla="*/ 504825 h 561975"/>
                  <a:gd name="connsiteX21" fmla="*/ 42862 w 195328"/>
                  <a:gd name="connsiteY21" fmla="*/ 538162 h 561975"/>
                  <a:gd name="connsiteX22" fmla="*/ 28575 w 195328"/>
                  <a:gd name="connsiteY22" fmla="*/ 542925 h 561975"/>
                  <a:gd name="connsiteX23" fmla="*/ 0 w 195328"/>
                  <a:gd name="connsiteY23"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328" h="561975">
                    <a:moveTo>
                      <a:pt x="114300" y="0"/>
                    </a:moveTo>
                    <a:cubicBezTo>
                      <a:pt x="118976" y="5845"/>
                      <a:pt x="137820" y="27989"/>
                      <a:pt x="142875" y="38100"/>
                    </a:cubicBezTo>
                    <a:cubicBezTo>
                      <a:pt x="145120" y="42590"/>
                      <a:pt x="146050" y="47625"/>
                      <a:pt x="147637" y="52387"/>
                    </a:cubicBezTo>
                    <a:cubicBezTo>
                      <a:pt x="149225" y="77787"/>
                      <a:pt x="149736" y="103277"/>
                      <a:pt x="152400" y="128587"/>
                    </a:cubicBezTo>
                    <a:cubicBezTo>
                      <a:pt x="152926" y="133580"/>
                      <a:pt x="156073" y="137974"/>
                      <a:pt x="157162" y="142875"/>
                    </a:cubicBezTo>
                    <a:cubicBezTo>
                      <a:pt x="159257" y="152301"/>
                      <a:pt x="157134" y="163066"/>
                      <a:pt x="161925" y="171450"/>
                    </a:cubicBezTo>
                    <a:cubicBezTo>
                      <a:pt x="164416" y="175808"/>
                      <a:pt x="171450" y="174625"/>
                      <a:pt x="176212" y="176212"/>
                    </a:cubicBezTo>
                    <a:cubicBezTo>
                      <a:pt x="182562" y="185737"/>
                      <a:pt x="196401" y="193396"/>
                      <a:pt x="195262" y="204787"/>
                    </a:cubicBezTo>
                    <a:cubicBezTo>
                      <a:pt x="193675" y="220662"/>
                      <a:pt x="192926" y="236643"/>
                      <a:pt x="190500" y="252412"/>
                    </a:cubicBezTo>
                    <a:cubicBezTo>
                      <a:pt x="189737" y="257374"/>
                      <a:pt x="188873" y="262780"/>
                      <a:pt x="185737" y="266700"/>
                    </a:cubicBezTo>
                    <a:cubicBezTo>
                      <a:pt x="182161" y="271169"/>
                      <a:pt x="176212" y="273050"/>
                      <a:pt x="171450" y="276225"/>
                    </a:cubicBezTo>
                    <a:cubicBezTo>
                      <a:pt x="162341" y="303549"/>
                      <a:pt x="173210" y="278044"/>
                      <a:pt x="152400" y="304800"/>
                    </a:cubicBezTo>
                    <a:cubicBezTo>
                      <a:pt x="145372" y="313836"/>
                      <a:pt x="139700" y="323850"/>
                      <a:pt x="133350" y="333375"/>
                    </a:cubicBezTo>
                    <a:lnTo>
                      <a:pt x="123825" y="347662"/>
                    </a:lnTo>
                    <a:cubicBezTo>
                      <a:pt x="132206" y="372810"/>
                      <a:pt x="125803" y="357774"/>
                      <a:pt x="147637" y="390525"/>
                    </a:cubicBezTo>
                    <a:lnTo>
                      <a:pt x="157162" y="404812"/>
                    </a:lnTo>
                    <a:cubicBezTo>
                      <a:pt x="147286" y="444320"/>
                      <a:pt x="161598" y="409837"/>
                      <a:pt x="138112" y="428625"/>
                    </a:cubicBezTo>
                    <a:cubicBezTo>
                      <a:pt x="107336" y="453245"/>
                      <a:pt x="150213" y="435702"/>
                      <a:pt x="114300" y="447675"/>
                    </a:cubicBezTo>
                    <a:cubicBezTo>
                      <a:pt x="99205" y="470316"/>
                      <a:pt x="110205" y="460152"/>
                      <a:pt x="76200" y="471487"/>
                    </a:cubicBezTo>
                    <a:lnTo>
                      <a:pt x="61912" y="476250"/>
                    </a:lnTo>
                    <a:cubicBezTo>
                      <a:pt x="53883" y="488293"/>
                      <a:pt x="50442" y="490738"/>
                      <a:pt x="47625" y="504825"/>
                    </a:cubicBezTo>
                    <a:cubicBezTo>
                      <a:pt x="45424" y="515832"/>
                      <a:pt x="47882" y="528122"/>
                      <a:pt x="42862" y="538162"/>
                    </a:cubicBezTo>
                    <a:cubicBezTo>
                      <a:pt x="40617" y="542652"/>
                      <a:pt x="32963" y="540487"/>
                      <a:pt x="28575" y="542925"/>
                    </a:cubicBezTo>
                    <a:cubicBezTo>
                      <a:pt x="18568" y="548485"/>
                      <a:pt x="0" y="561975"/>
                      <a:pt x="0"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4" name="자유형 111">
                <a:extLst>
                  <a:ext uri="{FF2B5EF4-FFF2-40B4-BE49-F238E27FC236}">
                    <a16:creationId xmlns:a16="http://schemas.microsoft.com/office/drawing/2014/main" id="{FAD0880C-FCBA-42FD-AE81-914F2B0BEF55}"/>
                  </a:ext>
                </a:extLst>
              </p:cNvPr>
              <p:cNvSpPr/>
              <p:nvPr/>
            </p:nvSpPr>
            <p:spPr>
              <a:xfrm>
                <a:off x="1679100" y="4798267"/>
                <a:ext cx="187628" cy="398531"/>
              </a:xfrm>
              <a:custGeom>
                <a:avLst/>
                <a:gdLst>
                  <a:gd name="connsiteX0" fmla="*/ 95250 w 266820"/>
                  <a:gd name="connsiteY0" fmla="*/ 0 h 566738"/>
                  <a:gd name="connsiteX1" fmla="*/ 71438 w 266820"/>
                  <a:gd name="connsiteY1" fmla="*/ 14288 h 566738"/>
                  <a:gd name="connsiteX2" fmla="*/ 33338 w 266820"/>
                  <a:gd name="connsiteY2" fmla="*/ 23813 h 566738"/>
                  <a:gd name="connsiteX3" fmla="*/ 4763 w 266820"/>
                  <a:gd name="connsiteY3" fmla="*/ 33338 h 566738"/>
                  <a:gd name="connsiteX4" fmla="*/ 0 w 266820"/>
                  <a:gd name="connsiteY4" fmla="*/ 47625 h 566738"/>
                  <a:gd name="connsiteX5" fmla="*/ 4763 w 266820"/>
                  <a:gd name="connsiteY5" fmla="*/ 71438 h 566738"/>
                  <a:gd name="connsiteX6" fmla="*/ 23813 w 266820"/>
                  <a:gd name="connsiteY6" fmla="*/ 114300 h 566738"/>
                  <a:gd name="connsiteX7" fmla="*/ 33338 w 266820"/>
                  <a:gd name="connsiteY7" fmla="*/ 142875 h 566738"/>
                  <a:gd name="connsiteX8" fmla="*/ 42863 w 266820"/>
                  <a:gd name="connsiteY8" fmla="*/ 176213 h 566738"/>
                  <a:gd name="connsiteX9" fmla="*/ 47625 w 266820"/>
                  <a:gd name="connsiteY9" fmla="*/ 204788 h 566738"/>
                  <a:gd name="connsiteX10" fmla="*/ 90488 w 266820"/>
                  <a:gd name="connsiteY10" fmla="*/ 219075 h 566738"/>
                  <a:gd name="connsiteX11" fmla="*/ 104775 w 266820"/>
                  <a:gd name="connsiteY11" fmla="*/ 223838 h 566738"/>
                  <a:gd name="connsiteX12" fmla="*/ 214313 w 266820"/>
                  <a:gd name="connsiteY12" fmla="*/ 214313 h 566738"/>
                  <a:gd name="connsiteX13" fmla="*/ 214313 w 266820"/>
                  <a:gd name="connsiteY13" fmla="*/ 171450 h 566738"/>
                  <a:gd name="connsiteX14" fmla="*/ 185738 w 266820"/>
                  <a:gd name="connsiteY14" fmla="*/ 176213 h 566738"/>
                  <a:gd name="connsiteX15" fmla="*/ 171450 w 266820"/>
                  <a:gd name="connsiteY15" fmla="*/ 185738 h 566738"/>
                  <a:gd name="connsiteX16" fmla="*/ 142875 w 266820"/>
                  <a:gd name="connsiteY16" fmla="*/ 200025 h 566738"/>
                  <a:gd name="connsiteX17" fmla="*/ 157163 w 266820"/>
                  <a:gd name="connsiteY17" fmla="*/ 228600 h 566738"/>
                  <a:gd name="connsiteX18" fmla="*/ 171450 w 266820"/>
                  <a:gd name="connsiteY18" fmla="*/ 238125 h 566738"/>
                  <a:gd name="connsiteX19" fmla="*/ 180975 w 266820"/>
                  <a:gd name="connsiteY19" fmla="*/ 252413 h 566738"/>
                  <a:gd name="connsiteX20" fmla="*/ 209550 w 266820"/>
                  <a:gd name="connsiteY20" fmla="*/ 276225 h 566738"/>
                  <a:gd name="connsiteX21" fmla="*/ 242888 w 266820"/>
                  <a:gd name="connsiteY21" fmla="*/ 285750 h 566738"/>
                  <a:gd name="connsiteX22" fmla="*/ 257175 w 266820"/>
                  <a:gd name="connsiteY22" fmla="*/ 290513 h 566738"/>
                  <a:gd name="connsiteX23" fmla="*/ 266700 w 266820"/>
                  <a:gd name="connsiteY23" fmla="*/ 304800 h 566738"/>
                  <a:gd name="connsiteX24" fmla="*/ 261938 w 266820"/>
                  <a:gd name="connsiteY24" fmla="*/ 319088 h 566738"/>
                  <a:gd name="connsiteX25" fmla="*/ 252413 w 266820"/>
                  <a:gd name="connsiteY25" fmla="*/ 338138 h 566738"/>
                  <a:gd name="connsiteX26" fmla="*/ 238125 w 266820"/>
                  <a:gd name="connsiteY26" fmla="*/ 366713 h 566738"/>
                  <a:gd name="connsiteX27" fmla="*/ 228600 w 266820"/>
                  <a:gd name="connsiteY27" fmla="*/ 395288 h 566738"/>
                  <a:gd name="connsiteX28" fmla="*/ 223838 w 266820"/>
                  <a:gd name="connsiteY28" fmla="*/ 409575 h 566738"/>
                  <a:gd name="connsiteX29" fmla="*/ 209550 w 266820"/>
                  <a:gd name="connsiteY29" fmla="*/ 414338 h 566738"/>
                  <a:gd name="connsiteX30" fmla="*/ 200025 w 266820"/>
                  <a:gd name="connsiteY30" fmla="*/ 400050 h 566738"/>
                  <a:gd name="connsiteX31" fmla="*/ 185738 w 266820"/>
                  <a:gd name="connsiteY31" fmla="*/ 395288 h 566738"/>
                  <a:gd name="connsiteX32" fmla="*/ 171450 w 266820"/>
                  <a:gd name="connsiteY32" fmla="*/ 385763 h 566738"/>
                  <a:gd name="connsiteX33" fmla="*/ 142875 w 266820"/>
                  <a:gd name="connsiteY33" fmla="*/ 400050 h 566738"/>
                  <a:gd name="connsiteX34" fmla="*/ 133350 w 266820"/>
                  <a:gd name="connsiteY34" fmla="*/ 414338 h 566738"/>
                  <a:gd name="connsiteX35" fmla="*/ 114300 w 266820"/>
                  <a:gd name="connsiteY35" fmla="*/ 438150 h 566738"/>
                  <a:gd name="connsiteX36" fmla="*/ 109538 w 266820"/>
                  <a:gd name="connsiteY36" fmla="*/ 452438 h 566738"/>
                  <a:gd name="connsiteX37" fmla="*/ 104775 w 266820"/>
                  <a:gd name="connsiteY37" fmla="*/ 528638 h 566738"/>
                  <a:gd name="connsiteX38" fmla="*/ 90488 w 266820"/>
                  <a:gd name="connsiteY38" fmla="*/ 538163 h 566738"/>
                  <a:gd name="connsiteX39" fmla="*/ 61913 w 266820"/>
                  <a:gd name="connsiteY39" fmla="*/ 547688 h 566738"/>
                  <a:gd name="connsiteX40" fmla="*/ 33338 w 266820"/>
                  <a:gd name="connsiteY40" fmla="*/ 566738 h 5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6820" h="566738">
                    <a:moveTo>
                      <a:pt x="95250" y="0"/>
                    </a:moveTo>
                    <a:cubicBezTo>
                      <a:pt x="87313" y="4763"/>
                      <a:pt x="79717" y="10148"/>
                      <a:pt x="71438" y="14288"/>
                    </a:cubicBezTo>
                    <a:cubicBezTo>
                      <a:pt x="59883" y="20065"/>
                      <a:pt x="45283" y="20555"/>
                      <a:pt x="33338" y="23813"/>
                    </a:cubicBezTo>
                    <a:cubicBezTo>
                      <a:pt x="23652" y="26455"/>
                      <a:pt x="4763" y="33338"/>
                      <a:pt x="4763" y="33338"/>
                    </a:cubicBezTo>
                    <a:cubicBezTo>
                      <a:pt x="3175" y="38100"/>
                      <a:pt x="0" y="42605"/>
                      <a:pt x="0" y="47625"/>
                    </a:cubicBezTo>
                    <a:cubicBezTo>
                      <a:pt x="0" y="55720"/>
                      <a:pt x="2633" y="63628"/>
                      <a:pt x="4763" y="71438"/>
                    </a:cubicBezTo>
                    <a:cubicBezTo>
                      <a:pt x="12611" y="100212"/>
                      <a:pt x="10707" y="94641"/>
                      <a:pt x="23813" y="114300"/>
                    </a:cubicBezTo>
                    <a:lnTo>
                      <a:pt x="33338" y="142875"/>
                    </a:lnTo>
                    <a:cubicBezTo>
                      <a:pt x="37874" y="156484"/>
                      <a:pt x="39875" y="161275"/>
                      <a:pt x="42863" y="176213"/>
                    </a:cubicBezTo>
                    <a:cubicBezTo>
                      <a:pt x="44757" y="185682"/>
                      <a:pt x="43307" y="196151"/>
                      <a:pt x="47625" y="204788"/>
                    </a:cubicBezTo>
                    <a:cubicBezTo>
                      <a:pt x="53713" y="216964"/>
                      <a:pt x="83655" y="217936"/>
                      <a:pt x="90488" y="219075"/>
                    </a:cubicBezTo>
                    <a:cubicBezTo>
                      <a:pt x="95250" y="220663"/>
                      <a:pt x="99755" y="223838"/>
                      <a:pt x="104775" y="223838"/>
                    </a:cubicBezTo>
                    <a:cubicBezTo>
                      <a:pt x="189996" y="223838"/>
                      <a:pt x="172242" y="228335"/>
                      <a:pt x="214313" y="214313"/>
                    </a:cubicBezTo>
                    <a:cubicBezTo>
                      <a:pt x="217995" y="203267"/>
                      <a:pt x="227851" y="181120"/>
                      <a:pt x="214313" y="171450"/>
                    </a:cubicBezTo>
                    <a:cubicBezTo>
                      <a:pt x="206455" y="165837"/>
                      <a:pt x="195263" y="174625"/>
                      <a:pt x="185738" y="176213"/>
                    </a:cubicBezTo>
                    <a:cubicBezTo>
                      <a:pt x="180975" y="179388"/>
                      <a:pt x="176570" y="183178"/>
                      <a:pt x="171450" y="185738"/>
                    </a:cubicBezTo>
                    <a:cubicBezTo>
                      <a:pt x="132014" y="205455"/>
                      <a:pt x="183824" y="172727"/>
                      <a:pt x="142875" y="200025"/>
                    </a:cubicBezTo>
                    <a:cubicBezTo>
                      <a:pt x="146749" y="211646"/>
                      <a:pt x="147931" y="219368"/>
                      <a:pt x="157163" y="228600"/>
                    </a:cubicBezTo>
                    <a:cubicBezTo>
                      <a:pt x="161210" y="232647"/>
                      <a:pt x="166688" y="234950"/>
                      <a:pt x="171450" y="238125"/>
                    </a:cubicBezTo>
                    <a:cubicBezTo>
                      <a:pt x="174625" y="242888"/>
                      <a:pt x="177311" y="248016"/>
                      <a:pt x="180975" y="252413"/>
                    </a:cubicBezTo>
                    <a:cubicBezTo>
                      <a:pt x="188497" y="261439"/>
                      <a:pt x="198849" y="270874"/>
                      <a:pt x="209550" y="276225"/>
                    </a:cubicBezTo>
                    <a:cubicBezTo>
                      <a:pt x="217167" y="280034"/>
                      <a:pt x="235761" y="283714"/>
                      <a:pt x="242888" y="285750"/>
                    </a:cubicBezTo>
                    <a:cubicBezTo>
                      <a:pt x="247715" y="287129"/>
                      <a:pt x="252413" y="288925"/>
                      <a:pt x="257175" y="290513"/>
                    </a:cubicBezTo>
                    <a:cubicBezTo>
                      <a:pt x="260350" y="295275"/>
                      <a:pt x="265759" y="299154"/>
                      <a:pt x="266700" y="304800"/>
                    </a:cubicBezTo>
                    <a:cubicBezTo>
                      <a:pt x="267525" y="309752"/>
                      <a:pt x="263915" y="314474"/>
                      <a:pt x="261938" y="319088"/>
                    </a:cubicBezTo>
                    <a:cubicBezTo>
                      <a:pt x="259141" y="325614"/>
                      <a:pt x="255210" y="331613"/>
                      <a:pt x="252413" y="338138"/>
                    </a:cubicBezTo>
                    <a:cubicBezTo>
                      <a:pt x="240582" y="365741"/>
                      <a:pt x="256429" y="339256"/>
                      <a:pt x="238125" y="366713"/>
                    </a:cubicBezTo>
                    <a:lnTo>
                      <a:pt x="228600" y="395288"/>
                    </a:lnTo>
                    <a:cubicBezTo>
                      <a:pt x="227013" y="400050"/>
                      <a:pt x="228600" y="407987"/>
                      <a:pt x="223838" y="409575"/>
                    </a:cubicBezTo>
                    <a:lnTo>
                      <a:pt x="209550" y="414338"/>
                    </a:lnTo>
                    <a:cubicBezTo>
                      <a:pt x="206375" y="409575"/>
                      <a:pt x="204495" y="403626"/>
                      <a:pt x="200025" y="400050"/>
                    </a:cubicBezTo>
                    <a:cubicBezTo>
                      <a:pt x="196105" y="396914"/>
                      <a:pt x="190228" y="397533"/>
                      <a:pt x="185738" y="395288"/>
                    </a:cubicBezTo>
                    <a:cubicBezTo>
                      <a:pt x="180618" y="392728"/>
                      <a:pt x="176213" y="388938"/>
                      <a:pt x="171450" y="385763"/>
                    </a:cubicBezTo>
                    <a:cubicBezTo>
                      <a:pt x="159830" y="389636"/>
                      <a:pt x="152107" y="390818"/>
                      <a:pt x="142875" y="400050"/>
                    </a:cubicBezTo>
                    <a:cubicBezTo>
                      <a:pt x="138828" y="404097"/>
                      <a:pt x="136525" y="409575"/>
                      <a:pt x="133350" y="414338"/>
                    </a:cubicBezTo>
                    <a:cubicBezTo>
                      <a:pt x="121380" y="450250"/>
                      <a:pt x="138920" y="407375"/>
                      <a:pt x="114300" y="438150"/>
                    </a:cubicBezTo>
                    <a:cubicBezTo>
                      <a:pt x="111164" y="442070"/>
                      <a:pt x="111125" y="447675"/>
                      <a:pt x="109538" y="452438"/>
                    </a:cubicBezTo>
                    <a:cubicBezTo>
                      <a:pt x="107950" y="477838"/>
                      <a:pt x="110296" y="503794"/>
                      <a:pt x="104775" y="528638"/>
                    </a:cubicBezTo>
                    <a:cubicBezTo>
                      <a:pt x="103533" y="534225"/>
                      <a:pt x="95718" y="535838"/>
                      <a:pt x="90488" y="538163"/>
                    </a:cubicBezTo>
                    <a:cubicBezTo>
                      <a:pt x="81313" y="542241"/>
                      <a:pt x="70267" y="542119"/>
                      <a:pt x="61913" y="547688"/>
                    </a:cubicBezTo>
                    <a:lnTo>
                      <a:pt x="33338" y="566738"/>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5" name="자유형 112">
                <a:extLst>
                  <a:ext uri="{FF2B5EF4-FFF2-40B4-BE49-F238E27FC236}">
                    <a16:creationId xmlns:a16="http://schemas.microsoft.com/office/drawing/2014/main" id="{99B978EF-5807-4D5F-A698-D0A0DA4680A0}"/>
                  </a:ext>
                </a:extLst>
              </p:cNvPr>
              <p:cNvSpPr/>
              <p:nvPr/>
            </p:nvSpPr>
            <p:spPr>
              <a:xfrm>
                <a:off x="1754482" y="4801616"/>
                <a:ext cx="430680" cy="395182"/>
              </a:xfrm>
              <a:custGeom>
                <a:avLst/>
                <a:gdLst>
                  <a:gd name="connsiteX0" fmla="*/ 92826 w 612456"/>
                  <a:gd name="connsiteY0" fmla="*/ 0 h 561975"/>
                  <a:gd name="connsiteX1" fmla="*/ 64251 w 612456"/>
                  <a:gd name="connsiteY1" fmla="*/ 4762 h 561975"/>
                  <a:gd name="connsiteX2" fmla="*/ 49964 w 612456"/>
                  <a:gd name="connsiteY2" fmla="*/ 19050 h 561975"/>
                  <a:gd name="connsiteX3" fmla="*/ 21389 w 612456"/>
                  <a:gd name="connsiteY3" fmla="*/ 33337 h 561975"/>
                  <a:gd name="connsiteX4" fmla="*/ 2339 w 612456"/>
                  <a:gd name="connsiteY4" fmla="*/ 61912 h 561975"/>
                  <a:gd name="connsiteX5" fmla="*/ 30914 w 612456"/>
                  <a:gd name="connsiteY5" fmla="*/ 80962 h 561975"/>
                  <a:gd name="connsiteX6" fmla="*/ 45201 w 612456"/>
                  <a:gd name="connsiteY6" fmla="*/ 123825 h 561975"/>
                  <a:gd name="connsiteX7" fmla="*/ 35676 w 612456"/>
                  <a:gd name="connsiteY7" fmla="*/ 142875 h 561975"/>
                  <a:gd name="connsiteX8" fmla="*/ 26151 w 612456"/>
                  <a:gd name="connsiteY8" fmla="*/ 157162 h 561975"/>
                  <a:gd name="connsiteX9" fmla="*/ 21389 w 612456"/>
                  <a:gd name="connsiteY9" fmla="*/ 171450 h 561975"/>
                  <a:gd name="connsiteX10" fmla="*/ 49964 w 612456"/>
                  <a:gd name="connsiteY10" fmla="*/ 180975 h 561975"/>
                  <a:gd name="connsiteX11" fmla="*/ 78539 w 612456"/>
                  <a:gd name="connsiteY11" fmla="*/ 195262 h 561975"/>
                  <a:gd name="connsiteX12" fmla="*/ 88064 w 612456"/>
                  <a:gd name="connsiteY12" fmla="*/ 209550 h 561975"/>
                  <a:gd name="connsiteX13" fmla="*/ 116639 w 612456"/>
                  <a:gd name="connsiteY13" fmla="*/ 219075 h 561975"/>
                  <a:gd name="connsiteX14" fmla="*/ 121401 w 612456"/>
                  <a:gd name="connsiteY14" fmla="*/ 280987 h 561975"/>
                  <a:gd name="connsiteX15" fmla="*/ 111876 w 612456"/>
                  <a:gd name="connsiteY15" fmla="*/ 309562 h 561975"/>
                  <a:gd name="connsiteX16" fmla="*/ 107114 w 612456"/>
                  <a:gd name="connsiteY16" fmla="*/ 323850 h 561975"/>
                  <a:gd name="connsiteX17" fmla="*/ 111876 w 612456"/>
                  <a:gd name="connsiteY17" fmla="*/ 338137 h 561975"/>
                  <a:gd name="connsiteX18" fmla="*/ 126164 w 612456"/>
                  <a:gd name="connsiteY18" fmla="*/ 347662 h 561975"/>
                  <a:gd name="connsiteX19" fmla="*/ 169026 w 612456"/>
                  <a:gd name="connsiteY19" fmla="*/ 357187 h 561975"/>
                  <a:gd name="connsiteX20" fmla="*/ 169026 w 612456"/>
                  <a:gd name="connsiteY20" fmla="*/ 404812 h 561975"/>
                  <a:gd name="connsiteX21" fmla="*/ 159501 w 612456"/>
                  <a:gd name="connsiteY21" fmla="*/ 447675 h 561975"/>
                  <a:gd name="connsiteX22" fmla="*/ 173789 w 612456"/>
                  <a:gd name="connsiteY22" fmla="*/ 452437 h 561975"/>
                  <a:gd name="connsiteX23" fmla="*/ 211889 w 612456"/>
                  <a:gd name="connsiteY23" fmla="*/ 442912 h 561975"/>
                  <a:gd name="connsiteX24" fmla="*/ 254751 w 612456"/>
                  <a:gd name="connsiteY24" fmla="*/ 419100 h 561975"/>
                  <a:gd name="connsiteX25" fmla="*/ 283326 w 612456"/>
                  <a:gd name="connsiteY25" fmla="*/ 438150 h 561975"/>
                  <a:gd name="connsiteX26" fmla="*/ 297614 w 612456"/>
                  <a:gd name="connsiteY26" fmla="*/ 447675 h 561975"/>
                  <a:gd name="connsiteX27" fmla="*/ 321426 w 612456"/>
                  <a:gd name="connsiteY27" fmla="*/ 442912 h 561975"/>
                  <a:gd name="connsiteX28" fmla="*/ 335714 w 612456"/>
                  <a:gd name="connsiteY28" fmla="*/ 414337 h 561975"/>
                  <a:gd name="connsiteX29" fmla="*/ 345239 w 612456"/>
                  <a:gd name="connsiteY29" fmla="*/ 400050 h 561975"/>
                  <a:gd name="connsiteX30" fmla="*/ 359526 w 612456"/>
                  <a:gd name="connsiteY30" fmla="*/ 371475 h 561975"/>
                  <a:gd name="connsiteX31" fmla="*/ 373814 w 612456"/>
                  <a:gd name="connsiteY31" fmla="*/ 361950 h 561975"/>
                  <a:gd name="connsiteX32" fmla="*/ 378576 w 612456"/>
                  <a:gd name="connsiteY32" fmla="*/ 347662 h 561975"/>
                  <a:gd name="connsiteX33" fmla="*/ 411914 w 612456"/>
                  <a:gd name="connsiteY33" fmla="*/ 352425 h 561975"/>
                  <a:gd name="connsiteX34" fmla="*/ 426201 w 612456"/>
                  <a:gd name="connsiteY34" fmla="*/ 361950 h 561975"/>
                  <a:gd name="connsiteX35" fmla="*/ 440489 w 612456"/>
                  <a:gd name="connsiteY35" fmla="*/ 376237 h 561975"/>
                  <a:gd name="connsiteX36" fmla="*/ 454776 w 612456"/>
                  <a:gd name="connsiteY36" fmla="*/ 381000 h 561975"/>
                  <a:gd name="connsiteX37" fmla="*/ 497639 w 612456"/>
                  <a:gd name="connsiteY37" fmla="*/ 376237 h 561975"/>
                  <a:gd name="connsiteX38" fmla="*/ 526214 w 612456"/>
                  <a:gd name="connsiteY38" fmla="*/ 357187 h 561975"/>
                  <a:gd name="connsiteX39" fmla="*/ 545264 w 612456"/>
                  <a:gd name="connsiteY39" fmla="*/ 352425 h 561975"/>
                  <a:gd name="connsiteX40" fmla="*/ 559551 w 612456"/>
                  <a:gd name="connsiteY40" fmla="*/ 366712 h 561975"/>
                  <a:gd name="connsiteX41" fmla="*/ 573839 w 612456"/>
                  <a:gd name="connsiteY41" fmla="*/ 371475 h 561975"/>
                  <a:gd name="connsiteX42" fmla="*/ 592889 w 612456"/>
                  <a:gd name="connsiteY42" fmla="*/ 390525 h 561975"/>
                  <a:gd name="connsiteX43" fmla="*/ 597651 w 612456"/>
                  <a:gd name="connsiteY43" fmla="*/ 404812 h 561975"/>
                  <a:gd name="connsiteX44" fmla="*/ 611939 w 612456"/>
                  <a:gd name="connsiteY44" fmla="*/ 414337 h 561975"/>
                  <a:gd name="connsiteX45" fmla="*/ 607176 w 612456"/>
                  <a:gd name="connsiteY45" fmla="*/ 428625 h 561975"/>
                  <a:gd name="connsiteX46" fmla="*/ 564314 w 612456"/>
                  <a:gd name="connsiteY46" fmla="*/ 466725 h 561975"/>
                  <a:gd name="connsiteX47" fmla="*/ 554789 w 612456"/>
                  <a:gd name="connsiteY47" fmla="*/ 481012 h 561975"/>
                  <a:gd name="connsiteX48" fmla="*/ 540501 w 612456"/>
                  <a:gd name="connsiteY48" fmla="*/ 490537 h 561975"/>
                  <a:gd name="connsiteX49" fmla="*/ 535739 w 612456"/>
                  <a:gd name="connsiteY49" fmla="*/ 504825 h 561975"/>
                  <a:gd name="connsiteX50" fmla="*/ 526214 w 612456"/>
                  <a:gd name="connsiteY50" fmla="*/ 519112 h 561975"/>
                  <a:gd name="connsiteX51" fmla="*/ 540501 w 612456"/>
                  <a:gd name="connsiteY51" fmla="*/ 533400 h 561975"/>
                  <a:gd name="connsiteX52" fmla="*/ 554789 w 612456"/>
                  <a:gd name="connsiteY52" fmla="*/ 542925 h 561975"/>
                  <a:gd name="connsiteX53" fmla="*/ 559551 w 612456"/>
                  <a:gd name="connsiteY53" fmla="*/ 557212 h 561975"/>
                  <a:gd name="connsiteX54" fmla="*/ 564314 w 612456"/>
                  <a:gd name="connsiteY54"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2456" h="561975">
                    <a:moveTo>
                      <a:pt x="92826" y="0"/>
                    </a:moveTo>
                    <a:cubicBezTo>
                      <a:pt x="83301" y="1587"/>
                      <a:pt x="73075" y="840"/>
                      <a:pt x="64251" y="4762"/>
                    </a:cubicBezTo>
                    <a:cubicBezTo>
                      <a:pt x="58096" y="7497"/>
                      <a:pt x="55138" y="14738"/>
                      <a:pt x="49964" y="19050"/>
                    </a:cubicBezTo>
                    <a:cubicBezTo>
                      <a:pt x="37655" y="29308"/>
                      <a:pt x="35707" y="28565"/>
                      <a:pt x="21389" y="33337"/>
                    </a:cubicBezTo>
                    <a:cubicBezTo>
                      <a:pt x="15039" y="42862"/>
                      <a:pt x="-7186" y="55562"/>
                      <a:pt x="2339" y="61912"/>
                    </a:cubicBezTo>
                    <a:lnTo>
                      <a:pt x="30914" y="80962"/>
                    </a:lnTo>
                    <a:cubicBezTo>
                      <a:pt x="49425" y="108729"/>
                      <a:pt x="55042" y="100863"/>
                      <a:pt x="45201" y="123825"/>
                    </a:cubicBezTo>
                    <a:cubicBezTo>
                      <a:pt x="42404" y="130350"/>
                      <a:pt x="39198" y="136711"/>
                      <a:pt x="35676" y="142875"/>
                    </a:cubicBezTo>
                    <a:cubicBezTo>
                      <a:pt x="32836" y="147845"/>
                      <a:pt x="29326" y="152400"/>
                      <a:pt x="26151" y="157162"/>
                    </a:cubicBezTo>
                    <a:cubicBezTo>
                      <a:pt x="24564" y="161925"/>
                      <a:pt x="17839" y="167900"/>
                      <a:pt x="21389" y="171450"/>
                    </a:cubicBezTo>
                    <a:cubicBezTo>
                      <a:pt x="28489" y="178550"/>
                      <a:pt x="41610" y="175406"/>
                      <a:pt x="49964" y="180975"/>
                    </a:cubicBezTo>
                    <a:cubicBezTo>
                      <a:pt x="68428" y="193285"/>
                      <a:pt x="58821" y="188690"/>
                      <a:pt x="78539" y="195262"/>
                    </a:cubicBezTo>
                    <a:cubicBezTo>
                      <a:pt x="81714" y="200025"/>
                      <a:pt x="83210" y="206516"/>
                      <a:pt x="88064" y="209550"/>
                    </a:cubicBezTo>
                    <a:cubicBezTo>
                      <a:pt x="96578" y="214871"/>
                      <a:pt x="116639" y="219075"/>
                      <a:pt x="116639" y="219075"/>
                    </a:cubicBezTo>
                    <a:cubicBezTo>
                      <a:pt x="133708" y="244677"/>
                      <a:pt x="130375" y="233128"/>
                      <a:pt x="121401" y="280987"/>
                    </a:cubicBezTo>
                    <a:cubicBezTo>
                      <a:pt x="119551" y="290855"/>
                      <a:pt x="115051" y="300037"/>
                      <a:pt x="111876" y="309562"/>
                    </a:cubicBezTo>
                    <a:lnTo>
                      <a:pt x="107114" y="323850"/>
                    </a:lnTo>
                    <a:cubicBezTo>
                      <a:pt x="108701" y="328612"/>
                      <a:pt x="108740" y="334217"/>
                      <a:pt x="111876" y="338137"/>
                    </a:cubicBezTo>
                    <a:cubicBezTo>
                      <a:pt x="115452" y="342607"/>
                      <a:pt x="121044" y="345102"/>
                      <a:pt x="126164" y="347662"/>
                    </a:cubicBezTo>
                    <a:cubicBezTo>
                      <a:pt x="137891" y="353526"/>
                      <a:pt x="158045" y="355357"/>
                      <a:pt x="169026" y="357187"/>
                    </a:cubicBezTo>
                    <a:cubicBezTo>
                      <a:pt x="177210" y="381738"/>
                      <a:pt x="174787" y="367368"/>
                      <a:pt x="169026" y="404812"/>
                    </a:cubicBezTo>
                    <a:cubicBezTo>
                      <a:pt x="164236" y="435948"/>
                      <a:pt x="166903" y="425469"/>
                      <a:pt x="159501" y="447675"/>
                    </a:cubicBezTo>
                    <a:cubicBezTo>
                      <a:pt x="164264" y="449262"/>
                      <a:pt x="168769" y="452437"/>
                      <a:pt x="173789" y="452437"/>
                    </a:cubicBezTo>
                    <a:cubicBezTo>
                      <a:pt x="185286" y="452437"/>
                      <a:pt x="200613" y="446671"/>
                      <a:pt x="211889" y="442912"/>
                    </a:cubicBezTo>
                    <a:cubicBezTo>
                      <a:pt x="224964" y="403688"/>
                      <a:pt x="211475" y="412917"/>
                      <a:pt x="254751" y="419100"/>
                    </a:cubicBezTo>
                    <a:lnTo>
                      <a:pt x="283326" y="438150"/>
                    </a:lnTo>
                    <a:lnTo>
                      <a:pt x="297614" y="447675"/>
                    </a:lnTo>
                    <a:cubicBezTo>
                      <a:pt x="305551" y="446087"/>
                      <a:pt x="314398" y="446928"/>
                      <a:pt x="321426" y="442912"/>
                    </a:cubicBezTo>
                    <a:cubicBezTo>
                      <a:pt x="330980" y="437453"/>
                      <a:pt x="331558" y="422648"/>
                      <a:pt x="335714" y="414337"/>
                    </a:cubicBezTo>
                    <a:cubicBezTo>
                      <a:pt x="338274" y="409218"/>
                      <a:pt x="342064" y="404812"/>
                      <a:pt x="345239" y="400050"/>
                    </a:cubicBezTo>
                    <a:cubicBezTo>
                      <a:pt x="349112" y="388429"/>
                      <a:pt x="350293" y="380708"/>
                      <a:pt x="359526" y="371475"/>
                    </a:cubicBezTo>
                    <a:cubicBezTo>
                      <a:pt x="363574" y="367428"/>
                      <a:pt x="369051" y="365125"/>
                      <a:pt x="373814" y="361950"/>
                    </a:cubicBezTo>
                    <a:cubicBezTo>
                      <a:pt x="375401" y="357187"/>
                      <a:pt x="375026" y="351212"/>
                      <a:pt x="378576" y="347662"/>
                    </a:cubicBezTo>
                    <a:cubicBezTo>
                      <a:pt x="389923" y="336315"/>
                      <a:pt x="402058" y="346793"/>
                      <a:pt x="411914" y="352425"/>
                    </a:cubicBezTo>
                    <a:cubicBezTo>
                      <a:pt x="416884" y="355265"/>
                      <a:pt x="421804" y="358286"/>
                      <a:pt x="426201" y="361950"/>
                    </a:cubicBezTo>
                    <a:cubicBezTo>
                      <a:pt x="431375" y="366262"/>
                      <a:pt x="434885" y="372501"/>
                      <a:pt x="440489" y="376237"/>
                    </a:cubicBezTo>
                    <a:cubicBezTo>
                      <a:pt x="444666" y="379022"/>
                      <a:pt x="450014" y="379412"/>
                      <a:pt x="454776" y="381000"/>
                    </a:cubicBezTo>
                    <a:cubicBezTo>
                      <a:pt x="469064" y="379412"/>
                      <a:pt x="484001" y="380783"/>
                      <a:pt x="497639" y="376237"/>
                    </a:cubicBezTo>
                    <a:cubicBezTo>
                      <a:pt x="508499" y="372617"/>
                      <a:pt x="515108" y="359963"/>
                      <a:pt x="526214" y="357187"/>
                    </a:cubicBezTo>
                    <a:lnTo>
                      <a:pt x="545264" y="352425"/>
                    </a:lnTo>
                    <a:cubicBezTo>
                      <a:pt x="550026" y="357187"/>
                      <a:pt x="553947" y="362976"/>
                      <a:pt x="559551" y="366712"/>
                    </a:cubicBezTo>
                    <a:cubicBezTo>
                      <a:pt x="563728" y="369497"/>
                      <a:pt x="570289" y="367925"/>
                      <a:pt x="573839" y="371475"/>
                    </a:cubicBezTo>
                    <a:cubicBezTo>
                      <a:pt x="599240" y="396876"/>
                      <a:pt x="554786" y="377823"/>
                      <a:pt x="592889" y="390525"/>
                    </a:cubicBezTo>
                    <a:cubicBezTo>
                      <a:pt x="594476" y="395287"/>
                      <a:pt x="594515" y="400892"/>
                      <a:pt x="597651" y="404812"/>
                    </a:cubicBezTo>
                    <a:cubicBezTo>
                      <a:pt x="601227" y="409282"/>
                      <a:pt x="609813" y="409022"/>
                      <a:pt x="611939" y="414337"/>
                    </a:cubicBezTo>
                    <a:cubicBezTo>
                      <a:pt x="613803" y="418998"/>
                      <a:pt x="610258" y="424662"/>
                      <a:pt x="607176" y="428625"/>
                    </a:cubicBezTo>
                    <a:cubicBezTo>
                      <a:pt x="589611" y="451209"/>
                      <a:pt x="583411" y="453993"/>
                      <a:pt x="564314" y="466725"/>
                    </a:cubicBezTo>
                    <a:cubicBezTo>
                      <a:pt x="561139" y="471487"/>
                      <a:pt x="558836" y="476965"/>
                      <a:pt x="554789" y="481012"/>
                    </a:cubicBezTo>
                    <a:cubicBezTo>
                      <a:pt x="550741" y="485059"/>
                      <a:pt x="544077" y="486067"/>
                      <a:pt x="540501" y="490537"/>
                    </a:cubicBezTo>
                    <a:cubicBezTo>
                      <a:pt x="537365" y="494457"/>
                      <a:pt x="537984" y="500335"/>
                      <a:pt x="535739" y="504825"/>
                    </a:cubicBezTo>
                    <a:cubicBezTo>
                      <a:pt x="533179" y="509944"/>
                      <a:pt x="529389" y="514350"/>
                      <a:pt x="526214" y="519112"/>
                    </a:cubicBezTo>
                    <a:cubicBezTo>
                      <a:pt x="530976" y="523875"/>
                      <a:pt x="535327" y="529088"/>
                      <a:pt x="540501" y="533400"/>
                    </a:cubicBezTo>
                    <a:cubicBezTo>
                      <a:pt x="544898" y="537064"/>
                      <a:pt x="551213" y="538455"/>
                      <a:pt x="554789" y="542925"/>
                    </a:cubicBezTo>
                    <a:cubicBezTo>
                      <a:pt x="557925" y="546845"/>
                      <a:pt x="557306" y="552722"/>
                      <a:pt x="559551" y="557212"/>
                    </a:cubicBezTo>
                    <a:cubicBezTo>
                      <a:pt x="560555" y="559220"/>
                      <a:pt x="562726" y="560387"/>
                      <a:pt x="564314"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6" name="자유형 113">
                <a:extLst>
                  <a:ext uri="{FF2B5EF4-FFF2-40B4-BE49-F238E27FC236}">
                    <a16:creationId xmlns:a16="http://schemas.microsoft.com/office/drawing/2014/main" id="{BBBF3BB6-085E-4B4D-A9A3-70589BF44189}"/>
                  </a:ext>
                </a:extLst>
              </p:cNvPr>
              <p:cNvSpPr/>
              <p:nvPr/>
            </p:nvSpPr>
            <p:spPr>
              <a:xfrm>
                <a:off x="1903197" y="4808314"/>
                <a:ext cx="81307" cy="398531"/>
              </a:xfrm>
              <a:custGeom>
                <a:avLst/>
                <a:gdLst>
                  <a:gd name="connsiteX0" fmla="*/ 407 w 115624"/>
                  <a:gd name="connsiteY0" fmla="*/ 0 h 566737"/>
                  <a:gd name="connsiteX1" fmla="*/ 19457 w 115624"/>
                  <a:gd name="connsiteY1" fmla="*/ 23812 h 566737"/>
                  <a:gd name="connsiteX2" fmla="*/ 28982 w 115624"/>
                  <a:gd name="connsiteY2" fmla="*/ 38100 h 566737"/>
                  <a:gd name="connsiteX3" fmla="*/ 43269 w 115624"/>
                  <a:gd name="connsiteY3" fmla="*/ 47625 h 566737"/>
                  <a:gd name="connsiteX4" fmla="*/ 67082 w 115624"/>
                  <a:gd name="connsiteY4" fmla="*/ 71437 h 566737"/>
                  <a:gd name="connsiteX5" fmla="*/ 76607 w 115624"/>
                  <a:gd name="connsiteY5" fmla="*/ 85725 h 566737"/>
                  <a:gd name="connsiteX6" fmla="*/ 43269 w 115624"/>
                  <a:gd name="connsiteY6" fmla="*/ 123825 h 566737"/>
                  <a:gd name="connsiteX7" fmla="*/ 38507 w 115624"/>
                  <a:gd name="connsiteY7" fmla="*/ 138112 h 566737"/>
                  <a:gd name="connsiteX8" fmla="*/ 19457 w 115624"/>
                  <a:gd name="connsiteY8" fmla="*/ 166687 h 566737"/>
                  <a:gd name="connsiteX9" fmla="*/ 5169 w 115624"/>
                  <a:gd name="connsiteY9" fmla="*/ 195262 h 566737"/>
                  <a:gd name="connsiteX10" fmla="*/ 407 w 115624"/>
                  <a:gd name="connsiteY10" fmla="*/ 209550 h 566737"/>
                  <a:gd name="connsiteX11" fmla="*/ 33744 w 115624"/>
                  <a:gd name="connsiteY11" fmla="*/ 223837 h 566737"/>
                  <a:gd name="connsiteX12" fmla="*/ 62319 w 115624"/>
                  <a:gd name="connsiteY12" fmla="*/ 238125 h 566737"/>
                  <a:gd name="connsiteX13" fmla="*/ 76607 w 115624"/>
                  <a:gd name="connsiteY13" fmla="*/ 247650 h 566737"/>
                  <a:gd name="connsiteX14" fmla="*/ 105182 w 115624"/>
                  <a:gd name="connsiteY14" fmla="*/ 257175 h 566737"/>
                  <a:gd name="connsiteX15" fmla="*/ 114707 w 115624"/>
                  <a:gd name="connsiteY15" fmla="*/ 409575 h 566737"/>
                  <a:gd name="connsiteX16" fmla="*/ 105182 w 115624"/>
                  <a:gd name="connsiteY16" fmla="*/ 447675 h 566737"/>
                  <a:gd name="connsiteX17" fmla="*/ 86132 w 115624"/>
                  <a:gd name="connsiteY17" fmla="*/ 476250 h 566737"/>
                  <a:gd name="connsiteX18" fmla="*/ 76607 w 115624"/>
                  <a:gd name="connsiteY18" fmla="*/ 490537 h 566737"/>
                  <a:gd name="connsiteX19" fmla="*/ 95657 w 115624"/>
                  <a:gd name="connsiteY19" fmla="*/ 533400 h 566737"/>
                  <a:gd name="connsiteX20" fmla="*/ 100419 w 115624"/>
                  <a:gd name="connsiteY20" fmla="*/ 547687 h 566737"/>
                  <a:gd name="connsiteX21" fmla="*/ 109944 w 115624"/>
                  <a:gd name="connsiteY21" fmla="*/ 566737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624" h="566737">
                    <a:moveTo>
                      <a:pt x="407" y="0"/>
                    </a:moveTo>
                    <a:cubicBezTo>
                      <a:pt x="6757" y="7937"/>
                      <a:pt x="13358" y="15680"/>
                      <a:pt x="19457" y="23812"/>
                    </a:cubicBezTo>
                    <a:cubicBezTo>
                      <a:pt x="22891" y="28391"/>
                      <a:pt x="24935" y="34052"/>
                      <a:pt x="28982" y="38100"/>
                    </a:cubicBezTo>
                    <a:cubicBezTo>
                      <a:pt x="33029" y="42147"/>
                      <a:pt x="38507" y="44450"/>
                      <a:pt x="43269" y="47625"/>
                    </a:cubicBezTo>
                    <a:cubicBezTo>
                      <a:pt x="68671" y="85727"/>
                      <a:pt x="35329" y="39684"/>
                      <a:pt x="67082" y="71437"/>
                    </a:cubicBezTo>
                    <a:cubicBezTo>
                      <a:pt x="71129" y="75484"/>
                      <a:pt x="73432" y="80962"/>
                      <a:pt x="76607" y="85725"/>
                    </a:cubicBezTo>
                    <a:cubicBezTo>
                      <a:pt x="54382" y="119063"/>
                      <a:pt x="67082" y="107950"/>
                      <a:pt x="43269" y="123825"/>
                    </a:cubicBezTo>
                    <a:cubicBezTo>
                      <a:pt x="41682" y="128587"/>
                      <a:pt x="40945" y="133724"/>
                      <a:pt x="38507" y="138112"/>
                    </a:cubicBezTo>
                    <a:cubicBezTo>
                      <a:pt x="32948" y="148119"/>
                      <a:pt x="23077" y="155827"/>
                      <a:pt x="19457" y="166687"/>
                    </a:cubicBezTo>
                    <a:cubicBezTo>
                      <a:pt x="12884" y="186405"/>
                      <a:pt x="17479" y="176798"/>
                      <a:pt x="5169" y="195262"/>
                    </a:cubicBezTo>
                    <a:cubicBezTo>
                      <a:pt x="3582" y="200025"/>
                      <a:pt x="-1457" y="204889"/>
                      <a:pt x="407" y="209550"/>
                    </a:cubicBezTo>
                    <a:cubicBezTo>
                      <a:pt x="4062" y="218687"/>
                      <a:pt x="27528" y="222283"/>
                      <a:pt x="33744" y="223837"/>
                    </a:cubicBezTo>
                    <a:cubicBezTo>
                      <a:pt x="74693" y="251135"/>
                      <a:pt x="22883" y="218406"/>
                      <a:pt x="62319" y="238125"/>
                    </a:cubicBezTo>
                    <a:cubicBezTo>
                      <a:pt x="67439" y="240685"/>
                      <a:pt x="71376" y="245325"/>
                      <a:pt x="76607" y="247650"/>
                    </a:cubicBezTo>
                    <a:cubicBezTo>
                      <a:pt x="85782" y="251728"/>
                      <a:pt x="105182" y="257175"/>
                      <a:pt x="105182" y="257175"/>
                    </a:cubicBezTo>
                    <a:cubicBezTo>
                      <a:pt x="119995" y="316434"/>
                      <a:pt x="114707" y="289672"/>
                      <a:pt x="114707" y="409575"/>
                    </a:cubicBezTo>
                    <a:cubicBezTo>
                      <a:pt x="114707" y="413793"/>
                      <a:pt x="108939" y="440913"/>
                      <a:pt x="105182" y="447675"/>
                    </a:cubicBezTo>
                    <a:cubicBezTo>
                      <a:pt x="99623" y="457682"/>
                      <a:pt x="92482" y="466725"/>
                      <a:pt x="86132" y="476250"/>
                    </a:cubicBezTo>
                    <a:lnTo>
                      <a:pt x="76607" y="490537"/>
                    </a:lnTo>
                    <a:cubicBezTo>
                      <a:pt x="87942" y="524542"/>
                      <a:pt x="80563" y="510758"/>
                      <a:pt x="95657" y="533400"/>
                    </a:cubicBezTo>
                    <a:cubicBezTo>
                      <a:pt x="97244" y="538162"/>
                      <a:pt x="98174" y="543197"/>
                      <a:pt x="100419" y="547687"/>
                    </a:cubicBezTo>
                    <a:cubicBezTo>
                      <a:pt x="110824" y="568499"/>
                      <a:pt x="109944" y="554808"/>
                      <a:pt x="109944" y="566737"/>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7" name="자유형 114">
                <a:extLst>
                  <a:ext uri="{FF2B5EF4-FFF2-40B4-BE49-F238E27FC236}">
                    <a16:creationId xmlns:a16="http://schemas.microsoft.com/office/drawing/2014/main" id="{BC7DB631-2946-4F7F-83CE-A41F8637829B}"/>
                  </a:ext>
                </a:extLst>
              </p:cNvPr>
              <p:cNvSpPr/>
              <p:nvPr/>
            </p:nvSpPr>
            <p:spPr>
              <a:xfrm>
                <a:off x="1126515" y="4800947"/>
                <a:ext cx="867391" cy="412596"/>
              </a:xfrm>
              <a:custGeom>
                <a:avLst/>
                <a:gdLst>
                  <a:gd name="connsiteX0" fmla="*/ 1233487 w 1233487"/>
                  <a:gd name="connsiteY0" fmla="*/ 15239 h 586739"/>
                  <a:gd name="connsiteX1" fmla="*/ 1209675 w 1233487"/>
                  <a:gd name="connsiteY1" fmla="*/ 20002 h 586739"/>
                  <a:gd name="connsiteX2" fmla="*/ 1200150 w 1233487"/>
                  <a:gd name="connsiteY2" fmla="*/ 48577 h 586739"/>
                  <a:gd name="connsiteX3" fmla="*/ 1157287 w 1233487"/>
                  <a:gd name="connsiteY3" fmla="*/ 58102 h 586739"/>
                  <a:gd name="connsiteX4" fmla="*/ 1138237 w 1233487"/>
                  <a:gd name="connsiteY4" fmla="*/ 62864 h 586739"/>
                  <a:gd name="connsiteX5" fmla="*/ 1095375 w 1233487"/>
                  <a:gd name="connsiteY5" fmla="*/ 72389 h 586739"/>
                  <a:gd name="connsiteX6" fmla="*/ 1052512 w 1233487"/>
                  <a:gd name="connsiteY6" fmla="*/ 62864 h 586739"/>
                  <a:gd name="connsiteX7" fmla="*/ 1038225 w 1233487"/>
                  <a:gd name="connsiteY7" fmla="*/ 53339 h 586739"/>
                  <a:gd name="connsiteX8" fmla="*/ 1028700 w 1233487"/>
                  <a:gd name="connsiteY8" fmla="*/ 39052 h 586739"/>
                  <a:gd name="connsiteX9" fmla="*/ 1014412 w 1233487"/>
                  <a:gd name="connsiteY9" fmla="*/ 34289 h 586739"/>
                  <a:gd name="connsiteX10" fmla="*/ 995362 w 1233487"/>
                  <a:gd name="connsiteY10" fmla="*/ 15239 h 586739"/>
                  <a:gd name="connsiteX11" fmla="*/ 985837 w 1233487"/>
                  <a:gd name="connsiteY11" fmla="*/ 952 h 586739"/>
                  <a:gd name="connsiteX12" fmla="*/ 928687 w 1233487"/>
                  <a:gd name="connsiteY12" fmla="*/ 24764 h 586739"/>
                  <a:gd name="connsiteX13" fmla="*/ 914400 w 1233487"/>
                  <a:gd name="connsiteY13" fmla="*/ 34289 h 586739"/>
                  <a:gd name="connsiteX14" fmla="*/ 904875 w 1233487"/>
                  <a:gd name="connsiteY14" fmla="*/ 77152 h 586739"/>
                  <a:gd name="connsiteX15" fmla="*/ 919162 w 1233487"/>
                  <a:gd name="connsiteY15" fmla="*/ 86677 h 586739"/>
                  <a:gd name="connsiteX16" fmla="*/ 938212 w 1233487"/>
                  <a:gd name="connsiteY16" fmla="*/ 143827 h 586739"/>
                  <a:gd name="connsiteX17" fmla="*/ 952500 w 1233487"/>
                  <a:gd name="connsiteY17" fmla="*/ 172402 h 586739"/>
                  <a:gd name="connsiteX18" fmla="*/ 966787 w 1233487"/>
                  <a:gd name="connsiteY18" fmla="*/ 181927 h 586739"/>
                  <a:gd name="connsiteX19" fmla="*/ 976312 w 1233487"/>
                  <a:gd name="connsiteY19" fmla="*/ 196214 h 586739"/>
                  <a:gd name="connsiteX20" fmla="*/ 990600 w 1233487"/>
                  <a:gd name="connsiteY20" fmla="*/ 205739 h 586739"/>
                  <a:gd name="connsiteX21" fmla="*/ 995362 w 1233487"/>
                  <a:gd name="connsiteY21" fmla="*/ 220027 h 586739"/>
                  <a:gd name="connsiteX22" fmla="*/ 1000125 w 1233487"/>
                  <a:gd name="connsiteY22" fmla="*/ 320039 h 586739"/>
                  <a:gd name="connsiteX23" fmla="*/ 1014412 w 1233487"/>
                  <a:gd name="connsiteY23" fmla="*/ 324802 h 586739"/>
                  <a:gd name="connsiteX24" fmla="*/ 1028700 w 1233487"/>
                  <a:gd name="connsiteY24" fmla="*/ 334327 h 586739"/>
                  <a:gd name="connsiteX25" fmla="*/ 1057275 w 1233487"/>
                  <a:gd name="connsiteY25" fmla="*/ 343852 h 586739"/>
                  <a:gd name="connsiteX26" fmla="*/ 1066800 w 1233487"/>
                  <a:gd name="connsiteY26" fmla="*/ 358139 h 586739"/>
                  <a:gd name="connsiteX27" fmla="*/ 1038225 w 1233487"/>
                  <a:gd name="connsiteY27" fmla="*/ 372427 h 586739"/>
                  <a:gd name="connsiteX28" fmla="*/ 1009650 w 1233487"/>
                  <a:gd name="connsiteY28" fmla="*/ 391477 h 586739"/>
                  <a:gd name="connsiteX29" fmla="*/ 995362 w 1233487"/>
                  <a:gd name="connsiteY29" fmla="*/ 401002 h 586739"/>
                  <a:gd name="connsiteX30" fmla="*/ 966787 w 1233487"/>
                  <a:gd name="connsiteY30" fmla="*/ 396239 h 586739"/>
                  <a:gd name="connsiteX31" fmla="*/ 938212 w 1233487"/>
                  <a:gd name="connsiteY31" fmla="*/ 386714 h 586739"/>
                  <a:gd name="connsiteX32" fmla="*/ 885825 w 1233487"/>
                  <a:gd name="connsiteY32" fmla="*/ 391477 h 586739"/>
                  <a:gd name="connsiteX33" fmla="*/ 857250 w 1233487"/>
                  <a:gd name="connsiteY33" fmla="*/ 401002 h 586739"/>
                  <a:gd name="connsiteX34" fmla="*/ 842962 w 1233487"/>
                  <a:gd name="connsiteY34" fmla="*/ 405764 h 586739"/>
                  <a:gd name="connsiteX35" fmla="*/ 809625 w 1233487"/>
                  <a:gd name="connsiteY35" fmla="*/ 367664 h 586739"/>
                  <a:gd name="connsiteX36" fmla="*/ 800100 w 1233487"/>
                  <a:gd name="connsiteY36" fmla="*/ 339089 h 586739"/>
                  <a:gd name="connsiteX37" fmla="*/ 795337 w 1233487"/>
                  <a:gd name="connsiteY37" fmla="*/ 324802 h 586739"/>
                  <a:gd name="connsiteX38" fmla="*/ 790575 w 1233487"/>
                  <a:gd name="connsiteY38" fmla="*/ 281939 h 586739"/>
                  <a:gd name="connsiteX39" fmla="*/ 776287 w 1233487"/>
                  <a:gd name="connsiteY39" fmla="*/ 277177 h 586739"/>
                  <a:gd name="connsiteX40" fmla="*/ 762000 w 1233487"/>
                  <a:gd name="connsiteY40" fmla="*/ 267652 h 586739"/>
                  <a:gd name="connsiteX41" fmla="*/ 747712 w 1233487"/>
                  <a:gd name="connsiteY41" fmla="*/ 262889 h 586739"/>
                  <a:gd name="connsiteX42" fmla="*/ 704850 w 1233487"/>
                  <a:gd name="connsiteY42" fmla="*/ 239077 h 586739"/>
                  <a:gd name="connsiteX43" fmla="*/ 676275 w 1233487"/>
                  <a:gd name="connsiteY43" fmla="*/ 220027 h 586739"/>
                  <a:gd name="connsiteX44" fmla="*/ 661987 w 1233487"/>
                  <a:gd name="connsiteY44" fmla="*/ 215264 h 586739"/>
                  <a:gd name="connsiteX45" fmla="*/ 633412 w 1233487"/>
                  <a:gd name="connsiteY45" fmla="*/ 196214 h 586739"/>
                  <a:gd name="connsiteX46" fmla="*/ 604837 w 1233487"/>
                  <a:gd name="connsiteY46" fmla="*/ 186689 h 586739"/>
                  <a:gd name="connsiteX47" fmla="*/ 576262 w 1233487"/>
                  <a:gd name="connsiteY47" fmla="*/ 196214 h 586739"/>
                  <a:gd name="connsiteX48" fmla="*/ 552450 w 1233487"/>
                  <a:gd name="connsiteY48" fmla="*/ 224789 h 586739"/>
                  <a:gd name="connsiteX49" fmla="*/ 538162 w 1233487"/>
                  <a:gd name="connsiteY49" fmla="*/ 229552 h 586739"/>
                  <a:gd name="connsiteX50" fmla="*/ 542925 w 1233487"/>
                  <a:gd name="connsiteY50" fmla="*/ 286702 h 586739"/>
                  <a:gd name="connsiteX51" fmla="*/ 566737 w 1233487"/>
                  <a:gd name="connsiteY51" fmla="*/ 310514 h 586739"/>
                  <a:gd name="connsiteX52" fmla="*/ 614362 w 1233487"/>
                  <a:gd name="connsiteY52" fmla="*/ 343852 h 586739"/>
                  <a:gd name="connsiteX53" fmla="*/ 628650 w 1233487"/>
                  <a:gd name="connsiteY53" fmla="*/ 348614 h 586739"/>
                  <a:gd name="connsiteX54" fmla="*/ 657225 w 1233487"/>
                  <a:gd name="connsiteY54" fmla="*/ 367664 h 586739"/>
                  <a:gd name="connsiteX55" fmla="*/ 647700 w 1233487"/>
                  <a:gd name="connsiteY55" fmla="*/ 381952 h 586739"/>
                  <a:gd name="connsiteX56" fmla="*/ 600075 w 1233487"/>
                  <a:gd name="connsiteY56" fmla="*/ 396239 h 586739"/>
                  <a:gd name="connsiteX57" fmla="*/ 585787 w 1233487"/>
                  <a:gd name="connsiteY57" fmla="*/ 405764 h 586739"/>
                  <a:gd name="connsiteX58" fmla="*/ 557212 w 1233487"/>
                  <a:gd name="connsiteY58" fmla="*/ 410527 h 586739"/>
                  <a:gd name="connsiteX59" fmla="*/ 542925 w 1233487"/>
                  <a:gd name="connsiteY59" fmla="*/ 415289 h 586739"/>
                  <a:gd name="connsiteX60" fmla="*/ 528637 w 1233487"/>
                  <a:gd name="connsiteY60" fmla="*/ 410527 h 586739"/>
                  <a:gd name="connsiteX61" fmla="*/ 504825 w 1233487"/>
                  <a:gd name="connsiteY61" fmla="*/ 391477 h 586739"/>
                  <a:gd name="connsiteX62" fmla="*/ 471487 w 1233487"/>
                  <a:gd name="connsiteY62" fmla="*/ 396239 h 586739"/>
                  <a:gd name="connsiteX63" fmla="*/ 442912 w 1233487"/>
                  <a:gd name="connsiteY63" fmla="*/ 405764 h 586739"/>
                  <a:gd name="connsiteX64" fmla="*/ 400050 w 1233487"/>
                  <a:gd name="connsiteY64" fmla="*/ 434339 h 586739"/>
                  <a:gd name="connsiteX65" fmla="*/ 385762 w 1233487"/>
                  <a:gd name="connsiteY65" fmla="*/ 443864 h 586739"/>
                  <a:gd name="connsiteX66" fmla="*/ 376237 w 1233487"/>
                  <a:gd name="connsiteY66" fmla="*/ 458152 h 586739"/>
                  <a:gd name="connsiteX67" fmla="*/ 338137 w 1233487"/>
                  <a:gd name="connsiteY67" fmla="*/ 443864 h 586739"/>
                  <a:gd name="connsiteX68" fmla="*/ 323850 w 1233487"/>
                  <a:gd name="connsiteY68" fmla="*/ 439102 h 586739"/>
                  <a:gd name="connsiteX69" fmla="*/ 285750 w 1233487"/>
                  <a:gd name="connsiteY69" fmla="*/ 448627 h 586739"/>
                  <a:gd name="connsiteX70" fmla="*/ 257175 w 1233487"/>
                  <a:gd name="connsiteY70" fmla="*/ 467677 h 586739"/>
                  <a:gd name="connsiteX71" fmla="*/ 242887 w 1233487"/>
                  <a:gd name="connsiteY71" fmla="*/ 477202 h 586739"/>
                  <a:gd name="connsiteX72" fmla="*/ 228600 w 1233487"/>
                  <a:gd name="connsiteY72" fmla="*/ 486727 h 586739"/>
                  <a:gd name="connsiteX73" fmla="*/ 195262 w 1233487"/>
                  <a:gd name="connsiteY73" fmla="*/ 467677 h 586739"/>
                  <a:gd name="connsiteX74" fmla="*/ 166687 w 1233487"/>
                  <a:gd name="connsiteY74" fmla="*/ 448627 h 586739"/>
                  <a:gd name="connsiteX75" fmla="*/ 152400 w 1233487"/>
                  <a:gd name="connsiteY75" fmla="*/ 391477 h 586739"/>
                  <a:gd name="connsiteX76" fmla="*/ 138112 w 1233487"/>
                  <a:gd name="connsiteY76" fmla="*/ 386714 h 586739"/>
                  <a:gd name="connsiteX77" fmla="*/ 66675 w 1233487"/>
                  <a:gd name="connsiteY77" fmla="*/ 381952 h 586739"/>
                  <a:gd name="connsiteX78" fmla="*/ 23812 w 1233487"/>
                  <a:gd name="connsiteY78" fmla="*/ 386714 h 586739"/>
                  <a:gd name="connsiteX79" fmla="*/ 4762 w 1233487"/>
                  <a:gd name="connsiteY79" fmla="*/ 420052 h 586739"/>
                  <a:gd name="connsiteX80" fmla="*/ 0 w 1233487"/>
                  <a:gd name="connsiteY80" fmla="*/ 453389 h 586739"/>
                  <a:gd name="connsiteX81" fmla="*/ 4762 w 1233487"/>
                  <a:gd name="connsiteY81" fmla="*/ 472439 h 586739"/>
                  <a:gd name="connsiteX82" fmla="*/ 23812 w 1233487"/>
                  <a:gd name="connsiteY82" fmla="*/ 477202 h 586739"/>
                  <a:gd name="connsiteX83" fmla="*/ 71437 w 1233487"/>
                  <a:gd name="connsiteY83" fmla="*/ 491489 h 586739"/>
                  <a:gd name="connsiteX84" fmla="*/ 76200 w 1233487"/>
                  <a:gd name="connsiteY84" fmla="*/ 505777 h 586739"/>
                  <a:gd name="connsiteX85" fmla="*/ 85725 w 1233487"/>
                  <a:gd name="connsiteY85" fmla="*/ 520064 h 586739"/>
                  <a:gd name="connsiteX86" fmla="*/ 95250 w 1233487"/>
                  <a:gd name="connsiteY86" fmla="*/ 558164 h 586739"/>
                  <a:gd name="connsiteX87" fmla="*/ 104775 w 1233487"/>
                  <a:gd name="connsiteY87" fmla="*/ 586739 h 586739"/>
                  <a:gd name="connsiteX88" fmla="*/ 114300 w 1233487"/>
                  <a:gd name="connsiteY88" fmla="*/ 586739 h 5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33487" h="586739">
                    <a:moveTo>
                      <a:pt x="1233487" y="15239"/>
                    </a:moveTo>
                    <a:cubicBezTo>
                      <a:pt x="1225550" y="16827"/>
                      <a:pt x="1215399" y="14278"/>
                      <a:pt x="1209675" y="20002"/>
                    </a:cubicBezTo>
                    <a:cubicBezTo>
                      <a:pt x="1202576" y="27102"/>
                      <a:pt x="1209675" y="45402"/>
                      <a:pt x="1200150" y="48577"/>
                    </a:cubicBezTo>
                    <a:cubicBezTo>
                      <a:pt x="1172344" y="57844"/>
                      <a:pt x="1199194" y="49721"/>
                      <a:pt x="1157287" y="58102"/>
                    </a:cubicBezTo>
                    <a:cubicBezTo>
                      <a:pt x="1150869" y="59386"/>
                      <a:pt x="1144627" y="61444"/>
                      <a:pt x="1138237" y="62864"/>
                    </a:cubicBezTo>
                    <a:cubicBezTo>
                      <a:pt x="1083822" y="74956"/>
                      <a:pt x="1141834" y="60775"/>
                      <a:pt x="1095375" y="72389"/>
                    </a:cubicBezTo>
                    <a:cubicBezTo>
                      <a:pt x="1084396" y="70559"/>
                      <a:pt x="1064238" y="68727"/>
                      <a:pt x="1052512" y="62864"/>
                    </a:cubicBezTo>
                    <a:cubicBezTo>
                      <a:pt x="1047393" y="60304"/>
                      <a:pt x="1042987" y="56514"/>
                      <a:pt x="1038225" y="53339"/>
                    </a:cubicBezTo>
                    <a:cubicBezTo>
                      <a:pt x="1035050" y="48577"/>
                      <a:pt x="1033169" y="42628"/>
                      <a:pt x="1028700" y="39052"/>
                    </a:cubicBezTo>
                    <a:cubicBezTo>
                      <a:pt x="1024780" y="35916"/>
                      <a:pt x="1017962" y="37839"/>
                      <a:pt x="1014412" y="34289"/>
                    </a:cubicBezTo>
                    <a:cubicBezTo>
                      <a:pt x="989011" y="8888"/>
                      <a:pt x="1033465" y="27941"/>
                      <a:pt x="995362" y="15239"/>
                    </a:cubicBezTo>
                    <a:cubicBezTo>
                      <a:pt x="992187" y="10477"/>
                      <a:pt x="991390" y="2340"/>
                      <a:pt x="985837" y="952"/>
                    </a:cubicBezTo>
                    <a:cubicBezTo>
                      <a:pt x="964091" y="-4485"/>
                      <a:pt x="943815" y="14679"/>
                      <a:pt x="928687" y="24764"/>
                    </a:cubicBezTo>
                    <a:lnTo>
                      <a:pt x="914400" y="34289"/>
                    </a:lnTo>
                    <a:cubicBezTo>
                      <a:pt x="898525" y="58102"/>
                      <a:pt x="885825" y="58101"/>
                      <a:pt x="904875" y="77152"/>
                    </a:cubicBezTo>
                    <a:cubicBezTo>
                      <a:pt x="908922" y="81199"/>
                      <a:pt x="914400" y="83502"/>
                      <a:pt x="919162" y="86677"/>
                    </a:cubicBezTo>
                    <a:lnTo>
                      <a:pt x="938212" y="143827"/>
                    </a:lnTo>
                    <a:cubicBezTo>
                      <a:pt x="942085" y="155446"/>
                      <a:pt x="943270" y="163171"/>
                      <a:pt x="952500" y="172402"/>
                    </a:cubicBezTo>
                    <a:cubicBezTo>
                      <a:pt x="956547" y="176449"/>
                      <a:pt x="962025" y="178752"/>
                      <a:pt x="966787" y="181927"/>
                    </a:cubicBezTo>
                    <a:cubicBezTo>
                      <a:pt x="969962" y="186689"/>
                      <a:pt x="972265" y="192167"/>
                      <a:pt x="976312" y="196214"/>
                    </a:cubicBezTo>
                    <a:cubicBezTo>
                      <a:pt x="980360" y="200261"/>
                      <a:pt x="987024" y="201269"/>
                      <a:pt x="990600" y="205739"/>
                    </a:cubicBezTo>
                    <a:cubicBezTo>
                      <a:pt x="993736" y="209659"/>
                      <a:pt x="993775" y="215264"/>
                      <a:pt x="995362" y="220027"/>
                    </a:cubicBezTo>
                    <a:cubicBezTo>
                      <a:pt x="996950" y="253364"/>
                      <a:pt x="994155" y="287202"/>
                      <a:pt x="1000125" y="320039"/>
                    </a:cubicBezTo>
                    <a:cubicBezTo>
                      <a:pt x="1001023" y="324978"/>
                      <a:pt x="1009922" y="322557"/>
                      <a:pt x="1014412" y="324802"/>
                    </a:cubicBezTo>
                    <a:cubicBezTo>
                      <a:pt x="1019532" y="327362"/>
                      <a:pt x="1023469" y="332002"/>
                      <a:pt x="1028700" y="334327"/>
                    </a:cubicBezTo>
                    <a:cubicBezTo>
                      <a:pt x="1037875" y="338405"/>
                      <a:pt x="1057275" y="343852"/>
                      <a:pt x="1057275" y="343852"/>
                    </a:cubicBezTo>
                    <a:cubicBezTo>
                      <a:pt x="1060450" y="348614"/>
                      <a:pt x="1067923" y="352527"/>
                      <a:pt x="1066800" y="358139"/>
                    </a:cubicBezTo>
                    <a:cubicBezTo>
                      <a:pt x="1065214" y="366066"/>
                      <a:pt x="1043139" y="369697"/>
                      <a:pt x="1038225" y="372427"/>
                    </a:cubicBezTo>
                    <a:cubicBezTo>
                      <a:pt x="1028218" y="377987"/>
                      <a:pt x="1019175" y="385127"/>
                      <a:pt x="1009650" y="391477"/>
                    </a:cubicBezTo>
                    <a:lnTo>
                      <a:pt x="995362" y="401002"/>
                    </a:lnTo>
                    <a:cubicBezTo>
                      <a:pt x="985837" y="399414"/>
                      <a:pt x="976155" y="398581"/>
                      <a:pt x="966787" y="396239"/>
                    </a:cubicBezTo>
                    <a:cubicBezTo>
                      <a:pt x="957047" y="393804"/>
                      <a:pt x="938212" y="386714"/>
                      <a:pt x="938212" y="386714"/>
                    </a:cubicBezTo>
                    <a:cubicBezTo>
                      <a:pt x="920750" y="388302"/>
                      <a:pt x="903093" y="388430"/>
                      <a:pt x="885825" y="391477"/>
                    </a:cubicBezTo>
                    <a:cubicBezTo>
                      <a:pt x="875938" y="393222"/>
                      <a:pt x="866775" y="397827"/>
                      <a:pt x="857250" y="401002"/>
                    </a:cubicBezTo>
                    <a:lnTo>
                      <a:pt x="842962" y="405764"/>
                    </a:lnTo>
                    <a:cubicBezTo>
                      <a:pt x="826294" y="394651"/>
                      <a:pt x="817562" y="391476"/>
                      <a:pt x="809625" y="367664"/>
                    </a:cubicBezTo>
                    <a:lnTo>
                      <a:pt x="800100" y="339089"/>
                    </a:lnTo>
                    <a:lnTo>
                      <a:pt x="795337" y="324802"/>
                    </a:lnTo>
                    <a:cubicBezTo>
                      <a:pt x="793750" y="310514"/>
                      <a:pt x="795914" y="295286"/>
                      <a:pt x="790575" y="281939"/>
                    </a:cubicBezTo>
                    <a:cubicBezTo>
                      <a:pt x="788711" y="277278"/>
                      <a:pt x="780777" y="279422"/>
                      <a:pt x="776287" y="277177"/>
                    </a:cubicBezTo>
                    <a:cubicBezTo>
                      <a:pt x="771168" y="274617"/>
                      <a:pt x="767119" y="270212"/>
                      <a:pt x="762000" y="267652"/>
                    </a:cubicBezTo>
                    <a:cubicBezTo>
                      <a:pt x="757510" y="265407"/>
                      <a:pt x="752101" y="265327"/>
                      <a:pt x="747712" y="262889"/>
                    </a:cubicBezTo>
                    <a:cubicBezTo>
                      <a:pt x="698587" y="235597"/>
                      <a:pt x="737177" y="249852"/>
                      <a:pt x="704850" y="239077"/>
                    </a:cubicBezTo>
                    <a:cubicBezTo>
                      <a:pt x="695325" y="232727"/>
                      <a:pt x="687135" y="223647"/>
                      <a:pt x="676275" y="220027"/>
                    </a:cubicBezTo>
                    <a:cubicBezTo>
                      <a:pt x="671512" y="218439"/>
                      <a:pt x="666376" y="217702"/>
                      <a:pt x="661987" y="215264"/>
                    </a:cubicBezTo>
                    <a:cubicBezTo>
                      <a:pt x="651980" y="209705"/>
                      <a:pt x="644272" y="199834"/>
                      <a:pt x="633412" y="196214"/>
                    </a:cubicBezTo>
                    <a:lnTo>
                      <a:pt x="604837" y="186689"/>
                    </a:lnTo>
                    <a:cubicBezTo>
                      <a:pt x="595312" y="189864"/>
                      <a:pt x="581831" y="187860"/>
                      <a:pt x="576262" y="196214"/>
                    </a:cubicBezTo>
                    <a:cubicBezTo>
                      <a:pt x="569234" y="206757"/>
                      <a:pt x="563451" y="217455"/>
                      <a:pt x="552450" y="224789"/>
                    </a:cubicBezTo>
                    <a:cubicBezTo>
                      <a:pt x="548273" y="227574"/>
                      <a:pt x="542925" y="227964"/>
                      <a:pt x="538162" y="229552"/>
                    </a:cubicBezTo>
                    <a:cubicBezTo>
                      <a:pt x="539750" y="248602"/>
                      <a:pt x="539176" y="267957"/>
                      <a:pt x="542925" y="286702"/>
                    </a:cubicBezTo>
                    <a:cubicBezTo>
                      <a:pt x="545465" y="299401"/>
                      <a:pt x="557848" y="304164"/>
                      <a:pt x="566737" y="310514"/>
                    </a:cubicBezTo>
                    <a:cubicBezTo>
                      <a:pt x="576246" y="317307"/>
                      <a:pt x="606150" y="341115"/>
                      <a:pt x="614362" y="343852"/>
                    </a:cubicBezTo>
                    <a:lnTo>
                      <a:pt x="628650" y="348614"/>
                    </a:lnTo>
                    <a:cubicBezTo>
                      <a:pt x="638175" y="354964"/>
                      <a:pt x="663575" y="358139"/>
                      <a:pt x="657225" y="367664"/>
                    </a:cubicBezTo>
                    <a:cubicBezTo>
                      <a:pt x="654050" y="372427"/>
                      <a:pt x="652554" y="378918"/>
                      <a:pt x="647700" y="381952"/>
                    </a:cubicBezTo>
                    <a:cubicBezTo>
                      <a:pt x="639968" y="386784"/>
                      <a:pt x="611229" y="393451"/>
                      <a:pt x="600075" y="396239"/>
                    </a:cubicBezTo>
                    <a:cubicBezTo>
                      <a:pt x="595312" y="399414"/>
                      <a:pt x="591217" y="403954"/>
                      <a:pt x="585787" y="405764"/>
                    </a:cubicBezTo>
                    <a:cubicBezTo>
                      <a:pt x="576626" y="408818"/>
                      <a:pt x="566638" y="408432"/>
                      <a:pt x="557212" y="410527"/>
                    </a:cubicBezTo>
                    <a:cubicBezTo>
                      <a:pt x="552312" y="411616"/>
                      <a:pt x="547687" y="413702"/>
                      <a:pt x="542925" y="415289"/>
                    </a:cubicBezTo>
                    <a:cubicBezTo>
                      <a:pt x="538162" y="413702"/>
                      <a:pt x="532557" y="413663"/>
                      <a:pt x="528637" y="410527"/>
                    </a:cubicBezTo>
                    <a:cubicBezTo>
                      <a:pt x="497862" y="385907"/>
                      <a:pt x="540737" y="403447"/>
                      <a:pt x="504825" y="391477"/>
                    </a:cubicBezTo>
                    <a:cubicBezTo>
                      <a:pt x="493712" y="393064"/>
                      <a:pt x="482425" y="393715"/>
                      <a:pt x="471487" y="396239"/>
                    </a:cubicBezTo>
                    <a:cubicBezTo>
                      <a:pt x="461704" y="398497"/>
                      <a:pt x="442912" y="405764"/>
                      <a:pt x="442912" y="405764"/>
                    </a:cubicBezTo>
                    <a:lnTo>
                      <a:pt x="400050" y="434339"/>
                    </a:lnTo>
                    <a:lnTo>
                      <a:pt x="385762" y="443864"/>
                    </a:lnTo>
                    <a:cubicBezTo>
                      <a:pt x="382587" y="448627"/>
                      <a:pt x="381741" y="456579"/>
                      <a:pt x="376237" y="458152"/>
                    </a:cubicBezTo>
                    <a:cubicBezTo>
                      <a:pt x="358697" y="463163"/>
                      <a:pt x="350756" y="450173"/>
                      <a:pt x="338137" y="443864"/>
                    </a:cubicBezTo>
                    <a:cubicBezTo>
                      <a:pt x="333647" y="441619"/>
                      <a:pt x="328612" y="440689"/>
                      <a:pt x="323850" y="439102"/>
                    </a:cubicBezTo>
                    <a:cubicBezTo>
                      <a:pt x="317247" y="440422"/>
                      <a:pt x="293991" y="444049"/>
                      <a:pt x="285750" y="448627"/>
                    </a:cubicBezTo>
                    <a:cubicBezTo>
                      <a:pt x="275743" y="454187"/>
                      <a:pt x="266700" y="461327"/>
                      <a:pt x="257175" y="467677"/>
                    </a:cubicBezTo>
                    <a:lnTo>
                      <a:pt x="242887" y="477202"/>
                    </a:lnTo>
                    <a:lnTo>
                      <a:pt x="228600" y="486727"/>
                    </a:lnTo>
                    <a:cubicBezTo>
                      <a:pt x="180821" y="477170"/>
                      <a:pt x="222254" y="491295"/>
                      <a:pt x="195262" y="467677"/>
                    </a:cubicBezTo>
                    <a:cubicBezTo>
                      <a:pt x="186647" y="460139"/>
                      <a:pt x="166687" y="448627"/>
                      <a:pt x="166687" y="448627"/>
                    </a:cubicBezTo>
                    <a:cubicBezTo>
                      <a:pt x="135225" y="401432"/>
                      <a:pt x="192862" y="492631"/>
                      <a:pt x="152400" y="391477"/>
                    </a:cubicBezTo>
                    <a:cubicBezTo>
                      <a:pt x="150535" y="386816"/>
                      <a:pt x="143102" y="387268"/>
                      <a:pt x="138112" y="386714"/>
                    </a:cubicBezTo>
                    <a:cubicBezTo>
                      <a:pt x="114393" y="384079"/>
                      <a:pt x="90487" y="383539"/>
                      <a:pt x="66675" y="381952"/>
                    </a:cubicBezTo>
                    <a:cubicBezTo>
                      <a:pt x="52387" y="383539"/>
                      <a:pt x="37758" y="383228"/>
                      <a:pt x="23812" y="386714"/>
                    </a:cubicBezTo>
                    <a:cubicBezTo>
                      <a:pt x="5037" y="391408"/>
                      <a:pt x="7469" y="403810"/>
                      <a:pt x="4762" y="420052"/>
                    </a:cubicBezTo>
                    <a:cubicBezTo>
                      <a:pt x="2917" y="431124"/>
                      <a:pt x="1587" y="442277"/>
                      <a:pt x="0" y="453389"/>
                    </a:cubicBezTo>
                    <a:cubicBezTo>
                      <a:pt x="1587" y="459739"/>
                      <a:pt x="134" y="467811"/>
                      <a:pt x="4762" y="472439"/>
                    </a:cubicBezTo>
                    <a:cubicBezTo>
                      <a:pt x="9390" y="477067"/>
                      <a:pt x="17543" y="475321"/>
                      <a:pt x="23812" y="477202"/>
                    </a:cubicBezTo>
                    <a:cubicBezTo>
                      <a:pt x="81762" y="494588"/>
                      <a:pt x="27545" y="480517"/>
                      <a:pt x="71437" y="491489"/>
                    </a:cubicBezTo>
                    <a:cubicBezTo>
                      <a:pt x="73025" y="496252"/>
                      <a:pt x="73955" y="501287"/>
                      <a:pt x="76200" y="505777"/>
                    </a:cubicBezTo>
                    <a:cubicBezTo>
                      <a:pt x="78760" y="510896"/>
                      <a:pt x="83769" y="514685"/>
                      <a:pt x="85725" y="520064"/>
                    </a:cubicBezTo>
                    <a:cubicBezTo>
                      <a:pt x="90199" y="532367"/>
                      <a:pt x="91110" y="545745"/>
                      <a:pt x="95250" y="558164"/>
                    </a:cubicBezTo>
                    <a:cubicBezTo>
                      <a:pt x="98425" y="567689"/>
                      <a:pt x="94735" y="586739"/>
                      <a:pt x="104775" y="586739"/>
                    </a:cubicBezTo>
                    <a:lnTo>
                      <a:pt x="114300" y="586739"/>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8" name="자유형 116">
                <a:extLst>
                  <a:ext uri="{FF2B5EF4-FFF2-40B4-BE49-F238E27FC236}">
                    <a16:creationId xmlns:a16="http://schemas.microsoft.com/office/drawing/2014/main" id="{DA1E5640-37A4-49CA-9A44-2C59DB240316}"/>
                  </a:ext>
                </a:extLst>
              </p:cNvPr>
              <p:cNvSpPr/>
              <p:nvPr/>
            </p:nvSpPr>
            <p:spPr>
              <a:xfrm>
                <a:off x="2013999" y="4801616"/>
                <a:ext cx="267920" cy="408578"/>
              </a:xfrm>
              <a:custGeom>
                <a:avLst/>
                <a:gdLst>
                  <a:gd name="connsiteX0" fmla="*/ 0 w 381000"/>
                  <a:gd name="connsiteY0" fmla="*/ 0 h 581025"/>
                  <a:gd name="connsiteX1" fmla="*/ 23813 w 381000"/>
                  <a:gd name="connsiteY1" fmla="*/ 4762 h 581025"/>
                  <a:gd name="connsiteX2" fmla="*/ 38100 w 381000"/>
                  <a:gd name="connsiteY2" fmla="*/ 19050 h 581025"/>
                  <a:gd name="connsiteX3" fmla="*/ 80963 w 381000"/>
                  <a:gd name="connsiteY3" fmla="*/ 42862 h 581025"/>
                  <a:gd name="connsiteX4" fmla="*/ 109538 w 381000"/>
                  <a:gd name="connsiteY4" fmla="*/ 57150 h 581025"/>
                  <a:gd name="connsiteX5" fmla="*/ 138113 w 381000"/>
                  <a:gd name="connsiteY5" fmla="*/ 71437 h 581025"/>
                  <a:gd name="connsiteX6" fmla="*/ 147638 w 381000"/>
                  <a:gd name="connsiteY6" fmla="*/ 85725 h 581025"/>
                  <a:gd name="connsiteX7" fmla="*/ 142875 w 381000"/>
                  <a:gd name="connsiteY7" fmla="*/ 100012 h 581025"/>
                  <a:gd name="connsiteX8" fmla="*/ 114300 w 381000"/>
                  <a:gd name="connsiteY8" fmla="*/ 128587 h 581025"/>
                  <a:gd name="connsiteX9" fmla="*/ 104775 w 381000"/>
                  <a:gd name="connsiteY9" fmla="*/ 142875 h 581025"/>
                  <a:gd name="connsiteX10" fmla="*/ 90488 w 381000"/>
                  <a:gd name="connsiteY10" fmla="*/ 147637 h 581025"/>
                  <a:gd name="connsiteX11" fmla="*/ 85725 w 381000"/>
                  <a:gd name="connsiteY11" fmla="*/ 161925 h 581025"/>
                  <a:gd name="connsiteX12" fmla="*/ 71438 w 381000"/>
                  <a:gd name="connsiteY12" fmla="*/ 171450 h 581025"/>
                  <a:gd name="connsiteX13" fmla="*/ 61913 w 381000"/>
                  <a:gd name="connsiteY13" fmla="*/ 200025 h 581025"/>
                  <a:gd name="connsiteX14" fmla="*/ 76200 w 381000"/>
                  <a:gd name="connsiteY14" fmla="*/ 204787 h 581025"/>
                  <a:gd name="connsiteX15" fmla="*/ 104775 w 381000"/>
                  <a:gd name="connsiteY15" fmla="*/ 223837 h 581025"/>
                  <a:gd name="connsiteX16" fmla="*/ 109538 w 381000"/>
                  <a:gd name="connsiteY16" fmla="*/ 238125 h 581025"/>
                  <a:gd name="connsiteX17" fmla="*/ 100013 w 381000"/>
                  <a:gd name="connsiteY17" fmla="*/ 290512 h 581025"/>
                  <a:gd name="connsiteX18" fmla="*/ 95250 w 381000"/>
                  <a:gd name="connsiteY18" fmla="*/ 314325 h 581025"/>
                  <a:gd name="connsiteX19" fmla="*/ 85725 w 381000"/>
                  <a:gd name="connsiteY19" fmla="*/ 342900 h 581025"/>
                  <a:gd name="connsiteX20" fmla="*/ 90488 w 381000"/>
                  <a:gd name="connsiteY20" fmla="*/ 390525 h 581025"/>
                  <a:gd name="connsiteX21" fmla="*/ 95250 w 381000"/>
                  <a:gd name="connsiteY21" fmla="*/ 404812 h 581025"/>
                  <a:gd name="connsiteX22" fmla="*/ 114300 w 381000"/>
                  <a:gd name="connsiteY22" fmla="*/ 400050 h 581025"/>
                  <a:gd name="connsiteX23" fmla="*/ 157163 w 381000"/>
                  <a:gd name="connsiteY23" fmla="*/ 390525 h 581025"/>
                  <a:gd name="connsiteX24" fmla="*/ 171450 w 381000"/>
                  <a:gd name="connsiteY24" fmla="*/ 385762 h 581025"/>
                  <a:gd name="connsiteX25" fmla="*/ 185738 w 381000"/>
                  <a:gd name="connsiteY25" fmla="*/ 376237 h 581025"/>
                  <a:gd name="connsiteX26" fmla="*/ 204788 w 381000"/>
                  <a:gd name="connsiteY26" fmla="*/ 371475 h 581025"/>
                  <a:gd name="connsiteX27" fmla="*/ 247650 w 381000"/>
                  <a:gd name="connsiteY27" fmla="*/ 352425 h 581025"/>
                  <a:gd name="connsiteX28" fmla="*/ 271463 w 381000"/>
                  <a:gd name="connsiteY28" fmla="*/ 347662 h 581025"/>
                  <a:gd name="connsiteX29" fmla="*/ 285750 w 381000"/>
                  <a:gd name="connsiteY29" fmla="*/ 342900 h 581025"/>
                  <a:gd name="connsiteX30" fmla="*/ 309563 w 381000"/>
                  <a:gd name="connsiteY30" fmla="*/ 371475 h 581025"/>
                  <a:gd name="connsiteX31" fmla="*/ 314325 w 381000"/>
                  <a:gd name="connsiteY31" fmla="*/ 385762 h 581025"/>
                  <a:gd name="connsiteX32" fmla="*/ 323850 w 381000"/>
                  <a:gd name="connsiteY32" fmla="*/ 400050 h 581025"/>
                  <a:gd name="connsiteX33" fmla="*/ 338138 w 381000"/>
                  <a:gd name="connsiteY33" fmla="*/ 428625 h 581025"/>
                  <a:gd name="connsiteX34" fmla="*/ 352425 w 381000"/>
                  <a:gd name="connsiteY34" fmla="*/ 438150 h 581025"/>
                  <a:gd name="connsiteX35" fmla="*/ 381000 w 381000"/>
                  <a:gd name="connsiteY35" fmla="*/ 461962 h 581025"/>
                  <a:gd name="connsiteX36" fmla="*/ 376238 w 381000"/>
                  <a:gd name="connsiteY36" fmla="*/ 557212 h 581025"/>
                  <a:gd name="connsiteX37" fmla="*/ 371475 w 381000"/>
                  <a:gd name="connsiteY37" fmla="*/ 581025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1000" h="581025">
                    <a:moveTo>
                      <a:pt x="0" y="0"/>
                    </a:moveTo>
                    <a:cubicBezTo>
                      <a:pt x="7938" y="1587"/>
                      <a:pt x="16573" y="1142"/>
                      <a:pt x="23813" y="4762"/>
                    </a:cubicBezTo>
                    <a:cubicBezTo>
                      <a:pt x="29837" y="7774"/>
                      <a:pt x="32784" y="14915"/>
                      <a:pt x="38100" y="19050"/>
                    </a:cubicBezTo>
                    <a:cubicBezTo>
                      <a:pt x="62664" y="38156"/>
                      <a:pt x="59406" y="35677"/>
                      <a:pt x="80963" y="42862"/>
                    </a:cubicBezTo>
                    <a:cubicBezTo>
                      <a:pt x="121906" y="70158"/>
                      <a:pt x="70104" y="37432"/>
                      <a:pt x="109538" y="57150"/>
                    </a:cubicBezTo>
                    <a:cubicBezTo>
                      <a:pt x="146460" y="75611"/>
                      <a:pt x="102206" y="59470"/>
                      <a:pt x="138113" y="71437"/>
                    </a:cubicBezTo>
                    <a:cubicBezTo>
                      <a:pt x="141288" y="76200"/>
                      <a:pt x="146697" y="80079"/>
                      <a:pt x="147638" y="85725"/>
                    </a:cubicBezTo>
                    <a:cubicBezTo>
                      <a:pt x="148463" y="90677"/>
                      <a:pt x="145957" y="96049"/>
                      <a:pt x="142875" y="100012"/>
                    </a:cubicBezTo>
                    <a:cubicBezTo>
                      <a:pt x="134605" y="110645"/>
                      <a:pt x="121772" y="117379"/>
                      <a:pt x="114300" y="128587"/>
                    </a:cubicBezTo>
                    <a:cubicBezTo>
                      <a:pt x="111125" y="133350"/>
                      <a:pt x="109245" y="139299"/>
                      <a:pt x="104775" y="142875"/>
                    </a:cubicBezTo>
                    <a:cubicBezTo>
                      <a:pt x="100855" y="146011"/>
                      <a:pt x="95250" y="146050"/>
                      <a:pt x="90488" y="147637"/>
                    </a:cubicBezTo>
                    <a:cubicBezTo>
                      <a:pt x="88900" y="152400"/>
                      <a:pt x="88861" y="158005"/>
                      <a:pt x="85725" y="161925"/>
                    </a:cubicBezTo>
                    <a:cubicBezTo>
                      <a:pt x="82149" y="166394"/>
                      <a:pt x="74471" y="166596"/>
                      <a:pt x="71438" y="171450"/>
                    </a:cubicBezTo>
                    <a:cubicBezTo>
                      <a:pt x="66117" y="179964"/>
                      <a:pt x="61913" y="200025"/>
                      <a:pt x="61913" y="200025"/>
                    </a:cubicBezTo>
                    <a:cubicBezTo>
                      <a:pt x="66675" y="201612"/>
                      <a:pt x="71812" y="202349"/>
                      <a:pt x="76200" y="204787"/>
                    </a:cubicBezTo>
                    <a:cubicBezTo>
                      <a:pt x="86207" y="210346"/>
                      <a:pt x="104775" y="223837"/>
                      <a:pt x="104775" y="223837"/>
                    </a:cubicBezTo>
                    <a:cubicBezTo>
                      <a:pt x="106363" y="228600"/>
                      <a:pt x="109538" y="233105"/>
                      <a:pt x="109538" y="238125"/>
                    </a:cubicBezTo>
                    <a:cubicBezTo>
                      <a:pt x="109538" y="258755"/>
                      <a:pt x="104180" y="271760"/>
                      <a:pt x="100013" y="290512"/>
                    </a:cubicBezTo>
                    <a:cubicBezTo>
                      <a:pt x="98257" y="298414"/>
                      <a:pt x="97380" y="306515"/>
                      <a:pt x="95250" y="314325"/>
                    </a:cubicBezTo>
                    <a:cubicBezTo>
                      <a:pt x="92608" y="324011"/>
                      <a:pt x="85725" y="342900"/>
                      <a:pt x="85725" y="342900"/>
                    </a:cubicBezTo>
                    <a:cubicBezTo>
                      <a:pt x="87313" y="358775"/>
                      <a:pt x="88062" y="374756"/>
                      <a:pt x="90488" y="390525"/>
                    </a:cubicBezTo>
                    <a:cubicBezTo>
                      <a:pt x="91251" y="395487"/>
                      <a:pt x="90589" y="402948"/>
                      <a:pt x="95250" y="404812"/>
                    </a:cubicBezTo>
                    <a:cubicBezTo>
                      <a:pt x="101327" y="407243"/>
                      <a:pt x="108006" y="401848"/>
                      <a:pt x="114300" y="400050"/>
                    </a:cubicBezTo>
                    <a:cubicBezTo>
                      <a:pt x="147133" y="390669"/>
                      <a:pt x="105586" y="399120"/>
                      <a:pt x="157163" y="390525"/>
                    </a:cubicBezTo>
                    <a:cubicBezTo>
                      <a:pt x="161925" y="388937"/>
                      <a:pt x="166960" y="388007"/>
                      <a:pt x="171450" y="385762"/>
                    </a:cubicBezTo>
                    <a:cubicBezTo>
                      <a:pt x="176570" y="383202"/>
                      <a:pt x="180477" y="378492"/>
                      <a:pt x="185738" y="376237"/>
                    </a:cubicBezTo>
                    <a:cubicBezTo>
                      <a:pt x="191754" y="373659"/>
                      <a:pt x="198438" y="373062"/>
                      <a:pt x="204788" y="371475"/>
                    </a:cubicBezTo>
                    <a:cubicBezTo>
                      <a:pt x="218859" y="364439"/>
                      <a:pt x="232449" y="356986"/>
                      <a:pt x="247650" y="352425"/>
                    </a:cubicBezTo>
                    <a:cubicBezTo>
                      <a:pt x="255403" y="350099"/>
                      <a:pt x="263610" y="349625"/>
                      <a:pt x="271463" y="347662"/>
                    </a:cubicBezTo>
                    <a:cubicBezTo>
                      <a:pt x="276333" y="346444"/>
                      <a:pt x="280988" y="344487"/>
                      <a:pt x="285750" y="342900"/>
                    </a:cubicBezTo>
                    <a:cubicBezTo>
                      <a:pt x="296285" y="353434"/>
                      <a:pt x="302932" y="358212"/>
                      <a:pt x="309563" y="371475"/>
                    </a:cubicBezTo>
                    <a:cubicBezTo>
                      <a:pt x="311808" y="375965"/>
                      <a:pt x="312080" y="381272"/>
                      <a:pt x="314325" y="385762"/>
                    </a:cubicBezTo>
                    <a:cubicBezTo>
                      <a:pt x="316885" y="390882"/>
                      <a:pt x="321290" y="394930"/>
                      <a:pt x="323850" y="400050"/>
                    </a:cubicBezTo>
                    <a:cubicBezTo>
                      <a:pt x="331596" y="415542"/>
                      <a:pt x="324491" y="414977"/>
                      <a:pt x="338138" y="428625"/>
                    </a:cubicBezTo>
                    <a:cubicBezTo>
                      <a:pt x="342185" y="432672"/>
                      <a:pt x="348028" y="434486"/>
                      <a:pt x="352425" y="438150"/>
                    </a:cubicBezTo>
                    <a:cubicBezTo>
                      <a:pt x="389094" y="468707"/>
                      <a:pt x="345528" y="438313"/>
                      <a:pt x="381000" y="461962"/>
                    </a:cubicBezTo>
                    <a:cubicBezTo>
                      <a:pt x="379413" y="493712"/>
                      <a:pt x="378773" y="525524"/>
                      <a:pt x="376238" y="557212"/>
                    </a:cubicBezTo>
                    <a:cubicBezTo>
                      <a:pt x="375592" y="565281"/>
                      <a:pt x="371475" y="581025"/>
                      <a:pt x="371475" y="58102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95" name="그룹 594">
              <a:extLst>
                <a:ext uri="{FF2B5EF4-FFF2-40B4-BE49-F238E27FC236}">
                  <a16:creationId xmlns:a16="http://schemas.microsoft.com/office/drawing/2014/main" id="{C120F8B3-0C7D-459E-B523-29FA9C3D1932}"/>
                </a:ext>
              </a:extLst>
            </p:cNvPr>
            <p:cNvGrpSpPr/>
            <p:nvPr/>
          </p:nvGrpSpPr>
          <p:grpSpPr>
            <a:xfrm>
              <a:off x="4760228" y="5461937"/>
              <a:ext cx="1095881" cy="309719"/>
              <a:chOff x="1000330" y="4798267"/>
              <a:chExt cx="1469373" cy="415276"/>
            </a:xfrm>
          </p:grpSpPr>
          <p:grpSp>
            <p:nvGrpSpPr>
              <p:cNvPr id="596" name="그룹 399">
                <a:extLst>
                  <a:ext uri="{FF2B5EF4-FFF2-40B4-BE49-F238E27FC236}">
                    <a16:creationId xmlns:a16="http://schemas.microsoft.com/office/drawing/2014/main" id="{C25EF2BE-98A8-4977-9B19-0A916D2B17D9}"/>
                  </a:ext>
                </a:extLst>
              </p:cNvPr>
              <p:cNvGrpSpPr/>
              <p:nvPr/>
            </p:nvGrpSpPr>
            <p:grpSpPr>
              <a:xfrm>
                <a:off x="1000330" y="4799736"/>
                <a:ext cx="1469373" cy="410046"/>
                <a:chOff x="539550" y="1719858"/>
                <a:chExt cx="3316110" cy="925399"/>
              </a:xfrm>
            </p:grpSpPr>
            <p:sp>
              <p:nvSpPr>
                <p:cNvPr id="605" name="직사각형 604">
                  <a:extLst>
                    <a:ext uri="{FF2B5EF4-FFF2-40B4-BE49-F238E27FC236}">
                      <a16:creationId xmlns:a16="http://schemas.microsoft.com/office/drawing/2014/main" id="{F07E9909-2BE5-49BB-BC33-F4B21706EA38}"/>
                    </a:ext>
                  </a:extLst>
                </p:cNvPr>
                <p:cNvSpPr/>
                <p:nvPr/>
              </p:nvSpPr>
              <p:spPr>
                <a:xfrm rot="5400000">
                  <a:off x="1736543" y="529881"/>
                  <a:ext cx="918383" cy="3312369"/>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06" name="타원 605">
                  <a:extLst>
                    <a:ext uri="{FF2B5EF4-FFF2-40B4-BE49-F238E27FC236}">
                      <a16:creationId xmlns:a16="http://schemas.microsoft.com/office/drawing/2014/main" id="{6E1AA3E3-08E4-416C-85C0-D59604FDDA23}"/>
                    </a:ext>
                  </a:extLst>
                </p:cNvPr>
                <p:cNvSpPr/>
                <p:nvPr/>
              </p:nvSpPr>
              <p:spPr>
                <a:xfrm rot="5400000">
                  <a:off x="960928" y="211374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07" name="타원 606">
                  <a:extLst>
                    <a:ext uri="{FF2B5EF4-FFF2-40B4-BE49-F238E27FC236}">
                      <a16:creationId xmlns:a16="http://schemas.microsoft.com/office/drawing/2014/main" id="{8DACDFCC-ABCB-40A2-B45E-A849EC773CA3}"/>
                    </a:ext>
                  </a:extLst>
                </p:cNvPr>
                <p:cNvSpPr/>
                <p:nvPr/>
              </p:nvSpPr>
              <p:spPr>
                <a:xfrm rot="5400000">
                  <a:off x="2252227"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08" name="타원 607">
                  <a:extLst>
                    <a:ext uri="{FF2B5EF4-FFF2-40B4-BE49-F238E27FC236}">
                      <a16:creationId xmlns:a16="http://schemas.microsoft.com/office/drawing/2014/main" id="{2A27C937-26FF-4EF4-BEA2-D32248DA8237}"/>
                    </a:ext>
                  </a:extLst>
                </p:cNvPr>
                <p:cNvSpPr/>
                <p:nvPr/>
              </p:nvSpPr>
              <p:spPr>
                <a:xfrm rot="5400000">
                  <a:off x="3165341" y="2374539"/>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09" name="타원 608">
                  <a:extLst>
                    <a:ext uri="{FF2B5EF4-FFF2-40B4-BE49-F238E27FC236}">
                      <a16:creationId xmlns:a16="http://schemas.microsoft.com/office/drawing/2014/main" id="{A4FDFCDF-D4CE-4ACA-A291-885B8DCCD300}"/>
                    </a:ext>
                  </a:extLst>
                </p:cNvPr>
                <p:cNvSpPr/>
                <p:nvPr/>
              </p:nvSpPr>
              <p:spPr>
                <a:xfrm rot="5400000">
                  <a:off x="3264588" y="21830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0" name="타원 609">
                  <a:extLst>
                    <a:ext uri="{FF2B5EF4-FFF2-40B4-BE49-F238E27FC236}">
                      <a16:creationId xmlns:a16="http://schemas.microsoft.com/office/drawing/2014/main" id="{1F33ED43-F2C6-429D-B32B-997295FF6FEF}"/>
                    </a:ext>
                  </a:extLst>
                </p:cNvPr>
                <p:cNvSpPr/>
                <p:nvPr/>
              </p:nvSpPr>
              <p:spPr>
                <a:xfrm rot="5400000">
                  <a:off x="2559947" y="241714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1" name="타원 610">
                  <a:extLst>
                    <a:ext uri="{FF2B5EF4-FFF2-40B4-BE49-F238E27FC236}">
                      <a16:creationId xmlns:a16="http://schemas.microsoft.com/office/drawing/2014/main" id="{2F8F30B9-88ED-4036-8F6D-301D21C32148}"/>
                    </a:ext>
                  </a:extLst>
                </p:cNvPr>
                <p:cNvSpPr/>
                <p:nvPr/>
              </p:nvSpPr>
              <p:spPr>
                <a:xfrm rot="5400000">
                  <a:off x="2418081" y="198038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2" name="타원 611">
                  <a:extLst>
                    <a:ext uri="{FF2B5EF4-FFF2-40B4-BE49-F238E27FC236}">
                      <a16:creationId xmlns:a16="http://schemas.microsoft.com/office/drawing/2014/main" id="{A47E571B-32AE-4F04-BD91-82A20C9CF21D}"/>
                    </a:ext>
                  </a:extLst>
                </p:cNvPr>
                <p:cNvSpPr/>
                <p:nvPr/>
              </p:nvSpPr>
              <p:spPr>
                <a:xfrm rot="5400000">
                  <a:off x="1556666" y="175918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3" name="타원 612">
                  <a:extLst>
                    <a:ext uri="{FF2B5EF4-FFF2-40B4-BE49-F238E27FC236}">
                      <a16:creationId xmlns:a16="http://schemas.microsoft.com/office/drawing/2014/main" id="{F4D91EE9-6167-449E-A3EE-3E1019635DAE}"/>
                    </a:ext>
                  </a:extLst>
                </p:cNvPr>
                <p:cNvSpPr/>
                <p:nvPr/>
              </p:nvSpPr>
              <p:spPr>
                <a:xfrm rot="5400000">
                  <a:off x="3057158" y="176311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4" name="타원 613">
                  <a:extLst>
                    <a:ext uri="{FF2B5EF4-FFF2-40B4-BE49-F238E27FC236}">
                      <a16:creationId xmlns:a16="http://schemas.microsoft.com/office/drawing/2014/main" id="{829D92DD-BA67-4D40-83F7-1BF04054F0EA}"/>
                    </a:ext>
                  </a:extLst>
                </p:cNvPr>
                <p:cNvSpPr/>
                <p:nvPr/>
              </p:nvSpPr>
              <p:spPr>
                <a:xfrm rot="5400000">
                  <a:off x="3261423" y="195444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5" name="타원 614">
                  <a:extLst>
                    <a:ext uri="{FF2B5EF4-FFF2-40B4-BE49-F238E27FC236}">
                      <a16:creationId xmlns:a16="http://schemas.microsoft.com/office/drawing/2014/main" id="{15C05EC2-245A-4D77-A447-A6706874FFEF}"/>
                    </a:ext>
                  </a:extLst>
                </p:cNvPr>
                <p:cNvSpPr/>
                <p:nvPr/>
              </p:nvSpPr>
              <p:spPr>
                <a:xfrm rot="5400000">
                  <a:off x="3261423" y="172809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6" name="타원 615">
                  <a:extLst>
                    <a:ext uri="{FF2B5EF4-FFF2-40B4-BE49-F238E27FC236}">
                      <a16:creationId xmlns:a16="http://schemas.microsoft.com/office/drawing/2014/main" id="{7CDA1A9F-8F3A-4CE2-96E8-2DCAB2C58BC8}"/>
                    </a:ext>
                  </a:extLst>
                </p:cNvPr>
                <p:cNvSpPr/>
                <p:nvPr/>
              </p:nvSpPr>
              <p:spPr>
                <a:xfrm rot="5400000">
                  <a:off x="955102" y="173014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7" name="타원 616">
                  <a:extLst>
                    <a:ext uri="{FF2B5EF4-FFF2-40B4-BE49-F238E27FC236}">
                      <a16:creationId xmlns:a16="http://schemas.microsoft.com/office/drawing/2014/main" id="{0DA06196-6BB5-4F0C-BBD0-BBD8769BA391}"/>
                    </a:ext>
                  </a:extLst>
                </p:cNvPr>
                <p:cNvSpPr/>
                <p:nvPr/>
              </p:nvSpPr>
              <p:spPr>
                <a:xfrm rot="5400000">
                  <a:off x="1976683" y="24962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8" name="타원 617">
                  <a:extLst>
                    <a:ext uri="{FF2B5EF4-FFF2-40B4-BE49-F238E27FC236}">
                      <a16:creationId xmlns:a16="http://schemas.microsoft.com/office/drawing/2014/main" id="{D1F3BBED-BCB3-49FB-9211-FF8CBA6ED39C}"/>
                    </a:ext>
                  </a:extLst>
                </p:cNvPr>
                <p:cNvSpPr/>
                <p:nvPr/>
              </p:nvSpPr>
              <p:spPr>
                <a:xfrm rot="5400000">
                  <a:off x="2106424" y="238519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19" name="타원 618">
                  <a:extLst>
                    <a:ext uri="{FF2B5EF4-FFF2-40B4-BE49-F238E27FC236}">
                      <a16:creationId xmlns:a16="http://schemas.microsoft.com/office/drawing/2014/main" id="{ADC07D25-90DB-4DF5-8D10-0B107F6BF98C}"/>
                    </a:ext>
                  </a:extLst>
                </p:cNvPr>
                <p:cNvSpPr/>
                <p:nvPr/>
              </p:nvSpPr>
              <p:spPr>
                <a:xfrm rot="5400000">
                  <a:off x="2769240" y="237364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0" name="타원 619">
                  <a:extLst>
                    <a:ext uri="{FF2B5EF4-FFF2-40B4-BE49-F238E27FC236}">
                      <a16:creationId xmlns:a16="http://schemas.microsoft.com/office/drawing/2014/main" id="{51D4101E-796F-4254-86EE-EAEC913FE76C}"/>
                    </a:ext>
                  </a:extLst>
                </p:cNvPr>
                <p:cNvSpPr/>
                <p:nvPr/>
              </p:nvSpPr>
              <p:spPr>
                <a:xfrm rot="5400000">
                  <a:off x="1274826" y="2141341"/>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1" name="타원 620">
                  <a:extLst>
                    <a:ext uri="{FF2B5EF4-FFF2-40B4-BE49-F238E27FC236}">
                      <a16:creationId xmlns:a16="http://schemas.microsoft.com/office/drawing/2014/main" id="{3179F2B0-ADB0-4C67-9F82-DCB7393E0A8D}"/>
                    </a:ext>
                  </a:extLst>
                </p:cNvPr>
                <p:cNvSpPr/>
                <p:nvPr/>
              </p:nvSpPr>
              <p:spPr>
                <a:xfrm rot="5400000">
                  <a:off x="2695399"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2" name="타원 621">
                  <a:extLst>
                    <a:ext uri="{FF2B5EF4-FFF2-40B4-BE49-F238E27FC236}">
                      <a16:creationId xmlns:a16="http://schemas.microsoft.com/office/drawing/2014/main" id="{1ED4FD89-1689-427B-83F6-A77A35BE072A}"/>
                    </a:ext>
                  </a:extLst>
                </p:cNvPr>
                <p:cNvSpPr/>
                <p:nvPr/>
              </p:nvSpPr>
              <p:spPr>
                <a:xfrm rot="5400000">
                  <a:off x="2491071" y="213664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3" name="타원 622">
                  <a:extLst>
                    <a:ext uri="{FF2B5EF4-FFF2-40B4-BE49-F238E27FC236}">
                      <a16:creationId xmlns:a16="http://schemas.microsoft.com/office/drawing/2014/main" id="{47BC9CD3-9D7C-493E-A8E1-945695E8AA5E}"/>
                    </a:ext>
                  </a:extLst>
                </p:cNvPr>
                <p:cNvSpPr/>
                <p:nvPr/>
              </p:nvSpPr>
              <p:spPr>
                <a:xfrm rot="5400000">
                  <a:off x="2717969" y="2030435"/>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4" name="타원 623">
                  <a:extLst>
                    <a:ext uri="{FF2B5EF4-FFF2-40B4-BE49-F238E27FC236}">
                      <a16:creationId xmlns:a16="http://schemas.microsoft.com/office/drawing/2014/main" id="{EC4AC36D-179F-40C7-B841-075B96ED65F7}"/>
                    </a:ext>
                  </a:extLst>
                </p:cNvPr>
                <p:cNvSpPr/>
                <p:nvPr/>
              </p:nvSpPr>
              <p:spPr>
                <a:xfrm rot="5400000">
                  <a:off x="1838568" y="175741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5" name="타원 624">
                  <a:extLst>
                    <a:ext uri="{FF2B5EF4-FFF2-40B4-BE49-F238E27FC236}">
                      <a16:creationId xmlns:a16="http://schemas.microsoft.com/office/drawing/2014/main" id="{D1DAA917-7224-4634-9336-5387E076B065}"/>
                    </a:ext>
                  </a:extLst>
                </p:cNvPr>
                <p:cNvSpPr/>
                <p:nvPr/>
              </p:nvSpPr>
              <p:spPr>
                <a:xfrm rot="5400000">
                  <a:off x="1826342" y="218131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6" name="타원 625">
                  <a:extLst>
                    <a:ext uri="{FF2B5EF4-FFF2-40B4-BE49-F238E27FC236}">
                      <a16:creationId xmlns:a16="http://schemas.microsoft.com/office/drawing/2014/main" id="{6538D4ED-3CA6-42BC-851B-450EA596B426}"/>
                    </a:ext>
                  </a:extLst>
                </p:cNvPr>
                <p:cNvSpPr/>
                <p:nvPr/>
              </p:nvSpPr>
              <p:spPr>
                <a:xfrm rot="5400000">
                  <a:off x="1309662" y="1826987"/>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7" name="타원 626">
                  <a:extLst>
                    <a:ext uri="{FF2B5EF4-FFF2-40B4-BE49-F238E27FC236}">
                      <a16:creationId xmlns:a16="http://schemas.microsoft.com/office/drawing/2014/main" id="{9DFC21D1-75C7-4368-B4C7-EF486BC78E80}"/>
                    </a:ext>
                  </a:extLst>
                </p:cNvPr>
                <p:cNvSpPr/>
                <p:nvPr/>
              </p:nvSpPr>
              <p:spPr>
                <a:xfrm rot="5400000">
                  <a:off x="1532852" y="235673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8" name="타원 627">
                  <a:extLst>
                    <a:ext uri="{FF2B5EF4-FFF2-40B4-BE49-F238E27FC236}">
                      <a16:creationId xmlns:a16="http://schemas.microsoft.com/office/drawing/2014/main" id="{026DD4F3-7A48-4AA9-B550-46002E33BB41}"/>
                    </a:ext>
                  </a:extLst>
                </p:cNvPr>
                <p:cNvSpPr/>
                <p:nvPr/>
              </p:nvSpPr>
              <p:spPr>
                <a:xfrm rot="5400000">
                  <a:off x="1459365" y="20773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29" name="타원 628">
                  <a:extLst>
                    <a:ext uri="{FF2B5EF4-FFF2-40B4-BE49-F238E27FC236}">
                      <a16:creationId xmlns:a16="http://schemas.microsoft.com/office/drawing/2014/main" id="{31ACCC13-8CB7-41BB-A984-EE852A72287E}"/>
                    </a:ext>
                  </a:extLst>
                </p:cNvPr>
                <p:cNvSpPr/>
                <p:nvPr/>
              </p:nvSpPr>
              <p:spPr>
                <a:xfrm rot="5400000">
                  <a:off x="2967379" y="232251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0" name="타원 629">
                  <a:extLst>
                    <a:ext uri="{FF2B5EF4-FFF2-40B4-BE49-F238E27FC236}">
                      <a16:creationId xmlns:a16="http://schemas.microsoft.com/office/drawing/2014/main" id="{5980061F-CFAE-4AA2-B945-57FCC42BCC51}"/>
                    </a:ext>
                  </a:extLst>
                </p:cNvPr>
                <p:cNvSpPr/>
                <p:nvPr/>
              </p:nvSpPr>
              <p:spPr>
                <a:xfrm rot="5400000">
                  <a:off x="2001109" y="203555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1" name="타원 630">
                  <a:extLst>
                    <a:ext uri="{FF2B5EF4-FFF2-40B4-BE49-F238E27FC236}">
                      <a16:creationId xmlns:a16="http://schemas.microsoft.com/office/drawing/2014/main" id="{09773185-CE72-49FD-91BB-D529503238B9}"/>
                    </a:ext>
                  </a:extLst>
                </p:cNvPr>
                <p:cNvSpPr/>
                <p:nvPr/>
              </p:nvSpPr>
              <p:spPr>
                <a:xfrm rot="5400000">
                  <a:off x="1708624" y="205548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2" name="타원 631">
                  <a:extLst>
                    <a:ext uri="{FF2B5EF4-FFF2-40B4-BE49-F238E27FC236}">
                      <a16:creationId xmlns:a16="http://schemas.microsoft.com/office/drawing/2014/main" id="{7479F823-306C-4A70-84AD-8CEB919D802B}"/>
                    </a:ext>
                  </a:extLst>
                </p:cNvPr>
                <p:cNvSpPr/>
                <p:nvPr/>
              </p:nvSpPr>
              <p:spPr>
                <a:xfrm rot="5400000">
                  <a:off x="935606" y="2386269"/>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3" name="타원 632">
                  <a:extLst>
                    <a:ext uri="{FF2B5EF4-FFF2-40B4-BE49-F238E27FC236}">
                      <a16:creationId xmlns:a16="http://schemas.microsoft.com/office/drawing/2014/main" id="{E130CDD6-9166-4E9E-A223-29A33D2820C1}"/>
                    </a:ext>
                  </a:extLst>
                </p:cNvPr>
                <p:cNvSpPr/>
                <p:nvPr/>
              </p:nvSpPr>
              <p:spPr>
                <a:xfrm rot="5400000">
                  <a:off x="1798221" y="246137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4" name="타원 633">
                  <a:extLst>
                    <a:ext uri="{FF2B5EF4-FFF2-40B4-BE49-F238E27FC236}">
                      <a16:creationId xmlns:a16="http://schemas.microsoft.com/office/drawing/2014/main" id="{418AFD2F-C6F7-48D1-9AAE-EA8C819B1131}"/>
                    </a:ext>
                  </a:extLst>
                </p:cNvPr>
                <p:cNvSpPr/>
                <p:nvPr/>
              </p:nvSpPr>
              <p:spPr>
                <a:xfrm rot="5400000">
                  <a:off x="1114305" y="197737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5" name="타원 634">
                  <a:extLst>
                    <a:ext uri="{FF2B5EF4-FFF2-40B4-BE49-F238E27FC236}">
                      <a16:creationId xmlns:a16="http://schemas.microsoft.com/office/drawing/2014/main" id="{8A2538CD-4E96-4AA6-98D6-27D6BFEF6213}"/>
                    </a:ext>
                  </a:extLst>
                </p:cNvPr>
                <p:cNvSpPr/>
                <p:nvPr/>
              </p:nvSpPr>
              <p:spPr>
                <a:xfrm rot="5400000">
                  <a:off x="2334446" y="18271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6" name="타원 635">
                  <a:extLst>
                    <a:ext uri="{FF2B5EF4-FFF2-40B4-BE49-F238E27FC236}">
                      <a16:creationId xmlns:a16="http://schemas.microsoft.com/office/drawing/2014/main" id="{8343A59E-47DC-4768-A730-3BF1172277DC}"/>
                    </a:ext>
                  </a:extLst>
                </p:cNvPr>
                <p:cNvSpPr/>
                <p:nvPr/>
              </p:nvSpPr>
              <p:spPr>
                <a:xfrm rot="5400000">
                  <a:off x="2147976" y="209216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7" name="타원 636">
                  <a:extLst>
                    <a:ext uri="{FF2B5EF4-FFF2-40B4-BE49-F238E27FC236}">
                      <a16:creationId xmlns:a16="http://schemas.microsoft.com/office/drawing/2014/main" id="{E3476905-F907-4589-B286-87D1DB5FD103}"/>
                    </a:ext>
                  </a:extLst>
                </p:cNvPr>
                <p:cNvSpPr/>
                <p:nvPr/>
              </p:nvSpPr>
              <p:spPr>
                <a:xfrm rot="5400000">
                  <a:off x="2152589" y="192623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8" name="타원 637">
                  <a:extLst>
                    <a:ext uri="{FF2B5EF4-FFF2-40B4-BE49-F238E27FC236}">
                      <a16:creationId xmlns:a16="http://schemas.microsoft.com/office/drawing/2014/main" id="{79796920-3073-482A-A8BD-B1136C3A8848}"/>
                    </a:ext>
                  </a:extLst>
                </p:cNvPr>
                <p:cNvSpPr/>
                <p:nvPr/>
              </p:nvSpPr>
              <p:spPr>
                <a:xfrm rot="5400000">
                  <a:off x="2918286"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39" name="타원 638">
                  <a:extLst>
                    <a:ext uri="{FF2B5EF4-FFF2-40B4-BE49-F238E27FC236}">
                      <a16:creationId xmlns:a16="http://schemas.microsoft.com/office/drawing/2014/main" id="{28A2E8CC-F640-4FB4-A741-60080F69C7CD}"/>
                    </a:ext>
                  </a:extLst>
                </p:cNvPr>
                <p:cNvSpPr/>
                <p:nvPr/>
              </p:nvSpPr>
              <p:spPr>
                <a:xfrm rot="5400000">
                  <a:off x="1184126" y="231819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0" name="타원 639">
                  <a:extLst>
                    <a:ext uri="{FF2B5EF4-FFF2-40B4-BE49-F238E27FC236}">
                      <a16:creationId xmlns:a16="http://schemas.microsoft.com/office/drawing/2014/main" id="{A11B75F3-488C-4DFD-9EAC-9BDEAB4F6746}"/>
                    </a:ext>
                  </a:extLst>
                </p:cNvPr>
                <p:cNvSpPr/>
                <p:nvPr/>
              </p:nvSpPr>
              <p:spPr>
                <a:xfrm rot="5400000">
                  <a:off x="1331885" y="247271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1" name="타원 640">
                  <a:extLst>
                    <a:ext uri="{FF2B5EF4-FFF2-40B4-BE49-F238E27FC236}">
                      <a16:creationId xmlns:a16="http://schemas.microsoft.com/office/drawing/2014/main" id="{5430CCE7-F9B4-4ED4-A2D7-DD6FA6E68A43}"/>
                    </a:ext>
                  </a:extLst>
                </p:cNvPr>
                <p:cNvSpPr/>
                <p:nvPr/>
              </p:nvSpPr>
              <p:spPr>
                <a:xfrm rot="5400000">
                  <a:off x="2491961" y="1838217"/>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2" name="타원 641">
                  <a:extLst>
                    <a:ext uri="{FF2B5EF4-FFF2-40B4-BE49-F238E27FC236}">
                      <a16:creationId xmlns:a16="http://schemas.microsoft.com/office/drawing/2014/main" id="{F9D4FFA6-C024-4592-B1DE-389EB03E7240}"/>
                    </a:ext>
                  </a:extLst>
                </p:cNvPr>
                <p:cNvSpPr/>
                <p:nvPr/>
              </p:nvSpPr>
              <p:spPr>
                <a:xfrm rot="5400000">
                  <a:off x="3000788" y="202512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3" name="타원 642">
                  <a:extLst>
                    <a:ext uri="{FF2B5EF4-FFF2-40B4-BE49-F238E27FC236}">
                      <a16:creationId xmlns:a16="http://schemas.microsoft.com/office/drawing/2014/main" id="{2F3DAF8E-C246-4D89-92C7-4AE5F3399B0D}"/>
                    </a:ext>
                  </a:extLst>
                </p:cNvPr>
                <p:cNvSpPr/>
                <p:nvPr/>
              </p:nvSpPr>
              <p:spPr>
                <a:xfrm rot="5400000">
                  <a:off x="2106424" y="177420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4" name="타원 643">
                  <a:extLst>
                    <a:ext uri="{FF2B5EF4-FFF2-40B4-BE49-F238E27FC236}">
                      <a16:creationId xmlns:a16="http://schemas.microsoft.com/office/drawing/2014/main" id="{D36373DB-8D2D-47A0-BE40-FE1F4271484A}"/>
                    </a:ext>
                  </a:extLst>
                </p:cNvPr>
                <p:cNvSpPr/>
                <p:nvPr/>
              </p:nvSpPr>
              <p:spPr>
                <a:xfrm rot="5400000">
                  <a:off x="1679474" y="18793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5" name="타원 644">
                  <a:extLst>
                    <a:ext uri="{FF2B5EF4-FFF2-40B4-BE49-F238E27FC236}">
                      <a16:creationId xmlns:a16="http://schemas.microsoft.com/office/drawing/2014/main" id="{0FE95C27-9B0A-46EF-B030-3F3578C0D80A}"/>
                    </a:ext>
                  </a:extLst>
                </p:cNvPr>
                <p:cNvSpPr/>
                <p:nvPr/>
              </p:nvSpPr>
              <p:spPr>
                <a:xfrm rot="5400000">
                  <a:off x="1090632" y="248538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6" name="타원 645">
                  <a:extLst>
                    <a:ext uri="{FF2B5EF4-FFF2-40B4-BE49-F238E27FC236}">
                      <a16:creationId xmlns:a16="http://schemas.microsoft.com/office/drawing/2014/main" id="{59DB0EE3-493C-4EA7-82BB-7F8B1818EB0E}"/>
                    </a:ext>
                  </a:extLst>
                </p:cNvPr>
                <p:cNvSpPr/>
                <p:nvPr/>
              </p:nvSpPr>
              <p:spPr>
                <a:xfrm rot="5400000">
                  <a:off x="609446" y="1774930"/>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7" name="타원 646">
                  <a:extLst>
                    <a:ext uri="{FF2B5EF4-FFF2-40B4-BE49-F238E27FC236}">
                      <a16:creationId xmlns:a16="http://schemas.microsoft.com/office/drawing/2014/main" id="{1333E810-D3A2-4044-AD02-1124FBFABD3E}"/>
                    </a:ext>
                  </a:extLst>
                </p:cNvPr>
                <p:cNvSpPr/>
                <p:nvPr/>
              </p:nvSpPr>
              <p:spPr>
                <a:xfrm rot="5400000">
                  <a:off x="701394" y="2043022"/>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8" name="타원 647">
                  <a:extLst>
                    <a:ext uri="{FF2B5EF4-FFF2-40B4-BE49-F238E27FC236}">
                      <a16:creationId xmlns:a16="http://schemas.microsoft.com/office/drawing/2014/main" id="{7DB2E7FC-8E32-4B5F-B3D5-0EFAD7F769BE}"/>
                    </a:ext>
                  </a:extLst>
                </p:cNvPr>
                <p:cNvSpPr/>
                <p:nvPr/>
              </p:nvSpPr>
              <p:spPr>
                <a:xfrm rot="5400000">
                  <a:off x="580871" y="2206978"/>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49" name="타원 648">
                  <a:extLst>
                    <a:ext uri="{FF2B5EF4-FFF2-40B4-BE49-F238E27FC236}">
                      <a16:creationId xmlns:a16="http://schemas.microsoft.com/office/drawing/2014/main" id="{EC9142B4-34FB-4AB1-895D-A7DEE20EF69B}"/>
                    </a:ext>
                  </a:extLst>
                </p:cNvPr>
                <p:cNvSpPr/>
                <p:nvPr/>
              </p:nvSpPr>
              <p:spPr>
                <a:xfrm rot="5400000">
                  <a:off x="898368" y="1990064"/>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0" name="타원 649">
                  <a:extLst>
                    <a:ext uri="{FF2B5EF4-FFF2-40B4-BE49-F238E27FC236}">
                      <a16:creationId xmlns:a16="http://schemas.microsoft.com/office/drawing/2014/main" id="{F3C82F64-BBEE-4B10-A553-27B5BE6849FF}"/>
                    </a:ext>
                  </a:extLst>
                </p:cNvPr>
                <p:cNvSpPr/>
                <p:nvPr/>
              </p:nvSpPr>
              <p:spPr>
                <a:xfrm rot="5400000">
                  <a:off x="610336"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1" name="타원 650">
                  <a:extLst>
                    <a:ext uri="{FF2B5EF4-FFF2-40B4-BE49-F238E27FC236}">
                      <a16:creationId xmlns:a16="http://schemas.microsoft.com/office/drawing/2014/main" id="{9339674A-8EEA-49B7-92AE-F9C76D53EEF6}"/>
                    </a:ext>
                  </a:extLst>
                </p:cNvPr>
                <p:cNvSpPr/>
                <p:nvPr/>
              </p:nvSpPr>
              <p:spPr>
                <a:xfrm rot="5400000">
                  <a:off x="784519"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2" name="타원 651">
                  <a:extLst>
                    <a:ext uri="{FF2B5EF4-FFF2-40B4-BE49-F238E27FC236}">
                      <a16:creationId xmlns:a16="http://schemas.microsoft.com/office/drawing/2014/main" id="{E03E69A9-DE72-4251-A13A-8EACF21310B0}"/>
                    </a:ext>
                  </a:extLst>
                </p:cNvPr>
                <p:cNvSpPr/>
                <p:nvPr/>
              </p:nvSpPr>
              <p:spPr>
                <a:xfrm rot="5400000">
                  <a:off x="3561774" y="2388684"/>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3" name="타원 652">
                  <a:extLst>
                    <a:ext uri="{FF2B5EF4-FFF2-40B4-BE49-F238E27FC236}">
                      <a16:creationId xmlns:a16="http://schemas.microsoft.com/office/drawing/2014/main" id="{BF38CE93-D49D-48A3-BCBD-D68B105CA784}"/>
                    </a:ext>
                  </a:extLst>
                </p:cNvPr>
                <p:cNvSpPr/>
                <p:nvPr/>
              </p:nvSpPr>
              <p:spPr>
                <a:xfrm rot="5400000">
                  <a:off x="3418648" y="249412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4" name="타원 653">
                  <a:extLst>
                    <a:ext uri="{FF2B5EF4-FFF2-40B4-BE49-F238E27FC236}">
                      <a16:creationId xmlns:a16="http://schemas.microsoft.com/office/drawing/2014/main" id="{B78C57BB-CADB-495E-A464-D76E70304010}"/>
                    </a:ext>
                  </a:extLst>
                </p:cNvPr>
                <p:cNvSpPr/>
                <p:nvPr/>
              </p:nvSpPr>
              <p:spPr>
                <a:xfrm rot="5400000">
                  <a:off x="3543614" y="2206088"/>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5" name="타원 654">
                  <a:extLst>
                    <a:ext uri="{FF2B5EF4-FFF2-40B4-BE49-F238E27FC236}">
                      <a16:creationId xmlns:a16="http://schemas.microsoft.com/office/drawing/2014/main" id="{4B30E2FB-B870-405E-9FAD-8B27CE75CF92}"/>
                    </a:ext>
                  </a:extLst>
                </p:cNvPr>
                <p:cNvSpPr/>
                <p:nvPr/>
              </p:nvSpPr>
              <p:spPr>
                <a:xfrm rot="5400000">
                  <a:off x="3706680" y="1774040"/>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6" name="타원 655">
                  <a:extLst>
                    <a:ext uri="{FF2B5EF4-FFF2-40B4-BE49-F238E27FC236}">
                      <a16:creationId xmlns:a16="http://schemas.microsoft.com/office/drawing/2014/main" id="{C026A175-0E66-4BE0-88C0-F66F81BCF5C8}"/>
                    </a:ext>
                  </a:extLst>
                </p:cNvPr>
                <p:cNvSpPr/>
                <p:nvPr/>
              </p:nvSpPr>
              <p:spPr>
                <a:xfrm rot="5400000">
                  <a:off x="3418648" y="2086455"/>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7" name="타원 656">
                  <a:extLst>
                    <a:ext uri="{FF2B5EF4-FFF2-40B4-BE49-F238E27FC236}">
                      <a16:creationId xmlns:a16="http://schemas.microsoft.com/office/drawing/2014/main" id="{21E84D29-62D5-4477-845C-AD14553C30C8}"/>
                    </a:ext>
                  </a:extLst>
                </p:cNvPr>
                <p:cNvSpPr/>
                <p:nvPr/>
              </p:nvSpPr>
              <p:spPr>
                <a:xfrm rot="5400000">
                  <a:off x="3417758" y="1721972"/>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8" name="타원 657">
                  <a:extLst>
                    <a:ext uri="{FF2B5EF4-FFF2-40B4-BE49-F238E27FC236}">
                      <a16:creationId xmlns:a16="http://schemas.microsoft.com/office/drawing/2014/main" id="{5E980A08-5215-4519-951C-F38B7DB7B446}"/>
                    </a:ext>
                  </a:extLst>
                </p:cNvPr>
                <p:cNvSpPr/>
                <p:nvPr/>
              </p:nvSpPr>
              <p:spPr>
                <a:xfrm rot="5400000">
                  <a:off x="3418648" y="2350103"/>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59" name="타원 658">
                  <a:extLst>
                    <a:ext uri="{FF2B5EF4-FFF2-40B4-BE49-F238E27FC236}">
                      <a16:creationId xmlns:a16="http://schemas.microsoft.com/office/drawing/2014/main" id="{9E637A86-8A78-4666-A9CF-83933E5E1E1C}"/>
                    </a:ext>
                  </a:extLst>
                </p:cNvPr>
                <p:cNvSpPr/>
                <p:nvPr/>
              </p:nvSpPr>
              <p:spPr>
                <a:xfrm rot="5400000">
                  <a:off x="3697155" y="2259046"/>
                  <a:ext cx="150204" cy="147757"/>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sp>
              <p:nvSpPr>
                <p:cNvPr id="660" name="타원 659">
                  <a:extLst>
                    <a:ext uri="{FF2B5EF4-FFF2-40B4-BE49-F238E27FC236}">
                      <a16:creationId xmlns:a16="http://schemas.microsoft.com/office/drawing/2014/main" id="{B6FEC981-F69C-4FCA-A162-5DD0A43EEA64}"/>
                    </a:ext>
                  </a:extLst>
                </p:cNvPr>
                <p:cNvSpPr/>
                <p:nvPr/>
              </p:nvSpPr>
              <p:spPr>
                <a:xfrm rot="5400000">
                  <a:off x="3571299" y="1957046"/>
                  <a:ext cx="250342" cy="246114"/>
                </a:xfrm>
                <a:prstGeom prst="ellipse">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Adobe Heiti Std R" pitchFamily="34" charset="-128"/>
                    <a:ea typeface="Adobe Heiti Std R" pitchFamily="34" charset="-128"/>
                  </a:endParaRPr>
                </a:p>
              </p:txBody>
            </p:sp>
          </p:grpSp>
          <p:sp>
            <p:nvSpPr>
              <p:cNvPr id="597" name="자유형 108">
                <a:extLst>
                  <a:ext uri="{FF2B5EF4-FFF2-40B4-BE49-F238E27FC236}">
                    <a16:creationId xmlns:a16="http://schemas.microsoft.com/office/drawing/2014/main" id="{49D2BDE7-4288-4553-B76D-8A907839580B}"/>
                  </a:ext>
                </a:extLst>
              </p:cNvPr>
              <p:cNvSpPr/>
              <p:nvPr/>
            </p:nvSpPr>
            <p:spPr>
              <a:xfrm>
                <a:off x="1426756" y="4804965"/>
                <a:ext cx="148525" cy="405229"/>
              </a:xfrm>
              <a:custGeom>
                <a:avLst/>
                <a:gdLst>
                  <a:gd name="connsiteX0" fmla="*/ 92149 w 211212"/>
                  <a:gd name="connsiteY0" fmla="*/ 0 h 576263"/>
                  <a:gd name="connsiteX1" fmla="*/ 54049 w 211212"/>
                  <a:gd name="connsiteY1" fmla="*/ 9525 h 576263"/>
                  <a:gd name="connsiteX2" fmla="*/ 25474 w 211212"/>
                  <a:gd name="connsiteY2" fmla="*/ 28575 h 576263"/>
                  <a:gd name="connsiteX3" fmla="*/ 15949 w 211212"/>
                  <a:gd name="connsiteY3" fmla="*/ 42863 h 576263"/>
                  <a:gd name="connsiteX4" fmla="*/ 6424 w 211212"/>
                  <a:gd name="connsiteY4" fmla="*/ 66675 h 576263"/>
                  <a:gd name="connsiteX5" fmla="*/ 20712 w 211212"/>
                  <a:gd name="connsiteY5" fmla="*/ 71438 h 576263"/>
                  <a:gd name="connsiteX6" fmla="*/ 39762 w 211212"/>
                  <a:gd name="connsiteY6" fmla="*/ 100013 h 576263"/>
                  <a:gd name="connsiteX7" fmla="*/ 49287 w 211212"/>
                  <a:gd name="connsiteY7" fmla="*/ 114300 h 576263"/>
                  <a:gd name="connsiteX8" fmla="*/ 63574 w 211212"/>
                  <a:gd name="connsiteY8" fmla="*/ 128588 h 576263"/>
                  <a:gd name="connsiteX9" fmla="*/ 68337 w 211212"/>
                  <a:gd name="connsiteY9" fmla="*/ 142875 h 576263"/>
                  <a:gd name="connsiteX10" fmla="*/ 96912 w 211212"/>
                  <a:gd name="connsiteY10" fmla="*/ 161925 h 576263"/>
                  <a:gd name="connsiteX11" fmla="*/ 106437 w 211212"/>
                  <a:gd name="connsiteY11" fmla="*/ 176213 h 576263"/>
                  <a:gd name="connsiteX12" fmla="*/ 120724 w 211212"/>
                  <a:gd name="connsiteY12" fmla="*/ 185738 h 576263"/>
                  <a:gd name="connsiteX13" fmla="*/ 130249 w 211212"/>
                  <a:gd name="connsiteY13" fmla="*/ 214313 h 576263"/>
                  <a:gd name="connsiteX14" fmla="*/ 120724 w 211212"/>
                  <a:gd name="connsiteY14" fmla="*/ 242888 h 576263"/>
                  <a:gd name="connsiteX15" fmla="*/ 125487 w 211212"/>
                  <a:gd name="connsiteY15" fmla="*/ 280988 h 576263"/>
                  <a:gd name="connsiteX16" fmla="*/ 135012 w 211212"/>
                  <a:gd name="connsiteY16" fmla="*/ 295275 h 576263"/>
                  <a:gd name="connsiteX17" fmla="*/ 154062 w 211212"/>
                  <a:gd name="connsiteY17" fmla="*/ 328613 h 576263"/>
                  <a:gd name="connsiteX18" fmla="*/ 163587 w 211212"/>
                  <a:gd name="connsiteY18" fmla="*/ 357188 h 576263"/>
                  <a:gd name="connsiteX19" fmla="*/ 182637 w 211212"/>
                  <a:gd name="connsiteY19" fmla="*/ 385763 h 576263"/>
                  <a:gd name="connsiteX20" fmla="*/ 187399 w 211212"/>
                  <a:gd name="connsiteY20" fmla="*/ 400050 h 576263"/>
                  <a:gd name="connsiteX21" fmla="*/ 196924 w 211212"/>
                  <a:gd name="connsiteY21" fmla="*/ 414338 h 576263"/>
                  <a:gd name="connsiteX22" fmla="*/ 206449 w 211212"/>
                  <a:gd name="connsiteY22" fmla="*/ 442913 h 576263"/>
                  <a:gd name="connsiteX23" fmla="*/ 211212 w 211212"/>
                  <a:gd name="connsiteY23" fmla="*/ 457200 h 576263"/>
                  <a:gd name="connsiteX24" fmla="*/ 201687 w 211212"/>
                  <a:gd name="connsiteY24" fmla="*/ 485775 h 576263"/>
                  <a:gd name="connsiteX25" fmla="*/ 196924 w 211212"/>
                  <a:gd name="connsiteY25" fmla="*/ 500063 h 576263"/>
                  <a:gd name="connsiteX26" fmla="*/ 187399 w 211212"/>
                  <a:gd name="connsiteY26" fmla="*/ 514350 h 576263"/>
                  <a:gd name="connsiteX27" fmla="*/ 182637 w 211212"/>
                  <a:gd name="connsiteY27" fmla="*/ 528638 h 576263"/>
                  <a:gd name="connsiteX28" fmla="*/ 173112 w 211212"/>
                  <a:gd name="connsiteY28" fmla="*/ 542925 h 576263"/>
                  <a:gd name="connsiteX29" fmla="*/ 158824 w 211212"/>
                  <a:gd name="connsiteY29" fmla="*/ 576263 h 57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1212" h="576263">
                    <a:moveTo>
                      <a:pt x="92149" y="0"/>
                    </a:moveTo>
                    <a:cubicBezTo>
                      <a:pt x="85557" y="1319"/>
                      <a:pt x="62283" y="4951"/>
                      <a:pt x="54049" y="9525"/>
                    </a:cubicBezTo>
                    <a:cubicBezTo>
                      <a:pt x="44042" y="15084"/>
                      <a:pt x="25474" y="28575"/>
                      <a:pt x="25474" y="28575"/>
                    </a:cubicBezTo>
                    <a:cubicBezTo>
                      <a:pt x="22299" y="33338"/>
                      <a:pt x="19996" y="38815"/>
                      <a:pt x="15949" y="42863"/>
                    </a:cubicBezTo>
                    <a:cubicBezTo>
                      <a:pt x="8056" y="50756"/>
                      <a:pt x="-9419" y="50832"/>
                      <a:pt x="6424" y="66675"/>
                    </a:cubicBezTo>
                    <a:cubicBezTo>
                      <a:pt x="9974" y="70225"/>
                      <a:pt x="15949" y="69850"/>
                      <a:pt x="20712" y="71438"/>
                    </a:cubicBezTo>
                    <a:lnTo>
                      <a:pt x="39762" y="100013"/>
                    </a:lnTo>
                    <a:cubicBezTo>
                      <a:pt x="42937" y="104775"/>
                      <a:pt x="45240" y="110253"/>
                      <a:pt x="49287" y="114300"/>
                    </a:cubicBezTo>
                    <a:lnTo>
                      <a:pt x="63574" y="128588"/>
                    </a:lnTo>
                    <a:cubicBezTo>
                      <a:pt x="65162" y="133350"/>
                      <a:pt x="64787" y="139325"/>
                      <a:pt x="68337" y="142875"/>
                    </a:cubicBezTo>
                    <a:cubicBezTo>
                      <a:pt x="76432" y="150970"/>
                      <a:pt x="96912" y="161925"/>
                      <a:pt x="96912" y="161925"/>
                    </a:cubicBezTo>
                    <a:cubicBezTo>
                      <a:pt x="100087" y="166688"/>
                      <a:pt x="102390" y="172165"/>
                      <a:pt x="106437" y="176213"/>
                    </a:cubicBezTo>
                    <a:cubicBezTo>
                      <a:pt x="110484" y="180260"/>
                      <a:pt x="117691" y="180884"/>
                      <a:pt x="120724" y="185738"/>
                    </a:cubicBezTo>
                    <a:cubicBezTo>
                      <a:pt x="126045" y="194252"/>
                      <a:pt x="130249" y="214313"/>
                      <a:pt x="130249" y="214313"/>
                    </a:cubicBezTo>
                    <a:cubicBezTo>
                      <a:pt x="127074" y="223838"/>
                      <a:pt x="119479" y="232925"/>
                      <a:pt x="120724" y="242888"/>
                    </a:cubicBezTo>
                    <a:cubicBezTo>
                      <a:pt x="122312" y="255588"/>
                      <a:pt x="122119" y="268640"/>
                      <a:pt x="125487" y="280988"/>
                    </a:cubicBezTo>
                    <a:cubicBezTo>
                      <a:pt x="126993" y="286510"/>
                      <a:pt x="132172" y="290305"/>
                      <a:pt x="135012" y="295275"/>
                    </a:cubicBezTo>
                    <a:cubicBezTo>
                      <a:pt x="159187" y="337580"/>
                      <a:pt x="130852" y="293796"/>
                      <a:pt x="154062" y="328613"/>
                    </a:cubicBezTo>
                    <a:cubicBezTo>
                      <a:pt x="157237" y="338138"/>
                      <a:pt x="158018" y="348834"/>
                      <a:pt x="163587" y="357188"/>
                    </a:cubicBezTo>
                    <a:lnTo>
                      <a:pt x="182637" y="385763"/>
                    </a:lnTo>
                    <a:cubicBezTo>
                      <a:pt x="184224" y="390525"/>
                      <a:pt x="185154" y="395560"/>
                      <a:pt x="187399" y="400050"/>
                    </a:cubicBezTo>
                    <a:cubicBezTo>
                      <a:pt x="189959" y="405170"/>
                      <a:pt x="194599" y="409107"/>
                      <a:pt x="196924" y="414338"/>
                    </a:cubicBezTo>
                    <a:cubicBezTo>
                      <a:pt x="201002" y="423513"/>
                      <a:pt x="203274" y="433388"/>
                      <a:pt x="206449" y="442913"/>
                    </a:cubicBezTo>
                    <a:lnTo>
                      <a:pt x="211212" y="457200"/>
                    </a:lnTo>
                    <a:lnTo>
                      <a:pt x="201687" y="485775"/>
                    </a:lnTo>
                    <a:cubicBezTo>
                      <a:pt x="200099" y="490538"/>
                      <a:pt x="199709" y="495886"/>
                      <a:pt x="196924" y="500063"/>
                    </a:cubicBezTo>
                    <a:lnTo>
                      <a:pt x="187399" y="514350"/>
                    </a:lnTo>
                    <a:cubicBezTo>
                      <a:pt x="185812" y="519113"/>
                      <a:pt x="184882" y="524148"/>
                      <a:pt x="182637" y="528638"/>
                    </a:cubicBezTo>
                    <a:cubicBezTo>
                      <a:pt x="180077" y="533757"/>
                      <a:pt x="175437" y="537695"/>
                      <a:pt x="173112" y="542925"/>
                    </a:cubicBezTo>
                    <a:cubicBezTo>
                      <a:pt x="156736" y="579771"/>
                      <a:pt x="172060" y="563027"/>
                      <a:pt x="158824" y="576263"/>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8" name="자유형 109">
                <a:extLst>
                  <a:ext uri="{FF2B5EF4-FFF2-40B4-BE49-F238E27FC236}">
                    <a16:creationId xmlns:a16="http://schemas.microsoft.com/office/drawing/2014/main" id="{2E864476-A5D5-4620-85E3-5BF23FF093DF}"/>
                  </a:ext>
                </a:extLst>
              </p:cNvPr>
              <p:cNvSpPr/>
              <p:nvPr/>
            </p:nvSpPr>
            <p:spPr>
              <a:xfrm>
                <a:off x="1297314" y="4804965"/>
                <a:ext cx="284666" cy="388484"/>
              </a:xfrm>
              <a:custGeom>
                <a:avLst/>
                <a:gdLst>
                  <a:gd name="connsiteX0" fmla="*/ 385763 w 404814"/>
                  <a:gd name="connsiteY0" fmla="*/ 0 h 552450"/>
                  <a:gd name="connsiteX1" fmla="*/ 404813 w 404814"/>
                  <a:gd name="connsiteY1" fmla="*/ 38100 h 552450"/>
                  <a:gd name="connsiteX2" fmla="*/ 400050 w 404814"/>
                  <a:gd name="connsiteY2" fmla="*/ 57150 h 552450"/>
                  <a:gd name="connsiteX3" fmla="*/ 371475 w 404814"/>
                  <a:gd name="connsiteY3" fmla="*/ 66675 h 552450"/>
                  <a:gd name="connsiteX4" fmla="*/ 357188 w 404814"/>
                  <a:gd name="connsiteY4" fmla="*/ 71438 h 552450"/>
                  <a:gd name="connsiteX5" fmla="*/ 342900 w 404814"/>
                  <a:gd name="connsiteY5" fmla="*/ 76200 h 552450"/>
                  <a:gd name="connsiteX6" fmla="*/ 300038 w 404814"/>
                  <a:gd name="connsiteY6" fmla="*/ 95250 h 552450"/>
                  <a:gd name="connsiteX7" fmla="*/ 285750 w 404814"/>
                  <a:gd name="connsiteY7" fmla="*/ 100013 h 552450"/>
                  <a:gd name="connsiteX8" fmla="*/ 276225 w 404814"/>
                  <a:gd name="connsiteY8" fmla="*/ 114300 h 552450"/>
                  <a:gd name="connsiteX9" fmla="*/ 247650 w 404814"/>
                  <a:gd name="connsiteY9" fmla="*/ 142875 h 552450"/>
                  <a:gd name="connsiteX10" fmla="*/ 223838 w 404814"/>
                  <a:gd name="connsiteY10" fmla="*/ 166688 h 552450"/>
                  <a:gd name="connsiteX11" fmla="*/ 204788 w 404814"/>
                  <a:gd name="connsiteY11" fmla="*/ 195263 h 552450"/>
                  <a:gd name="connsiteX12" fmla="*/ 195263 w 404814"/>
                  <a:gd name="connsiteY12" fmla="*/ 209550 h 552450"/>
                  <a:gd name="connsiteX13" fmla="*/ 171450 w 404814"/>
                  <a:gd name="connsiteY13" fmla="*/ 233363 h 552450"/>
                  <a:gd name="connsiteX14" fmla="*/ 123825 w 404814"/>
                  <a:gd name="connsiteY14" fmla="*/ 238125 h 552450"/>
                  <a:gd name="connsiteX15" fmla="*/ 42863 w 404814"/>
                  <a:gd name="connsiteY15" fmla="*/ 242888 h 552450"/>
                  <a:gd name="connsiteX16" fmla="*/ 33338 w 404814"/>
                  <a:gd name="connsiteY16" fmla="*/ 257175 h 552450"/>
                  <a:gd name="connsiteX17" fmla="*/ 19050 w 404814"/>
                  <a:gd name="connsiteY17" fmla="*/ 276225 h 552450"/>
                  <a:gd name="connsiteX18" fmla="*/ 14288 w 404814"/>
                  <a:gd name="connsiteY18" fmla="*/ 290513 h 552450"/>
                  <a:gd name="connsiteX19" fmla="*/ 0 w 404814"/>
                  <a:gd name="connsiteY19" fmla="*/ 319088 h 552450"/>
                  <a:gd name="connsiteX20" fmla="*/ 14288 w 404814"/>
                  <a:gd name="connsiteY20" fmla="*/ 328613 h 552450"/>
                  <a:gd name="connsiteX21" fmla="*/ 61913 w 404814"/>
                  <a:gd name="connsiteY21" fmla="*/ 333375 h 552450"/>
                  <a:gd name="connsiteX22" fmla="*/ 71438 w 404814"/>
                  <a:gd name="connsiteY22" fmla="*/ 361950 h 552450"/>
                  <a:gd name="connsiteX23" fmla="*/ 80963 w 404814"/>
                  <a:gd name="connsiteY23" fmla="*/ 390525 h 552450"/>
                  <a:gd name="connsiteX24" fmla="*/ 90488 w 404814"/>
                  <a:gd name="connsiteY24" fmla="*/ 404813 h 552450"/>
                  <a:gd name="connsiteX25" fmla="*/ 95250 w 404814"/>
                  <a:gd name="connsiteY25" fmla="*/ 423863 h 552450"/>
                  <a:gd name="connsiteX26" fmla="*/ 95250 w 404814"/>
                  <a:gd name="connsiteY26" fmla="*/ 466725 h 552450"/>
                  <a:gd name="connsiteX27" fmla="*/ 80963 w 404814"/>
                  <a:gd name="connsiteY27" fmla="*/ 471488 h 552450"/>
                  <a:gd name="connsiteX28" fmla="*/ 52388 w 404814"/>
                  <a:gd name="connsiteY28" fmla="*/ 485775 h 552450"/>
                  <a:gd name="connsiteX29" fmla="*/ 23813 w 404814"/>
                  <a:gd name="connsiteY29"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4814" h="552450">
                    <a:moveTo>
                      <a:pt x="385763" y="0"/>
                    </a:moveTo>
                    <a:cubicBezTo>
                      <a:pt x="388452" y="4481"/>
                      <a:pt x="404813" y="27850"/>
                      <a:pt x="404813" y="38100"/>
                    </a:cubicBezTo>
                    <a:cubicBezTo>
                      <a:pt x="404813" y="44645"/>
                      <a:pt x="405020" y="52890"/>
                      <a:pt x="400050" y="57150"/>
                    </a:cubicBezTo>
                    <a:cubicBezTo>
                      <a:pt x="392427" y="63684"/>
                      <a:pt x="381000" y="63500"/>
                      <a:pt x="371475" y="66675"/>
                    </a:cubicBezTo>
                    <a:lnTo>
                      <a:pt x="357188" y="71438"/>
                    </a:lnTo>
                    <a:lnTo>
                      <a:pt x="342900" y="76200"/>
                    </a:lnTo>
                    <a:cubicBezTo>
                      <a:pt x="320259" y="91295"/>
                      <a:pt x="334044" y="83914"/>
                      <a:pt x="300038" y="95250"/>
                    </a:cubicBezTo>
                    <a:lnTo>
                      <a:pt x="285750" y="100013"/>
                    </a:lnTo>
                    <a:cubicBezTo>
                      <a:pt x="282575" y="104775"/>
                      <a:pt x="280028" y="110022"/>
                      <a:pt x="276225" y="114300"/>
                    </a:cubicBezTo>
                    <a:cubicBezTo>
                      <a:pt x="267276" y="124368"/>
                      <a:pt x="255122" y="131667"/>
                      <a:pt x="247650" y="142875"/>
                    </a:cubicBezTo>
                    <a:cubicBezTo>
                      <a:pt x="234950" y="161925"/>
                      <a:pt x="242888" y="153988"/>
                      <a:pt x="223838" y="166688"/>
                    </a:cubicBezTo>
                    <a:lnTo>
                      <a:pt x="204788" y="195263"/>
                    </a:lnTo>
                    <a:lnTo>
                      <a:pt x="195263" y="209550"/>
                    </a:lnTo>
                    <a:cubicBezTo>
                      <a:pt x="189105" y="218787"/>
                      <a:pt x="183959" y="230476"/>
                      <a:pt x="171450" y="233363"/>
                    </a:cubicBezTo>
                    <a:cubicBezTo>
                      <a:pt x="155904" y="236950"/>
                      <a:pt x="139736" y="236946"/>
                      <a:pt x="123825" y="238125"/>
                    </a:cubicBezTo>
                    <a:cubicBezTo>
                      <a:pt x="96865" y="240122"/>
                      <a:pt x="69850" y="241300"/>
                      <a:pt x="42863" y="242888"/>
                    </a:cubicBezTo>
                    <a:cubicBezTo>
                      <a:pt x="39688" y="247650"/>
                      <a:pt x="36665" y="252518"/>
                      <a:pt x="33338" y="257175"/>
                    </a:cubicBezTo>
                    <a:cubicBezTo>
                      <a:pt x="28724" y="263634"/>
                      <a:pt x="22988" y="269333"/>
                      <a:pt x="19050" y="276225"/>
                    </a:cubicBezTo>
                    <a:cubicBezTo>
                      <a:pt x="16559" y="280584"/>
                      <a:pt x="16533" y="286023"/>
                      <a:pt x="14288" y="290513"/>
                    </a:cubicBezTo>
                    <a:cubicBezTo>
                      <a:pt x="-4180" y="327450"/>
                      <a:pt x="11975" y="283167"/>
                      <a:pt x="0" y="319088"/>
                    </a:cubicBezTo>
                    <a:cubicBezTo>
                      <a:pt x="4763" y="322263"/>
                      <a:pt x="8711" y="327326"/>
                      <a:pt x="14288" y="328613"/>
                    </a:cubicBezTo>
                    <a:cubicBezTo>
                      <a:pt x="29834" y="332200"/>
                      <a:pt x="48132" y="325336"/>
                      <a:pt x="61913" y="333375"/>
                    </a:cubicBezTo>
                    <a:cubicBezTo>
                      <a:pt x="70586" y="338434"/>
                      <a:pt x="68263" y="352425"/>
                      <a:pt x="71438" y="361950"/>
                    </a:cubicBezTo>
                    <a:cubicBezTo>
                      <a:pt x="71440" y="361955"/>
                      <a:pt x="80959" y="390520"/>
                      <a:pt x="80963" y="390525"/>
                    </a:cubicBezTo>
                    <a:lnTo>
                      <a:pt x="90488" y="404813"/>
                    </a:lnTo>
                    <a:cubicBezTo>
                      <a:pt x="92075" y="411163"/>
                      <a:pt x="93452" y="417569"/>
                      <a:pt x="95250" y="423863"/>
                    </a:cubicBezTo>
                    <a:cubicBezTo>
                      <a:pt x="99971" y="440385"/>
                      <a:pt x="106795" y="446521"/>
                      <a:pt x="95250" y="466725"/>
                    </a:cubicBezTo>
                    <a:cubicBezTo>
                      <a:pt x="92759" y="471084"/>
                      <a:pt x="85453" y="469243"/>
                      <a:pt x="80963" y="471488"/>
                    </a:cubicBezTo>
                    <a:cubicBezTo>
                      <a:pt x="44042" y="489949"/>
                      <a:pt x="88291" y="473808"/>
                      <a:pt x="52388" y="485775"/>
                    </a:cubicBezTo>
                    <a:cubicBezTo>
                      <a:pt x="10604" y="513631"/>
                      <a:pt x="23813" y="493377"/>
                      <a:pt x="23813" y="55245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9" name="자유형 110">
                <a:extLst>
                  <a:ext uri="{FF2B5EF4-FFF2-40B4-BE49-F238E27FC236}">
                    <a16:creationId xmlns:a16="http://schemas.microsoft.com/office/drawing/2014/main" id="{26E60B81-EF80-487F-85CB-2879F64FF012}"/>
                  </a:ext>
                </a:extLst>
              </p:cNvPr>
              <p:cNvSpPr/>
              <p:nvPr/>
            </p:nvSpPr>
            <p:spPr>
              <a:xfrm>
                <a:off x="1588677" y="4815012"/>
                <a:ext cx="137355" cy="395182"/>
              </a:xfrm>
              <a:custGeom>
                <a:avLst/>
                <a:gdLst>
                  <a:gd name="connsiteX0" fmla="*/ 114300 w 195328"/>
                  <a:gd name="connsiteY0" fmla="*/ 0 h 561975"/>
                  <a:gd name="connsiteX1" fmla="*/ 142875 w 195328"/>
                  <a:gd name="connsiteY1" fmla="*/ 38100 h 561975"/>
                  <a:gd name="connsiteX2" fmla="*/ 147637 w 195328"/>
                  <a:gd name="connsiteY2" fmla="*/ 52387 h 561975"/>
                  <a:gd name="connsiteX3" fmla="*/ 152400 w 195328"/>
                  <a:gd name="connsiteY3" fmla="*/ 128587 h 561975"/>
                  <a:gd name="connsiteX4" fmla="*/ 157162 w 195328"/>
                  <a:gd name="connsiteY4" fmla="*/ 142875 h 561975"/>
                  <a:gd name="connsiteX5" fmla="*/ 161925 w 195328"/>
                  <a:gd name="connsiteY5" fmla="*/ 171450 h 561975"/>
                  <a:gd name="connsiteX6" fmla="*/ 176212 w 195328"/>
                  <a:gd name="connsiteY6" fmla="*/ 176212 h 561975"/>
                  <a:gd name="connsiteX7" fmla="*/ 195262 w 195328"/>
                  <a:gd name="connsiteY7" fmla="*/ 204787 h 561975"/>
                  <a:gd name="connsiteX8" fmla="*/ 190500 w 195328"/>
                  <a:gd name="connsiteY8" fmla="*/ 252412 h 561975"/>
                  <a:gd name="connsiteX9" fmla="*/ 185737 w 195328"/>
                  <a:gd name="connsiteY9" fmla="*/ 266700 h 561975"/>
                  <a:gd name="connsiteX10" fmla="*/ 171450 w 195328"/>
                  <a:gd name="connsiteY10" fmla="*/ 276225 h 561975"/>
                  <a:gd name="connsiteX11" fmla="*/ 152400 w 195328"/>
                  <a:gd name="connsiteY11" fmla="*/ 304800 h 561975"/>
                  <a:gd name="connsiteX12" fmla="*/ 133350 w 195328"/>
                  <a:gd name="connsiteY12" fmla="*/ 333375 h 561975"/>
                  <a:gd name="connsiteX13" fmla="*/ 123825 w 195328"/>
                  <a:gd name="connsiteY13" fmla="*/ 347662 h 561975"/>
                  <a:gd name="connsiteX14" fmla="*/ 147637 w 195328"/>
                  <a:gd name="connsiteY14" fmla="*/ 390525 h 561975"/>
                  <a:gd name="connsiteX15" fmla="*/ 157162 w 195328"/>
                  <a:gd name="connsiteY15" fmla="*/ 404812 h 561975"/>
                  <a:gd name="connsiteX16" fmla="*/ 138112 w 195328"/>
                  <a:gd name="connsiteY16" fmla="*/ 428625 h 561975"/>
                  <a:gd name="connsiteX17" fmla="*/ 114300 w 195328"/>
                  <a:gd name="connsiteY17" fmla="*/ 447675 h 561975"/>
                  <a:gd name="connsiteX18" fmla="*/ 76200 w 195328"/>
                  <a:gd name="connsiteY18" fmla="*/ 471487 h 561975"/>
                  <a:gd name="connsiteX19" fmla="*/ 61912 w 195328"/>
                  <a:gd name="connsiteY19" fmla="*/ 476250 h 561975"/>
                  <a:gd name="connsiteX20" fmla="*/ 47625 w 195328"/>
                  <a:gd name="connsiteY20" fmla="*/ 504825 h 561975"/>
                  <a:gd name="connsiteX21" fmla="*/ 42862 w 195328"/>
                  <a:gd name="connsiteY21" fmla="*/ 538162 h 561975"/>
                  <a:gd name="connsiteX22" fmla="*/ 28575 w 195328"/>
                  <a:gd name="connsiteY22" fmla="*/ 542925 h 561975"/>
                  <a:gd name="connsiteX23" fmla="*/ 0 w 195328"/>
                  <a:gd name="connsiteY23"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328" h="561975">
                    <a:moveTo>
                      <a:pt x="114300" y="0"/>
                    </a:moveTo>
                    <a:cubicBezTo>
                      <a:pt x="118976" y="5845"/>
                      <a:pt x="137820" y="27989"/>
                      <a:pt x="142875" y="38100"/>
                    </a:cubicBezTo>
                    <a:cubicBezTo>
                      <a:pt x="145120" y="42590"/>
                      <a:pt x="146050" y="47625"/>
                      <a:pt x="147637" y="52387"/>
                    </a:cubicBezTo>
                    <a:cubicBezTo>
                      <a:pt x="149225" y="77787"/>
                      <a:pt x="149736" y="103277"/>
                      <a:pt x="152400" y="128587"/>
                    </a:cubicBezTo>
                    <a:cubicBezTo>
                      <a:pt x="152926" y="133580"/>
                      <a:pt x="156073" y="137974"/>
                      <a:pt x="157162" y="142875"/>
                    </a:cubicBezTo>
                    <a:cubicBezTo>
                      <a:pt x="159257" y="152301"/>
                      <a:pt x="157134" y="163066"/>
                      <a:pt x="161925" y="171450"/>
                    </a:cubicBezTo>
                    <a:cubicBezTo>
                      <a:pt x="164416" y="175808"/>
                      <a:pt x="171450" y="174625"/>
                      <a:pt x="176212" y="176212"/>
                    </a:cubicBezTo>
                    <a:cubicBezTo>
                      <a:pt x="182562" y="185737"/>
                      <a:pt x="196401" y="193396"/>
                      <a:pt x="195262" y="204787"/>
                    </a:cubicBezTo>
                    <a:cubicBezTo>
                      <a:pt x="193675" y="220662"/>
                      <a:pt x="192926" y="236643"/>
                      <a:pt x="190500" y="252412"/>
                    </a:cubicBezTo>
                    <a:cubicBezTo>
                      <a:pt x="189737" y="257374"/>
                      <a:pt x="188873" y="262780"/>
                      <a:pt x="185737" y="266700"/>
                    </a:cubicBezTo>
                    <a:cubicBezTo>
                      <a:pt x="182161" y="271169"/>
                      <a:pt x="176212" y="273050"/>
                      <a:pt x="171450" y="276225"/>
                    </a:cubicBezTo>
                    <a:cubicBezTo>
                      <a:pt x="162341" y="303549"/>
                      <a:pt x="173210" y="278044"/>
                      <a:pt x="152400" y="304800"/>
                    </a:cubicBezTo>
                    <a:cubicBezTo>
                      <a:pt x="145372" y="313836"/>
                      <a:pt x="139700" y="323850"/>
                      <a:pt x="133350" y="333375"/>
                    </a:cubicBezTo>
                    <a:lnTo>
                      <a:pt x="123825" y="347662"/>
                    </a:lnTo>
                    <a:cubicBezTo>
                      <a:pt x="132206" y="372810"/>
                      <a:pt x="125803" y="357774"/>
                      <a:pt x="147637" y="390525"/>
                    </a:cubicBezTo>
                    <a:lnTo>
                      <a:pt x="157162" y="404812"/>
                    </a:lnTo>
                    <a:cubicBezTo>
                      <a:pt x="147286" y="444320"/>
                      <a:pt x="161598" y="409837"/>
                      <a:pt x="138112" y="428625"/>
                    </a:cubicBezTo>
                    <a:cubicBezTo>
                      <a:pt x="107336" y="453245"/>
                      <a:pt x="150213" y="435702"/>
                      <a:pt x="114300" y="447675"/>
                    </a:cubicBezTo>
                    <a:cubicBezTo>
                      <a:pt x="99205" y="470316"/>
                      <a:pt x="110205" y="460152"/>
                      <a:pt x="76200" y="471487"/>
                    </a:cubicBezTo>
                    <a:lnTo>
                      <a:pt x="61912" y="476250"/>
                    </a:lnTo>
                    <a:cubicBezTo>
                      <a:pt x="53883" y="488293"/>
                      <a:pt x="50442" y="490738"/>
                      <a:pt x="47625" y="504825"/>
                    </a:cubicBezTo>
                    <a:cubicBezTo>
                      <a:pt x="45424" y="515832"/>
                      <a:pt x="47882" y="528122"/>
                      <a:pt x="42862" y="538162"/>
                    </a:cubicBezTo>
                    <a:cubicBezTo>
                      <a:pt x="40617" y="542652"/>
                      <a:pt x="32963" y="540487"/>
                      <a:pt x="28575" y="542925"/>
                    </a:cubicBezTo>
                    <a:cubicBezTo>
                      <a:pt x="18568" y="548485"/>
                      <a:pt x="0" y="561975"/>
                      <a:pt x="0"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0" name="자유형 111">
                <a:extLst>
                  <a:ext uri="{FF2B5EF4-FFF2-40B4-BE49-F238E27FC236}">
                    <a16:creationId xmlns:a16="http://schemas.microsoft.com/office/drawing/2014/main" id="{02121004-A39A-48C4-8905-C835DDCA5F9A}"/>
                  </a:ext>
                </a:extLst>
              </p:cNvPr>
              <p:cNvSpPr/>
              <p:nvPr/>
            </p:nvSpPr>
            <p:spPr>
              <a:xfrm>
                <a:off x="1679100" y="4798267"/>
                <a:ext cx="187628" cy="398531"/>
              </a:xfrm>
              <a:custGeom>
                <a:avLst/>
                <a:gdLst>
                  <a:gd name="connsiteX0" fmla="*/ 95250 w 266820"/>
                  <a:gd name="connsiteY0" fmla="*/ 0 h 566738"/>
                  <a:gd name="connsiteX1" fmla="*/ 71438 w 266820"/>
                  <a:gd name="connsiteY1" fmla="*/ 14288 h 566738"/>
                  <a:gd name="connsiteX2" fmla="*/ 33338 w 266820"/>
                  <a:gd name="connsiteY2" fmla="*/ 23813 h 566738"/>
                  <a:gd name="connsiteX3" fmla="*/ 4763 w 266820"/>
                  <a:gd name="connsiteY3" fmla="*/ 33338 h 566738"/>
                  <a:gd name="connsiteX4" fmla="*/ 0 w 266820"/>
                  <a:gd name="connsiteY4" fmla="*/ 47625 h 566738"/>
                  <a:gd name="connsiteX5" fmla="*/ 4763 w 266820"/>
                  <a:gd name="connsiteY5" fmla="*/ 71438 h 566738"/>
                  <a:gd name="connsiteX6" fmla="*/ 23813 w 266820"/>
                  <a:gd name="connsiteY6" fmla="*/ 114300 h 566738"/>
                  <a:gd name="connsiteX7" fmla="*/ 33338 w 266820"/>
                  <a:gd name="connsiteY7" fmla="*/ 142875 h 566738"/>
                  <a:gd name="connsiteX8" fmla="*/ 42863 w 266820"/>
                  <a:gd name="connsiteY8" fmla="*/ 176213 h 566738"/>
                  <a:gd name="connsiteX9" fmla="*/ 47625 w 266820"/>
                  <a:gd name="connsiteY9" fmla="*/ 204788 h 566738"/>
                  <a:gd name="connsiteX10" fmla="*/ 90488 w 266820"/>
                  <a:gd name="connsiteY10" fmla="*/ 219075 h 566738"/>
                  <a:gd name="connsiteX11" fmla="*/ 104775 w 266820"/>
                  <a:gd name="connsiteY11" fmla="*/ 223838 h 566738"/>
                  <a:gd name="connsiteX12" fmla="*/ 214313 w 266820"/>
                  <a:gd name="connsiteY12" fmla="*/ 214313 h 566738"/>
                  <a:gd name="connsiteX13" fmla="*/ 214313 w 266820"/>
                  <a:gd name="connsiteY13" fmla="*/ 171450 h 566738"/>
                  <a:gd name="connsiteX14" fmla="*/ 185738 w 266820"/>
                  <a:gd name="connsiteY14" fmla="*/ 176213 h 566738"/>
                  <a:gd name="connsiteX15" fmla="*/ 171450 w 266820"/>
                  <a:gd name="connsiteY15" fmla="*/ 185738 h 566738"/>
                  <a:gd name="connsiteX16" fmla="*/ 142875 w 266820"/>
                  <a:gd name="connsiteY16" fmla="*/ 200025 h 566738"/>
                  <a:gd name="connsiteX17" fmla="*/ 157163 w 266820"/>
                  <a:gd name="connsiteY17" fmla="*/ 228600 h 566738"/>
                  <a:gd name="connsiteX18" fmla="*/ 171450 w 266820"/>
                  <a:gd name="connsiteY18" fmla="*/ 238125 h 566738"/>
                  <a:gd name="connsiteX19" fmla="*/ 180975 w 266820"/>
                  <a:gd name="connsiteY19" fmla="*/ 252413 h 566738"/>
                  <a:gd name="connsiteX20" fmla="*/ 209550 w 266820"/>
                  <a:gd name="connsiteY20" fmla="*/ 276225 h 566738"/>
                  <a:gd name="connsiteX21" fmla="*/ 242888 w 266820"/>
                  <a:gd name="connsiteY21" fmla="*/ 285750 h 566738"/>
                  <a:gd name="connsiteX22" fmla="*/ 257175 w 266820"/>
                  <a:gd name="connsiteY22" fmla="*/ 290513 h 566738"/>
                  <a:gd name="connsiteX23" fmla="*/ 266700 w 266820"/>
                  <a:gd name="connsiteY23" fmla="*/ 304800 h 566738"/>
                  <a:gd name="connsiteX24" fmla="*/ 261938 w 266820"/>
                  <a:gd name="connsiteY24" fmla="*/ 319088 h 566738"/>
                  <a:gd name="connsiteX25" fmla="*/ 252413 w 266820"/>
                  <a:gd name="connsiteY25" fmla="*/ 338138 h 566738"/>
                  <a:gd name="connsiteX26" fmla="*/ 238125 w 266820"/>
                  <a:gd name="connsiteY26" fmla="*/ 366713 h 566738"/>
                  <a:gd name="connsiteX27" fmla="*/ 228600 w 266820"/>
                  <a:gd name="connsiteY27" fmla="*/ 395288 h 566738"/>
                  <a:gd name="connsiteX28" fmla="*/ 223838 w 266820"/>
                  <a:gd name="connsiteY28" fmla="*/ 409575 h 566738"/>
                  <a:gd name="connsiteX29" fmla="*/ 209550 w 266820"/>
                  <a:gd name="connsiteY29" fmla="*/ 414338 h 566738"/>
                  <a:gd name="connsiteX30" fmla="*/ 200025 w 266820"/>
                  <a:gd name="connsiteY30" fmla="*/ 400050 h 566738"/>
                  <a:gd name="connsiteX31" fmla="*/ 185738 w 266820"/>
                  <a:gd name="connsiteY31" fmla="*/ 395288 h 566738"/>
                  <a:gd name="connsiteX32" fmla="*/ 171450 w 266820"/>
                  <a:gd name="connsiteY32" fmla="*/ 385763 h 566738"/>
                  <a:gd name="connsiteX33" fmla="*/ 142875 w 266820"/>
                  <a:gd name="connsiteY33" fmla="*/ 400050 h 566738"/>
                  <a:gd name="connsiteX34" fmla="*/ 133350 w 266820"/>
                  <a:gd name="connsiteY34" fmla="*/ 414338 h 566738"/>
                  <a:gd name="connsiteX35" fmla="*/ 114300 w 266820"/>
                  <a:gd name="connsiteY35" fmla="*/ 438150 h 566738"/>
                  <a:gd name="connsiteX36" fmla="*/ 109538 w 266820"/>
                  <a:gd name="connsiteY36" fmla="*/ 452438 h 566738"/>
                  <a:gd name="connsiteX37" fmla="*/ 104775 w 266820"/>
                  <a:gd name="connsiteY37" fmla="*/ 528638 h 566738"/>
                  <a:gd name="connsiteX38" fmla="*/ 90488 w 266820"/>
                  <a:gd name="connsiteY38" fmla="*/ 538163 h 566738"/>
                  <a:gd name="connsiteX39" fmla="*/ 61913 w 266820"/>
                  <a:gd name="connsiteY39" fmla="*/ 547688 h 566738"/>
                  <a:gd name="connsiteX40" fmla="*/ 33338 w 266820"/>
                  <a:gd name="connsiteY40" fmla="*/ 566738 h 5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6820" h="566738">
                    <a:moveTo>
                      <a:pt x="95250" y="0"/>
                    </a:moveTo>
                    <a:cubicBezTo>
                      <a:pt x="87313" y="4763"/>
                      <a:pt x="79717" y="10148"/>
                      <a:pt x="71438" y="14288"/>
                    </a:cubicBezTo>
                    <a:cubicBezTo>
                      <a:pt x="59883" y="20065"/>
                      <a:pt x="45283" y="20555"/>
                      <a:pt x="33338" y="23813"/>
                    </a:cubicBezTo>
                    <a:cubicBezTo>
                      <a:pt x="23652" y="26455"/>
                      <a:pt x="4763" y="33338"/>
                      <a:pt x="4763" y="33338"/>
                    </a:cubicBezTo>
                    <a:cubicBezTo>
                      <a:pt x="3175" y="38100"/>
                      <a:pt x="0" y="42605"/>
                      <a:pt x="0" y="47625"/>
                    </a:cubicBezTo>
                    <a:cubicBezTo>
                      <a:pt x="0" y="55720"/>
                      <a:pt x="2633" y="63628"/>
                      <a:pt x="4763" y="71438"/>
                    </a:cubicBezTo>
                    <a:cubicBezTo>
                      <a:pt x="12611" y="100212"/>
                      <a:pt x="10707" y="94641"/>
                      <a:pt x="23813" y="114300"/>
                    </a:cubicBezTo>
                    <a:lnTo>
                      <a:pt x="33338" y="142875"/>
                    </a:lnTo>
                    <a:cubicBezTo>
                      <a:pt x="37874" y="156484"/>
                      <a:pt x="39875" y="161275"/>
                      <a:pt x="42863" y="176213"/>
                    </a:cubicBezTo>
                    <a:cubicBezTo>
                      <a:pt x="44757" y="185682"/>
                      <a:pt x="43307" y="196151"/>
                      <a:pt x="47625" y="204788"/>
                    </a:cubicBezTo>
                    <a:cubicBezTo>
                      <a:pt x="53713" y="216964"/>
                      <a:pt x="83655" y="217936"/>
                      <a:pt x="90488" y="219075"/>
                    </a:cubicBezTo>
                    <a:cubicBezTo>
                      <a:pt x="95250" y="220663"/>
                      <a:pt x="99755" y="223838"/>
                      <a:pt x="104775" y="223838"/>
                    </a:cubicBezTo>
                    <a:cubicBezTo>
                      <a:pt x="189996" y="223838"/>
                      <a:pt x="172242" y="228335"/>
                      <a:pt x="214313" y="214313"/>
                    </a:cubicBezTo>
                    <a:cubicBezTo>
                      <a:pt x="217995" y="203267"/>
                      <a:pt x="227851" y="181120"/>
                      <a:pt x="214313" y="171450"/>
                    </a:cubicBezTo>
                    <a:cubicBezTo>
                      <a:pt x="206455" y="165837"/>
                      <a:pt x="195263" y="174625"/>
                      <a:pt x="185738" y="176213"/>
                    </a:cubicBezTo>
                    <a:cubicBezTo>
                      <a:pt x="180975" y="179388"/>
                      <a:pt x="176570" y="183178"/>
                      <a:pt x="171450" y="185738"/>
                    </a:cubicBezTo>
                    <a:cubicBezTo>
                      <a:pt x="132014" y="205455"/>
                      <a:pt x="183824" y="172727"/>
                      <a:pt x="142875" y="200025"/>
                    </a:cubicBezTo>
                    <a:cubicBezTo>
                      <a:pt x="146749" y="211646"/>
                      <a:pt x="147931" y="219368"/>
                      <a:pt x="157163" y="228600"/>
                    </a:cubicBezTo>
                    <a:cubicBezTo>
                      <a:pt x="161210" y="232647"/>
                      <a:pt x="166688" y="234950"/>
                      <a:pt x="171450" y="238125"/>
                    </a:cubicBezTo>
                    <a:cubicBezTo>
                      <a:pt x="174625" y="242888"/>
                      <a:pt x="177311" y="248016"/>
                      <a:pt x="180975" y="252413"/>
                    </a:cubicBezTo>
                    <a:cubicBezTo>
                      <a:pt x="188497" y="261439"/>
                      <a:pt x="198849" y="270874"/>
                      <a:pt x="209550" y="276225"/>
                    </a:cubicBezTo>
                    <a:cubicBezTo>
                      <a:pt x="217167" y="280034"/>
                      <a:pt x="235761" y="283714"/>
                      <a:pt x="242888" y="285750"/>
                    </a:cubicBezTo>
                    <a:cubicBezTo>
                      <a:pt x="247715" y="287129"/>
                      <a:pt x="252413" y="288925"/>
                      <a:pt x="257175" y="290513"/>
                    </a:cubicBezTo>
                    <a:cubicBezTo>
                      <a:pt x="260350" y="295275"/>
                      <a:pt x="265759" y="299154"/>
                      <a:pt x="266700" y="304800"/>
                    </a:cubicBezTo>
                    <a:cubicBezTo>
                      <a:pt x="267525" y="309752"/>
                      <a:pt x="263915" y="314474"/>
                      <a:pt x="261938" y="319088"/>
                    </a:cubicBezTo>
                    <a:cubicBezTo>
                      <a:pt x="259141" y="325614"/>
                      <a:pt x="255210" y="331613"/>
                      <a:pt x="252413" y="338138"/>
                    </a:cubicBezTo>
                    <a:cubicBezTo>
                      <a:pt x="240582" y="365741"/>
                      <a:pt x="256429" y="339256"/>
                      <a:pt x="238125" y="366713"/>
                    </a:cubicBezTo>
                    <a:lnTo>
                      <a:pt x="228600" y="395288"/>
                    </a:lnTo>
                    <a:cubicBezTo>
                      <a:pt x="227013" y="400050"/>
                      <a:pt x="228600" y="407987"/>
                      <a:pt x="223838" y="409575"/>
                    </a:cubicBezTo>
                    <a:lnTo>
                      <a:pt x="209550" y="414338"/>
                    </a:lnTo>
                    <a:cubicBezTo>
                      <a:pt x="206375" y="409575"/>
                      <a:pt x="204495" y="403626"/>
                      <a:pt x="200025" y="400050"/>
                    </a:cubicBezTo>
                    <a:cubicBezTo>
                      <a:pt x="196105" y="396914"/>
                      <a:pt x="190228" y="397533"/>
                      <a:pt x="185738" y="395288"/>
                    </a:cubicBezTo>
                    <a:cubicBezTo>
                      <a:pt x="180618" y="392728"/>
                      <a:pt x="176213" y="388938"/>
                      <a:pt x="171450" y="385763"/>
                    </a:cubicBezTo>
                    <a:cubicBezTo>
                      <a:pt x="159830" y="389636"/>
                      <a:pt x="152107" y="390818"/>
                      <a:pt x="142875" y="400050"/>
                    </a:cubicBezTo>
                    <a:cubicBezTo>
                      <a:pt x="138828" y="404097"/>
                      <a:pt x="136525" y="409575"/>
                      <a:pt x="133350" y="414338"/>
                    </a:cubicBezTo>
                    <a:cubicBezTo>
                      <a:pt x="121380" y="450250"/>
                      <a:pt x="138920" y="407375"/>
                      <a:pt x="114300" y="438150"/>
                    </a:cubicBezTo>
                    <a:cubicBezTo>
                      <a:pt x="111164" y="442070"/>
                      <a:pt x="111125" y="447675"/>
                      <a:pt x="109538" y="452438"/>
                    </a:cubicBezTo>
                    <a:cubicBezTo>
                      <a:pt x="107950" y="477838"/>
                      <a:pt x="110296" y="503794"/>
                      <a:pt x="104775" y="528638"/>
                    </a:cubicBezTo>
                    <a:cubicBezTo>
                      <a:pt x="103533" y="534225"/>
                      <a:pt x="95718" y="535838"/>
                      <a:pt x="90488" y="538163"/>
                    </a:cubicBezTo>
                    <a:cubicBezTo>
                      <a:pt x="81313" y="542241"/>
                      <a:pt x="70267" y="542119"/>
                      <a:pt x="61913" y="547688"/>
                    </a:cubicBezTo>
                    <a:lnTo>
                      <a:pt x="33338" y="566738"/>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1" name="자유형 112">
                <a:extLst>
                  <a:ext uri="{FF2B5EF4-FFF2-40B4-BE49-F238E27FC236}">
                    <a16:creationId xmlns:a16="http://schemas.microsoft.com/office/drawing/2014/main" id="{E0C4BCE8-F36B-4C0F-85BD-FF911105B07D}"/>
                  </a:ext>
                </a:extLst>
              </p:cNvPr>
              <p:cNvSpPr/>
              <p:nvPr/>
            </p:nvSpPr>
            <p:spPr>
              <a:xfrm>
                <a:off x="1754482" y="4801616"/>
                <a:ext cx="430680" cy="395182"/>
              </a:xfrm>
              <a:custGeom>
                <a:avLst/>
                <a:gdLst>
                  <a:gd name="connsiteX0" fmla="*/ 92826 w 612456"/>
                  <a:gd name="connsiteY0" fmla="*/ 0 h 561975"/>
                  <a:gd name="connsiteX1" fmla="*/ 64251 w 612456"/>
                  <a:gd name="connsiteY1" fmla="*/ 4762 h 561975"/>
                  <a:gd name="connsiteX2" fmla="*/ 49964 w 612456"/>
                  <a:gd name="connsiteY2" fmla="*/ 19050 h 561975"/>
                  <a:gd name="connsiteX3" fmla="*/ 21389 w 612456"/>
                  <a:gd name="connsiteY3" fmla="*/ 33337 h 561975"/>
                  <a:gd name="connsiteX4" fmla="*/ 2339 w 612456"/>
                  <a:gd name="connsiteY4" fmla="*/ 61912 h 561975"/>
                  <a:gd name="connsiteX5" fmla="*/ 30914 w 612456"/>
                  <a:gd name="connsiteY5" fmla="*/ 80962 h 561975"/>
                  <a:gd name="connsiteX6" fmla="*/ 45201 w 612456"/>
                  <a:gd name="connsiteY6" fmla="*/ 123825 h 561975"/>
                  <a:gd name="connsiteX7" fmla="*/ 35676 w 612456"/>
                  <a:gd name="connsiteY7" fmla="*/ 142875 h 561975"/>
                  <a:gd name="connsiteX8" fmla="*/ 26151 w 612456"/>
                  <a:gd name="connsiteY8" fmla="*/ 157162 h 561975"/>
                  <a:gd name="connsiteX9" fmla="*/ 21389 w 612456"/>
                  <a:gd name="connsiteY9" fmla="*/ 171450 h 561975"/>
                  <a:gd name="connsiteX10" fmla="*/ 49964 w 612456"/>
                  <a:gd name="connsiteY10" fmla="*/ 180975 h 561975"/>
                  <a:gd name="connsiteX11" fmla="*/ 78539 w 612456"/>
                  <a:gd name="connsiteY11" fmla="*/ 195262 h 561975"/>
                  <a:gd name="connsiteX12" fmla="*/ 88064 w 612456"/>
                  <a:gd name="connsiteY12" fmla="*/ 209550 h 561975"/>
                  <a:gd name="connsiteX13" fmla="*/ 116639 w 612456"/>
                  <a:gd name="connsiteY13" fmla="*/ 219075 h 561975"/>
                  <a:gd name="connsiteX14" fmla="*/ 121401 w 612456"/>
                  <a:gd name="connsiteY14" fmla="*/ 280987 h 561975"/>
                  <a:gd name="connsiteX15" fmla="*/ 111876 w 612456"/>
                  <a:gd name="connsiteY15" fmla="*/ 309562 h 561975"/>
                  <a:gd name="connsiteX16" fmla="*/ 107114 w 612456"/>
                  <a:gd name="connsiteY16" fmla="*/ 323850 h 561975"/>
                  <a:gd name="connsiteX17" fmla="*/ 111876 w 612456"/>
                  <a:gd name="connsiteY17" fmla="*/ 338137 h 561975"/>
                  <a:gd name="connsiteX18" fmla="*/ 126164 w 612456"/>
                  <a:gd name="connsiteY18" fmla="*/ 347662 h 561975"/>
                  <a:gd name="connsiteX19" fmla="*/ 169026 w 612456"/>
                  <a:gd name="connsiteY19" fmla="*/ 357187 h 561975"/>
                  <a:gd name="connsiteX20" fmla="*/ 169026 w 612456"/>
                  <a:gd name="connsiteY20" fmla="*/ 404812 h 561975"/>
                  <a:gd name="connsiteX21" fmla="*/ 159501 w 612456"/>
                  <a:gd name="connsiteY21" fmla="*/ 447675 h 561975"/>
                  <a:gd name="connsiteX22" fmla="*/ 173789 w 612456"/>
                  <a:gd name="connsiteY22" fmla="*/ 452437 h 561975"/>
                  <a:gd name="connsiteX23" fmla="*/ 211889 w 612456"/>
                  <a:gd name="connsiteY23" fmla="*/ 442912 h 561975"/>
                  <a:gd name="connsiteX24" fmla="*/ 254751 w 612456"/>
                  <a:gd name="connsiteY24" fmla="*/ 419100 h 561975"/>
                  <a:gd name="connsiteX25" fmla="*/ 283326 w 612456"/>
                  <a:gd name="connsiteY25" fmla="*/ 438150 h 561975"/>
                  <a:gd name="connsiteX26" fmla="*/ 297614 w 612456"/>
                  <a:gd name="connsiteY26" fmla="*/ 447675 h 561975"/>
                  <a:gd name="connsiteX27" fmla="*/ 321426 w 612456"/>
                  <a:gd name="connsiteY27" fmla="*/ 442912 h 561975"/>
                  <a:gd name="connsiteX28" fmla="*/ 335714 w 612456"/>
                  <a:gd name="connsiteY28" fmla="*/ 414337 h 561975"/>
                  <a:gd name="connsiteX29" fmla="*/ 345239 w 612456"/>
                  <a:gd name="connsiteY29" fmla="*/ 400050 h 561975"/>
                  <a:gd name="connsiteX30" fmla="*/ 359526 w 612456"/>
                  <a:gd name="connsiteY30" fmla="*/ 371475 h 561975"/>
                  <a:gd name="connsiteX31" fmla="*/ 373814 w 612456"/>
                  <a:gd name="connsiteY31" fmla="*/ 361950 h 561975"/>
                  <a:gd name="connsiteX32" fmla="*/ 378576 w 612456"/>
                  <a:gd name="connsiteY32" fmla="*/ 347662 h 561975"/>
                  <a:gd name="connsiteX33" fmla="*/ 411914 w 612456"/>
                  <a:gd name="connsiteY33" fmla="*/ 352425 h 561975"/>
                  <a:gd name="connsiteX34" fmla="*/ 426201 w 612456"/>
                  <a:gd name="connsiteY34" fmla="*/ 361950 h 561975"/>
                  <a:gd name="connsiteX35" fmla="*/ 440489 w 612456"/>
                  <a:gd name="connsiteY35" fmla="*/ 376237 h 561975"/>
                  <a:gd name="connsiteX36" fmla="*/ 454776 w 612456"/>
                  <a:gd name="connsiteY36" fmla="*/ 381000 h 561975"/>
                  <a:gd name="connsiteX37" fmla="*/ 497639 w 612456"/>
                  <a:gd name="connsiteY37" fmla="*/ 376237 h 561975"/>
                  <a:gd name="connsiteX38" fmla="*/ 526214 w 612456"/>
                  <a:gd name="connsiteY38" fmla="*/ 357187 h 561975"/>
                  <a:gd name="connsiteX39" fmla="*/ 545264 w 612456"/>
                  <a:gd name="connsiteY39" fmla="*/ 352425 h 561975"/>
                  <a:gd name="connsiteX40" fmla="*/ 559551 w 612456"/>
                  <a:gd name="connsiteY40" fmla="*/ 366712 h 561975"/>
                  <a:gd name="connsiteX41" fmla="*/ 573839 w 612456"/>
                  <a:gd name="connsiteY41" fmla="*/ 371475 h 561975"/>
                  <a:gd name="connsiteX42" fmla="*/ 592889 w 612456"/>
                  <a:gd name="connsiteY42" fmla="*/ 390525 h 561975"/>
                  <a:gd name="connsiteX43" fmla="*/ 597651 w 612456"/>
                  <a:gd name="connsiteY43" fmla="*/ 404812 h 561975"/>
                  <a:gd name="connsiteX44" fmla="*/ 611939 w 612456"/>
                  <a:gd name="connsiteY44" fmla="*/ 414337 h 561975"/>
                  <a:gd name="connsiteX45" fmla="*/ 607176 w 612456"/>
                  <a:gd name="connsiteY45" fmla="*/ 428625 h 561975"/>
                  <a:gd name="connsiteX46" fmla="*/ 564314 w 612456"/>
                  <a:gd name="connsiteY46" fmla="*/ 466725 h 561975"/>
                  <a:gd name="connsiteX47" fmla="*/ 554789 w 612456"/>
                  <a:gd name="connsiteY47" fmla="*/ 481012 h 561975"/>
                  <a:gd name="connsiteX48" fmla="*/ 540501 w 612456"/>
                  <a:gd name="connsiteY48" fmla="*/ 490537 h 561975"/>
                  <a:gd name="connsiteX49" fmla="*/ 535739 w 612456"/>
                  <a:gd name="connsiteY49" fmla="*/ 504825 h 561975"/>
                  <a:gd name="connsiteX50" fmla="*/ 526214 w 612456"/>
                  <a:gd name="connsiteY50" fmla="*/ 519112 h 561975"/>
                  <a:gd name="connsiteX51" fmla="*/ 540501 w 612456"/>
                  <a:gd name="connsiteY51" fmla="*/ 533400 h 561975"/>
                  <a:gd name="connsiteX52" fmla="*/ 554789 w 612456"/>
                  <a:gd name="connsiteY52" fmla="*/ 542925 h 561975"/>
                  <a:gd name="connsiteX53" fmla="*/ 559551 w 612456"/>
                  <a:gd name="connsiteY53" fmla="*/ 557212 h 561975"/>
                  <a:gd name="connsiteX54" fmla="*/ 564314 w 612456"/>
                  <a:gd name="connsiteY54" fmla="*/ 561975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2456" h="561975">
                    <a:moveTo>
                      <a:pt x="92826" y="0"/>
                    </a:moveTo>
                    <a:cubicBezTo>
                      <a:pt x="83301" y="1587"/>
                      <a:pt x="73075" y="840"/>
                      <a:pt x="64251" y="4762"/>
                    </a:cubicBezTo>
                    <a:cubicBezTo>
                      <a:pt x="58096" y="7497"/>
                      <a:pt x="55138" y="14738"/>
                      <a:pt x="49964" y="19050"/>
                    </a:cubicBezTo>
                    <a:cubicBezTo>
                      <a:pt x="37655" y="29308"/>
                      <a:pt x="35707" y="28565"/>
                      <a:pt x="21389" y="33337"/>
                    </a:cubicBezTo>
                    <a:cubicBezTo>
                      <a:pt x="15039" y="42862"/>
                      <a:pt x="-7186" y="55562"/>
                      <a:pt x="2339" y="61912"/>
                    </a:cubicBezTo>
                    <a:lnTo>
                      <a:pt x="30914" y="80962"/>
                    </a:lnTo>
                    <a:cubicBezTo>
                      <a:pt x="49425" y="108729"/>
                      <a:pt x="55042" y="100863"/>
                      <a:pt x="45201" y="123825"/>
                    </a:cubicBezTo>
                    <a:cubicBezTo>
                      <a:pt x="42404" y="130350"/>
                      <a:pt x="39198" y="136711"/>
                      <a:pt x="35676" y="142875"/>
                    </a:cubicBezTo>
                    <a:cubicBezTo>
                      <a:pt x="32836" y="147845"/>
                      <a:pt x="29326" y="152400"/>
                      <a:pt x="26151" y="157162"/>
                    </a:cubicBezTo>
                    <a:cubicBezTo>
                      <a:pt x="24564" y="161925"/>
                      <a:pt x="17839" y="167900"/>
                      <a:pt x="21389" y="171450"/>
                    </a:cubicBezTo>
                    <a:cubicBezTo>
                      <a:pt x="28489" y="178550"/>
                      <a:pt x="41610" y="175406"/>
                      <a:pt x="49964" y="180975"/>
                    </a:cubicBezTo>
                    <a:cubicBezTo>
                      <a:pt x="68428" y="193285"/>
                      <a:pt x="58821" y="188690"/>
                      <a:pt x="78539" y="195262"/>
                    </a:cubicBezTo>
                    <a:cubicBezTo>
                      <a:pt x="81714" y="200025"/>
                      <a:pt x="83210" y="206516"/>
                      <a:pt x="88064" y="209550"/>
                    </a:cubicBezTo>
                    <a:cubicBezTo>
                      <a:pt x="96578" y="214871"/>
                      <a:pt x="116639" y="219075"/>
                      <a:pt x="116639" y="219075"/>
                    </a:cubicBezTo>
                    <a:cubicBezTo>
                      <a:pt x="133708" y="244677"/>
                      <a:pt x="130375" y="233128"/>
                      <a:pt x="121401" y="280987"/>
                    </a:cubicBezTo>
                    <a:cubicBezTo>
                      <a:pt x="119551" y="290855"/>
                      <a:pt x="115051" y="300037"/>
                      <a:pt x="111876" y="309562"/>
                    </a:cubicBezTo>
                    <a:lnTo>
                      <a:pt x="107114" y="323850"/>
                    </a:lnTo>
                    <a:cubicBezTo>
                      <a:pt x="108701" y="328612"/>
                      <a:pt x="108740" y="334217"/>
                      <a:pt x="111876" y="338137"/>
                    </a:cubicBezTo>
                    <a:cubicBezTo>
                      <a:pt x="115452" y="342607"/>
                      <a:pt x="121044" y="345102"/>
                      <a:pt x="126164" y="347662"/>
                    </a:cubicBezTo>
                    <a:cubicBezTo>
                      <a:pt x="137891" y="353526"/>
                      <a:pt x="158045" y="355357"/>
                      <a:pt x="169026" y="357187"/>
                    </a:cubicBezTo>
                    <a:cubicBezTo>
                      <a:pt x="177210" y="381738"/>
                      <a:pt x="174787" y="367368"/>
                      <a:pt x="169026" y="404812"/>
                    </a:cubicBezTo>
                    <a:cubicBezTo>
                      <a:pt x="164236" y="435948"/>
                      <a:pt x="166903" y="425469"/>
                      <a:pt x="159501" y="447675"/>
                    </a:cubicBezTo>
                    <a:cubicBezTo>
                      <a:pt x="164264" y="449262"/>
                      <a:pt x="168769" y="452437"/>
                      <a:pt x="173789" y="452437"/>
                    </a:cubicBezTo>
                    <a:cubicBezTo>
                      <a:pt x="185286" y="452437"/>
                      <a:pt x="200613" y="446671"/>
                      <a:pt x="211889" y="442912"/>
                    </a:cubicBezTo>
                    <a:cubicBezTo>
                      <a:pt x="224964" y="403688"/>
                      <a:pt x="211475" y="412917"/>
                      <a:pt x="254751" y="419100"/>
                    </a:cubicBezTo>
                    <a:lnTo>
                      <a:pt x="283326" y="438150"/>
                    </a:lnTo>
                    <a:lnTo>
                      <a:pt x="297614" y="447675"/>
                    </a:lnTo>
                    <a:cubicBezTo>
                      <a:pt x="305551" y="446087"/>
                      <a:pt x="314398" y="446928"/>
                      <a:pt x="321426" y="442912"/>
                    </a:cubicBezTo>
                    <a:cubicBezTo>
                      <a:pt x="330980" y="437453"/>
                      <a:pt x="331558" y="422648"/>
                      <a:pt x="335714" y="414337"/>
                    </a:cubicBezTo>
                    <a:cubicBezTo>
                      <a:pt x="338274" y="409218"/>
                      <a:pt x="342064" y="404812"/>
                      <a:pt x="345239" y="400050"/>
                    </a:cubicBezTo>
                    <a:cubicBezTo>
                      <a:pt x="349112" y="388429"/>
                      <a:pt x="350293" y="380708"/>
                      <a:pt x="359526" y="371475"/>
                    </a:cubicBezTo>
                    <a:cubicBezTo>
                      <a:pt x="363574" y="367428"/>
                      <a:pt x="369051" y="365125"/>
                      <a:pt x="373814" y="361950"/>
                    </a:cubicBezTo>
                    <a:cubicBezTo>
                      <a:pt x="375401" y="357187"/>
                      <a:pt x="375026" y="351212"/>
                      <a:pt x="378576" y="347662"/>
                    </a:cubicBezTo>
                    <a:cubicBezTo>
                      <a:pt x="389923" y="336315"/>
                      <a:pt x="402058" y="346793"/>
                      <a:pt x="411914" y="352425"/>
                    </a:cubicBezTo>
                    <a:cubicBezTo>
                      <a:pt x="416884" y="355265"/>
                      <a:pt x="421804" y="358286"/>
                      <a:pt x="426201" y="361950"/>
                    </a:cubicBezTo>
                    <a:cubicBezTo>
                      <a:pt x="431375" y="366262"/>
                      <a:pt x="434885" y="372501"/>
                      <a:pt x="440489" y="376237"/>
                    </a:cubicBezTo>
                    <a:cubicBezTo>
                      <a:pt x="444666" y="379022"/>
                      <a:pt x="450014" y="379412"/>
                      <a:pt x="454776" y="381000"/>
                    </a:cubicBezTo>
                    <a:cubicBezTo>
                      <a:pt x="469064" y="379412"/>
                      <a:pt x="484001" y="380783"/>
                      <a:pt x="497639" y="376237"/>
                    </a:cubicBezTo>
                    <a:cubicBezTo>
                      <a:pt x="508499" y="372617"/>
                      <a:pt x="515108" y="359963"/>
                      <a:pt x="526214" y="357187"/>
                    </a:cubicBezTo>
                    <a:lnTo>
                      <a:pt x="545264" y="352425"/>
                    </a:lnTo>
                    <a:cubicBezTo>
                      <a:pt x="550026" y="357187"/>
                      <a:pt x="553947" y="362976"/>
                      <a:pt x="559551" y="366712"/>
                    </a:cubicBezTo>
                    <a:cubicBezTo>
                      <a:pt x="563728" y="369497"/>
                      <a:pt x="570289" y="367925"/>
                      <a:pt x="573839" y="371475"/>
                    </a:cubicBezTo>
                    <a:cubicBezTo>
                      <a:pt x="599240" y="396876"/>
                      <a:pt x="554786" y="377823"/>
                      <a:pt x="592889" y="390525"/>
                    </a:cubicBezTo>
                    <a:cubicBezTo>
                      <a:pt x="594476" y="395287"/>
                      <a:pt x="594515" y="400892"/>
                      <a:pt x="597651" y="404812"/>
                    </a:cubicBezTo>
                    <a:cubicBezTo>
                      <a:pt x="601227" y="409282"/>
                      <a:pt x="609813" y="409022"/>
                      <a:pt x="611939" y="414337"/>
                    </a:cubicBezTo>
                    <a:cubicBezTo>
                      <a:pt x="613803" y="418998"/>
                      <a:pt x="610258" y="424662"/>
                      <a:pt x="607176" y="428625"/>
                    </a:cubicBezTo>
                    <a:cubicBezTo>
                      <a:pt x="589611" y="451209"/>
                      <a:pt x="583411" y="453993"/>
                      <a:pt x="564314" y="466725"/>
                    </a:cubicBezTo>
                    <a:cubicBezTo>
                      <a:pt x="561139" y="471487"/>
                      <a:pt x="558836" y="476965"/>
                      <a:pt x="554789" y="481012"/>
                    </a:cubicBezTo>
                    <a:cubicBezTo>
                      <a:pt x="550741" y="485059"/>
                      <a:pt x="544077" y="486067"/>
                      <a:pt x="540501" y="490537"/>
                    </a:cubicBezTo>
                    <a:cubicBezTo>
                      <a:pt x="537365" y="494457"/>
                      <a:pt x="537984" y="500335"/>
                      <a:pt x="535739" y="504825"/>
                    </a:cubicBezTo>
                    <a:cubicBezTo>
                      <a:pt x="533179" y="509944"/>
                      <a:pt x="529389" y="514350"/>
                      <a:pt x="526214" y="519112"/>
                    </a:cubicBezTo>
                    <a:cubicBezTo>
                      <a:pt x="530976" y="523875"/>
                      <a:pt x="535327" y="529088"/>
                      <a:pt x="540501" y="533400"/>
                    </a:cubicBezTo>
                    <a:cubicBezTo>
                      <a:pt x="544898" y="537064"/>
                      <a:pt x="551213" y="538455"/>
                      <a:pt x="554789" y="542925"/>
                    </a:cubicBezTo>
                    <a:cubicBezTo>
                      <a:pt x="557925" y="546845"/>
                      <a:pt x="557306" y="552722"/>
                      <a:pt x="559551" y="557212"/>
                    </a:cubicBezTo>
                    <a:cubicBezTo>
                      <a:pt x="560555" y="559220"/>
                      <a:pt x="562726" y="560387"/>
                      <a:pt x="564314" y="56197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2" name="자유형 113">
                <a:extLst>
                  <a:ext uri="{FF2B5EF4-FFF2-40B4-BE49-F238E27FC236}">
                    <a16:creationId xmlns:a16="http://schemas.microsoft.com/office/drawing/2014/main" id="{775CDD3D-244B-4DF4-80AE-0B4675CF47C2}"/>
                  </a:ext>
                </a:extLst>
              </p:cNvPr>
              <p:cNvSpPr/>
              <p:nvPr/>
            </p:nvSpPr>
            <p:spPr>
              <a:xfrm>
                <a:off x="1903197" y="4808314"/>
                <a:ext cx="81307" cy="398531"/>
              </a:xfrm>
              <a:custGeom>
                <a:avLst/>
                <a:gdLst>
                  <a:gd name="connsiteX0" fmla="*/ 407 w 115624"/>
                  <a:gd name="connsiteY0" fmla="*/ 0 h 566737"/>
                  <a:gd name="connsiteX1" fmla="*/ 19457 w 115624"/>
                  <a:gd name="connsiteY1" fmla="*/ 23812 h 566737"/>
                  <a:gd name="connsiteX2" fmla="*/ 28982 w 115624"/>
                  <a:gd name="connsiteY2" fmla="*/ 38100 h 566737"/>
                  <a:gd name="connsiteX3" fmla="*/ 43269 w 115624"/>
                  <a:gd name="connsiteY3" fmla="*/ 47625 h 566737"/>
                  <a:gd name="connsiteX4" fmla="*/ 67082 w 115624"/>
                  <a:gd name="connsiteY4" fmla="*/ 71437 h 566737"/>
                  <a:gd name="connsiteX5" fmla="*/ 76607 w 115624"/>
                  <a:gd name="connsiteY5" fmla="*/ 85725 h 566737"/>
                  <a:gd name="connsiteX6" fmla="*/ 43269 w 115624"/>
                  <a:gd name="connsiteY6" fmla="*/ 123825 h 566737"/>
                  <a:gd name="connsiteX7" fmla="*/ 38507 w 115624"/>
                  <a:gd name="connsiteY7" fmla="*/ 138112 h 566737"/>
                  <a:gd name="connsiteX8" fmla="*/ 19457 w 115624"/>
                  <a:gd name="connsiteY8" fmla="*/ 166687 h 566737"/>
                  <a:gd name="connsiteX9" fmla="*/ 5169 w 115624"/>
                  <a:gd name="connsiteY9" fmla="*/ 195262 h 566737"/>
                  <a:gd name="connsiteX10" fmla="*/ 407 w 115624"/>
                  <a:gd name="connsiteY10" fmla="*/ 209550 h 566737"/>
                  <a:gd name="connsiteX11" fmla="*/ 33744 w 115624"/>
                  <a:gd name="connsiteY11" fmla="*/ 223837 h 566737"/>
                  <a:gd name="connsiteX12" fmla="*/ 62319 w 115624"/>
                  <a:gd name="connsiteY12" fmla="*/ 238125 h 566737"/>
                  <a:gd name="connsiteX13" fmla="*/ 76607 w 115624"/>
                  <a:gd name="connsiteY13" fmla="*/ 247650 h 566737"/>
                  <a:gd name="connsiteX14" fmla="*/ 105182 w 115624"/>
                  <a:gd name="connsiteY14" fmla="*/ 257175 h 566737"/>
                  <a:gd name="connsiteX15" fmla="*/ 114707 w 115624"/>
                  <a:gd name="connsiteY15" fmla="*/ 409575 h 566737"/>
                  <a:gd name="connsiteX16" fmla="*/ 105182 w 115624"/>
                  <a:gd name="connsiteY16" fmla="*/ 447675 h 566737"/>
                  <a:gd name="connsiteX17" fmla="*/ 86132 w 115624"/>
                  <a:gd name="connsiteY17" fmla="*/ 476250 h 566737"/>
                  <a:gd name="connsiteX18" fmla="*/ 76607 w 115624"/>
                  <a:gd name="connsiteY18" fmla="*/ 490537 h 566737"/>
                  <a:gd name="connsiteX19" fmla="*/ 95657 w 115624"/>
                  <a:gd name="connsiteY19" fmla="*/ 533400 h 566737"/>
                  <a:gd name="connsiteX20" fmla="*/ 100419 w 115624"/>
                  <a:gd name="connsiteY20" fmla="*/ 547687 h 566737"/>
                  <a:gd name="connsiteX21" fmla="*/ 109944 w 115624"/>
                  <a:gd name="connsiteY21" fmla="*/ 566737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624" h="566737">
                    <a:moveTo>
                      <a:pt x="407" y="0"/>
                    </a:moveTo>
                    <a:cubicBezTo>
                      <a:pt x="6757" y="7937"/>
                      <a:pt x="13358" y="15680"/>
                      <a:pt x="19457" y="23812"/>
                    </a:cubicBezTo>
                    <a:cubicBezTo>
                      <a:pt x="22891" y="28391"/>
                      <a:pt x="24935" y="34052"/>
                      <a:pt x="28982" y="38100"/>
                    </a:cubicBezTo>
                    <a:cubicBezTo>
                      <a:pt x="33029" y="42147"/>
                      <a:pt x="38507" y="44450"/>
                      <a:pt x="43269" y="47625"/>
                    </a:cubicBezTo>
                    <a:cubicBezTo>
                      <a:pt x="68671" y="85727"/>
                      <a:pt x="35329" y="39684"/>
                      <a:pt x="67082" y="71437"/>
                    </a:cubicBezTo>
                    <a:cubicBezTo>
                      <a:pt x="71129" y="75484"/>
                      <a:pt x="73432" y="80962"/>
                      <a:pt x="76607" y="85725"/>
                    </a:cubicBezTo>
                    <a:cubicBezTo>
                      <a:pt x="54382" y="119063"/>
                      <a:pt x="67082" y="107950"/>
                      <a:pt x="43269" y="123825"/>
                    </a:cubicBezTo>
                    <a:cubicBezTo>
                      <a:pt x="41682" y="128587"/>
                      <a:pt x="40945" y="133724"/>
                      <a:pt x="38507" y="138112"/>
                    </a:cubicBezTo>
                    <a:cubicBezTo>
                      <a:pt x="32948" y="148119"/>
                      <a:pt x="23077" y="155827"/>
                      <a:pt x="19457" y="166687"/>
                    </a:cubicBezTo>
                    <a:cubicBezTo>
                      <a:pt x="12884" y="186405"/>
                      <a:pt x="17479" y="176798"/>
                      <a:pt x="5169" y="195262"/>
                    </a:cubicBezTo>
                    <a:cubicBezTo>
                      <a:pt x="3582" y="200025"/>
                      <a:pt x="-1457" y="204889"/>
                      <a:pt x="407" y="209550"/>
                    </a:cubicBezTo>
                    <a:cubicBezTo>
                      <a:pt x="4062" y="218687"/>
                      <a:pt x="27528" y="222283"/>
                      <a:pt x="33744" y="223837"/>
                    </a:cubicBezTo>
                    <a:cubicBezTo>
                      <a:pt x="74693" y="251135"/>
                      <a:pt x="22883" y="218406"/>
                      <a:pt x="62319" y="238125"/>
                    </a:cubicBezTo>
                    <a:cubicBezTo>
                      <a:pt x="67439" y="240685"/>
                      <a:pt x="71376" y="245325"/>
                      <a:pt x="76607" y="247650"/>
                    </a:cubicBezTo>
                    <a:cubicBezTo>
                      <a:pt x="85782" y="251728"/>
                      <a:pt x="105182" y="257175"/>
                      <a:pt x="105182" y="257175"/>
                    </a:cubicBezTo>
                    <a:cubicBezTo>
                      <a:pt x="119995" y="316434"/>
                      <a:pt x="114707" y="289672"/>
                      <a:pt x="114707" y="409575"/>
                    </a:cubicBezTo>
                    <a:cubicBezTo>
                      <a:pt x="114707" y="413793"/>
                      <a:pt x="108939" y="440913"/>
                      <a:pt x="105182" y="447675"/>
                    </a:cubicBezTo>
                    <a:cubicBezTo>
                      <a:pt x="99623" y="457682"/>
                      <a:pt x="92482" y="466725"/>
                      <a:pt x="86132" y="476250"/>
                    </a:cubicBezTo>
                    <a:lnTo>
                      <a:pt x="76607" y="490537"/>
                    </a:lnTo>
                    <a:cubicBezTo>
                      <a:pt x="87942" y="524542"/>
                      <a:pt x="80563" y="510758"/>
                      <a:pt x="95657" y="533400"/>
                    </a:cubicBezTo>
                    <a:cubicBezTo>
                      <a:pt x="97244" y="538162"/>
                      <a:pt x="98174" y="543197"/>
                      <a:pt x="100419" y="547687"/>
                    </a:cubicBezTo>
                    <a:cubicBezTo>
                      <a:pt x="110824" y="568499"/>
                      <a:pt x="109944" y="554808"/>
                      <a:pt x="109944" y="566737"/>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3" name="자유형 114">
                <a:extLst>
                  <a:ext uri="{FF2B5EF4-FFF2-40B4-BE49-F238E27FC236}">
                    <a16:creationId xmlns:a16="http://schemas.microsoft.com/office/drawing/2014/main" id="{06E6364B-3854-49E4-A245-966F77E2A233}"/>
                  </a:ext>
                </a:extLst>
              </p:cNvPr>
              <p:cNvSpPr/>
              <p:nvPr/>
            </p:nvSpPr>
            <p:spPr>
              <a:xfrm>
                <a:off x="1126515" y="4800947"/>
                <a:ext cx="867391" cy="412596"/>
              </a:xfrm>
              <a:custGeom>
                <a:avLst/>
                <a:gdLst>
                  <a:gd name="connsiteX0" fmla="*/ 1233487 w 1233487"/>
                  <a:gd name="connsiteY0" fmla="*/ 15239 h 586739"/>
                  <a:gd name="connsiteX1" fmla="*/ 1209675 w 1233487"/>
                  <a:gd name="connsiteY1" fmla="*/ 20002 h 586739"/>
                  <a:gd name="connsiteX2" fmla="*/ 1200150 w 1233487"/>
                  <a:gd name="connsiteY2" fmla="*/ 48577 h 586739"/>
                  <a:gd name="connsiteX3" fmla="*/ 1157287 w 1233487"/>
                  <a:gd name="connsiteY3" fmla="*/ 58102 h 586739"/>
                  <a:gd name="connsiteX4" fmla="*/ 1138237 w 1233487"/>
                  <a:gd name="connsiteY4" fmla="*/ 62864 h 586739"/>
                  <a:gd name="connsiteX5" fmla="*/ 1095375 w 1233487"/>
                  <a:gd name="connsiteY5" fmla="*/ 72389 h 586739"/>
                  <a:gd name="connsiteX6" fmla="*/ 1052512 w 1233487"/>
                  <a:gd name="connsiteY6" fmla="*/ 62864 h 586739"/>
                  <a:gd name="connsiteX7" fmla="*/ 1038225 w 1233487"/>
                  <a:gd name="connsiteY7" fmla="*/ 53339 h 586739"/>
                  <a:gd name="connsiteX8" fmla="*/ 1028700 w 1233487"/>
                  <a:gd name="connsiteY8" fmla="*/ 39052 h 586739"/>
                  <a:gd name="connsiteX9" fmla="*/ 1014412 w 1233487"/>
                  <a:gd name="connsiteY9" fmla="*/ 34289 h 586739"/>
                  <a:gd name="connsiteX10" fmla="*/ 995362 w 1233487"/>
                  <a:gd name="connsiteY10" fmla="*/ 15239 h 586739"/>
                  <a:gd name="connsiteX11" fmla="*/ 985837 w 1233487"/>
                  <a:gd name="connsiteY11" fmla="*/ 952 h 586739"/>
                  <a:gd name="connsiteX12" fmla="*/ 928687 w 1233487"/>
                  <a:gd name="connsiteY12" fmla="*/ 24764 h 586739"/>
                  <a:gd name="connsiteX13" fmla="*/ 914400 w 1233487"/>
                  <a:gd name="connsiteY13" fmla="*/ 34289 h 586739"/>
                  <a:gd name="connsiteX14" fmla="*/ 904875 w 1233487"/>
                  <a:gd name="connsiteY14" fmla="*/ 77152 h 586739"/>
                  <a:gd name="connsiteX15" fmla="*/ 919162 w 1233487"/>
                  <a:gd name="connsiteY15" fmla="*/ 86677 h 586739"/>
                  <a:gd name="connsiteX16" fmla="*/ 938212 w 1233487"/>
                  <a:gd name="connsiteY16" fmla="*/ 143827 h 586739"/>
                  <a:gd name="connsiteX17" fmla="*/ 952500 w 1233487"/>
                  <a:gd name="connsiteY17" fmla="*/ 172402 h 586739"/>
                  <a:gd name="connsiteX18" fmla="*/ 966787 w 1233487"/>
                  <a:gd name="connsiteY18" fmla="*/ 181927 h 586739"/>
                  <a:gd name="connsiteX19" fmla="*/ 976312 w 1233487"/>
                  <a:gd name="connsiteY19" fmla="*/ 196214 h 586739"/>
                  <a:gd name="connsiteX20" fmla="*/ 990600 w 1233487"/>
                  <a:gd name="connsiteY20" fmla="*/ 205739 h 586739"/>
                  <a:gd name="connsiteX21" fmla="*/ 995362 w 1233487"/>
                  <a:gd name="connsiteY21" fmla="*/ 220027 h 586739"/>
                  <a:gd name="connsiteX22" fmla="*/ 1000125 w 1233487"/>
                  <a:gd name="connsiteY22" fmla="*/ 320039 h 586739"/>
                  <a:gd name="connsiteX23" fmla="*/ 1014412 w 1233487"/>
                  <a:gd name="connsiteY23" fmla="*/ 324802 h 586739"/>
                  <a:gd name="connsiteX24" fmla="*/ 1028700 w 1233487"/>
                  <a:gd name="connsiteY24" fmla="*/ 334327 h 586739"/>
                  <a:gd name="connsiteX25" fmla="*/ 1057275 w 1233487"/>
                  <a:gd name="connsiteY25" fmla="*/ 343852 h 586739"/>
                  <a:gd name="connsiteX26" fmla="*/ 1066800 w 1233487"/>
                  <a:gd name="connsiteY26" fmla="*/ 358139 h 586739"/>
                  <a:gd name="connsiteX27" fmla="*/ 1038225 w 1233487"/>
                  <a:gd name="connsiteY27" fmla="*/ 372427 h 586739"/>
                  <a:gd name="connsiteX28" fmla="*/ 1009650 w 1233487"/>
                  <a:gd name="connsiteY28" fmla="*/ 391477 h 586739"/>
                  <a:gd name="connsiteX29" fmla="*/ 995362 w 1233487"/>
                  <a:gd name="connsiteY29" fmla="*/ 401002 h 586739"/>
                  <a:gd name="connsiteX30" fmla="*/ 966787 w 1233487"/>
                  <a:gd name="connsiteY30" fmla="*/ 396239 h 586739"/>
                  <a:gd name="connsiteX31" fmla="*/ 938212 w 1233487"/>
                  <a:gd name="connsiteY31" fmla="*/ 386714 h 586739"/>
                  <a:gd name="connsiteX32" fmla="*/ 885825 w 1233487"/>
                  <a:gd name="connsiteY32" fmla="*/ 391477 h 586739"/>
                  <a:gd name="connsiteX33" fmla="*/ 857250 w 1233487"/>
                  <a:gd name="connsiteY33" fmla="*/ 401002 h 586739"/>
                  <a:gd name="connsiteX34" fmla="*/ 842962 w 1233487"/>
                  <a:gd name="connsiteY34" fmla="*/ 405764 h 586739"/>
                  <a:gd name="connsiteX35" fmla="*/ 809625 w 1233487"/>
                  <a:gd name="connsiteY35" fmla="*/ 367664 h 586739"/>
                  <a:gd name="connsiteX36" fmla="*/ 800100 w 1233487"/>
                  <a:gd name="connsiteY36" fmla="*/ 339089 h 586739"/>
                  <a:gd name="connsiteX37" fmla="*/ 795337 w 1233487"/>
                  <a:gd name="connsiteY37" fmla="*/ 324802 h 586739"/>
                  <a:gd name="connsiteX38" fmla="*/ 790575 w 1233487"/>
                  <a:gd name="connsiteY38" fmla="*/ 281939 h 586739"/>
                  <a:gd name="connsiteX39" fmla="*/ 776287 w 1233487"/>
                  <a:gd name="connsiteY39" fmla="*/ 277177 h 586739"/>
                  <a:gd name="connsiteX40" fmla="*/ 762000 w 1233487"/>
                  <a:gd name="connsiteY40" fmla="*/ 267652 h 586739"/>
                  <a:gd name="connsiteX41" fmla="*/ 747712 w 1233487"/>
                  <a:gd name="connsiteY41" fmla="*/ 262889 h 586739"/>
                  <a:gd name="connsiteX42" fmla="*/ 704850 w 1233487"/>
                  <a:gd name="connsiteY42" fmla="*/ 239077 h 586739"/>
                  <a:gd name="connsiteX43" fmla="*/ 676275 w 1233487"/>
                  <a:gd name="connsiteY43" fmla="*/ 220027 h 586739"/>
                  <a:gd name="connsiteX44" fmla="*/ 661987 w 1233487"/>
                  <a:gd name="connsiteY44" fmla="*/ 215264 h 586739"/>
                  <a:gd name="connsiteX45" fmla="*/ 633412 w 1233487"/>
                  <a:gd name="connsiteY45" fmla="*/ 196214 h 586739"/>
                  <a:gd name="connsiteX46" fmla="*/ 604837 w 1233487"/>
                  <a:gd name="connsiteY46" fmla="*/ 186689 h 586739"/>
                  <a:gd name="connsiteX47" fmla="*/ 576262 w 1233487"/>
                  <a:gd name="connsiteY47" fmla="*/ 196214 h 586739"/>
                  <a:gd name="connsiteX48" fmla="*/ 552450 w 1233487"/>
                  <a:gd name="connsiteY48" fmla="*/ 224789 h 586739"/>
                  <a:gd name="connsiteX49" fmla="*/ 538162 w 1233487"/>
                  <a:gd name="connsiteY49" fmla="*/ 229552 h 586739"/>
                  <a:gd name="connsiteX50" fmla="*/ 542925 w 1233487"/>
                  <a:gd name="connsiteY50" fmla="*/ 286702 h 586739"/>
                  <a:gd name="connsiteX51" fmla="*/ 566737 w 1233487"/>
                  <a:gd name="connsiteY51" fmla="*/ 310514 h 586739"/>
                  <a:gd name="connsiteX52" fmla="*/ 614362 w 1233487"/>
                  <a:gd name="connsiteY52" fmla="*/ 343852 h 586739"/>
                  <a:gd name="connsiteX53" fmla="*/ 628650 w 1233487"/>
                  <a:gd name="connsiteY53" fmla="*/ 348614 h 586739"/>
                  <a:gd name="connsiteX54" fmla="*/ 657225 w 1233487"/>
                  <a:gd name="connsiteY54" fmla="*/ 367664 h 586739"/>
                  <a:gd name="connsiteX55" fmla="*/ 647700 w 1233487"/>
                  <a:gd name="connsiteY55" fmla="*/ 381952 h 586739"/>
                  <a:gd name="connsiteX56" fmla="*/ 600075 w 1233487"/>
                  <a:gd name="connsiteY56" fmla="*/ 396239 h 586739"/>
                  <a:gd name="connsiteX57" fmla="*/ 585787 w 1233487"/>
                  <a:gd name="connsiteY57" fmla="*/ 405764 h 586739"/>
                  <a:gd name="connsiteX58" fmla="*/ 557212 w 1233487"/>
                  <a:gd name="connsiteY58" fmla="*/ 410527 h 586739"/>
                  <a:gd name="connsiteX59" fmla="*/ 542925 w 1233487"/>
                  <a:gd name="connsiteY59" fmla="*/ 415289 h 586739"/>
                  <a:gd name="connsiteX60" fmla="*/ 528637 w 1233487"/>
                  <a:gd name="connsiteY60" fmla="*/ 410527 h 586739"/>
                  <a:gd name="connsiteX61" fmla="*/ 504825 w 1233487"/>
                  <a:gd name="connsiteY61" fmla="*/ 391477 h 586739"/>
                  <a:gd name="connsiteX62" fmla="*/ 471487 w 1233487"/>
                  <a:gd name="connsiteY62" fmla="*/ 396239 h 586739"/>
                  <a:gd name="connsiteX63" fmla="*/ 442912 w 1233487"/>
                  <a:gd name="connsiteY63" fmla="*/ 405764 h 586739"/>
                  <a:gd name="connsiteX64" fmla="*/ 400050 w 1233487"/>
                  <a:gd name="connsiteY64" fmla="*/ 434339 h 586739"/>
                  <a:gd name="connsiteX65" fmla="*/ 385762 w 1233487"/>
                  <a:gd name="connsiteY65" fmla="*/ 443864 h 586739"/>
                  <a:gd name="connsiteX66" fmla="*/ 376237 w 1233487"/>
                  <a:gd name="connsiteY66" fmla="*/ 458152 h 586739"/>
                  <a:gd name="connsiteX67" fmla="*/ 338137 w 1233487"/>
                  <a:gd name="connsiteY67" fmla="*/ 443864 h 586739"/>
                  <a:gd name="connsiteX68" fmla="*/ 323850 w 1233487"/>
                  <a:gd name="connsiteY68" fmla="*/ 439102 h 586739"/>
                  <a:gd name="connsiteX69" fmla="*/ 285750 w 1233487"/>
                  <a:gd name="connsiteY69" fmla="*/ 448627 h 586739"/>
                  <a:gd name="connsiteX70" fmla="*/ 257175 w 1233487"/>
                  <a:gd name="connsiteY70" fmla="*/ 467677 h 586739"/>
                  <a:gd name="connsiteX71" fmla="*/ 242887 w 1233487"/>
                  <a:gd name="connsiteY71" fmla="*/ 477202 h 586739"/>
                  <a:gd name="connsiteX72" fmla="*/ 228600 w 1233487"/>
                  <a:gd name="connsiteY72" fmla="*/ 486727 h 586739"/>
                  <a:gd name="connsiteX73" fmla="*/ 195262 w 1233487"/>
                  <a:gd name="connsiteY73" fmla="*/ 467677 h 586739"/>
                  <a:gd name="connsiteX74" fmla="*/ 166687 w 1233487"/>
                  <a:gd name="connsiteY74" fmla="*/ 448627 h 586739"/>
                  <a:gd name="connsiteX75" fmla="*/ 152400 w 1233487"/>
                  <a:gd name="connsiteY75" fmla="*/ 391477 h 586739"/>
                  <a:gd name="connsiteX76" fmla="*/ 138112 w 1233487"/>
                  <a:gd name="connsiteY76" fmla="*/ 386714 h 586739"/>
                  <a:gd name="connsiteX77" fmla="*/ 66675 w 1233487"/>
                  <a:gd name="connsiteY77" fmla="*/ 381952 h 586739"/>
                  <a:gd name="connsiteX78" fmla="*/ 23812 w 1233487"/>
                  <a:gd name="connsiteY78" fmla="*/ 386714 h 586739"/>
                  <a:gd name="connsiteX79" fmla="*/ 4762 w 1233487"/>
                  <a:gd name="connsiteY79" fmla="*/ 420052 h 586739"/>
                  <a:gd name="connsiteX80" fmla="*/ 0 w 1233487"/>
                  <a:gd name="connsiteY80" fmla="*/ 453389 h 586739"/>
                  <a:gd name="connsiteX81" fmla="*/ 4762 w 1233487"/>
                  <a:gd name="connsiteY81" fmla="*/ 472439 h 586739"/>
                  <a:gd name="connsiteX82" fmla="*/ 23812 w 1233487"/>
                  <a:gd name="connsiteY82" fmla="*/ 477202 h 586739"/>
                  <a:gd name="connsiteX83" fmla="*/ 71437 w 1233487"/>
                  <a:gd name="connsiteY83" fmla="*/ 491489 h 586739"/>
                  <a:gd name="connsiteX84" fmla="*/ 76200 w 1233487"/>
                  <a:gd name="connsiteY84" fmla="*/ 505777 h 586739"/>
                  <a:gd name="connsiteX85" fmla="*/ 85725 w 1233487"/>
                  <a:gd name="connsiteY85" fmla="*/ 520064 h 586739"/>
                  <a:gd name="connsiteX86" fmla="*/ 95250 w 1233487"/>
                  <a:gd name="connsiteY86" fmla="*/ 558164 h 586739"/>
                  <a:gd name="connsiteX87" fmla="*/ 104775 w 1233487"/>
                  <a:gd name="connsiteY87" fmla="*/ 586739 h 586739"/>
                  <a:gd name="connsiteX88" fmla="*/ 114300 w 1233487"/>
                  <a:gd name="connsiteY88" fmla="*/ 586739 h 5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33487" h="586739">
                    <a:moveTo>
                      <a:pt x="1233487" y="15239"/>
                    </a:moveTo>
                    <a:cubicBezTo>
                      <a:pt x="1225550" y="16827"/>
                      <a:pt x="1215399" y="14278"/>
                      <a:pt x="1209675" y="20002"/>
                    </a:cubicBezTo>
                    <a:cubicBezTo>
                      <a:pt x="1202576" y="27102"/>
                      <a:pt x="1209675" y="45402"/>
                      <a:pt x="1200150" y="48577"/>
                    </a:cubicBezTo>
                    <a:cubicBezTo>
                      <a:pt x="1172344" y="57844"/>
                      <a:pt x="1199194" y="49721"/>
                      <a:pt x="1157287" y="58102"/>
                    </a:cubicBezTo>
                    <a:cubicBezTo>
                      <a:pt x="1150869" y="59386"/>
                      <a:pt x="1144627" y="61444"/>
                      <a:pt x="1138237" y="62864"/>
                    </a:cubicBezTo>
                    <a:cubicBezTo>
                      <a:pt x="1083822" y="74956"/>
                      <a:pt x="1141834" y="60775"/>
                      <a:pt x="1095375" y="72389"/>
                    </a:cubicBezTo>
                    <a:cubicBezTo>
                      <a:pt x="1084396" y="70559"/>
                      <a:pt x="1064238" y="68727"/>
                      <a:pt x="1052512" y="62864"/>
                    </a:cubicBezTo>
                    <a:cubicBezTo>
                      <a:pt x="1047393" y="60304"/>
                      <a:pt x="1042987" y="56514"/>
                      <a:pt x="1038225" y="53339"/>
                    </a:cubicBezTo>
                    <a:cubicBezTo>
                      <a:pt x="1035050" y="48577"/>
                      <a:pt x="1033169" y="42628"/>
                      <a:pt x="1028700" y="39052"/>
                    </a:cubicBezTo>
                    <a:cubicBezTo>
                      <a:pt x="1024780" y="35916"/>
                      <a:pt x="1017962" y="37839"/>
                      <a:pt x="1014412" y="34289"/>
                    </a:cubicBezTo>
                    <a:cubicBezTo>
                      <a:pt x="989011" y="8888"/>
                      <a:pt x="1033465" y="27941"/>
                      <a:pt x="995362" y="15239"/>
                    </a:cubicBezTo>
                    <a:cubicBezTo>
                      <a:pt x="992187" y="10477"/>
                      <a:pt x="991390" y="2340"/>
                      <a:pt x="985837" y="952"/>
                    </a:cubicBezTo>
                    <a:cubicBezTo>
                      <a:pt x="964091" y="-4485"/>
                      <a:pt x="943815" y="14679"/>
                      <a:pt x="928687" y="24764"/>
                    </a:cubicBezTo>
                    <a:lnTo>
                      <a:pt x="914400" y="34289"/>
                    </a:lnTo>
                    <a:cubicBezTo>
                      <a:pt x="898525" y="58102"/>
                      <a:pt x="885825" y="58101"/>
                      <a:pt x="904875" y="77152"/>
                    </a:cubicBezTo>
                    <a:cubicBezTo>
                      <a:pt x="908922" y="81199"/>
                      <a:pt x="914400" y="83502"/>
                      <a:pt x="919162" y="86677"/>
                    </a:cubicBezTo>
                    <a:lnTo>
                      <a:pt x="938212" y="143827"/>
                    </a:lnTo>
                    <a:cubicBezTo>
                      <a:pt x="942085" y="155446"/>
                      <a:pt x="943270" y="163171"/>
                      <a:pt x="952500" y="172402"/>
                    </a:cubicBezTo>
                    <a:cubicBezTo>
                      <a:pt x="956547" y="176449"/>
                      <a:pt x="962025" y="178752"/>
                      <a:pt x="966787" y="181927"/>
                    </a:cubicBezTo>
                    <a:cubicBezTo>
                      <a:pt x="969962" y="186689"/>
                      <a:pt x="972265" y="192167"/>
                      <a:pt x="976312" y="196214"/>
                    </a:cubicBezTo>
                    <a:cubicBezTo>
                      <a:pt x="980360" y="200261"/>
                      <a:pt x="987024" y="201269"/>
                      <a:pt x="990600" y="205739"/>
                    </a:cubicBezTo>
                    <a:cubicBezTo>
                      <a:pt x="993736" y="209659"/>
                      <a:pt x="993775" y="215264"/>
                      <a:pt x="995362" y="220027"/>
                    </a:cubicBezTo>
                    <a:cubicBezTo>
                      <a:pt x="996950" y="253364"/>
                      <a:pt x="994155" y="287202"/>
                      <a:pt x="1000125" y="320039"/>
                    </a:cubicBezTo>
                    <a:cubicBezTo>
                      <a:pt x="1001023" y="324978"/>
                      <a:pt x="1009922" y="322557"/>
                      <a:pt x="1014412" y="324802"/>
                    </a:cubicBezTo>
                    <a:cubicBezTo>
                      <a:pt x="1019532" y="327362"/>
                      <a:pt x="1023469" y="332002"/>
                      <a:pt x="1028700" y="334327"/>
                    </a:cubicBezTo>
                    <a:cubicBezTo>
                      <a:pt x="1037875" y="338405"/>
                      <a:pt x="1057275" y="343852"/>
                      <a:pt x="1057275" y="343852"/>
                    </a:cubicBezTo>
                    <a:cubicBezTo>
                      <a:pt x="1060450" y="348614"/>
                      <a:pt x="1067923" y="352527"/>
                      <a:pt x="1066800" y="358139"/>
                    </a:cubicBezTo>
                    <a:cubicBezTo>
                      <a:pt x="1065214" y="366066"/>
                      <a:pt x="1043139" y="369697"/>
                      <a:pt x="1038225" y="372427"/>
                    </a:cubicBezTo>
                    <a:cubicBezTo>
                      <a:pt x="1028218" y="377987"/>
                      <a:pt x="1019175" y="385127"/>
                      <a:pt x="1009650" y="391477"/>
                    </a:cubicBezTo>
                    <a:lnTo>
                      <a:pt x="995362" y="401002"/>
                    </a:lnTo>
                    <a:cubicBezTo>
                      <a:pt x="985837" y="399414"/>
                      <a:pt x="976155" y="398581"/>
                      <a:pt x="966787" y="396239"/>
                    </a:cubicBezTo>
                    <a:cubicBezTo>
                      <a:pt x="957047" y="393804"/>
                      <a:pt x="938212" y="386714"/>
                      <a:pt x="938212" y="386714"/>
                    </a:cubicBezTo>
                    <a:cubicBezTo>
                      <a:pt x="920750" y="388302"/>
                      <a:pt x="903093" y="388430"/>
                      <a:pt x="885825" y="391477"/>
                    </a:cubicBezTo>
                    <a:cubicBezTo>
                      <a:pt x="875938" y="393222"/>
                      <a:pt x="866775" y="397827"/>
                      <a:pt x="857250" y="401002"/>
                    </a:cubicBezTo>
                    <a:lnTo>
                      <a:pt x="842962" y="405764"/>
                    </a:lnTo>
                    <a:cubicBezTo>
                      <a:pt x="826294" y="394651"/>
                      <a:pt x="817562" y="391476"/>
                      <a:pt x="809625" y="367664"/>
                    </a:cubicBezTo>
                    <a:lnTo>
                      <a:pt x="800100" y="339089"/>
                    </a:lnTo>
                    <a:lnTo>
                      <a:pt x="795337" y="324802"/>
                    </a:lnTo>
                    <a:cubicBezTo>
                      <a:pt x="793750" y="310514"/>
                      <a:pt x="795914" y="295286"/>
                      <a:pt x="790575" y="281939"/>
                    </a:cubicBezTo>
                    <a:cubicBezTo>
                      <a:pt x="788711" y="277278"/>
                      <a:pt x="780777" y="279422"/>
                      <a:pt x="776287" y="277177"/>
                    </a:cubicBezTo>
                    <a:cubicBezTo>
                      <a:pt x="771168" y="274617"/>
                      <a:pt x="767119" y="270212"/>
                      <a:pt x="762000" y="267652"/>
                    </a:cubicBezTo>
                    <a:cubicBezTo>
                      <a:pt x="757510" y="265407"/>
                      <a:pt x="752101" y="265327"/>
                      <a:pt x="747712" y="262889"/>
                    </a:cubicBezTo>
                    <a:cubicBezTo>
                      <a:pt x="698587" y="235597"/>
                      <a:pt x="737177" y="249852"/>
                      <a:pt x="704850" y="239077"/>
                    </a:cubicBezTo>
                    <a:cubicBezTo>
                      <a:pt x="695325" y="232727"/>
                      <a:pt x="687135" y="223647"/>
                      <a:pt x="676275" y="220027"/>
                    </a:cubicBezTo>
                    <a:cubicBezTo>
                      <a:pt x="671512" y="218439"/>
                      <a:pt x="666376" y="217702"/>
                      <a:pt x="661987" y="215264"/>
                    </a:cubicBezTo>
                    <a:cubicBezTo>
                      <a:pt x="651980" y="209705"/>
                      <a:pt x="644272" y="199834"/>
                      <a:pt x="633412" y="196214"/>
                    </a:cubicBezTo>
                    <a:lnTo>
                      <a:pt x="604837" y="186689"/>
                    </a:lnTo>
                    <a:cubicBezTo>
                      <a:pt x="595312" y="189864"/>
                      <a:pt x="581831" y="187860"/>
                      <a:pt x="576262" y="196214"/>
                    </a:cubicBezTo>
                    <a:cubicBezTo>
                      <a:pt x="569234" y="206757"/>
                      <a:pt x="563451" y="217455"/>
                      <a:pt x="552450" y="224789"/>
                    </a:cubicBezTo>
                    <a:cubicBezTo>
                      <a:pt x="548273" y="227574"/>
                      <a:pt x="542925" y="227964"/>
                      <a:pt x="538162" y="229552"/>
                    </a:cubicBezTo>
                    <a:cubicBezTo>
                      <a:pt x="539750" y="248602"/>
                      <a:pt x="539176" y="267957"/>
                      <a:pt x="542925" y="286702"/>
                    </a:cubicBezTo>
                    <a:cubicBezTo>
                      <a:pt x="545465" y="299401"/>
                      <a:pt x="557848" y="304164"/>
                      <a:pt x="566737" y="310514"/>
                    </a:cubicBezTo>
                    <a:cubicBezTo>
                      <a:pt x="576246" y="317307"/>
                      <a:pt x="606150" y="341115"/>
                      <a:pt x="614362" y="343852"/>
                    </a:cubicBezTo>
                    <a:lnTo>
                      <a:pt x="628650" y="348614"/>
                    </a:lnTo>
                    <a:cubicBezTo>
                      <a:pt x="638175" y="354964"/>
                      <a:pt x="663575" y="358139"/>
                      <a:pt x="657225" y="367664"/>
                    </a:cubicBezTo>
                    <a:cubicBezTo>
                      <a:pt x="654050" y="372427"/>
                      <a:pt x="652554" y="378918"/>
                      <a:pt x="647700" y="381952"/>
                    </a:cubicBezTo>
                    <a:cubicBezTo>
                      <a:pt x="639968" y="386784"/>
                      <a:pt x="611229" y="393451"/>
                      <a:pt x="600075" y="396239"/>
                    </a:cubicBezTo>
                    <a:cubicBezTo>
                      <a:pt x="595312" y="399414"/>
                      <a:pt x="591217" y="403954"/>
                      <a:pt x="585787" y="405764"/>
                    </a:cubicBezTo>
                    <a:cubicBezTo>
                      <a:pt x="576626" y="408818"/>
                      <a:pt x="566638" y="408432"/>
                      <a:pt x="557212" y="410527"/>
                    </a:cubicBezTo>
                    <a:cubicBezTo>
                      <a:pt x="552312" y="411616"/>
                      <a:pt x="547687" y="413702"/>
                      <a:pt x="542925" y="415289"/>
                    </a:cubicBezTo>
                    <a:cubicBezTo>
                      <a:pt x="538162" y="413702"/>
                      <a:pt x="532557" y="413663"/>
                      <a:pt x="528637" y="410527"/>
                    </a:cubicBezTo>
                    <a:cubicBezTo>
                      <a:pt x="497862" y="385907"/>
                      <a:pt x="540737" y="403447"/>
                      <a:pt x="504825" y="391477"/>
                    </a:cubicBezTo>
                    <a:cubicBezTo>
                      <a:pt x="493712" y="393064"/>
                      <a:pt x="482425" y="393715"/>
                      <a:pt x="471487" y="396239"/>
                    </a:cubicBezTo>
                    <a:cubicBezTo>
                      <a:pt x="461704" y="398497"/>
                      <a:pt x="442912" y="405764"/>
                      <a:pt x="442912" y="405764"/>
                    </a:cubicBezTo>
                    <a:lnTo>
                      <a:pt x="400050" y="434339"/>
                    </a:lnTo>
                    <a:lnTo>
                      <a:pt x="385762" y="443864"/>
                    </a:lnTo>
                    <a:cubicBezTo>
                      <a:pt x="382587" y="448627"/>
                      <a:pt x="381741" y="456579"/>
                      <a:pt x="376237" y="458152"/>
                    </a:cubicBezTo>
                    <a:cubicBezTo>
                      <a:pt x="358697" y="463163"/>
                      <a:pt x="350756" y="450173"/>
                      <a:pt x="338137" y="443864"/>
                    </a:cubicBezTo>
                    <a:cubicBezTo>
                      <a:pt x="333647" y="441619"/>
                      <a:pt x="328612" y="440689"/>
                      <a:pt x="323850" y="439102"/>
                    </a:cubicBezTo>
                    <a:cubicBezTo>
                      <a:pt x="317247" y="440422"/>
                      <a:pt x="293991" y="444049"/>
                      <a:pt x="285750" y="448627"/>
                    </a:cubicBezTo>
                    <a:cubicBezTo>
                      <a:pt x="275743" y="454187"/>
                      <a:pt x="266700" y="461327"/>
                      <a:pt x="257175" y="467677"/>
                    </a:cubicBezTo>
                    <a:lnTo>
                      <a:pt x="242887" y="477202"/>
                    </a:lnTo>
                    <a:lnTo>
                      <a:pt x="228600" y="486727"/>
                    </a:lnTo>
                    <a:cubicBezTo>
                      <a:pt x="180821" y="477170"/>
                      <a:pt x="222254" y="491295"/>
                      <a:pt x="195262" y="467677"/>
                    </a:cubicBezTo>
                    <a:cubicBezTo>
                      <a:pt x="186647" y="460139"/>
                      <a:pt x="166687" y="448627"/>
                      <a:pt x="166687" y="448627"/>
                    </a:cubicBezTo>
                    <a:cubicBezTo>
                      <a:pt x="135225" y="401432"/>
                      <a:pt x="192862" y="492631"/>
                      <a:pt x="152400" y="391477"/>
                    </a:cubicBezTo>
                    <a:cubicBezTo>
                      <a:pt x="150535" y="386816"/>
                      <a:pt x="143102" y="387268"/>
                      <a:pt x="138112" y="386714"/>
                    </a:cubicBezTo>
                    <a:cubicBezTo>
                      <a:pt x="114393" y="384079"/>
                      <a:pt x="90487" y="383539"/>
                      <a:pt x="66675" y="381952"/>
                    </a:cubicBezTo>
                    <a:cubicBezTo>
                      <a:pt x="52387" y="383539"/>
                      <a:pt x="37758" y="383228"/>
                      <a:pt x="23812" y="386714"/>
                    </a:cubicBezTo>
                    <a:cubicBezTo>
                      <a:pt x="5037" y="391408"/>
                      <a:pt x="7469" y="403810"/>
                      <a:pt x="4762" y="420052"/>
                    </a:cubicBezTo>
                    <a:cubicBezTo>
                      <a:pt x="2917" y="431124"/>
                      <a:pt x="1587" y="442277"/>
                      <a:pt x="0" y="453389"/>
                    </a:cubicBezTo>
                    <a:cubicBezTo>
                      <a:pt x="1587" y="459739"/>
                      <a:pt x="134" y="467811"/>
                      <a:pt x="4762" y="472439"/>
                    </a:cubicBezTo>
                    <a:cubicBezTo>
                      <a:pt x="9390" y="477067"/>
                      <a:pt x="17543" y="475321"/>
                      <a:pt x="23812" y="477202"/>
                    </a:cubicBezTo>
                    <a:cubicBezTo>
                      <a:pt x="81762" y="494588"/>
                      <a:pt x="27545" y="480517"/>
                      <a:pt x="71437" y="491489"/>
                    </a:cubicBezTo>
                    <a:cubicBezTo>
                      <a:pt x="73025" y="496252"/>
                      <a:pt x="73955" y="501287"/>
                      <a:pt x="76200" y="505777"/>
                    </a:cubicBezTo>
                    <a:cubicBezTo>
                      <a:pt x="78760" y="510896"/>
                      <a:pt x="83769" y="514685"/>
                      <a:pt x="85725" y="520064"/>
                    </a:cubicBezTo>
                    <a:cubicBezTo>
                      <a:pt x="90199" y="532367"/>
                      <a:pt x="91110" y="545745"/>
                      <a:pt x="95250" y="558164"/>
                    </a:cubicBezTo>
                    <a:cubicBezTo>
                      <a:pt x="98425" y="567689"/>
                      <a:pt x="94735" y="586739"/>
                      <a:pt x="104775" y="586739"/>
                    </a:cubicBezTo>
                    <a:lnTo>
                      <a:pt x="114300" y="586739"/>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4" name="자유형 116">
                <a:extLst>
                  <a:ext uri="{FF2B5EF4-FFF2-40B4-BE49-F238E27FC236}">
                    <a16:creationId xmlns:a16="http://schemas.microsoft.com/office/drawing/2014/main" id="{76B16BA2-A292-4BB2-A946-2D78A5139727}"/>
                  </a:ext>
                </a:extLst>
              </p:cNvPr>
              <p:cNvSpPr/>
              <p:nvPr/>
            </p:nvSpPr>
            <p:spPr>
              <a:xfrm>
                <a:off x="2013999" y="4801616"/>
                <a:ext cx="267920" cy="408578"/>
              </a:xfrm>
              <a:custGeom>
                <a:avLst/>
                <a:gdLst>
                  <a:gd name="connsiteX0" fmla="*/ 0 w 381000"/>
                  <a:gd name="connsiteY0" fmla="*/ 0 h 581025"/>
                  <a:gd name="connsiteX1" fmla="*/ 23813 w 381000"/>
                  <a:gd name="connsiteY1" fmla="*/ 4762 h 581025"/>
                  <a:gd name="connsiteX2" fmla="*/ 38100 w 381000"/>
                  <a:gd name="connsiteY2" fmla="*/ 19050 h 581025"/>
                  <a:gd name="connsiteX3" fmla="*/ 80963 w 381000"/>
                  <a:gd name="connsiteY3" fmla="*/ 42862 h 581025"/>
                  <a:gd name="connsiteX4" fmla="*/ 109538 w 381000"/>
                  <a:gd name="connsiteY4" fmla="*/ 57150 h 581025"/>
                  <a:gd name="connsiteX5" fmla="*/ 138113 w 381000"/>
                  <a:gd name="connsiteY5" fmla="*/ 71437 h 581025"/>
                  <a:gd name="connsiteX6" fmla="*/ 147638 w 381000"/>
                  <a:gd name="connsiteY6" fmla="*/ 85725 h 581025"/>
                  <a:gd name="connsiteX7" fmla="*/ 142875 w 381000"/>
                  <a:gd name="connsiteY7" fmla="*/ 100012 h 581025"/>
                  <a:gd name="connsiteX8" fmla="*/ 114300 w 381000"/>
                  <a:gd name="connsiteY8" fmla="*/ 128587 h 581025"/>
                  <a:gd name="connsiteX9" fmla="*/ 104775 w 381000"/>
                  <a:gd name="connsiteY9" fmla="*/ 142875 h 581025"/>
                  <a:gd name="connsiteX10" fmla="*/ 90488 w 381000"/>
                  <a:gd name="connsiteY10" fmla="*/ 147637 h 581025"/>
                  <a:gd name="connsiteX11" fmla="*/ 85725 w 381000"/>
                  <a:gd name="connsiteY11" fmla="*/ 161925 h 581025"/>
                  <a:gd name="connsiteX12" fmla="*/ 71438 w 381000"/>
                  <a:gd name="connsiteY12" fmla="*/ 171450 h 581025"/>
                  <a:gd name="connsiteX13" fmla="*/ 61913 w 381000"/>
                  <a:gd name="connsiteY13" fmla="*/ 200025 h 581025"/>
                  <a:gd name="connsiteX14" fmla="*/ 76200 w 381000"/>
                  <a:gd name="connsiteY14" fmla="*/ 204787 h 581025"/>
                  <a:gd name="connsiteX15" fmla="*/ 104775 w 381000"/>
                  <a:gd name="connsiteY15" fmla="*/ 223837 h 581025"/>
                  <a:gd name="connsiteX16" fmla="*/ 109538 w 381000"/>
                  <a:gd name="connsiteY16" fmla="*/ 238125 h 581025"/>
                  <a:gd name="connsiteX17" fmla="*/ 100013 w 381000"/>
                  <a:gd name="connsiteY17" fmla="*/ 290512 h 581025"/>
                  <a:gd name="connsiteX18" fmla="*/ 95250 w 381000"/>
                  <a:gd name="connsiteY18" fmla="*/ 314325 h 581025"/>
                  <a:gd name="connsiteX19" fmla="*/ 85725 w 381000"/>
                  <a:gd name="connsiteY19" fmla="*/ 342900 h 581025"/>
                  <a:gd name="connsiteX20" fmla="*/ 90488 w 381000"/>
                  <a:gd name="connsiteY20" fmla="*/ 390525 h 581025"/>
                  <a:gd name="connsiteX21" fmla="*/ 95250 w 381000"/>
                  <a:gd name="connsiteY21" fmla="*/ 404812 h 581025"/>
                  <a:gd name="connsiteX22" fmla="*/ 114300 w 381000"/>
                  <a:gd name="connsiteY22" fmla="*/ 400050 h 581025"/>
                  <a:gd name="connsiteX23" fmla="*/ 157163 w 381000"/>
                  <a:gd name="connsiteY23" fmla="*/ 390525 h 581025"/>
                  <a:gd name="connsiteX24" fmla="*/ 171450 w 381000"/>
                  <a:gd name="connsiteY24" fmla="*/ 385762 h 581025"/>
                  <a:gd name="connsiteX25" fmla="*/ 185738 w 381000"/>
                  <a:gd name="connsiteY25" fmla="*/ 376237 h 581025"/>
                  <a:gd name="connsiteX26" fmla="*/ 204788 w 381000"/>
                  <a:gd name="connsiteY26" fmla="*/ 371475 h 581025"/>
                  <a:gd name="connsiteX27" fmla="*/ 247650 w 381000"/>
                  <a:gd name="connsiteY27" fmla="*/ 352425 h 581025"/>
                  <a:gd name="connsiteX28" fmla="*/ 271463 w 381000"/>
                  <a:gd name="connsiteY28" fmla="*/ 347662 h 581025"/>
                  <a:gd name="connsiteX29" fmla="*/ 285750 w 381000"/>
                  <a:gd name="connsiteY29" fmla="*/ 342900 h 581025"/>
                  <a:gd name="connsiteX30" fmla="*/ 309563 w 381000"/>
                  <a:gd name="connsiteY30" fmla="*/ 371475 h 581025"/>
                  <a:gd name="connsiteX31" fmla="*/ 314325 w 381000"/>
                  <a:gd name="connsiteY31" fmla="*/ 385762 h 581025"/>
                  <a:gd name="connsiteX32" fmla="*/ 323850 w 381000"/>
                  <a:gd name="connsiteY32" fmla="*/ 400050 h 581025"/>
                  <a:gd name="connsiteX33" fmla="*/ 338138 w 381000"/>
                  <a:gd name="connsiteY33" fmla="*/ 428625 h 581025"/>
                  <a:gd name="connsiteX34" fmla="*/ 352425 w 381000"/>
                  <a:gd name="connsiteY34" fmla="*/ 438150 h 581025"/>
                  <a:gd name="connsiteX35" fmla="*/ 381000 w 381000"/>
                  <a:gd name="connsiteY35" fmla="*/ 461962 h 581025"/>
                  <a:gd name="connsiteX36" fmla="*/ 376238 w 381000"/>
                  <a:gd name="connsiteY36" fmla="*/ 557212 h 581025"/>
                  <a:gd name="connsiteX37" fmla="*/ 371475 w 381000"/>
                  <a:gd name="connsiteY37" fmla="*/ 581025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1000" h="581025">
                    <a:moveTo>
                      <a:pt x="0" y="0"/>
                    </a:moveTo>
                    <a:cubicBezTo>
                      <a:pt x="7938" y="1587"/>
                      <a:pt x="16573" y="1142"/>
                      <a:pt x="23813" y="4762"/>
                    </a:cubicBezTo>
                    <a:cubicBezTo>
                      <a:pt x="29837" y="7774"/>
                      <a:pt x="32784" y="14915"/>
                      <a:pt x="38100" y="19050"/>
                    </a:cubicBezTo>
                    <a:cubicBezTo>
                      <a:pt x="62664" y="38156"/>
                      <a:pt x="59406" y="35677"/>
                      <a:pt x="80963" y="42862"/>
                    </a:cubicBezTo>
                    <a:cubicBezTo>
                      <a:pt x="121906" y="70158"/>
                      <a:pt x="70104" y="37432"/>
                      <a:pt x="109538" y="57150"/>
                    </a:cubicBezTo>
                    <a:cubicBezTo>
                      <a:pt x="146460" y="75611"/>
                      <a:pt x="102206" y="59470"/>
                      <a:pt x="138113" y="71437"/>
                    </a:cubicBezTo>
                    <a:cubicBezTo>
                      <a:pt x="141288" y="76200"/>
                      <a:pt x="146697" y="80079"/>
                      <a:pt x="147638" y="85725"/>
                    </a:cubicBezTo>
                    <a:cubicBezTo>
                      <a:pt x="148463" y="90677"/>
                      <a:pt x="145957" y="96049"/>
                      <a:pt x="142875" y="100012"/>
                    </a:cubicBezTo>
                    <a:cubicBezTo>
                      <a:pt x="134605" y="110645"/>
                      <a:pt x="121772" y="117379"/>
                      <a:pt x="114300" y="128587"/>
                    </a:cubicBezTo>
                    <a:cubicBezTo>
                      <a:pt x="111125" y="133350"/>
                      <a:pt x="109245" y="139299"/>
                      <a:pt x="104775" y="142875"/>
                    </a:cubicBezTo>
                    <a:cubicBezTo>
                      <a:pt x="100855" y="146011"/>
                      <a:pt x="95250" y="146050"/>
                      <a:pt x="90488" y="147637"/>
                    </a:cubicBezTo>
                    <a:cubicBezTo>
                      <a:pt x="88900" y="152400"/>
                      <a:pt x="88861" y="158005"/>
                      <a:pt x="85725" y="161925"/>
                    </a:cubicBezTo>
                    <a:cubicBezTo>
                      <a:pt x="82149" y="166394"/>
                      <a:pt x="74471" y="166596"/>
                      <a:pt x="71438" y="171450"/>
                    </a:cubicBezTo>
                    <a:cubicBezTo>
                      <a:pt x="66117" y="179964"/>
                      <a:pt x="61913" y="200025"/>
                      <a:pt x="61913" y="200025"/>
                    </a:cubicBezTo>
                    <a:cubicBezTo>
                      <a:pt x="66675" y="201612"/>
                      <a:pt x="71812" y="202349"/>
                      <a:pt x="76200" y="204787"/>
                    </a:cubicBezTo>
                    <a:cubicBezTo>
                      <a:pt x="86207" y="210346"/>
                      <a:pt x="104775" y="223837"/>
                      <a:pt x="104775" y="223837"/>
                    </a:cubicBezTo>
                    <a:cubicBezTo>
                      <a:pt x="106363" y="228600"/>
                      <a:pt x="109538" y="233105"/>
                      <a:pt x="109538" y="238125"/>
                    </a:cubicBezTo>
                    <a:cubicBezTo>
                      <a:pt x="109538" y="258755"/>
                      <a:pt x="104180" y="271760"/>
                      <a:pt x="100013" y="290512"/>
                    </a:cubicBezTo>
                    <a:cubicBezTo>
                      <a:pt x="98257" y="298414"/>
                      <a:pt x="97380" y="306515"/>
                      <a:pt x="95250" y="314325"/>
                    </a:cubicBezTo>
                    <a:cubicBezTo>
                      <a:pt x="92608" y="324011"/>
                      <a:pt x="85725" y="342900"/>
                      <a:pt x="85725" y="342900"/>
                    </a:cubicBezTo>
                    <a:cubicBezTo>
                      <a:pt x="87313" y="358775"/>
                      <a:pt x="88062" y="374756"/>
                      <a:pt x="90488" y="390525"/>
                    </a:cubicBezTo>
                    <a:cubicBezTo>
                      <a:pt x="91251" y="395487"/>
                      <a:pt x="90589" y="402948"/>
                      <a:pt x="95250" y="404812"/>
                    </a:cubicBezTo>
                    <a:cubicBezTo>
                      <a:pt x="101327" y="407243"/>
                      <a:pt x="108006" y="401848"/>
                      <a:pt x="114300" y="400050"/>
                    </a:cubicBezTo>
                    <a:cubicBezTo>
                      <a:pt x="147133" y="390669"/>
                      <a:pt x="105586" y="399120"/>
                      <a:pt x="157163" y="390525"/>
                    </a:cubicBezTo>
                    <a:cubicBezTo>
                      <a:pt x="161925" y="388937"/>
                      <a:pt x="166960" y="388007"/>
                      <a:pt x="171450" y="385762"/>
                    </a:cubicBezTo>
                    <a:cubicBezTo>
                      <a:pt x="176570" y="383202"/>
                      <a:pt x="180477" y="378492"/>
                      <a:pt x="185738" y="376237"/>
                    </a:cubicBezTo>
                    <a:cubicBezTo>
                      <a:pt x="191754" y="373659"/>
                      <a:pt x="198438" y="373062"/>
                      <a:pt x="204788" y="371475"/>
                    </a:cubicBezTo>
                    <a:cubicBezTo>
                      <a:pt x="218859" y="364439"/>
                      <a:pt x="232449" y="356986"/>
                      <a:pt x="247650" y="352425"/>
                    </a:cubicBezTo>
                    <a:cubicBezTo>
                      <a:pt x="255403" y="350099"/>
                      <a:pt x="263610" y="349625"/>
                      <a:pt x="271463" y="347662"/>
                    </a:cubicBezTo>
                    <a:cubicBezTo>
                      <a:pt x="276333" y="346444"/>
                      <a:pt x="280988" y="344487"/>
                      <a:pt x="285750" y="342900"/>
                    </a:cubicBezTo>
                    <a:cubicBezTo>
                      <a:pt x="296285" y="353434"/>
                      <a:pt x="302932" y="358212"/>
                      <a:pt x="309563" y="371475"/>
                    </a:cubicBezTo>
                    <a:cubicBezTo>
                      <a:pt x="311808" y="375965"/>
                      <a:pt x="312080" y="381272"/>
                      <a:pt x="314325" y="385762"/>
                    </a:cubicBezTo>
                    <a:cubicBezTo>
                      <a:pt x="316885" y="390882"/>
                      <a:pt x="321290" y="394930"/>
                      <a:pt x="323850" y="400050"/>
                    </a:cubicBezTo>
                    <a:cubicBezTo>
                      <a:pt x="331596" y="415542"/>
                      <a:pt x="324491" y="414977"/>
                      <a:pt x="338138" y="428625"/>
                    </a:cubicBezTo>
                    <a:cubicBezTo>
                      <a:pt x="342185" y="432672"/>
                      <a:pt x="348028" y="434486"/>
                      <a:pt x="352425" y="438150"/>
                    </a:cubicBezTo>
                    <a:cubicBezTo>
                      <a:pt x="389094" y="468707"/>
                      <a:pt x="345528" y="438313"/>
                      <a:pt x="381000" y="461962"/>
                    </a:cubicBezTo>
                    <a:cubicBezTo>
                      <a:pt x="379413" y="493712"/>
                      <a:pt x="378773" y="525524"/>
                      <a:pt x="376238" y="557212"/>
                    </a:cubicBezTo>
                    <a:cubicBezTo>
                      <a:pt x="375592" y="565281"/>
                      <a:pt x="371475" y="581025"/>
                      <a:pt x="371475" y="58102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61" name="직사각형 660">
              <a:extLst>
                <a:ext uri="{FF2B5EF4-FFF2-40B4-BE49-F238E27FC236}">
                  <a16:creationId xmlns:a16="http://schemas.microsoft.com/office/drawing/2014/main" id="{DC816E3B-3D6C-41F0-BF12-C0AAFA6750CD}"/>
                </a:ext>
              </a:extLst>
            </p:cNvPr>
            <p:cNvSpPr/>
            <p:nvPr/>
          </p:nvSpPr>
          <p:spPr>
            <a:xfrm>
              <a:off x="5051036" y="4658825"/>
              <a:ext cx="780658" cy="74631"/>
            </a:xfrm>
            <a:prstGeom prst="rect">
              <a:avLst/>
            </a:prstGeom>
            <a:blipFill>
              <a:blip r:embed="rId10"/>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665" name="직사각형 664">
                  <a:extLst>
                    <a:ext uri="{FF2B5EF4-FFF2-40B4-BE49-F238E27FC236}">
                      <a16:creationId xmlns:a16="http://schemas.microsoft.com/office/drawing/2014/main" id="{5D36165E-1ADB-4E0A-AC8F-E9F96FE5E9EF}"/>
                    </a:ext>
                  </a:extLst>
                </p:cNvPr>
                <p:cNvSpPr/>
                <p:nvPr/>
              </p:nvSpPr>
              <p:spPr>
                <a:xfrm>
                  <a:off x="739061" y="5933771"/>
                  <a:ext cx="816862" cy="507831"/>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Near-field speckles</a:t>
                  </a:r>
                </a:p>
                <a:p>
                  <a:pPr algn="ctr"/>
                  <a14:m>
                    <m:oMath xmlns:m="http://schemas.openxmlformats.org/officeDocument/2006/math">
                      <m:r>
                        <a:rPr lang="en-US" altLang="ko-KR" sz="900" b="0" i="1" dirty="0">
                          <a:solidFill>
                            <a:prstClr val="black"/>
                          </a:solidFill>
                          <a:latin typeface="Cambria Math" panose="02040503050406030204" pitchFamily="18" charset="0"/>
                          <a:cs typeface="Times New Roman" panose="02020603050405020304" pitchFamily="18" charset="0"/>
                        </a:rPr>
                        <m:t>[</m:t>
                      </m:r>
                      <m:r>
                        <a:rPr lang="en-US" altLang="ko-KR" sz="900" b="0" i="1">
                          <a:solidFill>
                            <a:prstClr val="black"/>
                          </a:solidFill>
                          <a:latin typeface="Cambria Math" panose="02040503050406030204" pitchFamily="18" charset="0"/>
                          <a:cs typeface="Times New Roman" panose="02020603050405020304" pitchFamily="18" charset="0"/>
                        </a:rPr>
                        <m:t>𝑁</m:t>
                      </m:r>
                      <m:r>
                        <a:rPr lang="en-US" altLang="ko-KR" sz="900" b="0" i="1" smtClean="0">
                          <a:solidFill>
                            <a:prstClr val="black"/>
                          </a:solidFill>
                          <a:latin typeface="Cambria Math" panose="02040503050406030204" pitchFamily="18" charset="0"/>
                          <a:cs typeface="Times New Roman" panose="02020603050405020304" pitchFamily="18" charset="0"/>
                        </a:rPr>
                        <m:t>𝑆</m:t>
                      </m:r>
                      <m:r>
                        <a:rPr lang="en-US" altLang="ko-KR" sz="900" b="0" i="1" smtClean="0">
                          <a:solidFill>
                            <a:prstClr val="black"/>
                          </a:solidFill>
                          <a:latin typeface="Cambria Math" panose="02040503050406030204" pitchFamily="18" charset="0"/>
                          <a:cs typeface="Times New Roman" panose="02020603050405020304" pitchFamily="18" charset="0"/>
                        </a:rPr>
                        <m:t>(</m:t>
                      </m:r>
                      <m:r>
                        <a:rPr lang="en-US" altLang="ko-KR" sz="900" b="1" i="1" smtClean="0">
                          <a:solidFill>
                            <a:prstClr val="black"/>
                          </a:solidFill>
                          <a:latin typeface="Cambria Math" panose="02040503050406030204" pitchFamily="18" charset="0"/>
                          <a:cs typeface="Times New Roman" panose="02020603050405020304" pitchFamily="18" charset="0"/>
                        </a:rPr>
                        <m:t>𝒓</m:t>
                      </m:r>
                      <m:r>
                        <a:rPr lang="en-US" altLang="ko-KR" sz="900" b="0" i="1" smtClean="0">
                          <a:solidFill>
                            <a:prstClr val="black"/>
                          </a:solidFill>
                          <a:latin typeface="Cambria Math" panose="02040503050406030204" pitchFamily="18" charset="0"/>
                          <a:cs typeface="Times New Roman" panose="02020603050405020304" pitchFamily="18" charset="0"/>
                        </a:rPr>
                        <m:t>,</m:t>
                      </m:r>
                      <m:r>
                        <a:rPr lang="en-US" altLang="ko-KR" sz="900" b="0" i="1">
                          <a:solidFill>
                            <a:prstClr val="black"/>
                          </a:solidFill>
                          <a:latin typeface="Cambria Math" panose="02040503050406030204" pitchFamily="18" charset="0"/>
                          <a:cs typeface="Times New Roman" panose="02020603050405020304" pitchFamily="18" charset="0"/>
                        </a:rPr>
                        <m:t>𝑥</m:t>
                      </m:r>
                      <m:r>
                        <a:rPr lang="en-US" altLang="ko-KR" sz="900" b="0" i="1" smtClean="0">
                          <a:solidFill>
                            <a:prstClr val="black"/>
                          </a:solidFill>
                          <a:latin typeface="Cambria Math" panose="02040503050406030204" pitchFamily="18" charset="0"/>
                          <a:cs typeface="Times New Roman" panose="02020603050405020304" pitchFamily="18" charset="0"/>
                        </a:rPr>
                        <m:t>)</m:t>
                      </m:r>
                    </m:oMath>
                  </a14:m>
                  <a:r>
                    <a:rPr lang="en-US" altLang="ko-KR" sz="900" dirty="0">
                      <a:latin typeface="Times New Roman" panose="02020603050405020304" pitchFamily="18" charset="0"/>
                      <a:cs typeface="Times New Roman" panose="02020603050405020304" pitchFamily="18" charset="0"/>
                    </a:rPr>
                    <a:t>]</a:t>
                  </a:r>
                  <a:endParaRPr lang="ko-KR" altLang="en-US" sz="900" dirty="0">
                    <a:latin typeface="Times New Roman" panose="02020603050405020304" pitchFamily="18" charset="0"/>
                    <a:cs typeface="Times New Roman" panose="02020603050405020304" pitchFamily="18" charset="0"/>
                  </a:endParaRPr>
                </a:p>
              </p:txBody>
            </p:sp>
          </mc:Choice>
          <mc:Fallback xmlns="">
            <p:sp>
              <p:nvSpPr>
                <p:cNvPr id="665" name="직사각형 664">
                  <a:extLst>
                    <a:ext uri="{FF2B5EF4-FFF2-40B4-BE49-F238E27FC236}">
                      <a16:creationId xmlns:a16="http://schemas.microsoft.com/office/drawing/2014/main" id="{5D36165E-1ADB-4E0A-AC8F-E9F96FE5E9EF}"/>
                    </a:ext>
                  </a:extLst>
                </p:cNvPr>
                <p:cNvSpPr>
                  <a:spLocks noRot="1" noChangeAspect="1" noMove="1" noResize="1" noEditPoints="1" noAdjustHandles="1" noChangeArrowheads="1" noChangeShapeType="1" noTextEdit="1"/>
                </p:cNvSpPr>
                <p:nvPr/>
              </p:nvSpPr>
              <p:spPr>
                <a:xfrm>
                  <a:off x="739061" y="5933771"/>
                  <a:ext cx="816862" cy="507831"/>
                </a:xfrm>
                <a:prstGeom prst="rect">
                  <a:avLst/>
                </a:prstGeom>
                <a:blipFill>
                  <a:blip r:embed="rId20"/>
                  <a:stretch>
                    <a:fillRect b="-3571"/>
                  </a:stretch>
                </a:blipFill>
              </p:spPr>
              <p:txBody>
                <a:bodyPr/>
                <a:lstStyle/>
                <a:p>
                  <a:r>
                    <a:rPr lang="ko-KR" altLang="en-US">
                      <a:noFill/>
                    </a:rPr>
                    <a:t> </a:t>
                  </a:r>
                </a:p>
              </p:txBody>
            </p:sp>
          </mc:Fallback>
        </mc:AlternateContent>
        <p:pic>
          <p:nvPicPr>
            <p:cNvPr id="671" name="그림 670">
              <a:extLst>
                <a:ext uri="{FF2B5EF4-FFF2-40B4-BE49-F238E27FC236}">
                  <a16:creationId xmlns:a16="http://schemas.microsoft.com/office/drawing/2014/main" id="{B29DCC08-6CA6-47A1-9647-B4701D767F33}"/>
                </a:ext>
              </a:extLst>
            </p:cNvPr>
            <p:cNvPicPr>
              <a:picLocks noChangeAspect="1"/>
            </p:cNvPicPr>
            <p:nvPr/>
          </p:nvPicPr>
          <p:blipFill rotWithShape="1">
            <a:blip r:embed="rId21"/>
            <a:srcRect l="18348" t="34114" r="15036" b="9807"/>
            <a:stretch/>
          </p:blipFill>
          <p:spPr>
            <a:xfrm>
              <a:off x="3233726" y="5069256"/>
              <a:ext cx="1159680" cy="372383"/>
            </a:xfrm>
            <a:prstGeom prst="rect">
              <a:avLst/>
            </a:prstGeom>
          </p:spPr>
        </p:pic>
        <mc:AlternateContent xmlns:mc="http://schemas.openxmlformats.org/markup-compatibility/2006" xmlns:a14="http://schemas.microsoft.com/office/drawing/2010/main">
          <mc:Choice Requires="a14">
            <p:sp>
              <p:nvSpPr>
                <p:cNvPr id="672" name="TextBox 671">
                  <a:extLst>
                    <a:ext uri="{FF2B5EF4-FFF2-40B4-BE49-F238E27FC236}">
                      <a16:creationId xmlns:a16="http://schemas.microsoft.com/office/drawing/2014/main" id="{F77EEF59-D9B0-4A57-B9D5-25BE82F4BBBB}"/>
                    </a:ext>
                  </a:extLst>
                </p:cNvPr>
                <p:cNvSpPr txBox="1"/>
                <p:nvPr/>
              </p:nvSpPr>
              <p:spPr>
                <a:xfrm>
                  <a:off x="3130708" y="4861213"/>
                  <a:ext cx="1398438"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cs typeface="Times New Roman" panose="02020603050405020304" pitchFamily="18" charset="0"/>
                          </a:rPr>
                          <m:t>𝐹𝑆</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1" i="1" smtClean="0">
                            <a:solidFill>
                              <a:prstClr val="black"/>
                            </a:solidFill>
                            <a:latin typeface="Cambria Math" panose="02040503050406030204" pitchFamily="18" charset="0"/>
                            <a:cs typeface="Times New Roman" panose="02020603050405020304" pitchFamily="18" charset="0"/>
                          </a:rPr>
                          <m:t>𝒓</m:t>
                        </m:r>
                        <m:r>
                          <a:rPr lang="en-US" altLang="ko-KR" sz="800" b="0" i="1" smtClean="0">
                            <a:solidFill>
                              <a:prstClr val="black"/>
                            </a:solidFill>
                            <a:latin typeface="Cambria Math" panose="02040503050406030204" pitchFamily="18" charset="0"/>
                            <a:cs typeface="Times New Roman" panose="02020603050405020304" pitchFamily="18" charset="0"/>
                          </a:rPr>
                          <m:t>,</m:t>
                        </m:r>
                        <m:sSub>
                          <m:sSubPr>
                            <m:ctrlPr>
                              <a:rPr lang="en-US" altLang="ko-KR" sz="800" i="1" smtClean="0">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smtClean="0">
                                <a:solidFill>
                                  <a:prstClr val="black"/>
                                </a:solidFill>
                                <a:latin typeface="Cambria Math" panose="02040503050406030204" pitchFamily="18" charset="0"/>
                                <a:cs typeface="Times New Roman" panose="02020603050405020304" pitchFamily="18" charset="0"/>
                              </a:rPr>
                              <m:t>0</m:t>
                            </m:r>
                          </m:sub>
                        </m:sSub>
                        <m:r>
                          <a:rPr lang="en-US" altLang="ko-KR" sz="800" b="0" i="1">
                            <a:solidFill>
                              <a:prstClr val="black"/>
                            </a:solidFill>
                            <a:latin typeface="Cambria Math" panose="02040503050406030204" pitchFamily="18" charset="0"/>
                            <a:cs typeface="Times New Roman" panose="02020603050405020304" pitchFamily="18" charset="0"/>
                          </a:rPr>
                          <m:t>+</m:t>
                        </m:r>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800" dirty="0">
                    <a:solidFill>
                      <a:prstClr val="black"/>
                    </a:solidFill>
                    <a:latin typeface="Symbol" panose="05050102010706020507" pitchFamily="18" charset="2"/>
                    <a:cs typeface="Times New Roman" panose="02020603050405020304" pitchFamily="18" charset="0"/>
                  </a:endParaRPr>
                </a:p>
              </p:txBody>
            </p:sp>
          </mc:Choice>
          <mc:Fallback xmlns="">
            <p:sp>
              <p:nvSpPr>
                <p:cNvPr id="672" name="TextBox 671">
                  <a:extLst>
                    <a:ext uri="{FF2B5EF4-FFF2-40B4-BE49-F238E27FC236}">
                      <a16:creationId xmlns:a16="http://schemas.microsoft.com/office/drawing/2014/main" id="{F77EEF59-D9B0-4A57-B9D5-25BE82F4BBBB}"/>
                    </a:ext>
                  </a:extLst>
                </p:cNvPr>
                <p:cNvSpPr txBox="1">
                  <a:spLocks noRot="1" noChangeAspect="1" noMove="1" noResize="1" noEditPoints="1" noAdjustHandles="1" noChangeArrowheads="1" noChangeShapeType="1" noTextEdit="1"/>
                </p:cNvSpPr>
                <p:nvPr/>
              </p:nvSpPr>
              <p:spPr>
                <a:xfrm>
                  <a:off x="3130708" y="4861213"/>
                  <a:ext cx="1398438" cy="215444"/>
                </a:xfrm>
                <a:prstGeom prst="rect">
                  <a:avLst/>
                </a:prstGeom>
                <a:blipFill>
                  <a:blip r:embed="rId2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73" name="TextBox 672">
                  <a:extLst>
                    <a:ext uri="{FF2B5EF4-FFF2-40B4-BE49-F238E27FC236}">
                      <a16:creationId xmlns:a16="http://schemas.microsoft.com/office/drawing/2014/main" id="{0D73AF2F-6F0B-484B-B59C-0014E3A40021}"/>
                    </a:ext>
                  </a:extLst>
                </p:cNvPr>
                <p:cNvSpPr txBox="1"/>
                <p:nvPr/>
              </p:nvSpPr>
              <p:spPr>
                <a:xfrm>
                  <a:off x="3137688" y="6207318"/>
                  <a:ext cx="1398438"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a:solidFill>
                              <a:prstClr val="black"/>
                            </a:solidFill>
                            <a:latin typeface="Cambria Math" panose="02040503050406030204" pitchFamily="18" charset="0"/>
                            <a:cs typeface="Times New Roman" panose="02020603050405020304" pitchFamily="18" charset="0"/>
                          </a:rPr>
                          <m:t>𝑁</m:t>
                        </m:r>
                        <m:r>
                          <a:rPr lang="en-US" altLang="ko-KR" sz="800" b="0" i="1" smtClean="0">
                            <a:solidFill>
                              <a:prstClr val="black"/>
                            </a:solidFill>
                            <a:latin typeface="Cambria Math" panose="02040503050406030204" pitchFamily="18" charset="0"/>
                            <a:cs typeface="Times New Roman" panose="02020603050405020304" pitchFamily="18" charset="0"/>
                          </a:rPr>
                          <m:t>𝑆</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1" i="1" smtClean="0">
                            <a:solidFill>
                              <a:prstClr val="black"/>
                            </a:solidFill>
                            <a:latin typeface="Cambria Math" panose="02040503050406030204" pitchFamily="18" charset="0"/>
                            <a:cs typeface="Times New Roman" panose="02020603050405020304" pitchFamily="18" charset="0"/>
                          </a:rPr>
                          <m:t>𝒓</m:t>
                        </m:r>
                        <m:r>
                          <a:rPr lang="en-US" altLang="ko-KR" sz="800" b="0" i="1" smtClean="0">
                            <a:solidFill>
                              <a:prstClr val="black"/>
                            </a:solidFill>
                            <a:latin typeface="Cambria Math" panose="02040503050406030204" pitchFamily="18" charset="0"/>
                            <a:cs typeface="Times New Roman" panose="02020603050405020304" pitchFamily="18" charset="0"/>
                          </a:rPr>
                          <m:t>,</m:t>
                        </m:r>
                        <m:sSub>
                          <m:sSubPr>
                            <m:ctrlPr>
                              <a:rPr lang="en-US" altLang="ko-KR" sz="800" i="1" smtClean="0">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smtClean="0">
                                <a:solidFill>
                                  <a:prstClr val="black"/>
                                </a:solidFill>
                                <a:latin typeface="Cambria Math" panose="02040503050406030204" pitchFamily="18" charset="0"/>
                                <a:cs typeface="Times New Roman" panose="02020603050405020304" pitchFamily="18" charset="0"/>
                              </a:rPr>
                              <m:t>0</m:t>
                            </m:r>
                          </m:sub>
                        </m:sSub>
                        <m:r>
                          <a:rPr lang="en-US" altLang="ko-KR" sz="800" b="0" i="1">
                            <a:solidFill>
                              <a:prstClr val="black"/>
                            </a:solidFill>
                            <a:latin typeface="Cambria Math" panose="02040503050406030204" pitchFamily="18" charset="0"/>
                            <a:cs typeface="Times New Roman" panose="02020603050405020304" pitchFamily="18" charset="0"/>
                          </a:rPr>
                          <m:t>+</m:t>
                        </m:r>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800" dirty="0">
                    <a:solidFill>
                      <a:prstClr val="black"/>
                    </a:solidFill>
                    <a:latin typeface="Symbol" panose="05050102010706020507" pitchFamily="18" charset="2"/>
                    <a:cs typeface="Times New Roman" panose="02020603050405020304" pitchFamily="18" charset="0"/>
                  </a:endParaRPr>
                </a:p>
              </p:txBody>
            </p:sp>
          </mc:Choice>
          <mc:Fallback xmlns="">
            <p:sp>
              <p:nvSpPr>
                <p:cNvPr id="673" name="TextBox 672">
                  <a:extLst>
                    <a:ext uri="{FF2B5EF4-FFF2-40B4-BE49-F238E27FC236}">
                      <a16:creationId xmlns:a16="http://schemas.microsoft.com/office/drawing/2014/main" id="{0D73AF2F-6F0B-484B-B59C-0014E3A40021}"/>
                    </a:ext>
                  </a:extLst>
                </p:cNvPr>
                <p:cNvSpPr txBox="1">
                  <a:spLocks noRot="1" noChangeAspect="1" noMove="1" noResize="1" noEditPoints="1" noAdjustHandles="1" noChangeArrowheads="1" noChangeShapeType="1" noTextEdit="1"/>
                </p:cNvSpPr>
                <p:nvPr/>
              </p:nvSpPr>
              <p:spPr>
                <a:xfrm>
                  <a:off x="3137688" y="6207318"/>
                  <a:ext cx="1398438" cy="215444"/>
                </a:xfrm>
                <a:prstGeom prst="rect">
                  <a:avLst/>
                </a:prstGeom>
                <a:blipFill>
                  <a:blip r:embed="rId23"/>
                  <a:stretch>
                    <a:fillRect/>
                  </a:stretch>
                </a:blipFill>
              </p:spPr>
              <p:txBody>
                <a:bodyPr/>
                <a:lstStyle/>
                <a:p>
                  <a:r>
                    <a:rPr lang="ko-KR" altLang="en-US">
                      <a:noFill/>
                    </a:rPr>
                    <a:t> </a:t>
                  </a:r>
                </a:p>
              </p:txBody>
            </p:sp>
          </mc:Fallback>
        </mc:AlternateContent>
        <p:sp>
          <p:nvSpPr>
            <p:cNvPr id="674" name="직사각형 673">
              <a:extLst>
                <a:ext uri="{FF2B5EF4-FFF2-40B4-BE49-F238E27FC236}">
                  <a16:creationId xmlns:a16="http://schemas.microsoft.com/office/drawing/2014/main" id="{B84FA4B3-DA00-4DA8-8ECC-33787DECC778}"/>
                </a:ext>
              </a:extLst>
            </p:cNvPr>
            <p:cNvSpPr/>
            <p:nvPr/>
          </p:nvSpPr>
          <p:spPr>
            <a:xfrm>
              <a:off x="683492" y="6502729"/>
              <a:ext cx="928001" cy="3693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Two fluctuated fluorophores</a:t>
              </a:r>
              <a:endParaRPr lang="ko-KR" altLang="en-US" sz="900" dirty="0">
                <a:latin typeface="Helvetica" panose="020B0604020202020204" pitchFamily="34" charset="0"/>
                <a:cs typeface="Helvetica" panose="020B0604020202020204" pitchFamily="34" charset="0"/>
              </a:endParaRPr>
            </a:p>
          </p:txBody>
        </p:sp>
        <p:pic>
          <p:nvPicPr>
            <p:cNvPr id="676" name="그림 675">
              <a:extLst>
                <a:ext uri="{FF2B5EF4-FFF2-40B4-BE49-F238E27FC236}">
                  <a16:creationId xmlns:a16="http://schemas.microsoft.com/office/drawing/2014/main" id="{C05ED53B-BE3A-4DBF-9540-426E12B9C342}"/>
                </a:ext>
              </a:extLst>
            </p:cNvPr>
            <p:cNvPicPr>
              <a:picLocks noChangeAspect="1"/>
            </p:cNvPicPr>
            <p:nvPr/>
          </p:nvPicPr>
          <p:blipFill rotWithShape="1">
            <a:blip r:embed="rId24"/>
            <a:srcRect l="12700" t="25275" r="17995" b="14889"/>
            <a:stretch/>
          </p:blipFill>
          <p:spPr>
            <a:xfrm>
              <a:off x="4757496" y="5052021"/>
              <a:ext cx="1110310" cy="377130"/>
            </a:xfrm>
            <a:prstGeom prst="rect">
              <a:avLst/>
            </a:prstGeom>
          </p:spPr>
        </p:pic>
        <mc:AlternateContent xmlns:mc="http://schemas.openxmlformats.org/markup-compatibility/2006" xmlns:a14="http://schemas.microsoft.com/office/drawing/2010/main">
          <mc:Choice Requires="a14">
            <p:sp>
              <p:nvSpPr>
                <p:cNvPr id="677" name="TextBox 676">
                  <a:extLst>
                    <a:ext uri="{FF2B5EF4-FFF2-40B4-BE49-F238E27FC236}">
                      <a16:creationId xmlns:a16="http://schemas.microsoft.com/office/drawing/2014/main" id="{8E5EE426-339C-4924-B25B-8C16B0EC7E32}"/>
                    </a:ext>
                  </a:extLst>
                </p:cNvPr>
                <p:cNvSpPr txBox="1"/>
                <p:nvPr/>
              </p:nvSpPr>
              <p:spPr>
                <a:xfrm>
                  <a:off x="4636217" y="4861213"/>
                  <a:ext cx="1398438"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cs typeface="Times New Roman" panose="02020603050405020304" pitchFamily="18" charset="0"/>
                          </a:rPr>
                          <m:t>𝐹𝑆</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1" i="1" smtClean="0">
                            <a:solidFill>
                              <a:prstClr val="black"/>
                            </a:solidFill>
                            <a:latin typeface="Cambria Math" panose="02040503050406030204" pitchFamily="18" charset="0"/>
                            <a:cs typeface="Times New Roman" panose="02020603050405020304" pitchFamily="18" charset="0"/>
                          </a:rPr>
                          <m:t>𝒓</m:t>
                        </m:r>
                        <m:r>
                          <a:rPr lang="en-US" altLang="ko-KR" sz="800" b="0" i="1" smtClean="0">
                            <a:solidFill>
                              <a:prstClr val="black"/>
                            </a:solidFill>
                            <a:latin typeface="Cambria Math" panose="02040503050406030204" pitchFamily="18" charset="0"/>
                            <a:cs typeface="Times New Roman" panose="02020603050405020304" pitchFamily="18" charset="0"/>
                          </a:rPr>
                          <m:t>,</m:t>
                        </m:r>
                        <m:sSub>
                          <m:sSubPr>
                            <m:ctrlPr>
                              <a:rPr lang="en-US" altLang="ko-KR" sz="800" i="1" smtClean="0">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smtClean="0">
                                <a:solidFill>
                                  <a:prstClr val="black"/>
                                </a:solidFill>
                                <a:latin typeface="Cambria Math" panose="02040503050406030204" pitchFamily="18" charset="0"/>
                                <a:cs typeface="Times New Roman" panose="02020603050405020304" pitchFamily="18" charset="0"/>
                              </a:rPr>
                              <m:t>0</m:t>
                            </m:r>
                          </m:sub>
                        </m:sSub>
                        <m:r>
                          <a:rPr lang="en-US" altLang="ko-KR" sz="800" b="0" i="1">
                            <a:solidFill>
                              <a:prstClr val="black"/>
                            </a:solidFill>
                            <a:latin typeface="Cambria Math" panose="02040503050406030204" pitchFamily="18" charset="0"/>
                            <a:cs typeface="Times New Roman" panose="02020603050405020304" pitchFamily="18" charset="0"/>
                          </a:rPr>
                          <m:t>+</m:t>
                        </m:r>
                        <m:r>
                          <a:rPr lang="en-US" altLang="ko-KR" sz="800" b="0" i="1" smtClean="0">
                            <a:solidFill>
                              <a:prstClr val="black"/>
                            </a:solidFill>
                            <a:latin typeface="Cambria Math" panose="02040503050406030204" pitchFamily="18" charset="0"/>
                            <a:cs typeface="Times New Roman" panose="02020603050405020304" pitchFamily="18" charset="0"/>
                          </a:rPr>
                          <m:t>2</m:t>
                        </m:r>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800" dirty="0">
                    <a:solidFill>
                      <a:prstClr val="black"/>
                    </a:solidFill>
                    <a:latin typeface="Symbol" panose="05050102010706020507" pitchFamily="18" charset="2"/>
                    <a:cs typeface="Times New Roman" panose="02020603050405020304" pitchFamily="18" charset="0"/>
                  </a:endParaRPr>
                </a:p>
              </p:txBody>
            </p:sp>
          </mc:Choice>
          <mc:Fallback xmlns="">
            <p:sp>
              <p:nvSpPr>
                <p:cNvPr id="677" name="TextBox 676">
                  <a:extLst>
                    <a:ext uri="{FF2B5EF4-FFF2-40B4-BE49-F238E27FC236}">
                      <a16:creationId xmlns:a16="http://schemas.microsoft.com/office/drawing/2014/main" id="{8E5EE426-339C-4924-B25B-8C16B0EC7E32}"/>
                    </a:ext>
                  </a:extLst>
                </p:cNvPr>
                <p:cNvSpPr txBox="1">
                  <a:spLocks noRot="1" noChangeAspect="1" noMove="1" noResize="1" noEditPoints="1" noAdjustHandles="1" noChangeArrowheads="1" noChangeShapeType="1" noTextEdit="1"/>
                </p:cNvSpPr>
                <p:nvPr/>
              </p:nvSpPr>
              <p:spPr>
                <a:xfrm>
                  <a:off x="4636217" y="4861213"/>
                  <a:ext cx="1398438" cy="215444"/>
                </a:xfrm>
                <a:prstGeom prst="rect">
                  <a:avLst/>
                </a:prstGeom>
                <a:blipFill>
                  <a:blip r:embed="rId25"/>
                  <a:stretch>
                    <a:fillRect/>
                  </a:stretch>
                </a:blipFill>
              </p:spPr>
              <p:txBody>
                <a:bodyPr/>
                <a:lstStyle/>
                <a:p>
                  <a:r>
                    <a:rPr lang="ko-KR" altLang="en-US">
                      <a:noFill/>
                    </a:rPr>
                    <a:t> </a:t>
                  </a:r>
                </a:p>
              </p:txBody>
            </p:sp>
          </mc:Fallback>
        </mc:AlternateContent>
        <p:cxnSp>
          <p:nvCxnSpPr>
            <p:cNvPr id="679" name="직선 연결선 678">
              <a:extLst>
                <a:ext uri="{FF2B5EF4-FFF2-40B4-BE49-F238E27FC236}">
                  <a16:creationId xmlns:a16="http://schemas.microsoft.com/office/drawing/2014/main" id="{3A1CC71D-89C3-4EB0-A928-7E91360B1D99}"/>
                </a:ext>
              </a:extLst>
            </p:cNvPr>
            <p:cNvCxnSpPr/>
            <p:nvPr/>
          </p:nvCxnSpPr>
          <p:spPr>
            <a:xfrm>
              <a:off x="1545905" y="5768237"/>
              <a:ext cx="4484648" cy="0"/>
            </a:xfrm>
            <a:prstGeom prst="line">
              <a:avLst/>
            </a:prstGeom>
            <a:ln>
              <a:solidFill>
                <a:schemeClr val="tx1"/>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680" name="직사각형 679">
              <a:extLst>
                <a:ext uri="{FF2B5EF4-FFF2-40B4-BE49-F238E27FC236}">
                  <a16:creationId xmlns:a16="http://schemas.microsoft.com/office/drawing/2014/main" id="{9EA535B5-3ADE-4CD9-A3F3-88E2C1964EBE}"/>
                </a:ext>
              </a:extLst>
            </p:cNvPr>
            <p:cNvSpPr/>
            <p:nvPr/>
          </p:nvSpPr>
          <p:spPr>
            <a:xfrm>
              <a:off x="689810" y="5638730"/>
              <a:ext cx="915364" cy="2308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Sample plane</a:t>
              </a:r>
              <a:endParaRPr lang="ko-KR" altLang="en-US" sz="900"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681" name="TextBox 680">
                  <a:extLst>
                    <a:ext uri="{FF2B5EF4-FFF2-40B4-BE49-F238E27FC236}">
                      <a16:creationId xmlns:a16="http://schemas.microsoft.com/office/drawing/2014/main" id="{D309425F-FDB9-4431-9EDD-57ABE38BD151}"/>
                    </a:ext>
                  </a:extLst>
                </p:cNvPr>
                <p:cNvSpPr txBox="1"/>
                <p:nvPr/>
              </p:nvSpPr>
              <p:spPr>
                <a:xfrm>
                  <a:off x="4630364" y="6211491"/>
                  <a:ext cx="1398438"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a:solidFill>
                              <a:prstClr val="black"/>
                            </a:solidFill>
                            <a:latin typeface="Cambria Math" panose="02040503050406030204" pitchFamily="18" charset="0"/>
                            <a:cs typeface="Times New Roman" panose="02020603050405020304" pitchFamily="18" charset="0"/>
                          </a:rPr>
                          <m:t>𝑁</m:t>
                        </m:r>
                        <m:r>
                          <a:rPr lang="en-US" altLang="ko-KR" sz="800" b="0" i="1" smtClean="0">
                            <a:solidFill>
                              <a:prstClr val="black"/>
                            </a:solidFill>
                            <a:latin typeface="Cambria Math" panose="02040503050406030204" pitchFamily="18" charset="0"/>
                            <a:cs typeface="Times New Roman" panose="02020603050405020304" pitchFamily="18" charset="0"/>
                          </a:rPr>
                          <m:t>𝑆</m:t>
                        </m:r>
                        <m:r>
                          <a:rPr lang="en-US" altLang="ko-KR" sz="800" b="0" i="1" smtClean="0">
                            <a:solidFill>
                              <a:prstClr val="black"/>
                            </a:solidFill>
                            <a:latin typeface="Cambria Math" panose="02040503050406030204" pitchFamily="18" charset="0"/>
                            <a:cs typeface="Times New Roman" panose="02020603050405020304" pitchFamily="18" charset="0"/>
                          </a:rPr>
                          <m:t>(</m:t>
                        </m:r>
                        <m:r>
                          <a:rPr lang="en-US" altLang="ko-KR" sz="800" b="1" i="1" smtClean="0">
                            <a:solidFill>
                              <a:prstClr val="black"/>
                            </a:solidFill>
                            <a:latin typeface="Cambria Math" panose="02040503050406030204" pitchFamily="18" charset="0"/>
                            <a:cs typeface="Times New Roman" panose="02020603050405020304" pitchFamily="18" charset="0"/>
                          </a:rPr>
                          <m:t>𝒓</m:t>
                        </m:r>
                        <m:r>
                          <a:rPr lang="en-US" altLang="ko-KR" sz="800" b="0" i="1" smtClean="0">
                            <a:solidFill>
                              <a:prstClr val="black"/>
                            </a:solidFill>
                            <a:latin typeface="Cambria Math" panose="02040503050406030204" pitchFamily="18" charset="0"/>
                            <a:cs typeface="Times New Roman" panose="02020603050405020304" pitchFamily="18" charset="0"/>
                          </a:rPr>
                          <m:t>,</m:t>
                        </m:r>
                        <m:sSub>
                          <m:sSubPr>
                            <m:ctrlPr>
                              <a:rPr lang="en-US" altLang="ko-KR" sz="800" i="1" smtClean="0">
                                <a:solidFill>
                                  <a:prstClr val="black"/>
                                </a:solidFill>
                                <a:latin typeface="Cambria Math" panose="02040503050406030204" pitchFamily="18" charset="0"/>
                                <a:cs typeface="Times New Roman" panose="02020603050405020304" pitchFamily="18" charset="0"/>
                              </a:rPr>
                            </m:ctrlPr>
                          </m:sSubPr>
                          <m:e>
                            <m:r>
                              <a:rPr lang="en-US" altLang="ko-KR" sz="800" b="0" i="1">
                                <a:solidFill>
                                  <a:prstClr val="black"/>
                                </a:solidFill>
                                <a:latin typeface="Cambria Math" panose="02040503050406030204" pitchFamily="18" charset="0"/>
                                <a:cs typeface="Times New Roman" panose="02020603050405020304" pitchFamily="18" charset="0"/>
                              </a:rPr>
                              <m:t>𝑥</m:t>
                            </m:r>
                          </m:e>
                          <m:sub>
                            <m:r>
                              <a:rPr lang="en-US" altLang="ko-KR" sz="800" b="0" i="1" smtClean="0">
                                <a:solidFill>
                                  <a:prstClr val="black"/>
                                </a:solidFill>
                                <a:latin typeface="Cambria Math" panose="02040503050406030204" pitchFamily="18" charset="0"/>
                                <a:cs typeface="Times New Roman" panose="02020603050405020304" pitchFamily="18" charset="0"/>
                              </a:rPr>
                              <m:t>0</m:t>
                            </m:r>
                          </m:sub>
                        </m:sSub>
                        <m:r>
                          <a:rPr lang="en-US" altLang="ko-KR" sz="800" b="0" i="1">
                            <a:solidFill>
                              <a:prstClr val="black"/>
                            </a:solidFill>
                            <a:latin typeface="Cambria Math" panose="02040503050406030204" pitchFamily="18" charset="0"/>
                            <a:cs typeface="Times New Roman" panose="02020603050405020304" pitchFamily="18" charset="0"/>
                          </a:rPr>
                          <m:t>+</m:t>
                        </m:r>
                        <m:r>
                          <a:rPr lang="en-US" altLang="ko-KR" sz="800" b="0" i="1" smtClean="0">
                            <a:solidFill>
                              <a:prstClr val="black"/>
                            </a:solidFill>
                            <a:latin typeface="Cambria Math" panose="02040503050406030204" pitchFamily="18" charset="0"/>
                            <a:cs typeface="Times New Roman" panose="02020603050405020304" pitchFamily="18" charset="0"/>
                          </a:rPr>
                          <m:t>2</m:t>
                        </m:r>
                        <m:r>
                          <a:rPr lang="en-US" altLang="ko-KR" sz="800" b="0" i="1">
                            <a:solidFill>
                              <a:prstClr val="black"/>
                            </a:solidFill>
                            <a:latin typeface="Cambria Math" panose="02040503050406030204" pitchFamily="18" charset="0"/>
                            <a:cs typeface="Times New Roman" panose="02020603050405020304" pitchFamily="18" charset="0"/>
                          </a:rPr>
                          <m:t>𝛥</m:t>
                        </m:r>
                        <m:r>
                          <a:rPr lang="en-US" altLang="ko-KR" sz="800" b="0" i="1">
                            <a:solidFill>
                              <a:prstClr val="black"/>
                            </a:solidFill>
                            <a:latin typeface="Cambria Math" panose="02040503050406030204" pitchFamily="18" charset="0"/>
                            <a:cs typeface="Times New Roman" panose="02020603050405020304" pitchFamily="18" charset="0"/>
                          </a:rPr>
                          <m:t>𝑥</m:t>
                        </m:r>
                        <m:r>
                          <a:rPr lang="en-US" altLang="ko-KR" sz="800" b="0" i="1" smtClean="0">
                            <a:solidFill>
                              <a:prstClr val="black"/>
                            </a:solidFill>
                            <a:latin typeface="Cambria Math" panose="02040503050406030204" pitchFamily="18" charset="0"/>
                            <a:cs typeface="Times New Roman" panose="02020603050405020304" pitchFamily="18" charset="0"/>
                          </a:rPr>
                          <m:t>)</m:t>
                        </m:r>
                      </m:oMath>
                    </m:oMathPara>
                  </a14:m>
                  <a:endParaRPr lang="ko-KR" altLang="en-US" sz="800" dirty="0">
                    <a:solidFill>
                      <a:prstClr val="black"/>
                    </a:solidFill>
                    <a:latin typeface="Symbol" panose="05050102010706020507" pitchFamily="18" charset="2"/>
                    <a:cs typeface="Times New Roman" panose="02020603050405020304" pitchFamily="18" charset="0"/>
                  </a:endParaRPr>
                </a:p>
              </p:txBody>
            </p:sp>
          </mc:Choice>
          <mc:Fallback xmlns="">
            <p:sp>
              <p:nvSpPr>
                <p:cNvPr id="681" name="TextBox 680">
                  <a:extLst>
                    <a:ext uri="{FF2B5EF4-FFF2-40B4-BE49-F238E27FC236}">
                      <a16:creationId xmlns:a16="http://schemas.microsoft.com/office/drawing/2014/main" id="{D309425F-FDB9-4431-9EDD-57ABE38BD151}"/>
                    </a:ext>
                  </a:extLst>
                </p:cNvPr>
                <p:cNvSpPr txBox="1">
                  <a:spLocks noRot="1" noChangeAspect="1" noMove="1" noResize="1" noEditPoints="1" noAdjustHandles="1" noChangeArrowheads="1" noChangeShapeType="1" noTextEdit="1"/>
                </p:cNvSpPr>
                <p:nvPr/>
              </p:nvSpPr>
              <p:spPr>
                <a:xfrm>
                  <a:off x="4630364" y="6211491"/>
                  <a:ext cx="1398438" cy="215444"/>
                </a:xfrm>
                <a:prstGeom prst="rect">
                  <a:avLst/>
                </a:prstGeom>
                <a:blipFill>
                  <a:blip r:embed="rId26"/>
                  <a:stretch>
                    <a:fillRect b="-2857"/>
                  </a:stretch>
                </a:blipFill>
              </p:spPr>
              <p:txBody>
                <a:bodyPr/>
                <a:lstStyle/>
                <a:p>
                  <a:r>
                    <a:rPr lang="ko-KR" altLang="en-US">
                      <a:noFill/>
                    </a:rPr>
                    <a:t> </a:t>
                  </a:r>
                </a:p>
              </p:txBody>
            </p:sp>
          </mc:Fallback>
        </mc:AlternateContent>
        <p:cxnSp>
          <p:nvCxnSpPr>
            <p:cNvPr id="697" name="직선 화살표 연결선 696">
              <a:extLst>
                <a:ext uri="{FF2B5EF4-FFF2-40B4-BE49-F238E27FC236}">
                  <a16:creationId xmlns:a16="http://schemas.microsoft.com/office/drawing/2014/main" id="{AD79FAC5-507B-49B4-B212-C9EB035B5CBF}"/>
                </a:ext>
              </a:extLst>
            </p:cNvPr>
            <p:cNvCxnSpPr>
              <a:cxnSpLocks/>
            </p:cNvCxnSpPr>
            <p:nvPr/>
          </p:nvCxnSpPr>
          <p:spPr>
            <a:xfrm>
              <a:off x="960355" y="3990736"/>
              <a:ext cx="287928" cy="7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8" name="직선 화살표 연결선 697">
              <a:extLst>
                <a:ext uri="{FF2B5EF4-FFF2-40B4-BE49-F238E27FC236}">
                  <a16:creationId xmlns:a16="http://schemas.microsoft.com/office/drawing/2014/main" id="{5DF2A26D-E1EB-4738-A573-8DEB86AECB95}"/>
                </a:ext>
              </a:extLst>
            </p:cNvPr>
            <p:cNvCxnSpPr>
              <a:cxnSpLocks/>
            </p:cNvCxnSpPr>
            <p:nvPr/>
          </p:nvCxnSpPr>
          <p:spPr>
            <a:xfrm>
              <a:off x="959381" y="3990737"/>
              <a:ext cx="0" cy="2855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9" name="TextBox 698">
                  <a:extLst>
                    <a:ext uri="{FF2B5EF4-FFF2-40B4-BE49-F238E27FC236}">
                      <a16:creationId xmlns:a16="http://schemas.microsoft.com/office/drawing/2014/main" id="{BCC6819E-4098-4B38-8AC2-75EED6D532D1}"/>
                    </a:ext>
                  </a:extLst>
                </p:cNvPr>
                <p:cNvSpPr txBox="1"/>
                <p:nvPr/>
              </p:nvSpPr>
              <p:spPr>
                <a:xfrm>
                  <a:off x="1198334" y="3883757"/>
                  <a:ext cx="202433"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cs typeface="Times New Roman" panose="02020603050405020304" pitchFamily="18" charset="0"/>
                          </a:rPr>
                          <m:t>𝑥</m:t>
                        </m:r>
                      </m:oMath>
                    </m:oMathPara>
                  </a14:m>
                  <a:endParaRPr lang="ko-KR" altLang="en-US" sz="800" dirty="0"/>
                </a:p>
              </p:txBody>
            </p:sp>
          </mc:Choice>
          <mc:Fallback xmlns="">
            <p:sp>
              <p:nvSpPr>
                <p:cNvPr id="699" name="TextBox 698">
                  <a:extLst>
                    <a:ext uri="{FF2B5EF4-FFF2-40B4-BE49-F238E27FC236}">
                      <a16:creationId xmlns:a16="http://schemas.microsoft.com/office/drawing/2014/main" id="{BCC6819E-4098-4B38-8AC2-75EED6D532D1}"/>
                    </a:ext>
                  </a:extLst>
                </p:cNvPr>
                <p:cNvSpPr txBox="1">
                  <a:spLocks noRot="1" noChangeAspect="1" noMove="1" noResize="1" noEditPoints="1" noAdjustHandles="1" noChangeArrowheads="1" noChangeShapeType="1" noTextEdit="1"/>
                </p:cNvSpPr>
                <p:nvPr/>
              </p:nvSpPr>
              <p:spPr>
                <a:xfrm>
                  <a:off x="1198334" y="3883757"/>
                  <a:ext cx="202433" cy="215444"/>
                </a:xfrm>
                <a:prstGeom prst="rect">
                  <a:avLst/>
                </a:prstGeom>
                <a:blipFill>
                  <a:blip r:embed="rId27"/>
                  <a:stretch>
                    <a:fillRect/>
                  </a:stretch>
                </a:blipFill>
              </p:spPr>
              <p:txBody>
                <a:bodyPr/>
                <a:lstStyle/>
                <a:p>
                  <a:r>
                    <a:rPr lang="ko-KR" altLang="en-US">
                      <a:noFill/>
                    </a:rPr>
                    <a:t> </a:t>
                  </a:r>
                </a:p>
              </p:txBody>
            </p:sp>
          </mc:Fallback>
        </mc:AlternateContent>
        <p:sp>
          <p:nvSpPr>
            <p:cNvPr id="700" name="TextBox 699">
              <a:extLst>
                <a:ext uri="{FF2B5EF4-FFF2-40B4-BE49-F238E27FC236}">
                  <a16:creationId xmlns:a16="http://schemas.microsoft.com/office/drawing/2014/main" id="{8068431A-D9BB-46B4-A2CD-214670CD3692}"/>
                </a:ext>
              </a:extLst>
            </p:cNvPr>
            <p:cNvSpPr txBox="1"/>
            <p:nvPr/>
          </p:nvSpPr>
          <p:spPr>
            <a:xfrm>
              <a:off x="844617" y="4232229"/>
              <a:ext cx="202433" cy="215444"/>
            </a:xfrm>
            <a:prstGeom prst="rect">
              <a:avLst/>
            </a:prstGeom>
            <a:noFill/>
          </p:spPr>
          <p:txBody>
            <a:bodyPr wrap="square">
              <a:spAutoFit/>
            </a:bodyPr>
            <a:lstStyle/>
            <a:p>
              <a:r>
                <a:rPr lang="en-US" altLang="ko-KR" sz="800" i="1" dirty="0">
                  <a:latin typeface="Cambria Math" panose="02040503050406030204" pitchFamily="18" charset="0"/>
                  <a:ea typeface="Cambria Math" panose="02040503050406030204" pitchFamily="18" charset="0"/>
                </a:rPr>
                <a:t>z</a:t>
              </a:r>
              <a:endParaRPr lang="ko-KR" altLang="en-US" sz="800" i="1" dirty="0">
                <a:latin typeface="Cambria Math" panose="02040503050406030204" pitchFamily="18" charset="0"/>
              </a:endParaRPr>
            </a:p>
          </p:txBody>
        </p:sp>
        <p:pic>
          <p:nvPicPr>
            <p:cNvPr id="704" name="그림 703">
              <a:extLst>
                <a:ext uri="{FF2B5EF4-FFF2-40B4-BE49-F238E27FC236}">
                  <a16:creationId xmlns:a16="http://schemas.microsoft.com/office/drawing/2014/main" id="{7B37ECCF-6C04-430C-A488-A628BDE8F81A}"/>
                </a:ext>
              </a:extLst>
            </p:cNvPr>
            <p:cNvPicPr>
              <a:picLocks noChangeAspect="1"/>
            </p:cNvPicPr>
            <p:nvPr/>
          </p:nvPicPr>
          <p:blipFill rotWithShape="1">
            <a:blip r:embed="rId28"/>
            <a:srcRect l="17636" t="35480" r="12842" b="11639"/>
            <a:stretch/>
          </p:blipFill>
          <p:spPr>
            <a:xfrm>
              <a:off x="3199615" y="5836009"/>
              <a:ext cx="1232118" cy="394727"/>
            </a:xfrm>
            <a:prstGeom prst="rect">
              <a:avLst/>
            </a:prstGeom>
          </p:spPr>
        </p:pic>
        <p:pic>
          <p:nvPicPr>
            <p:cNvPr id="706" name="그림 705">
              <a:extLst>
                <a:ext uri="{FF2B5EF4-FFF2-40B4-BE49-F238E27FC236}">
                  <a16:creationId xmlns:a16="http://schemas.microsoft.com/office/drawing/2014/main" id="{090C4DA6-37FE-4AA9-A069-3673B0CC0A0D}"/>
                </a:ext>
              </a:extLst>
            </p:cNvPr>
            <p:cNvPicPr>
              <a:picLocks noChangeAspect="1"/>
            </p:cNvPicPr>
            <p:nvPr/>
          </p:nvPicPr>
          <p:blipFill rotWithShape="1">
            <a:blip r:embed="rId29"/>
            <a:srcRect l="17346" t="26053" r="12308" b="8910"/>
            <a:stretch/>
          </p:blipFill>
          <p:spPr>
            <a:xfrm>
              <a:off x="4771662" y="5808773"/>
              <a:ext cx="1171438" cy="467420"/>
            </a:xfrm>
            <a:prstGeom prst="rect">
              <a:avLst/>
            </a:prstGeom>
          </p:spPr>
        </p:pic>
        <p:sp>
          <p:nvSpPr>
            <p:cNvPr id="713" name="직사각형 712">
              <a:extLst>
                <a:ext uri="{FF2B5EF4-FFF2-40B4-BE49-F238E27FC236}">
                  <a16:creationId xmlns:a16="http://schemas.microsoft.com/office/drawing/2014/main" id="{80A5BBC4-C006-453C-8CE5-98E6E2B54471}"/>
                </a:ext>
              </a:extLst>
            </p:cNvPr>
            <p:cNvSpPr/>
            <p:nvPr/>
          </p:nvSpPr>
          <p:spPr>
            <a:xfrm>
              <a:off x="4204419" y="2960801"/>
              <a:ext cx="617865" cy="3693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Turbid medium</a:t>
              </a:r>
              <a:endParaRPr lang="ko-KR" altLang="en-US" sz="900" dirty="0">
                <a:latin typeface="Helvetica" panose="020B0604020202020204" pitchFamily="34" charset="0"/>
                <a:cs typeface="Helvetica" panose="020B0604020202020204" pitchFamily="34" charset="0"/>
              </a:endParaRPr>
            </a:p>
          </p:txBody>
        </p:sp>
        <p:cxnSp>
          <p:nvCxnSpPr>
            <p:cNvPr id="714" name="직선 화살표 연결선 713">
              <a:extLst>
                <a:ext uri="{FF2B5EF4-FFF2-40B4-BE49-F238E27FC236}">
                  <a16:creationId xmlns:a16="http://schemas.microsoft.com/office/drawing/2014/main" id="{DF1CB0C2-4C94-4032-89D9-F8F2BA7E7C1D}"/>
                </a:ext>
              </a:extLst>
            </p:cNvPr>
            <p:cNvCxnSpPr/>
            <p:nvPr/>
          </p:nvCxnSpPr>
          <p:spPr>
            <a:xfrm flipH="1" flipV="1">
              <a:off x="4785164" y="3146216"/>
              <a:ext cx="183430" cy="31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직사각형 86">
              <a:extLst>
                <a:ext uri="{FF2B5EF4-FFF2-40B4-BE49-F238E27FC236}">
                  <a16:creationId xmlns:a16="http://schemas.microsoft.com/office/drawing/2014/main" id="{427A2D52-8684-44D2-9F6A-920770BCCAFD}"/>
                </a:ext>
              </a:extLst>
            </p:cNvPr>
            <p:cNvSpPr/>
            <p:nvPr/>
          </p:nvSpPr>
          <p:spPr>
            <a:xfrm>
              <a:off x="5204495" y="1067760"/>
              <a:ext cx="615556" cy="73250"/>
            </a:xfrm>
            <a:prstGeom prst="rect">
              <a:avLst/>
            </a:prstGeom>
            <a:blipFill>
              <a:blip r:embed="rId10"/>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69" name="Picture 3" descr="D:\연구실자료\5. 논문 및 특허\@@논문 작업\2016년 3\set up figure\sample with focusing.png">
              <a:extLst>
                <a:ext uri="{FF2B5EF4-FFF2-40B4-BE49-F238E27FC236}">
                  <a16:creationId xmlns:a16="http://schemas.microsoft.com/office/drawing/2014/main" id="{85412442-3B59-4116-9053-55AF53DDECD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 r="31820"/>
            <a:stretch/>
          </p:blipFill>
          <p:spPr bwMode="auto">
            <a:xfrm>
              <a:off x="1852643" y="1613085"/>
              <a:ext cx="859981" cy="974572"/>
            </a:xfrm>
            <a:prstGeom prst="rect">
              <a:avLst/>
            </a:prstGeom>
            <a:noFill/>
            <a:extLst>
              <a:ext uri="{909E8E84-426E-40DD-AFC4-6F175D3DCCD1}">
                <a14:hiddenFill xmlns:a14="http://schemas.microsoft.com/office/drawing/2010/main">
                  <a:solidFill>
                    <a:srgbClr val="FFFFFF"/>
                  </a:solidFill>
                </a14:hiddenFill>
              </a:ext>
            </a:extLst>
          </p:spPr>
        </p:pic>
        <p:cxnSp>
          <p:nvCxnSpPr>
            <p:cNvPr id="670" name="직선 연결선 669">
              <a:extLst>
                <a:ext uri="{FF2B5EF4-FFF2-40B4-BE49-F238E27FC236}">
                  <a16:creationId xmlns:a16="http://schemas.microsoft.com/office/drawing/2014/main" id="{12934AE8-5767-4BAC-9CCE-62B27ECB41C9}"/>
                </a:ext>
              </a:extLst>
            </p:cNvPr>
            <p:cNvCxnSpPr>
              <a:cxnSpLocks/>
            </p:cNvCxnSpPr>
            <p:nvPr/>
          </p:nvCxnSpPr>
          <p:spPr>
            <a:xfrm flipH="1">
              <a:off x="1822096" y="933217"/>
              <a:ext cx="97994" cy="189179"/>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675" name="TextBox 674">
              <a:extLst>
                <a:ext uri="{FF2B5EF4-FFF2-40B4-BE49-F238E27FC236}">
                  <a16:creationId xmlns:a16="http://schemas.microsoft.com/office/drawing/2014/main" id="{EDF7135D-FC2E-424A-9EEC-0D435C51EC62}"/>
                </a:ext>
              </a:extLst>
            </p:cNvPr>
            <p:cNvSpPr txBox="1"/>
            <p:nvPr/>
          </p:nvSpPr>
          <p:spPr>
            <a:xfrm>
              <a:off x="1787105" y="759199"/>
              <a:ext cx="697703"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Translated diffuser</a:t>
              </a:r>
              <a:endParaRPr lang="ko-KR" altLang="en-US" sz="700" dirty="0">
                <a:latin typeface="Helvetica" panose="020B0604020202020204" pitchFamily="34" charset="0"/>
                <a:cs typeface="Helvetica" panose="020B0604020202020204" pitchFamily="34" charset="0"/>
              </a:endParaRPr>
            </a:p>
          </p:txBody>
        </p:sp>
        <p:cxnSp>
          <p:nvCxnSpPr>
            <p:cNvPr id="678" name="직선 연결선 677">
              <a:extLst>
                <a:ext uri="{FF2B5EF4-FFF2-40B4-BE49-F238E27FC236}">
                  <a16:creationId xmlns:a16="http://schemas.microsoft.com/office/drawing/2014/main" id="{DC9F3B74-81CD-4D55-AD81-E8A181111B69}"/>
                </a:ext>
              </a:extLst>
            </p:cNvPr>
            <p:cNvCxnSpPr>
              <a:cxnSpLocks/>
              <a:stCxn id="684" idx="2"/>
            </p:cNvCxnSpPr>
            <p:nvPr/>
          </p:nvCxnSpPr>
          <p:spPr>
            <a:xfrm>
              <a:off x="1257789" y="1008799"/>
              <a:ext cx="0" cy="111722"/>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684" name="TextBox 683">
              <a:extLst>
                <a:ext uri="{FF2B5EF4-FFF2-40B4-BE49-F238E27FC236}">
                  <a16:creationId xmlns:a16="http://schemas.microsoft.com/office/drawing/2014/main" id="{5FD5DCE0-A508-462B-8FB2-E80EAA6D728E}"/>
                </a:ext>
              </a:extLst>
            </p:cNvPr>
            <p:cNvSpPr txBox="1"/>
            <p:nvPr/>
          </p:nvSpPr>
          <p:spPr>
            <a:xfrm>
              <a:off x="890869" y="808744"/>
              <a:ext cx="733840"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532 nm laser</a:t>
              </a:r>
              <a:endParaRPr lang="ko-KR" altLang="en-US" sz="700" dirty="0">
                <a:latin typeface="Helvetica" panose="020B0604020202020204" pitchFamily="34" charset="0"/>
                <a:cs typeface="Helvetica" panose="020B0604020202020204" pitchFamily="34" charset="0"/>
              </a:endParaRPr>
            </a:p>
          </p:txBody>
        </p:sp>
        <p:sp>
          <p:nvSpPr>
            <p:cNvPr id="685" name="TextBox 684">
              <a:extLst>
                <a:ext uri="{FF2B5EF4-FFF2-40B4-BE49-F238E27FC236}">
                  <a16:creationId xmlns:a16="http://schemas.microsoft.com/office/drawing/2014/main" id="{D4543D7D-1A77-498F-A675-4B4CAE746740}"/>
                </a:ext>
              </a:extLst>
            </p:cNvPr>
            <p:cNvSpPr txBox="1"/>
            <p:nvPr/>
          </p:nvSpPr>
          <p:spPr>
            <a:xfrm>
              <a:off x="2527105" y="814769"/>
              <a:ext cx="493897"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Lens</a:t>
              </a:r>
              <a:endParaRPr lang="ko-KR" altLang="en-US" sz="700" dirty="0">
                <a:latin typeface="Helvetica" panose="020B0604020202020204" pitchFamily="34" charset="0"/>
                <a:cs typeface="Helvetica" panose="020B0604020202020204" pitchFamily="34" charset="0"/>
              </a:endParaRPr>
            </a:p>
          </p:txBody>
        </p:sp>
        <p:cxnSp>
          <p:nvCxnSpPr>
            <p:cNvPr id="686" name="직선 연결선 685">
              <a:extLst>
                <a:ext uri="{FF2B5EF4-FFF2-40B4-BE49-F238E27FC236}">
                  <a16:creationId xmlns:a16="http://schemas.microsoft.com/office/drawing/2014/main" id="{E1255FB2-7427-48BE-9699-09E1F56E3A81}"/>
                </a:ext>
              </a:extLst>
            </p:cNvPr>
            <p:cNvCxnSpPr>
              <a:cxnSpLocks/>
            </p:cNvCxnSpPr>
            <p:nvPr/>
          </p:nvCxnSpPr>
          <p:spPr>
            <a:xfrm flipH="1">
              <a:off x="2083634" y="991628"/>
              <a:ext cx="564756" cy="149808"/>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687" name="직선 연결선 686">
              <a:extLst>
                <a:ext uri="{FF2B5EF4-FFF2-40B4-BE49-F238E27FC236}">
                  <a16:creationId xmlns:a16="http://schemas.microsoft.com/office/drawing/2014/main" id="{A8E27FBF-A4C5-4AD0-9012-E3EDC6CC5497}"/>
                </a:ext>
              </a:extLst>
            </p:cNvPr>
            <p:cNvCxnSpPr>
              <a:cxnSpLocks/>
            </p:cNvCxnSpPr>
            <p:nvPr/>
          </p:nvCxnSpPr>
          <p:spPr>
            <a:xfrm flipV="1">
              <a:off x="2624239" y="993659"/>
              <a:ext cx="149815" cy="150214"/>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688" name="직선 연결선 687">
              <a:extLst>
                <a:ext uri="{FF2B5EF4-FFF2-40B4-BE49-F238E27FC236}">
                  <a16:creationId xmlns:a16="http://schemas.microsoft.com/office/drawing/2014/main" id="{97214AD3-9810-4042-ABE5-62EA105227A5}"/>
                </a:ext>
              </a:extLst>
            </p:cNvPr>
            <p:cNvCxnSpPr>
              <a:cxnSpLocks/>
            </p:cNvCxnSpPr>
            <p:nvPr/>
          </p:nvCxnSpPr>
          <p:spPr>
            <a:xfrm>
              <a:off x="2910395" y="989210"/>
              <a:ext cx="288032" cy="165160"/>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691" name="TextBox 690">
              <a:extLst>
                <a:ext uri="{FF2B5EF4-FFF2-40B4-BE49-F238E27FC236}">
                  <a16:creationId xmlns:a16="http://schemas.microsoft.com/office/drawing/2014/main" id="{A330BDC2-08FA-40B9-ACA5-FF931036132B}"/>
                </a:ext>
              </a:extLst>
            </p:cNvPr>
            <p:cNvSpPr txBox="1"/>
            <p:nvPr/>
          </p:nvSpPr>
          <p:spPr>
            <a:xfrm>
              <a:off x="3506369" y="1022076"/>
              <a:ext cx="472376"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Mirror</a:t>
              </a:r>
              <a:endParaRPr lang="ko-KR" altLang="en-US" sz="700" dirty="0">
                <a:latin typeface="Helvetica" panose="020B0604020202020204" pitchFamily="34" charset="0"/>
                <a:cs typeface="Helvetica" panose="020B0604020202020204" pitchFamily="34" charset="0"/>
              </a:endParaRPr>
            </a:p>
          </p:txBody>
        </p:sp>
        <p:sp>
          <p:nvSpPr>
            <p:cNvPr id="692" name="TextBox 691">
              <a:extLst>
                <a:ext uri="{FF2B5EF4-FFF2-40B4-BE49-F238E27FC236}">
                  <a16:creationId xmlns:a16="http://schemas.microsoft.com/office/drawing/2014/main" id="{9C465200-AF54-4910-AB6D-54B6201C262A}"/>
                </a:ext>
              </a:extLst>
            </p:cNvPr>
            <p:cNvSpPr txBox="1"/>
            <p:nvPr/>
          </p:nvSpPr>
          <p:spPr>
            <a:xfrm>
              <a:off x="3478703" y="3517361"/>
              <a:ext cx="485161"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Mirror</a:t>
              </a:r>
              <a:endParaRPr lang="ko-KR" altLang="en-US" sz="700" dirty="0">
                <a:latin typeface="Helvetica" panose="020B0604020202020204" pitchFamily="34" charset="0"/>
                <a:cs typeface="Helvetica" panose="020B0604020202020204" pitchFamily="34" charset="0"/>
              </a:endParaRPr>
            </a:p>
          </p:txBody>
        </p:sp>
        <p:cxnSp>
          <p:nvCxnSpPr>
            <p:cNvPr id="693" name="직선 연결선 692">
              <a:extLst>
                <a:ext uri="{FF2B5EF4-FFF2-40B4-BE49-F238E27FC236}">
                  <a16:creationId xmlns:a16="http://schemas.microsoft.com/office/drawing/2014/main" id="{D76EA9F2-B418-4E0A-AFCF-05E99AD1AE21}"/>
                </a:ext>
              </a:extLst>
            </p:cNvPr>
            <p:cNvCxnSpPr>
              <a:cxnSpLocks/>
            </p:cNvCxnSpPr>
            <p:nvPr/>
          </p:nvCxnSpPr>
          <p:spPr>
            <a:xfrm flipH="1">
              <a:off x="3739091" y="2039947"/>
              <a:ext cx="419847" cy="69665"/>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694" name="TextBox 693">
              <a:extLst>
                <a:ext uri="{FF2B5EF4-FFF2-40B4-BE49-F238E27FC236}">
                  <a16:creationId xmlns:a16="http://schemas.microsoft.com/office/drawing/2014/main" id="{A689A764-1132-449B-AE79-46FB62986443}"/>
                </a:ext>
              </a:extLst>
            </p:cNvPr>
            <p:cNvSpPr txBox="1"/>
            <p:nvPr/>
          </p:nvSpPr>
          <p:spPr>
            <a:xfrm>
              <a:off x="3854767" y="1743270"/>
              <a:ext cx="608339"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Objective</a:t>
              </a:r>
            </a:p>
            <a:p>
              <a:pPr algn="ctr"/>
              <a:r>
                <a:rPr lang="en-US" altLang="ko-KR" sz="700" dirty="0">
                  <a:latin typeface="Helvetica" panose="020B0604020202020204" pitchFamily="34" charset="0"/>
                  <a:cs typeface="Helvetica" panose="020B0604020202020204" pitchFamily="34" charset="0"/>
                </a:rPr>
                <a:t>lens</a:t>
              </a:r>
              <a:endParaRPr lang="ko-KR" altLang="en-US" sz="700" dirty="0">
                <a:latin typeface="Helvetica" panose="020B0604020202020204" pitchFamily="34" charset="0"/>
                <a:cs typeface="Helvetica" panose="020B0604020202020204" pitchFamily="34" charset="0"/>
              </a:endParaRPr>
            </a:p>
          </p:txBody>
        </p:sp>
        <p:cxnSp>
          <p:nvCxnSpPr>
            <p:cNvPr id="695" name="직선 연결선 694">
              <a:extLst>
                <a:ext uri="{FF2B5EF4-FFF2-40B4-BE49-F238E27FC236}">
                  <a16:creationId xmlns:a16="http://schemas.microsoft.com/office/drawing/2014/main" id="{4EE284E9-2FF4-4292-912C-C766F590539D}"/>
                </a:ext>
              </a:extLst>
            </p:cNvPr>
            <p:cNvCxnSpPr>
              <a:cxnSpLocks/>
            </p:cNvCxnSpPr>
            <p:nvPr/>
          </p:nvCxnSpPr>
          <p:spPr>
            <a:xfrm flipH="1" flipV="1">
              <a:off x="3761920" y="1693259"/>
              <a:ext cx="397017" cy="5320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696" name="TextBox 695">
              <a:extLst>
                <a:ext uri="{FF2B5EF4-FFF2-40B4-BE49-F238E27FC236}">
                  <a16:creationId xmlns:a16="http://schemas.microsoft.com/office/drawing/2014/main" id="{042C7275-9856-436F-AA32-3951D716B7A7}"/>
                </a:ext>
              </a:extLst>
            </p:cNvPr>
            <p:cNvSpPr txBox="1"/>
            <p:nvPr/>
          </p:nvSpPr>
          <p:spPr>
            <a:xfrm>
              <a:off x="3246414" y="2935023"/>
              <a:ext cx="410814"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Lens</a:t>
              </a:r>
              <a:endParaRPr lang="ko-KR" altLang="en-US" sz="700" dirty="0">
                <a:latin typeface="Helvetica" panose="020B0604020202020204" pitchFamily="34" charset="0"/>
                <a:cs typeface="Helvetica" panose="020B0604020202020204" pitchFamily="34" charset="0"/>
              </a:endParaRPr>
            </a:p>
          </p:txBody>
        </p:sp>
        <p:sp>
          <p:nvSpPr>
            <p:cNvPr id="701" name="TextBox 700">
              <a:extLst>
                <a:ext uri="{FF2B5EF4-FFF2-40B4-BE49-F238E27FC236}">
                  <a16:creationId xmlns:a16="http://schemas.microsoft.com/office/drawing/2014/main" id="{7EB0AF42-63C2-4304-BC20-7B0F1791D820}"/>
                </a:ext>
              </a:extLst>
            </p:cNvPr>
            <p:cNvSpPr txBox="1"/>
            <p:nvPr/>
          </p:nvSpPr>
          <p:spPr>
            <a:xfrm>
              <a:off x="2473038" y="2850267"/>
              <a:ext cx="396832"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Lens</a:t>
              </a:r>
              <a:endParaRPr lang="ko-KR" altLang="en-US" sz="700" dirty="0">
                <a:latin typeface="Helvetica" panose="020B0604020202020204" pitchFamily="34" charset="0"/>
                <a:cs typeface="Helvetica" panose="020B0604020202020204" pitchFamily="34" charset="0"/>
              </a:endParaRPr>
            </a:p>
          </p:txBody>
        </p:sp>
        <p:cxnSp>
          <p:nvCxnSpPr>
            <p:cNvPr id="702" name="직선 연결선 701">
              <a:extLst>
                <a:ext uri="{FF2B5EF4-FFF2-40B4-BE49-F238E27FC236}">
                  <a16:creationId xmlns:a16="http://schemas.microsoft.com/office/drawing/2014/main" id="{97579F0E-30ED-4AD7-BFF8-65EB77B670A0}"/>
                </a:ext>
              </a:extLst>
            </p:cNvPr>
            <p:cNvCxnSpPr>
              <a:cxnSpLocks/>
              <a:stCxn id="701" idx="1"/>
            </p:cNvCxnSpPr>
            <p:nvPr/>
          </p:nvCxnSpPr>
          <p:spPr>
            <a:xfrm flipH="1">
              <a:off x="2307738" y="2950295"/>
              <a:ext cx="165300" cy="46109"/>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703" name="직선 연결선 702">
              <a:extLst>
                <a:ext uri="{FF2B5EF4-FFF2-40B4-BE49-F238E27FC236}">
                  <a16:creationId xmlns:a16="http://schemas.microsoft.com/office/drawing/2014/main" id="{3C72D900-8749-4C8E-892D-B74CAE6BD97E}"/>
                </a:ext>
              </a:extLst>
            </p:cNvPr>
            <p:cNvCxnSpPr/>
            <p:nvPr/>
          </p:nvCxnSpPr>
          <p:spPr>
            <a:xfrm>
              <a:off x="2839182" y="2994098"/>
              <a:ext cx="247613" cy="162163"/>
            </a:xfrm>
            <a:prstGeom prst="line">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705" name="TextBox 704">
              <a:extLst>
                <a:ext uri="{FF2B5EF4-FFF2-40B4-BE49-F238E27FC236}">
                  <a16:creationId xmlns:a16="http://schemas.microsoft.com/office/drawing/2014/main" id="{04AAADD3-F4BF-4A66-8160-B5B161EECB28}"/>
                </a:ext>
              </a:extLst>
            </p:cNvPr>
            <p:cNvSpPr txBox="1"/>
            <p:nvPr/>
          </p:nvSpPr>
          <p:spPr>
            <a:xfrm>
              <a:off x="2734750" y="3360315"/>
              <a:ext cx="474650"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Filter</a:t>
              </a:r>
              <a:endParaRPr lang="ko-KR" altLang="en-US" sz="700" dirty="0">
                <a:latin typeface="Helvetica" panose="020B0604020202020204" pitchFamily="34" charset="0"/>
                <a:cs typeface="Helvetica" panose="020B0604020202020204" pitchFamily="34" charset="0"/>
              </a:endParaRPr>
            </a:p>
          </p:txBody>
        </p:sp>
        <p:sp>
          <p:nvSpPr>
            <p:cNvPr id="716" name="TextBox 715">
              <a:extLst>
                <a:ext uri="{FF2B5EF4-FFF2-40B4-BE49-F238E27FC236}">
                  <a16:creationId xmlns:a16="http://schemas.microsoft.com/office/drawing/2014/main" id="{D798EC1B-C029-4F22-8834-030941B2FC9D}"/>
                </a:ext>
              </a:extLst>
            </p:cNvPr>
            <p:cNvSpPr txBox="1"/>
            <p:nvPr/>
          </p:nvSpPr>
          <p:spPr>
            <a:xfrm>
              <a:off x="3214870" y="2555008"/>
              <a:ext cx="473902"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Filter</a:t>
              </a:r>
              <a:endParaRPr lang="ko-KR" altLang="en-US" sz="700" dirty="0">
                <a:latin typeface="Helvetica" panose="020B0604020202020204" pitchFamily="34" charset="0"/>
                <a:cs typeface="Helvetica" panose="020B0604020202020204" pitchFamily="34" charset="0"/>
              </a:endParaRPr>
            </a:p>
          </p:txBody>
        </p:sp>
        <p:cxnSp>
          <p:nvCxnSpPr>
            <p:cNvPr id="717" name="직선 화살표 연결선 716">
              <a:extLst>
                <a:ext uri="{FF2B5EF4-FFF2-40B4-BE49-F238E27FC236}">
                  <a16:creationId xmlns:a16="http://schemas.microsoft.com/office/drawing/2014/main" id="{7F7773F6-AFD1-47CF-BD1B-394F025780C3}"/>
                </a:ext>
              </a:extLst>
            </p:cNvPr>
            <p:cNvCxnSpPr/>
            <p:nvPr/>
          </p:nvCxnSpPr>
          <p:spPr>
            <a:xfrm>
              <a:off x="3662546" y="2244284"/>
              <a:ext cx="1191" cy="190074"/>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718" name="TextBox 717">
              <a:extLst>
                <a:ext uri="{FF2B5EF4-FFF2-40B4-BE49-F238E27FC236}">
                  <a16:creationId xmlns:a16="http://schemas.microsoft.com/office/drawing/2014/main" id="{41DECB78-02A4-4860-86EC-209F4C58E33A}"/>
                </a:ext>
              </a:extLst>
            </p:cNvPr>
            <p:cNvSpPr txBox="1"/>
            <p:nvPr/>
          </p:nvSpPr>
          <p:spPr>
            <a:xfrm rot="16200000">
              <a:off x="3321494" y="2191065"/>
              <a:ext cx="492042" cy="200055"/>
            </a:xfrm>
            <a:prstGeom prst="rect">
              <a:avLst/>
            </a:prstGeom>
            <a:noFill/>
          </p:spPr>
          <p:txBody>
            <a:bodyPr wrap="square" rtlCol="0">
              <a:spAutoFit/>
            </a:bodyPr>
            <a:lstStyle/>
            <a:p>
              <a:r>
                <a:rPr lang="en-US" altLang="ko-KR" sz="700" dirty="0">
                  <a:latin typeface="Helvetica" panose="020B0604020202020204" pitchFamily="34" charset="0"/>
                  <a:cs typeface="Helvetica" panose="020B0604020202020204" pitchFamily="34" charset="0"/>
                </a:rPr>
                <a:t>Signal</a:t>
              </a:r>
              <a:endParaRPr lang="ko-KR" altLang="en-US" sz="700" dirty="0">
                <a:latin typeface="Helvetica" panose="020B0604020202020204" pitchFamily="34" charset="0"/>
                <a:cs typeface="Helvetica" panose="020B0604020202020204" pitchFamily="34" charset="0"/>
              </a:endParaRPr>
            </a:p>
          </p:txBody>
        </p:sp>
        <p:cxnSp>
          <p:nvCxnSpPr>
            <p:cNvPr id="719" name="직선 화살표 연결선 718">
              <a:extLst>
                <a:ext uri="{FF2B5EF4-FFF2-40B4-BE49-F238E27FC236}">
                  <a16:creationId xmlns:a16="http://schemas.microsoft.com/office/drawing/2014/main" id="{28BC86A4-CF71-4D3A-AF18-4F2766D89EE1}"/>
                </a:ext>
              </a:extLst>
            </p:cNvPr>
            <p:cNvCxnSpPr/>
            <p:nvPr/>
          </p:nvCxnSpPr>
          <p:spPr>
            <a:xfrm rot="21300000">
              <a:off x="2201138" y="1351863"/>
              <a:ext cx="289722" cy="43563"/>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720" name="TextBox 719">
              <a:extLst>
                <a:ext uri="{FF2B5EF4-FFF2-40B4-BE49-F238E27FC236}">
                  <a16:creationId xmlns:a16="http://schemas.microsoft.com/office/drawing/2014/main" id="{01F90A31-4336-4FC2-9805-DC543693013F}"/>
                </a:ext>
              </a:extLst>
            </p:cNvPr>
            <p:cNvSpPr txBox="1"/>
            <p:nvPr/>
          </p:nvSpPr>
          <p:spPr>
            <a:xfrm rot="198017">
              <a:off x="1847225" y="1376629"/>
              <a:ext cx="953856"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Speckle pattern</a:t>
              </a:r>
              <a:endParaRPr lang="ko-KR" altLang="en-US" sz="700" dirty="0">
                <a:latin typeface="Helvetica" panose="020B0604020202020204" pitchFamily="34" charset="0"/>
                <a:cs typeface="Helvetica" panose="020B0604020202020204" pitchFamily="34" charset="0"/>
              </a:endParaRPr>
            </a:p>
          </p:txBody>
        </p:sp>
        <p:sp>
          <p:nvSpPr>
            <p:cNvPr id="721" name="TextBox 720">
              <a:extLst>
                <a:ext uri="{FF2B5EF4-FFF2-40B4-BE49-F238E27FC236}">
                  <a16:creationId xmlns:a16="http://schemas.microsoft.com/office/drawing/2014/main" id="{3B652F97-3957-44B4-83A0-72991B0718F0}"/>
                </a:ext>
              </a:extLst>
            </p:cNvPr>
            <p:cNvSpPr txBox="1"/>
            <p:nvPr/>
          </p:nvSpPr>
          <p:spPr>
            <a:xfrm rot="840000">
              <a:off x="1111773" y="3224996"/>
              <a:ext cx="632448"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EMCCD</a:t>
              </a:r>
              <a:endParaRPr lang="ko-KR" altLang="en-US" sz="700" dirty="0">
                <a:latin typeface="Helvetica" panose="020B0604020202020204" pitchFamily="34" charset="0"/>
                <a:cs typeface="Helvetica" panose="020B0604020202020204" pitchFamily="34" charset="0"/>
              </a:endParaRPr>
            </a:p>
          </p:txBody>
        </p:sp>
        <p:sp>
          <p:nvSpPr>
            <p:cNvPr id="722" name="직사각형 721">
              <a:extLst>
                <a:ext uri="{FF2B5EF4-FFF2-40B4-BE49-F238E27FC236}">
                  <a16:creationId xmlns:a16="http://schemas.microsoft.com/office/drawing/2014/main" id="{76DAA6D2-6095-4DF3-B667-A5C32B830883}"/>
                </a:ext>
              </a:extLst>
            </p:cNvPr>
            <p:cNvSpPr/>
            <p:nvPr/>
          </p:nvSpPr>
          <p:spPr>
            <a:xfrm>
              <a:off x="3587005" y="1769908"/>
              <a:ext cx="311443" cy="264243"/>
            </a:xfrm>
            <a:prstGeom prst="rect">
              <a:avLst/>
            </a:prstGeom>
            <a:noFill/>
            <a:ln w="9525">
              <a:solidFill>
                <a:schemeClr val="tx1">
                  <a:lumMod val="65000"/>
                  <a:lumOff val="35000"/>
                </a:schemeClr>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p>
          </p:txBody>
        </p:sp>
        <p:cxnSp>
          <p:nvCxnSpPr>
            <p:cNvPr id="723" name="직선 연결선 722">
              <a:extLst>
                <a:ext uri="{FF2B5EF4-FFF2-40B4-BE49-F238E27FC236}">
                  <a16:creationId xmlns:a16="http://schemas.microsoft.com/office/drawing/2014/main" id="{CB2EE625-7AD4-4560-9BAF-7758A31707C7}"/>
                </a:ext>
              </a:extLst>
            </p:cNvPr>
            <p:cNvCxnSpPr>
              <a:cxnSpLocks/>
            </p:cNvCxnSpPr>
            <p:nvPr/>
          </p:nvCxnSpPr>
          <p:spPr>
            <a:xfrm flipH="1">
              <a:off x="2313471" y="1782100"/>
              <a:ext cx="342674" cy="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724" name="TextBox 723">
              <a:extLst>
                <a:ext uri="{FF2B5EF4-FFF2-40B4-BE49-F238E27FC236}">
                  <a16:creationId xmlns:a16="http://schemas.microsoft.com/office/drawing/2014/main" id="{B05FDC7D-12F1-4998-B391-919792A70C29}"/>
                </a:ext>
              </a:extLst>
            </p:cNvPr>
            <p:cNvSpPr txBox="1"/>
            <p:nvPr/>
          </p:nvSpPr>
          <p:spPr>
            <a:xfrm>
              <a:off x="2591171" y="1610042"/>
              <a:ext cx="766635"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Illumination objective</a:t>
              </a:r>
              <a:endParaRPr lang="ko-KR" altLang="en-US" sz="700" dirty="0">
                <a:latin typeface="Helvetica" panose="020B0604020202020204" pitchFamily="34" charset="0"/>
                <a:cs typeface="Helvetica" panose="020B0604020202020204" pitchFamily="34" charset="0"/>
              </a:endParaRPr>
            </a:p>
          </p:txBody>
        </p:sp>
        <p:sp>
          <p:nvSpPr>
            <p:cNvPr id="726" name="TextBox 725">
              <a:extLst>
                <a:ext uri="{FF2B5EF4-FFF2-40B4-BE49-F238E27FC236}">
                  <a16:creationId xmlns:a16="http://schemas.microsoft.com/office/drawing/2014/main" id="{A5AD113B-41A4-4E05-89A1-1870B28714C1}"/>
                </a:ext>
              </a:extLst>
            </p:cNvPr>
            <p:cNvSpPr txBox="1"/>
            <p:nvPr/>
          </p:nvSpPr>
          <p:spPr>
            <a:xfrm>
              <a:off x="2578411" y="2179634"/>
              <a:ext cx="792155"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Detection objective</a:t>
              </a:r>
              <a:endParaRPr lang="ko-KR" altLang="en-US" sz="700" dirty="0">
                <a:latin typeface="Helvetica" panose="020B0604020202020204" pitchFamily="34" charset="0"/>
                <a:cs typeface="Helvetica" panose="020B0604020202020204" pitchFamily="34" charset="0"/>
              </a:endParaRPr>
            </a:p>
          </p:txBody>
        </p:sp>
        <p:cxnSp>
          <p:nvCxnSpPr>
            <p:cNvPr id="727" name="직선 연결선 726">
              <a:extLst>
                <a:ext uri="{FF2B5EF4-FFF2-40B4-BE49-F238E27FC236}">
                  <a16:creationId xmlns:a16="http://schemas.microsoft.com/office/drawing/2014/main" id="{74A666FA-4BCE-4962-BF51-7983E986A0A8}"/>
                </a:ext>
              </a:extLst>
            </p:cNvPr>
            <p:cNvCxnSpPr>
              <a:cxnSpLocks/>
            </p:cNvCxnSpPr>
            <p:nvPr/>
          </p:nvCxnSpPr>
          <p:spPr>
            <a:xfrm flipH="1">
              <a:off x="2636152" y="2064759"/>
              <a:ext cx="122750" cy="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728" name="TextBox 727">
              <a:extLst>
                <a:ext uri="{FF2B5EF4-FFF2-40B4-BE49-F238E27FC236}">
                  <a16:creationId xmlns:a16="http://schemas.microsoft.com/office/drawing/2014/main" id="{887D046F-26E9-4223-A425-092B20A2F646}"/>
                </a:ext>
              </a:extLst>
            </p:cNvPr>
            <p:cNvSpPr txBox="1"/>
            <p:nvPr/>
          </p:nvSpPr>
          <p:spPr>
            <a:xfrm>
              <a:off x="2713117" y="1963403"/>
              <a:ext cx="522743"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Sample</a:t>
              </a:r>
              <a:endParaRPr lang="ko-KR" altLang="en-US" sz="700" dirty="0">
                <a:latin typeface="Helvetica" panose="020B0604020202020204" pitchFamily="34" charset="0"/>
                <a:cs typeface="Helvetica" panose="020B0604020202020204" pitchFamily="34" charset="0"/>
              </a:endParaRPr>
            </a:p>
          </p:txBody>
        </p:sp>
        <p:sp>
          <p:nvSpPr>
            <p:cNvPr id="729" name="직사각형 728">
              <a:extLst>
                <a:ext uri="{FF2B5EF4-FFF2-40B4-BE49-F238E27FC236}">
                  <a16:creationId xmlns:a16="http://schemas.microsoft.com/office/drawing/2014/main" id="{490CE2E4-A2C7-49F6-A477-64EE30855B49}"/>
                </a:ext>
              </a:extLst>
            </p:cNvPr>
            <p:cNvSpPr/>
            <p:nvPr/>
          </p:nvSpPr>
          <p:spPr>
            <a:xfrm>
              <a:off x="2020010" y="1615698"/>
              <a:ext cx="1244580" cy="972225"/>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p>
          </p:txBody>
        </p:sp>
        <p:cxnSp>
          <p:nvCxnSpPr>
            <p:cNvPr id="730" name="직선 연결선 729">
              <a:extLst>
                <a:ext uri="{FF2B5EF4-FFF2-40B4-BE49-F238E27FC236}">
                  <a16:creationId xmlns:a16="http://schemas.microsoft.com/office/drawing/2014/main" id="{6C44F6DB-339D-4B09-A8B1-EFFCFD96A9B5}"/>
                </a:ext>
              </a:extLst>
            </p:cNvPr>
            <p:cNvCxnSpPr/>
            <p:nvPr/>
          </p:nvCxnSpPr>
          <p:spPr>
            <a:xfrm>
              <a:off x="3267494" y="1613352"/>
              <a:ext cx="334633" cy="14483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1" name="직선 연결선 730">
              <a:extLst>
                <a:ext uri="{FF2B5EF4-FFF2-40B4-BE49-F238E27FC236}">
                  <a16:creationId xmlns:a16="http://schemas.microsoft.com/office/drawing/2014/main" id="{008849EB-7357-4790-9D48-38D00EAA717D}"/>
                </a:ext>
              </a:extLst>
            </p:cNvPr>
            <p:cNvCxnSpPr/>
            <p:nvPr/>
          </p:nvCxnSpPr>
          <p:spPr>
            <a:xfrm flipV="1">
              <a:off x="3272275" y="2001995"/>
              <a:ext cx="329853" cy="587207"/>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2" name="직선 화살표 연결선 731">
              <a:extLst>
                <a:ext uri="{FF2B5EF4-FFF2-40B4-BE49-F238E27FC236}">
                  <a16:creationId xmlns:a16="http://schemas.microsoft.com/office/drawing/2014/main" id="{6A78DE66-C67C-450B-B84B-649129FC5406}"/>
                </a:ext>
              </a:extLst>
            </p:cNvPr>
            <p:cNvCxnSpPr>
              <a:cxnSpLocks/>
            </p:cNvCxnSpPr>
            <p:nvPr/>
          </p:nvCxnSpPr>
          <p:spPr>
            <a:xfrm>
              <a:off x="4508361" y="1208293"/>
              <a:ext cx="287928" cy="7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3" name="직선 화살표 연결선 732">
              <a:extLst>
                <a:ext uri="{FF2B5EF4-FFF2-40B4-BE49-F238E27FC236}">
                  <a16:creationId xmlns:a16="http://schemas.microsoft.com/office/drawing/2014/main" id="{A0FD33AE-7FA7-4CE5-9EAB-CCD90643267D}"/>
                </a:ext>
              </a:extLst>
            </p:cNvPr>
            <p:cNvCxnSpPr>
              <a:cxnSpLocks/>
            </p:cNvCxnSpPr>
            <p:nvPr/>
          </p:nvCxnSpPr>
          <p:spPr>
            <a:xfrm>
              <a:off x="4507387" y="1208294"/>
              <a:ext cx="0" cy="2855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4" name="TextBox 733">
                  <a:extLst>
                    <a:ext uri="{FF2B5EF4-FFF2-40B4-BE49-F238E27FC236}">
                      <a16:creationId xmlns:a16="http://schemas.microsoft.com/office/drawing/2014/main" id="{7B86F58F-AC82-4F25-83A5-C5108ECF7644}"/>
                    </a:ext>
                  </a:extLst>
                </p:cNvPr>
                <p:cNvSpPr txBox="1"/>
                <p:nvPr/>
              </p:nvSpPr>
              <p:spPr>
                <a:xfrm>
                  <a:off x="4746340" y="1101314"/>
                  <a:ext cx="202433"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cs typeface="Times New Roman" panose="02020603050405020304" pitchFamily="18" charset="0"/>
                          </a:rPr>
                          <m:t>𝑥</m:t>
                        </m:r>
                      </m:oMath>
                    </m:oMathPara>
                  </a14:m>
                  <a:endParaRPr lang="ko-KR" altLang="en-US" sz="800" dirty="0"/>
                </a:p>
              </p:txBody>
            </p:sp>
          </mc:Choice>
          <mc:Fallback xmlns="">
            <p:sp>
              <p:nvSpPr>
                <p:cNvPr id="734" name="TextBox 733">
                  <a:extLst>
                    <a:ext uri="{FF2B5EF4-FFF2-40B4-BE49-F238E27FC236}">
                      <a16:creationId xmlns:a16="http://schemas.microsoft.com/office/drawing/2014/main" id="{7B86F58F-AC82-4F25-83A5-C5108ECF7644}"/>
                    </a:ext>
                  </a:extLst>
                </p:cNvPr>
                <p:cNvSpPr txBox="1">
                  <a:spLocks noRot="1" noChangeAspect="1" noMove="1" noResize="1" noEditPoints="1" noAdjustHandles="1" noChangeArrowheads="1" noChangeShapeType="1" noTextEdit="1"/>
                </p:cNvSpPr>
                <p:nvPr/>
              </p:nvSpPr>
              <p:spPr>
                <a:xfrm>
                  <a:off x="4746340" y="1101314"/>
                  <a:ext cx="202433" cy="215444"/>
                </a:xfrm>
                <a:prstGeom prst="rect">
                  <a:avLst/>
                </a:prstGeom>
                <a:blipFill>
                  <a:blip r:embed="rId31"/>
                  <a:stretch>
                    <a:fillRect/>
                  </a:stretch>
                </a:blipFill>
              </p:spPr>
              <p:txBody>
                <a:bodyPr/>
                <a:lstStyle/>
                <a:p>
                  <a:r>
                    <a:rPr lang="ko-KR" altLang="en-US">
                      <a:noFill/>
                    </a:rPr>
                    <a:t> </a:t>
                  </a:r>
                </a:p>
              </p:txBody>
            </p:sp>
          </mc:Fallback>
        </mc:AlternateContent>
        <p:sp>
          <p:nvSpPr>
            <p:cNvPr id="735" name="TextBox 734">
              <a:extLst>
                <a:ext uri="{FF2B5EF4-FFF2-40B4-BE49-F238E27FC236}">
                  <a16:creationId xmlns:a16="http://schemas.microsoft.com/office/drawing/2014/main" id="{1FC96566-2070-49DF-8E6E-918670EECD25}"/>
                </a:ext>
              </a:extLst>
            </p:cNvPr>
            <p:cNvSpPr txBox="1"/>
            <p:nvPr/>
          </p:nvSpPr>
          <p:spPr>
            <a:xfrm>
              <a:off x="4392623" y="1449786"/>
              <a:ext cx="202433" cy="215444"/>
            </a:xfrm>
            <a:prstGeom prst="rect">
              <a:avLst/>
            </a:prstGeom>
            <a:noFill/>
          </p:spPr>
          <p:txBody>
            <a:bodyPr wrap="square">
              <a:spAutoFit/>
            </a:bodyPr>
            <a:lstStyle/>
            <a:p>
              <a:r>
                <a:rPr lang="en-US" altLang="ko-KR" sz="800" i="1" dirty="0">
                  <a:latin typeface="Cambria Math" panose="02040503050406030204" pitchFamily="18" charset="0"/>
                  <a:ea typeface="Cambria Math" panose="02040503050406030204" pitchFamily="18" charset="0"/>
                </a:rPr>
                <a:t>z</a:t>
              </a:r>
              <a:endParaRPr lang="ko-KR" altLang="en-US" sz="800" i="1" dirty="0">
                <a:latin typeface="Cambria Math" panose="02040503050406030204" pitchFamily="18" charset="0"/>
              </a:endParaRPr>
            </a:p>
          </p:txBody>
        </p:sp>
        <p:sp>
          <p:nvSpPr>
            <p:cNvPr id="737" name="직사각형 736">
              <a:extLst>
                <a:ext uri="{FF2B5EF4-FFF2-40B4-BE49-F238E27FC236}">
                  <a16:creationId xmlns:a16="http://schemas.microsoft.com/office/drawing/2014/main" id="{43C38273-D616-4FC6-8C06-BAE1FA97F7DA}"/>
                </a:ext>
              </a:extLst>
            </p:cNvPr>
            <p:cNvSpPr/>
            <p:nvPr/>
          </p:nvSpPr>
          <p:spPr>
            <a:xfrm>
              <a:off x="2065580" y="2011519"/>
              <a:ext cx="609377" cy="111734"/>
            </a:xfrm>
            <a:prstGeom prst="rect">
              <a:avLst/>
            </a:prstGeom>
            <a:noFill/>
            <a:ln w="9525">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p>
          </p:txBody>
        </p:sp>
        <p:cxnSp>
          <p:nvCxnSpPr>
            <p:cNvPr id="738" name="직선 연결선 737">
              <a:extLst>
                <a:ext uri="{FF2B5EF4-FFF2-40B4-BE49-F238E27FC236}">
                  <a16:creationId xmlns:a16="http://schemas.microsoft.com/office/drawing/2014/main" id="{E30B99A6-DF64-415C-A2A2-54EBA41C6C8F}"/>
                </a:ext>
              </a:extLst>
            </p:cNvPr>
            <p:cNvCxnSpPr>
              <a:cxnSpLocks/>
            </p:cNvCxnSpPr>
            <p:nvPr/>
          </p:nvCxnSpPr>
          <p:spPr>
            <a:xfrm>
              <a:off x="1839031" y="1445138"/>
              <a:ext cx="229501" cy="567965"/>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39" name="직선 연결선 738">
              <a:extLst>
                <a:ext uri="{FF2B5EF4-FFF2-40B4-BE49-F238E27FC236}">
                  <a16:creationId xmlns:a16="http://schemas.microsoft.com/office/drawing/2014/main" id="{7EF6E2AB-A933-4490-8CBA-A45850A9E8DC}"/>
                </a:ext>
              </a:extLst>
            </p:cNvPr>
            <p:cNvCxnSpPr>
              <a:cxnSpLocks/>
            </p:cNvCxnSpPr>
            <p:nvPr/>
          </p:nvCxnSpPr>
          <p:spPr>
            <a:xfrm flipV="1">
              <a:off x="1839031" y="2112543"/>
              <a:ext cx="237203" cy="414969"/>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40" name="직사각형 739">
              <a:extLst>
                <a:ext uri="{FF2B5EF4-FFF2-40B4-BE49-F238E27FC236}">
                  <a16:creationId xmlns:a16="http://schemas.microsoft.com/office/drawing/2014/main" id="{52978553-DE90-4F68-94CD-DD8954636ECA}"/>
                </a:ext>
              </a:extLst>
            </p:cNvPr>
            <p:cNvSpPr/>
            <p:nvPr/>
          </p:nvSpPr>
          <p:spPr>
            <a:xfrm>
              <a:off x="619324" y="1423406"/>
              <a:ext cx="1219707" cy="1106317"/>
            </a:xfrm>
            <a:prstGeom prst="rect">
              <a:avLst/>
            </a:prstGeom>
            <a:noFill/>
            <a:ln w="12700">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p>
          </p:txBody>
        </p:sp>
        <p:cxnSp>
          <p:nvCxnSpPr>
            <p:cNvPr id="742" name="직선 연결선 741">
              <a:extLst>
                <a:ext uri="{FF2B5EF4-FFF2-40B4-BE49-F238E27FC236}">
                  <a16:creationId xmlns:a16="http://schemas.microsoft.com/office/drawing/2014/main" id="{1491D794-2896-4135-BF43-B77D1EE2E702}"/>
                </a:ext>
              </a:extLst>
            </p:cNvPr>
            <p:cNvCxnSpPr>
              <a:cxnSpLocks/>
            </p:cNvCxnSpPr>
            <p:nvPr/>
          </p:nvCxnSpPr>
          <p:spPr>
            <a:xfrm flipH="1">
              <a:off x="2330192" y="2335108"/>
              <a:ext cx="341262" cy="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743" name="타원 742">
              <a:extLst>
                <a:ext uri="{FF2B5EF4-FFF2-40B4-BE49-F238E27FC236}">
                  <a16:creationId xmlns:a16="http://schemas.microsoft.com/office/drawing/2014/main" id="{87E400C0-0196-4484-ACA2-DF9D4551E26A}"/>
                </a:ext>
              </a:extLst>
            </p:cNvPr>
            <p:cNvSpPr/>
            <p:nvPr/>
          </p:nvSpPr>
          <p:spPr>
            <a:xfrm>
              <a:off x="5372393" y="3279640"/>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45" name="타원 744">
              <a:extLst>
                <a:ext uri="{FF2B5EF4-FFF2-40B4-BE49-F238E27FC236}">
                  <a16:creationId xmlns:a16="http://schemas.microsoft.com/office/drawing/2014/main" id="{30C3659B-6832-4642-98AE-5E05A13C9DB0}"/>
                </a:ext>
              </a:extLst>
            </p:cNvPr>
            <p:cNvSpPr/>
            <p:nvPr/>
          </p:nvSpPr>
          <p:spPr>
            <a:xfrm>
              <a:off x="2019145" y="6650654"/>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47" name="타원 746">
              <a:extLst>
                <a:ext uri="{FF2B5EF4-FFF2-40B4-BE49-F238E27FC236}">
                  <a16:creationId xmlns:a16="http://schemas.microsoft.com/office/drawing/2014/main" id="{DCF90AC8-9854-4433-B299-F43136794774}"/>
                </a:ext>
              </a:extLst>
            </p:cNvPr>
            <p:cNvSpPr/>
            <p:nvPr/>
          </p:nvSpPr>
          <p:spPr>
            <a:xfrm>
              <a:off x="3582026" y="6650654"/>
              <a:ext cx="108022" cy="108022"/>
            </a:xfrm>
            <a:prstGeom prst="ellipse">
              <a:avLst/>
            </a:prstGeom>
            <a:solidFill>
              <a:srgbClr val="FF0000"/>
            </a:solidFill>
            <a:ln>
              <a:noFill/>
            </a:ln>
            <a:effectLst>
              <a:glow rad="635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49" name="타원 748">
              <a:extLst>
                <a:ext uri="{FF2B5EF4-FFF2-40B4-BE49-F238E27FC236}">
                  <a16:creationId xmlns:a16="http://schemas.microsoft.com/office/drawing/2014/main" id="{2A4EAA18-DC7D-491C-AB75-EC999516C1A8}"/>
                </a:ext>
              </a:extLst>
            </p:cNvPr>
            <p:cNvSpPr/>
            <p:nvPr/>
          </p:nvSpPr>
          <p:spPr>
            <a:xfrm>
              <a:off x="5144907" y="6650654"/>
              <a:ext cx="108022" cy="108022"/>
            </a:xfrm>
            <a:prstGeom prst="ellipse">
              <a:avLst/>
            </a:prstGeom>
            <a:solidFill>
              <a:srgbClr val="FF0000"/>
            </a:solidFill>
            <a:ln>
              <a:noFill/>
            </a:ln>
            <a:effectLst>
              <a:glow rad="1397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55" name="TextBox 754">
              <a:extLst>
                <a:ext uri="{FF2B5EF4-FFF2-40B4-BE49-F238E27FC236}">
                  <a16:creationId xmlns:a16="http://schemas.microsoft.com/office/drawing/2014/main" id="{157730C3-2688-4BAC-8D9D-F54961D5194F}"/>
                </a:ext>
              </a:extLst>
            </p:cNvPr>
            <p:cNvSpPr txBox="1"/>
            <p:nvPr/>
          </p:nvSpPr>
          <p:spPr>
            <a:xfrm>
              <a:off x="1071393" y="1439585"/>
              <a:ext cx="707321"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Illumination</a:t>
              </a:r>
              <a:endParaRPr lang="ko-KR" altLang="en-US" sz="700" dirty="0">
                <a:latin typeface="Helvetica" panose="020B0604020202020204" pitchFamily="34" charset="0"/>
                <a:cs typeface="Helvetica" panose="020B0604020202020204" pitchFamily="34" charset="0"/>
              </a:endParaRPr>
            </a:p>
          </p:txBody>
        </p:sp>
        <p:sp>
          <p:nvSpPr>
            <p:cNvPr id="759" name="TextBox 758">
              <a:extLst>
                <a:ext uri="{FF2B5EF4-FFF2-40B4-BE49-F238E27FC236}">
                  <a16:creationId xmlns:a16="http://schemas.microsoft.com/office/drawing/2014/main" id="{2637EA71-5013-461E-9CD5-AB69663986EF}"/>
                </a:ext>
              </a:extLst>
            </p:cNvPr>
            <p:cNvSpPr txBox="1"/>
            <p:nvPr/>
          </p:nvSpPr>
          <p:spPr>
            <a:xfrm>
              <a:off x="534704" y="1739988"/>
              <a:ext cx="541570" cy="307777"/>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Turbid medium</a:t>
              </a:r>
              <a:endParaRPr lang="ko-KR" altLang="en-US" sz="700" dirty="0">
                <a:latin typeface="Helvetica" panose="020B0604020202020204" pitchFamily="34" charset="0"/>
                <a:cs typeface="Helvetica" panose="020B0604020202020204" pitchFamily="34" charset="0"/>
              </a:endParaRPr>
            </a:p>
          </p:txBody>
        </p:sp>
        <p:sp>
          <p:nvSpPr>
            <p:cNvPr id="764" name="직사각형 763">
              <a:extLst>
                <a:ext uri="{FF2B5EF4-FFF2-40B4-BE49-F238E27FC236}">
                  <a16:creationId xmlns:a16="http://schemas.microsoft.com/office/drawing/2014/main" id="{6C5750C2-32C8-42F8-9DB8-3BB809C80361}"/>
                </a:ext>
              </a:extLst>
            </p:cNvPr>
            <p:cNvSpPr/>
            <p:nvPr/>
          </p:nvSpPr>
          <p:spPr>
            <a:xfrm>
              <a:off x="5098736" y="3638145"/>
              <a:ext cx="869143" cy="2308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Fluorophores</a:t>
              </a:r>
              <a:endParaRPr lang="ko-KR" altLang="en-US" sz="900" dirty="0">
                <a:latin typeface="Helvetica" panose="020B0604020202020204" pitchFamily="34" charset="0"/>
                <a:cs typeface="Helvetica" panose="020B0604020202020204" pitchFamily="34" charset="0"/>
              </a:endParaRPr>
            </a:p>
          </p:txBody>
        </p:sp>
        <p:cxnSp>
          <p:nvCxnSpPr>
            <p:cNvPr id="766" name="직선 화살표 연결선 765">
              <a:extLst>
                <a:ext uri="{FF2B5EF4-FFF2-40B4-BE49-F238E27FC236}">
                  <a16:creationId xmlns:a16="http://schemas.microsoft.com/office/drawing/2014/main" id="{DAEDE98F-7509-48FE-89B3-3D2AB0F8C5D4}"/>
                </a:ext>
              </a:extLst>
            </p:cNvPr>
            <p:cNvCxnSpPr>
              <a:cxnSpLocks/>
            </p:cNvCxnSpPr>
            <p:nvPr/>
          </p:nvCxnSpPr>
          <p:spPr>
            <a:xfrm rot="16200000" flipH="1" flipV="1">
              <a:off x="5433506" y="3577305"/>
              <a:ext cx="183430" cy="31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9" name="오른쪽 중괄호 218">
              <a:extLst>
                <a:ext uri="{FF2B5EF4-FFF2-40B4-BE49-F238E27FC236}">
                  <a16:creationId xmlns:a16="http://schemas.microsoft.com/office/drawing/2014/main" id="{85E95EAD-1FC2-45FE-85B1-DE9B301C0945}"/>
                </a:ext>
              </a:extLst>
            </p:cNvPr>
            <p:cNvSpPr/>
            <p:nvPr/>
          </p:nvSpPr>
          <p:spPr>
            <a:xfrm rot="5400000">
              <a:off x="5504858" y="3316137"/>
              <a:ext cx="45719" cy="28126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419" name="타원 418">
              <a:extLst>
                <a:ext uri="{FF2B5EF4-FFF2-40B4-BE49-F238E27FC236}">
                  <a16:creationId xmlns:a16="http://schemas.microsoft.com/office/drawing/2014/main" id="{53C00080-1FD0-457D-AE24-4C3CBC73916F}"/>
                </a:ext>
              </a:extLst>
            </p:cNvPr>
            <p:cNvSpPr/>
            <p:nvPr/>
          </p:nvSpPr>
          <p:spPr>
            <a:xfrm>
              <a:off x="2370399" y="6652152"/>
              <a:ext cx="105025" cy="105025"/>
            </a:xfrm>
            <a:prstGeom prst="ellipse">
              <a:avLst/>
            </a:prstGeom>
            <a:solidFill>
              <a:srgbClr val="00B0F0"/>
            </a:solidFill>
            <a:ln>
              <a:noFill/>
            </a:ln>
            <a:effectLst>
              <a:glow rad="101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420" name="타원 419">
              <a:extLst>
                <a:ext uri="{FF2B5EF4-FFF2-40B4-BE49-F238E27FC236}">
                  <a16:creationId xmlns:a16="http://schemas.microsoft.com/office/drawing/2014/main" id="{72747E62-B685-42BC-9E15-55516ABB3F53}"/>
                </a:ext>
              </a:extLst>
            </p:cNvPr>
            <p:cNvSpPr/>
            <p:nvPr/>
          </p:nvSpPr>
          <p:spPr>
            <a:xfrm>
              <a:off x="3930126" y="6656969"/>
              <a:ext cx="105025" cy="105025"/>
            </a:xfrm>
            <a:prstGeom prst="ellipse">
              <a:avLst/>
            </a:prstGeom>
            <a:solidFill>
              <a:srgbClr val="00B0F0"/>
            </a:solidFill>
            <a:ln>
              <a:noFill/>
            </a:ln>
            <a:effectLst>
              <a:glow rad="1397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421" name="타원 420">
              <a:extLst>
                <a:ext uri="{FF2B5EF4-FFF2-40B4-BE49-F238E27FC236}">
                  <a16:creationId xmlns:a16="http://schemas.microsoft.com/office/drawing/2014/main" id="{D05E47F1-6909-4F52-8E30-3635E8E3272C}"/>
                </a:ext>
              </a:extLst>
            </p:cNvPr>
            <p:cNvSpPr/>
            <p:nvPr/>
          </p:nvSpPr>
          <p:spPr>
            <a:xfrm>
              <a:off x="5492650" y="6648921"/>
              <a:ext cx="105025" cy="105025"/>
            </a:xfrm>
            <a:prstGeom prst="ellipse">
              <a:avLst/>
            </a:prstGeom>
            <a:solidFill>
              <a:srgbClr val="00B0F0"/>
            </a:solidFill>
            <a:ln>
              <a:noFill/>
            </a:ln>
            <a:effectLst>
              <a:glow rad="635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422" name="타원 421">
              <a:extLst>
                <a:ext uri="{FF2B5EF4-FFF2-40B4-BE49-F238E27FC236}">
                  <a16:creationId xmlns:a16="http://schemas.microsoft.com/office/drawing/2014/main" id="{9272FA6F-0D03-48E0-A5CC-497A4C3FED12}"/>
                </a:ext>
              </a:extLst>
            </p:cNvPr>
            <p:cNvSpPr/>
            <p:nvPr/>
          </p:nvSpPr>
          <p:spPr>
            <a:xfrm>
              <a:off x="5603298" y="3279640"/>
              <a:ext cx="105025" cy="105025"/>
            </a:xfrm>
            <a:prstGeom prst="ellipse">
              <a:avLst/>
            </a:prstGeom>
            <a:solidFill>
              <a:srgbClr val="00B0F0"/>
            </a:solidFill>
            <a:ln>
              <a:noFill/>
            </a:ln>
            <a:effectLst>
              <a:glow rad="635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4" name="직사각형 3">
              <a:extLst>
                <a:ext uri="{FF2B5EF4-FFF2-40B4-BE49-F238E27FC236}">
                  <a16:creationId xmlns:a16="http://schemas.microsoft.com/office/drawing/2014/main" id="{340E074E-DF3D-43D8-82F3-5D7F806D95F4}"/>
                </a:ext>
              </a:extLst>
            </p:cNvPr>
            <p:cNvSpPr/>
            <p:nvPr/>
          </p:nvSpPr>
          <p:spPr>
            <a:xfrm>
              <a:off x="989336" y="1732683"/>
              <a:ext cx="813987" cy="303199"/>
            </a:xfrm>
            <a:prstGeom prst="rect">
              <a:avLst/>
            </a:prstGeom>
            <a:blipFill dpi="0" rotWithShape="1">
              <a:blip r:embed="rId6" cstate="print">
                <a:extLst>
                  <a:ext uri="{28A0092B-C50C-407E-A947-70E740481C1C}">
                    <a14:useLocalDpi xmlns:a14="http://schemas.microsoft.com/office/drawing/2010/main" val="0"/>
                  </a:ext>
                </a:extLst>
              </a:blip>
              <a:srcRect/>
              <a:stretch>
                <a:fillRect/>
              </a:stretch>
            </a:blipFill>
            <a:ln w="63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사다리꼴 4">
              <a:extLst>
                <a:ext uri="{FF2B5EF4-FFF2-40B4-BE49-F238E27FC236}">
                  <a16:creationId xmlns:a16="http://schemas.microsoft.com/office/drawing/2014/main" id="{4675EDD3-79FD-46D5-A2DD-7DAB677B3847}"/>
                </a:ext>
              </a:extLst>
            </p:cNvPr>
            <p:cNvSpPr/>
            <p:nvPr/>
          </p:nvSpPr>
          <p:spPr>
            <a:xfrm flipV="1">
              <a:off x="991224" y="2033885"/>
              <a:ext cx="811195" cy="163962"/>
            </a:xfrm>
            <a:prstGeom prst="trapezoid">
              <a:avLst>
                <a:gd name="adj" fmla="val 99582"/>
              </a:avLst>
            </a:prstGeom>
            <a:blipFill dpi="0" rotWithShape="1">
              <a:blip r:embed="rId7" cstate="print">
                <a:extLst>
                  <a:ext uri="{28A0092B-C50C-407E-A947-70E740481C1C}">
                    <a14:useLocalDpi xmlns:a14="http://schemas.microsoft.com/office/drawing/2010/main" val="0"/>
                  </a:ext>
                </a:extLst>
              </a:blip>
              <a:srcRect/>
              <a:stretch>
                <a:fillRect/>
              </a:stretch>
            </a:blip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65" name="직선 연결선 464">
              <a:extLst>
                <a:ext uri="{FF2B5EF4-FFF2-40B4-BE49-F238E27FC236}">
                  <a16:creationId xmlns:a16="http://schemas.microsoft.com/office/drawing/2014/main" id="{B08BBC65-63D5-41C3-AA7B-736A433C6C84}"/>
                </a:ext>
              </a:extLst>
            </p:cNvPr>
            <p:cNvCxnSpPr>
              <a:cxnSpLocks/>
            </p:cNvCxnSpPr>
            <p:nvPr/>
          </p:nvCxnSpPr>
          <p:spPr>
            <a:xfrm flipH="1">
              <a:off x="1076313" y="2129227"/>
              <a:ext cx="128076" cy="272159"/>
            </a:xfrm>
            <a:prstGeom prst="line">
              <a:avLst/>
            </a:prstGeom>
            <a:ln w="9525">
              <a:noFill/>
            </a:ln>
          </p:spPr>
          <p:style>
            <a:lnRef idx="1">
              <a:schemeClr val="accent1"/>
            </a:lnRef>
            <a:fillRef idx="0">
              <a:schemeClr val="accent1"/>
            </a:fillRef>
            <a:effectRef idx="0">
              <a:schemeClr val="accent1"/>
            </a:effectRef>
            <a:fontRef idx="minor">
              <a:schemeClr val="tx1"/>
            </a:fontRef>
          </p:style>
        </p:cxnSp>
        <p:cxnSp>
          <p:nvCxnSpPr>
            <p:cNvPr id="440" name="직선 연결선 439">
              <a:extLst>
                <a:ext uri="{FF2B5EF4-FFF2-40B4-BE49-F238E27FC236}">
                  <a16:creationId xmlns:a16="http://schemas.microsoft.com/office/drawing/2014/main" id="{EC9814F5-7F2F-43F6-ABBB-1FF48070CBE0}"/>
                </a:ext>
              </a:extLst>
            </p:cNvPr>
            <p:cNvCxnSpPr>
              <a:cxnSpLocks/>
            </p:cNvCxnSpPr>
            <p:nvPr/>
          </p:nvCxnSpPr>
          <p:spPr>
            <a:xfrm>
              <a:off x="1612729" y="2114540"/>
              <a:ext cx="139784" cy="288110"/>
            </a:xfrm>
            <a:prstGeom prst="line">
              <a:avLst/>
            </a:prstGeom>
            <a:ln w="9525">
              <a:noFill/>
            </a:ln>
          </p:spPr>
          <p:style>
            <a:lnRef idx="1">
              <a:schemeClr val="accent1"/>
            </a:lnRef>
            <a:fillRef idx="0">
              <a:schemeClr val="accent1"/>
            </a:fillRef>
            <a:effectRef idx="0">
              <a:schemeClr val="accent1"/>
            </a:effectRef>
            <a:fontRef idx="minor">
              <a:schemeClr val="tx1"/>
            </a:fontRef>
          </p:style>
        </p:cxnSp>
        <p:sp>
          <p:nvSpPr>
            <p:cNvPr id="491" name="자유형: 도형 490">
              <a:extLst>
                <a:ext uri="{FF2B5EF4-FFF2-40B4-BE49-F238E27FC236}">
                  <a16:creationId xmlns:a16="http://schemas.microsoft.com/office/drawing/2014/main" id="{B8286C31-25FE-4BF1-B8A0-AF6444A0C20F}"/>
                </a:ext>
              </a:extLst>
            </p:cNvPr>
            <p:cNvSpPr/>
            <p:nvPr/>
          </p:nvSpPr>
          <p:spPr>
            <a:xfrm>
              <a:off x="1066265" y="2055070"/>
              <a:ext cx="681183" cy="434466"/>
            </a:xfrm>
            <a:custGeom>
              <a:avLst/>
              <a:gdLst>
                <a:gd name="connsiteX0" fmla="*/ 338791 w 681183"/>
                <a:gd name="connsiteY0" fmla="*/ 0 h 434466"/>
                <a:gd name="connsiteX1" fmla="*/ 528232 w 681183"/>
                <a:gd name="connsiteY1" fmla="*/ 44694 h 434466"/>
                <a:gd name="connsiteX2" fmla="*/ 542650 w 681183"/>
                <a:gd name="connsiteY2" fmla="*/ 70112 h 434466"/>
                <a:gd name="connsiteX3" fmla="*/ 543137 w 681183"/>
                <a:gd name="connsiteY3" fmla="*/ 70112 h 434466"/>
                <a:gd name="connsiteX4" fmla="*/ 681183 w 681183"/>
                <a:gd name="connsiteY4" fmla="*/ 346071 h 434466"/>
                <a:gd name="connsiteX5" fmla="*/ 675151 w 681183"/>
                <a:gd name="connsiteY5" fmla="*/ 346071 h 434466"/>
                <a:gd name="connsiteX6" fmla="*/ 668620 w 681183"/>
                <a:gd name="connsiteY6" fmla="*/ 363300 h 434466"/>
                <a:gd name="connsiteX7" fmla="*/ 340273 w 681183"/>
                <a:gd name="connsiteY7" fmla="*/ 434466 h 434466"/>
                <a:gd name="connsiteX8" fmla="*/ 11926 w 681183"/>
                <a:gd name="connsiteY8" fmla="*/ 363300 h 434466"/>
                <a:gd name="connsiteX9" fmla="*/ 5395 w 681183"/>
                <a:gd name="connsiteY9" fmla="*/ 346071 h 434466"/>
                <a:gd name="connsiteX10" fmla="*/ 0 w 681183"/>
                <a:gd name="connsiteY10" fmla="*/ 346071 h 434466"/>
                <a:gd name="connsiteX11" fmla="*/ 134957 w 681183"/>
                <a:gd name="connsiteY11" fmla="*/ 76288 h 434466"/>
                <a:gd name="connsiteX12" fmla="*/ 133193 w 681183"/>
                <a:gd name="connsiteY12" fmla="*/ 73178 h 434466"/>
                <a:gd name="connsiteX13" fmla="*/ 338791 w 681183"/>
                <a:gd name="connsiteY13" fmla="*/ 0 h 43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1183" h="434466">
                  <a:moveTo>
                    <a:pt x="338791" y="0"/>
                  </a:moveTo>
                  <a:cubicBezTo>
                    <a:pt x="423953" y="0"/>
                    <a:pt x="497021" y="18429"/>
                    <a:pt x="528232" y="44694"/>
                  </a:cubicBezTo>
                  <a:lnTo>
                    <a:pt x="542650" y="70112"/>
                  </a:lnTo>
                  <a:lnTo>
                    <a:pt x="543137" y="70112"/>
                  </a:lnTo>
                  <a:lnTo>
                    <a:pt x="681183" y="346071"/>
                  </a:lnTo>
                  <a:lnTo>
                    <a:pt x="675151" y="346071"/>
                  </a:lnTo>
                  <a:lnTo>
                    <a:pt x="668620" y="363300"/>
                  </a:lnTo>
                  <a:cubicBezTo>
                    <a:pt x="637368" y="403915"/>
                    <a:pt x="502237" y="434466"/>
                    <a:pt x="340273" y="434466"/>
                  </a:cubicBezTo>
                  <a:cubicBezTo>
                    <a:pt x="178309" y="434466"/>
                    <a:pt x="43178" y="403915"/>
                    <a:pt x="11926" y="363300"/>
                  </a:cubicBezTo>
                  <a:lnTo>
                    <a:pt x="5395" y="346071"/>
                  </a:lnTo>
                  <a:lnTo>
                    <a:pt x="0" y="346071"/>
                  </a:lnTo>
                  <a:lnTo>
                    <a:pt x="134957" y="76288"/>
                  </a:lnTo>
                  <a:lnTo>
                    <a:pt x="133193" y="73178"/>
                  </a:lnTo>
                  <a:cubicBezTo>
                    <a:pt x="133193" y="32763"/>
                    <a:pt x="225242" y="0"/>
                    <a:pt x="338791" y="0"/>
                  </a:cubicBezTo>
                  <a:close/>
                </a:path>
              </a:pathLst>
            </a:custGeom>
            <a:gradFill flip="none" rotWithShape="1">
              <a:gsLst>
                <a:gs pos="0">
                  <a:srgbClr val="FF0000">
                    <a:alpha val="62000"/>
                  </a:srgbClr>
                </a:gs>
                <a:gs pos="50000">
                  <a:srgbClr val="FF0000">
                    <a:tint val="44500"/>
                    <a:satMod val="160000"/>
                  </a:srgbClr>
                </a:gs>
                <a:gs pos="100000">
                  <a:schemeClr val="bg1"/>
                </a:gs>
              </a:gsLst>
              <a:lin ang="540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753" name="타원 752">
              <a:extLst>
                <a:ext uri="{FF2B5EF4-FFF2-40B4-BE49-F238E27FC236}">
                  <a16:creationId xmlns:a16="http://schemas.microsoft.com/office/drawing/2014/main" id="{14A30775-C8CE-4D99-ABCD-19C9C6ABCF3D}"/>
                </a:ext>
              </a:extLst>
            </p:cNvPr>
            <p:cNvSpPr/>
            <p:nvPr/>
          </p:nvSpPr>
          <p:spPr>
            <a:xfrm>
              <a:off x="1467319" y="2111325"/>
              <a:ext cx="64123" cy="64123"/>
            </a:xfrm>
            <a:prstGeom prst="ellipse">
              <a:avLst/>
            </a:prstGeom>
            <a:solidFill>
              <a:srgbClr val="FF0000"/>
            </a:solidFill>
            <a:ln>
              <a:noFill/>
            </a:ln>
            <a:effectLst>
              <a:glow rad="635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52" name="타원 751">
              <a:extLst>
                <a:ext uri="{FF2B5EF4-FFF2-40B4-BE49-F238E27FC236}">
                  <a16:creationId xmlns:a16="http://schemas.microsoft.com/office/drawing/2014/main" id="{72771448-3DE3-4DEA-98FD-3CFCD54480EE}"/>
                </a:ext>
              </a:extLst>
            </p:cNvPr>
            <p:cNvSpPr/>
            <p:nvPr/>
          </p:nvSpPr>
          <p:spPr>
            <a:xfrm>
              <a:off x="1288450" y="2088742"/>
              <a:ext cx="64123" cy="64123"/>
            </a:xfrm>
            <a:prstGeom prst="ellipse">
              <a:avLst/>
            </a:prstGeom>
            <a:solidFill>
              <a:srgbClr val="FF0000"/>
            </a:solidFill>
            <a:ln>
              <a:noFill/>
            </a:ln>
            <a:effectLst>
              <a:glow rad="635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58" name="TextBox 757">
              <a:extLst>
                <a:ext uri="{FF2B5EF4-FFF2-40B4-BE49-F238E27FC236}">
                  <a16:creationId xmlns:a16="http://schemas.microsoft.com/office/drawing/2014/main" id="{DD5B8890-4EAC-4F13-AD50-0BD63BC86B6A}"/>
                </a:ext>
              </a:extLst>
            </p:cNvPr>
            <p:cNvSpPr txBox="1"/>
            <p:nvPr/>
          </p:nvSpPr>
          <p:spPr>
            <a:xfrm>
              <a:off x="1057682" y="2240619"/>
              <a:ext cx="707321" cy="200055"/>
            </a:xfrm>
            <a:prstGeom prst="rect">
              <a:avLst/>
            </a:prstGeom>
            <a:noFill/>
          </p:spPr>
          <p:txBody>
            <a:bodyPr wrap="square" rtlCol="0">
              <a:spAutoFit/>
            </a:bodyPr>
            <a:lstStyle/>
            <a:p>
              <a:pPr algn="ctr"/>
              <a:r>
                <a:rPr lang="en-US" altLang="ko-KR" sz="700" dirty="0">
                  <a:latin typeface="Helvetica" panose="020B0604020202020204" pitchFamily="34" charset="0"/>
                  <a:cs typeface="Helvetica" panose="020B0604020202020204" pitchFamily="34" charset="0"/>
                </a:rPr>
                <a:t>Detection</a:t>
              </a:r>
              <a:endParaRPr lang="ko-KR" altLang="en-US" sz="700" dirty="0">
                <a:latin typeface="Helvetica" panose="020B0604020202020204" pitchFamily="34" charset="0"/>
                <a:cs typeface="Helvetica" panose="020B0604020202020204" pitchFamily="34" charset="0"/>
              </a:endParaRPr>
            </a:p>
          </p:txBody>
        </p:sp>
        <p:cxnSp>
          <p:nvCxnSpPr>
            <p:cNvPr id="495" name="직선 연결선 494">
              <a:extLst>
                <a:ext uri="{FF2B5EF4-FFF2-40B4-BE49-F238E27FC236}">
                  <a16:creationId xmlns:a16="http://schemas.microsoft.com/office/drawing/2014/main" id="{A6C0870B-729F-4122-9C11-A19CA793ADF0}"/>
                </a:ext>
              </a:extLst>
            </p:cNvPr>
            <p:cNvCxnSpPr>
              <a:cxnSpLocks/>
            </p:cNvCxnSpPr>
            <p:nvPr/>
          </p:nvCxnSpPr>
          <p:spPr>
            <a:xfrm>
              <a:off x="5605389" y="1153460"/>
              <a:ext cx="109119" cy="571607"/>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496" name="직선 연결선 495">
              <a:extLst>
                <a:ext uri="{FF2B5EF4-FFF2-40B4-BE49-F238E27FC236}">
                  <a16:creationId xmlns:a16="http://schemas.microsoft.com/office/drawing/2014/main" id="{C44C613F-B73D-419E-9C70-16C75ACE1582}"/>
                </a:ext>
              </a:extLst>
            </p:cNvPr>
            <p:cNvCxnSpPr>
              <a:cxnSpLocks/>
            </p:cNvCxnSpPr>
            <p:nvPr/>
          </p:nvCxnSpPr>
          <p:spPr>
            <a:xfrm>
              <a:off x="5335608" y="2391991"/>
              <a:ext cx="77696" cy="558845"/>
            </a:xfrm>
            <a:prstGeom prst="line">
              <a:avLst/>
            </a:prstGeom>
            <a:ln w="12700">
              <a:solidFill>
                <a:srgbClr val="00B050"/>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38182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0B5B9CF5-E981-42BB-A669-F23CF194079C}"/>
              </a:ext>
            </a:extLst>
          </p:cNvPr>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180" name="AutoShape 118">
            <a:extLst>
              <a:ext uri="{FF2B5EF4-FFF2-40B4-BE49-F238E27FC236}">
                <a16:creationId xmlns:a16="http://schemas.microsoft.com/office/drawing/2014/main" id="{6BFDFEF8-111C-4E48-A484-34F79B1645A4}"/>
              </a:ext>
            </a:extLst>
          </p:cNvPr>
          <p:cNvSpPr>
            <a:spLocks noChangeAspect="1" noChangeArrowheads="1" noTextEdit="1"/>
          </p:cNvSpPr>
          <p:nvPr/>
        </p:nvSpPr>
        <p:spPr bwMode="auto">
          <a:xfrm>
            <a:off x="-5467852" y="5716588"/>
            <a:ext cx="53340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BF6B7D-A2E5-4F92-A4BF-D49545163CF6}"/>
                  </a:ext>
                </a:extLst>
              </p:cNvPr>
              <p:cNvSpPr txBox="1"/>
              <p:nvPr/>
            </p:nvSpPr>
            <p:spPr>
              <a:xfrm>
                <a:off x="613415" y="4385725"/>
                <a:ext cx="5566712" cy="1477328"/>
              </a:xfrm>
              <a:prstGeom prst="rect">
                <a:avLst/>
              </a:prstGeom>
              <a:noFill/>
            </p:spPr>
            <p:txBody>
              <a:bodyPr wrap="square">
                <a:spAutoFit/>
              </a:bodyPr>
              <a:lstStyle/>
              <a:p>
                <a:r>
                  <a:rPr lang="en-US" altLang="ko-KR" sz="1000" b="1" dirty="0">
                    <a:latin typeface="Times New Roman" panose="02020603050405020304" pitchFamily="18" charset="0"/>
                    <a:cs typeface="Times New Roman" panose="02020603050405020304" pitchFamily="18" charset="0"/>
                  </a:rPr>
                  <a:t>Fig. 3 Effect of subwavelength grain size of near-field speckle patterns on fluorescence fluctuation of two adjacent fluorophores.</a:t>
                </a:r>
                <a:r>
                  <a:rPr lang="en-US" altLang="ko-KR" sz="1000"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a,b</a:t>
                </a:r>
                <a:r>
                  <a:rPr lang="en-US" altLang="ko-KR" sz="1000" dirty="0">
                    <a:latin typeface="Times New Roman" panose="02020603050405020304" pitchFamily="18" charset="0"/>
                    <a:cs typeface="Times New Roman" panose="02020603050405020304" pitchFamily="18" charset="0"/>
                  </a:rPr>
                  <a:t> Two independent fluorophores (depicted as a red and blue sphere for a clear distinction) are assumed to be separated within </a:t>
                </a:r>
                <a:r>
                  <a:rPr lang="en-US" altLang="ko-KR" sz="1000" dirty="0" err="1">
                    <a:latin typeface="Times New Roman" panose="02020603050405020304" pitchFamily="18" charset="0"/>
                    <a:cs typeface="Times New Roman" panose="02020603050405020304" pitchFamily="18" charset="0"/>
                  </a:rPr>
                  <a:t>subdiffraction</a:t>
                </a:r>
                <a:r>
                  <a:rPr lang="en-US" altLang="ko-KR" sz="1000" dirty="0">
                    <a:latin typeface="Times New Roman" panose="02020603050405020304" pitchFamily="18" charset="0"/>
                    <a:cs typeface="Times New Roman" panose="02020603050405020304" pitchFamily="18" charset="0"/>
                  </a:rPr>
                  <a:t> distance under dynamic speckle illumination in the far- (</a:t>
                </a:r>
                <a:r>
                  <a:rPr lang="en-US" altLang="ko-KR" sz="1000" b="1" dirty="0">
                    <a:latin typeface="Times New Roman" panose="02020603050405020304" pitchFamily="18" charset="0"/>
                    <a:cs typeface="Times New Roman" panose="02020603050405020304" pitchFamily="18" charset="0"/>
                  </a:rPr>
                  <a:t>a</a:t>
                </a:r>
                <a:r>
                  <a:rPr lang="en-US" altLang="ko-KR" sz="1000" dirty="0">
                    <a:latin typeface="Times New Roman" panose="02020603050405020304" pitchFamily="18" charset="0"/>
                    <a:cs typeface="Times New Roman" panose="02020603050405020304" pitchFamily="18" charset="0"/>
                  </a:rPr>
                  <a:t>) and near-field (</a:t>
                </a:r>
                <a:r>
                  <a:rPr lang="en-US" altLang="ko-KR" sz="1000" b="1" dirty="0">
                    <a:latin typeface="Times New Roman" panose="02020603050405020304" pitchFamily="18" charset="0"/>
                    <a:cs typeface="Times New Roman" panose="02020603050405020304" pitchFamily="18" charset="0"/>
                  </a:rPr>
                  <a:t>b</a:t>
                </a:r>
                <a:r>
                  <a:rPr lang="en-US" altLang="ko-KR" sz="1000" dirty="0">
                    <a:latin typeface="Times New Roman" panose="02020603050405020304" pitchFamily="18" charset="0"/>
                    <a:cs typeface="Times New Roman" panose="02020603050405020304" pitchFamily="18" charset="0"/>
                  </a:rPr>
                  <a:t>). Examples of fluorescence intensity fluctuation trace </a:t>
                </a:r>
                <a14:m>
                  <m:oMath xmlns:m="http://schemas.openxmlformats.org/officeDocument/2006/math">
                    <m:r>
                      <a:rPr lang="en-US" altLang="ko-KR" sz="1000" i="1">
                        <a:latin typeface="Cambria Math" panose="02040503050406030204" pitchFamily="18" charset="0"/>
                      </a:rPr>
                      <m:t>𝐼</m:t>
                    </m:r>
                    <m:r>
                      <a:rPr lang="en-US" altLang="ko-KR" sz="1000" i="1">
                        <a:latin typeface="Cambria Math" panose="02040503050406030204" pitchFamily="18" charset="0"/>
                      </a:rPr>
                      <m:t>(</m:t>
                    </m:r>
                    <m:r>
                      <a:rPr lang="en-US" altLang="ko-KR" sz="1000" b="1" i="1">
                        <a:latin typeface="Cambria Math" panose="02040503050406030204" pitchFamily="18" charset="0"/>
                      </a:rPr>
                      <m:t>𝒓</m:t>
                    </m:r>
                    <m:r>
                      <a:rPr lang="en-US" altLang="ko-KR" sz="1000" i="1">
                        <a:latin typeface="Cambria Math" panose="02040503050406030204" pitchFamily="18" charset="0"/>
                      </a:rPr>
                      <m:t>,</m:t>
                    </m:r>
                    <m:r>
                      <a:rPr lang="en-US" altLang="ko-KR" sz="1000" i="1">
                        <a:latin typeface="Cambria Math" panose="02040503050406030204" pitchFamily="18" charset="0"/>
                      </a:rPr>
                      <m:t>𝑡</m:t>
                    </m:r>
                    <m:r>
                      <a:rPr lang="en-US" altLang="ko-KR" sz="1000" i="1">
                        <a:latin typeface="Cambria Math" panose="02040503050406030204" pitchFamily="18" charset="0"/>
                      </a:rPr>
                      <m:t>)</m:t>
                    </m:r>
                  </m:oMath>
                </a14:m>
                <a:r>
                  <a:rPr lang="en-US" altLang="ko-KR" sz="1000" dirty="0">
                    <a:latin typeface="Times New Roman" panose="02020603050405020304" pitchFamily="18" charset="0"/>
                    <a:cs typeface="Times New Roman" panose="02020603050405020304" pitchFamily="18" charset="0"/>
                  </a:rPr>
                  <a:t> measured during 100 frames of dynamic speckle illumination sampled at the locations of the two fluorophores and their midpoint. In contrast to far-field speckles (</a:t>
                </a:r>
                <a:r>
                  <a:rPr lang="en-US" altLang="ko-KR" sz="1000" b="1" dirty="0">
                    <a:latin typeface="Times New Roman" panose="02020603050405020304" pitchFamily="18" charset="0"/>
                    <a:cs typeface="Times New Roman" panose="02020603050405020304" pitchFamily="18" charset="0"/>
                  </a:rPr>
                  <a:t>a</a:t>
                </a:r>
                <a:r>
                  <a:rPr lang="en-US" altLang="ko-KR" sz="1000" dirty="0">
                    <a:latin typeface="Times New Roman" panose="02020603050405020304" pitchFamily="18" charset="0"/>
                    <a:cs typeface="Times New Roman" panose="02020603050405020304" pitchFamily="18" charset="0"/>
                  </a:rPr>
                  <a:t>), dynamic near-field speckle illumination (</a:t>
                </a:r>
                <a:r>
                  <a:rPr lang="en-US" altLang="ko-KR" sz="1000" b="1" dirty="0">
                    <a:latin typeface="Times New Roman" panose="02020603050405020304" pitchFamily="18" charset="0"/>
                    <a:cs typeface="Times New Roman" panose="02020603050405020304" pitchFamily="18" charset="0"/>
                  </a:rPr>
                  <a:t>b</a:t>
                </a:r>
                <a:r>
                  <a:rPr lang="en-US" altLang="ko-KR" sz="1000" dirty="0">
                    <a:latin typeface="Times New Roman" panose="02020603050405020304" pitchFamily="18" charset="0"/>
                    <a:cs typeface="Times New Roman" panose="02020603050405020304" pitchFamily="18" charset="0"/>
                  </a:rPr>
                  <a:t>) of subwavelength grain size produces independent fluctuation of two fluorophores favorable for SOFI processing. Here, the transparent Gaussian lobes assigned to each fluorophore represent the scale of the point spread functions of the base fluorescence detection imaging system.</a:t>
                </a:r>
                <a:endParaRPr lang="ko-KR" altLang="ko-KR" sz="1000" dirty="0">
                  <a:latin typeface="Times New Roman" panose="02020603050405020304" pitchFamily="18" charset="0"/>
                  <a:cs typeface="Times New Roman" panose="02020603050405020304" pitchFamily="18" charset="0"/>
                </a:endParaRPr>
              </a:p>
            </p:txBody>
          </p:sp>
        </mc:Choice>
        <mc:Fallback xmlns="">
          <p:sp>
            <p:nvSpPr>
              <p:cNvPr id="70" name="TextBox 69">
                <a:extLst>
                  <a:ext uri="{FF2B5EF4-FFF2-40B4-BE49-F238E27FC236}">
                    <a16:creationId xmlns:a16="http://schemas.microsoft.com/office/drawing/2014/main" id="{EDBF6B7D-A2E5-4F92-A4BF-D49545163CF6}"/>
                  </a:ext>
                </a:extLst>
              </p:cNvPr>
              <p:cNvSpPr txBox="1">
                <a:spLocks noRot="1" noChangeAspect="1" noMove="1" noResize="1" noEditPoints="1" noAdjustHandles="1" noChangeArrowheads="1" noChangeShapeType="1" noTextEdit="1"/>
              </p:cNvSpPr>
              <p:nvPr/>
            </p:nvSpPr>
            <p:spPr>
              <a:xfrm>
                <a:off x="613415" y="4385725"/>
                <a:ext cx="5566712" cy="1477328"/>
              </a:xfrm>
              <a:prstGeom prst="rect">
                <a:avLst/>
              </a:prstGeom>
              <a:blipFill>
                <a:blip r:embed="rId10"/>
                <a:stretch>
                  <a:fillRect b="-1235"/>
                </a:stretch>
              </a:blipFill>
            </p:spPr>
            <p:txBody>
              <a:bodyPr/>
              <a:lstStyle/>
              <a:p>
                <a:r>
                  <a:rPr lang="ko-KR" altLang="en-US">
                    <a:noFill/>
                  </a:rPr>
                  <a:t> </a:t>
                </a:r>
              </a:p>
            </p:txBody>
          </p:sp>
        </mc:Fallback>
      </mc:AlternateContent>
      <p:grpSp>
        <p:nvGrpSpPr>
          <p:cNvPr id="7" name="그룹 6">
            <a:extLst>
              <a:ext uri="{FF2B5EF4-FFF2-40B4-BE49-F238E27FC236}">
                <a16:creationId xmlns:a16="http://schemas.microsoft.com/office/drawing/2014/main" id="{79A1042F-9317-4DB3-9C72-D87963FC636C}"/>
              </a:ext>
            </a:extLst>
          </p:cNvPr>
          <p:cNvGrpSpPr/>
          <p:nvPr/>
        </p:nvGrpSpPr>
        <p:grpSpPr>
          <a:xfrm>
            <a:off x="685294" y="671105"/>
            <a:ext cx="5503663" cy="3695942"/>
            <a:chOff x="685294" y="671105"/>
            <a:chExt cx="5503663" cy="3695942"/>
          </a:xfrm>
        </p:grpSpPr>
        <p:grpSp>
          <p:nvGrpSpPr>
            <p:cNvPr id="377" name="그룹 376">
              <a:extLst>
                <a:ext uri="{FF2B5EF4-FFF2-40B4-BE49-F238E27FC236}">
                  <a16:creationId xmlns:a16="http://schemas.microsoft.com/office/drawing/2014/main" id="{D152088D-B1E2-4373-9AF9-9965E306F1DB}"/>
                </a:ext>
              </a:extLst>
            </p:cNvPr>
            <p:cNvGrpSpPr/>
            <p:nvPr/>
          </p:nvGrpSpPr>
          <p:grpSpPr>
            <a:xfrm>
              <a:off x="976750" y="3347992"/>
              <a:ext cx="1501959" cy="612407"/>
              <a:chOff x="1489077" y="4481754"/>
              <a:chExt cx="3744970" cy="1526968"/>
            </a:xfrm>
          </p:grpSpPr>
          <p:sp>
            <p:nvSpPr>
              <p:cNvPr id="378" name="평행 사변형 377">
                <a:extLst>
                  <a:ext uri="{FF2B5EF4-FFF2-40B4-BE49-F238E27FC236}">
                    <a16:creationId xmlns:a16="http://schemas.microsoft.com/office/drawing/2014/main" id="{1F7C9451-EBAD-428F-9196-D251C6127001}"/>
                  </a:ext>
                </a:extLst>
              </p:cNvPr>
              <p:cNvSpPr/>
              <p:nvPr/>
            </p:nvSpPr>
            <p:spPr>
              <a:xfrm rot="1002138">
                <a:off x="1714095" y="4481754"/>
                <a:ext cx="3266812" cy="954221"/>
              </a:xfrm>
              <a:prstGeom prst="parallelogram">
                <a:avLst>
                  <a:gd name="adj" fmla="val 138091"/>
                </a:avLst>
              </a:prstGeom>
              <a:blipFill>
                <a:blip r:embed="rId11"/>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9" name="평행 사변형 378">
                <a:extLst>
                  <a:ext uri="{FF2B5EF4-FFF2-40B4-BE49-F238E27FC236}">
                    <a16:creationId xmlns:a16="http://schemas.microsoft.com/office/drawing/2014/main" id="{C088A5C7-0B1B-4CCE-89B4-757B7B1E9C13}"/>
                  </a:ext>
                </a:extLst>
              </p:cNvPr>
              <p:cNvSpPr/>
              <p:nvPr/>
            </p:nvSpPr>
            <p:spPr>
              <a:xfrm rot="20442195">
                <a:off x="3318496" y="5264516"/>
                <a:ext cx="1915551" cy="744206"/>
              </a:xfrm>
              <a:prstGeom prst="parallelogram">
                <a:avLst>
                  <a:gd name="adj" fmla="val 37180"/>
                </a:avLst>
              </a:prstGeom>
              <a:blipFill>
                <a:blip r:embed="rId11"/>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0" name="평행 사변형 379">
                <a:extLst>
                  <a:ext uri="{FF2B5EF4-FFF2-40B4-BE49-F238E27FC236}">
                    <a16:creationId xmlns:a16="http://schemas.microsoft.com/office/drawing/2014/main" id="{B6012F0E-978F-4807-85B9-47A76C5CF91C}"/>
                  </a:ext>
                </a:extLst>
              </p:cNvPr>
              <p:cNvSpPr/>
              <p:nvPr/>
            </p:nvSpPr>
            <p:spPr>
              <a:xfrm rot="1006493" flipH="1">
                <a:off x="1489077" y="5242783"/>
                <a:ext cx="2156026" cy="761862"/>
              </a:xfrm>
              <a:prstGeom prst="parallelogram">
                <a:avLst>
                  <a:gd name="adj" fmla="val 28121"/>
                </a:avLst>
              </a:prstGeom>
              <a:blipFill>
                <a:blip r:embed="rId11"/>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3" name="자유형: 도형 152">
              <a:extLst>
                <a:ext uri="{FF2B5EF4-FFF2-40B4-BE49-F238E27FC236}">
                  <a16:creationId xmlns:a16="http://schemas.microsoft.com/office/drawing/2014/main" id="{803D10C7-DC6D-4587-B908-D4B4EF53156A}"/>
                </a:ext>
              </a:extLst>
            </p:cNvPr>
            <p:cNvSpPr/>
            <p:nvPr/>
          </p:nvSpPr>
          <p:spPr>
            <a:xfrm>
              <a:off x="874787" y="3161166"/>
              <a:ext cx="1774591" cy="598627"/>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12">
                <a:alphaModFix amt="85000"/>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 name="타원 1">
              <a:extLst>
                <a:ext uri="{FF2B5EF4-FFF2-40B4-BE49-F238E27FC236}">
                  <a16:creationId xmlns:a16="http://schemas.microsoft.com/office/drawing/2014/main" id="{BA9F7B7E-C17B-4931-98DC-3F889519754C}"/>
                </a:ext>
              </a:extLst>
            </p:cNvPr>
            <p:cNvSpPr/>
            <p:nvPr/>
          </p:nvSpPr>
          <p:spPr>
            <a:xfrm>
              <a:off x="1592537" y="3368869"/>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3" name="타원 2">
              <a:extLst>
                <a:ext uri="{FF2B5EF4-FFF2-40B4-BE49-F238E27FC236}">
                  <a16:creationId xmlns:a16="http://schemas.microsoft.com/office/drawing/2014/main" id="{F6B6C48B-DF44-4B4E-AD26-3BCA6E15C9EE}"/>
                </a:ext>
              </a:extLst>
            </p:cNvPr>
            <p:cNvSpPr/>
            <p:nvPr/>
          </p:nvSpPr>
          <p:spPr>
            <a:xfrm>
              <a:off x="1784678" y="3431643"/>
              <a:ext cx="105025" cy="105025"/>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grpSp>
          <p:nvGrpSpPr>
            <p:cNvPr id="158" name="그룹 157">
              <a:extLst>
                <a:ext uri="{FF2B5EF4-FFF2-40B4-BE49-F238E27FC236}">
                  <a16:creationId xmlns:a16="http://schemas.microsoft.com/office/drawing/2014/main" id="{C0C629E8-25EB-4F6E-B1E9-B33F2ACDF68A}"/>
                </a:ext>
              </a:extLst>
            </p:cNvPr>
            <p:cNvGrpSpPr/>
            <p:nvPr/>
          </p:nvGrpSpPr>
          <p:grpSpPr>
            <a:xfrm>
              <a:off x="989562" y="1663820"/>
              <a:ext cx="1501959" cy="612407"/>
              <a:chOff x="1489077" y="4481754"/>
              <a:chExt cx="3744970" cy="1526968"/>
            </a:xfrm>
          </p:grpSpPr>
          <p:sp>
            <p:nvSpPr>
              <p:cNvPr id="160" name="평행 사변형 159">
                <a:extLst>
                  <a:ext uri="{FF2B5EF4-FFF2-40B4-BE49-F238E27FC236}">
                    <a16:creationId xmlns:a16="http://schemas.microsoft.com/office/drawing/2014/main" id="{6C4B02BC-02D7-4E59-9FB5-271C1808233E}"/>
                  </a:ext>
                </a:extLst>
              </p:cNvPr>
              <p:cNvSpPr/>
              <p:nvPr/>
            </p:nvSpPr>
            <p:spPr>
              <a:xfrm rot="1002138">
                <a:off x="1714095" y="4481754"/>
                <a:ext cx="3266812" cy="954221"/>
              </a:xfrm>
              <a:prstGeom prst="parallelogram">
                <a:avLst>
                  <a:gd name="adj" fmla="val 138091"/>
                </a:avLst>
              </a:prstGeom>
              <a:blipFill>
                <a:blip r:embed="rId11"/>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1" name="평행 사변형 160">
                <a:extLst>
                  <a:ext uri="{FF2B5EF4-FFF2-40B4-BE49-F238E27FC236}">
                    <a16:creationId xmlns:a16="http://schemas.microsoft.com/office/drawing/2014/main" id="{48208F77-2F7E-4A15-9A22-DC71EF714AE5}"/>
                  </a:ext>
                </a:extLst>
              </p:cNvPr>
              <p:cNvSpPr/>
              <p:nvPr/>
            </p:nvSpPr>
            <p:spPr>
              <a:xfrm rot="20442195">
                <a:off x="3318496" y="5264516"/>
                <a:ext cx="1915551" cy="744206"/>
              </a:xfrm>
              <a:prstGeom prst="parallelogram">
                <a:avLst>
                  <a:gd name="adj" fmla="val 37180"/>
                </a:avLst>
              </a:prstGeom>
              <a:blipFill>
                <a:blip r:embed="rId11"/>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2" name="평행 사변형 161">
                <a:extLst>
                  <a:ext uri="{FF2B5EF4-FFF2-40B4-BE49-F238E27FC236}">
                    <a16:creationId xmlns:a16="http://schemas.microsoft.com/office/drawing/2014/main" id="{4DFB80C5-7084-47A1-A97D-CAE3961FFF76}"/>
                  </a:ext>
                </a:extLst>
              </p:cNvPr>
              <p:cNvSpPr/>
              <p:nvPr/>
            </p:nvSpPr>
            <p:spPr>
              <a:xfrm rot="1006493" flipH="1">
                <a:off x="1489077" y="5242783"/>
                <a:ext cx="2156026" cy="761862"/>
              </a:xfrm>
              <a:prstGeom prst="parallelogram">
                <a:avLst>
                  <a:gd name="adj" fmla="val 28121"/>
                </a:avLst>
              </a:prstGeom>
              <a:blipFill>
                <a:blip r:embed="rId11"/>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2" name="자유형: 도형 171">
              <a:extLst>
                <a:ext uri="{FF2B5EF4-FFF2-40B4-BE49-F238E27FC236}">
                  <a16:creationId xmlns:a16="http://schemas.microsoft.com/office/drawing/2014/main" id="{0FAFE903-B7F0-401F-9FD9-561237A30D44}"/>
                </a:ext>
              </a:extLst>
            </p:cNvPr>
            <p:cNvSpPr/>
            <p:nvPr/>
          </p:nvSpPr>
          <p:spPr>
            <a:xfrm>
              <a:off x="1066800" y="1498487"/>
              <a:ext cx="1431475" cy="548038"/>
            </a:xfrm>
            <a:custGeom>
              <a:avLst/>
              <a:gdLst>
                <a:gd name="connsiteX0" fmla="*/ 0 w 1219200"/>
                <a:gd name="connsiteY0" fmla="*/ 0 h 388254"/>
                <a:gd name="connsiteX1" fmla="*/ 1219200 w 1219200"/>
                <a:gd name="connsiteY1" fmla="*/ 0 h 388254"/>
                <a:gd name="connsiteX2" fmla="*/ 1219200 w 1219200"/>
                <a:gd name="connsiteY2" fmla="*/ 268030 h 388254"/>
                <a:gd name="connsiteX3" fmla="*/ 1185063 w 1219200"/>
                <a:gd name="connsiteY3" fmla="*/ 266810 h 388254"/>
                <a:gd name="connsiteX4" fmla="*/ 1135057 w 1219200"/>
                <a:gd name="connsiteY4" fmla="*/ 271573 h 388254"/>
                <a:gd name="connsiteX5" fmla="*/ 1104100 w 1219200"/>
                <a:gd name="connsiteY5" fmla="*/ 283479 h 388254"/>
                <a:gd name="connsiteX6" fmla="*/ 1058857 w 1219200"/>
                <a:gd name="connsiteY6" fmla="*/ 293004 h 388254"/>
                <a:gd name="connsiteX7" fmla="*/ 1044569 w 1219200"/>
                <a:gd name="connsiteY7" fmla="*/ 295385 h 388254"/>
                <a:gd name="connsiteX8" fmla="*/ 1025519 w 1219200"/>
                <a:gd name="connsiteY8" fmla="*/ 302529 h 388254"/>
                <a:gd name="connsiteX9" fmla="*/ 1008850 w 1219200"/>
                <a:gd name="connsiteY9" fmla="*/ 304910 h 388254"/>
                <a:gd name="connsiteX10" fmla="*/ 980275 w 1219200"/>
                <a:gd name="connsiteY10" fmla="*/ 312054 h 388254"/>
                <a:gd name="connsiteX11" fmla="*/ 956463 w 1219200"/>
                <a:gd name="connsiteY11" fmla="*/ 316817 h 388254"/>
                <a:gd name="connsiteX12" fmla="*/ 930269 w 1219200"/>
                <a:gd name="connsiteY12" fmla="*/ 319198 h 388254"/>
                <a:gd name="connsiteX13" fmla="*/ 913600 w 1219200"/>
                <a:gd name="connsiteY13" fmla="*/ 321579 h 388254"/>
                <a:gd name="connsiteX14" fmla="*/ 892169 w 1219200"/>
                <a:gd name="connsiteY14" fmla="*/ 323960 h 388254"/>
                <a:gd name="connsiteX15" fmla="*/ 839782 w 1219200"/>
                <a:gd name="connsiteY15" fmla="*/ 328723 h 388254"/>
                <a:gd name="connsiteX16" fmla="*/ 832638 w 1219200"/>
                <a:gd name="connsiteY16" fmla="*/ 331104 h 388254"/>
                <a:gd name="connsiteX17" fmla="*/ 818350 w 1219200"/>
                <a:gd name="connsiteY17" fmla="*/ 333485 h 388254"/>
                <a:gd name="connsiteX18" fmla="*/ 787394 w 1219200"/>
                <a:gd name="connsiteY18" fmla="*/ 335867 h 388254"/>
                <a:gd name="connsiteX19" fmla="*/ 696907 w 1219200"/>
                <a:gd name="connsiteY19" fmla="*/ 340629 h 388254"/>
                <a:gd name="connsiteX20" fmla="*/ 677857 w 1219200"/>
                <a:gd name="connsiteY20" fmla="*/ 345392 h 388254"/>
                <a:gd name="connsiteX21" fmla="*/ 661188 w 1219200"/>
                <a:gd name="connsiteY21" fmla="*/ 347773 h 388254"/>
                <a:gd name="connsiteX22" fmla="*/ 649282 w 1219200"/>
                <a:gd name="connsiteY22" fmla="*/ 359679 h 388254"/>
                <a:gd name="connsiteX23" fmla="*/ 646900 w 1219200"/>
                <a:gd name="connsiteY23" fmla="*/ 366823 h 388254"/>
                <a:gd name="connsiteX24" fmla="*/ 642138 w 1219200"/>
                <a:gd name="connsiteY24" fmla="*/ 378729 h 388254"/>
                <a:gd name="connsiteX25" fmla="*/ 637375 w 1219200"/>
                <a:gd name="connsiteY25" fmla="*/ 385873 h 388254"/>
                <a:gd name="connsiteX26" fmla="*/ 601657 w 1219200"/>
                <a:gd name="connsiteY26" fmla="*/ 388254 h 388254"/>
                <a:gd name="connsiteX27" fmla="*/ 544507 w 1219200"/>
                <a:gd name="connsiteY27" fmla="*/ 378729 h 388254"/>
                <a:gd name="connsiteX28" fmla="*/ 534982 w 1219200"/>
                <a:gd name="connsiteY28" fmla="*/ 376348 h 388254"/>
                <a:gd name="connsiteX29" fmla="*/ 525457 w 1219200"/>
                <a:gd name="connsiteY29" fmla="*/ 371585 h 388254"/>
                <a:gd name="connsiteX30" fmla="*/ 487357 w 1219200"/>
                <a:gd name="connsiteY30" fmla="*/ 362060 h 388254"/>
                <a:gd name="connsiteX31" fmla="*/ 475450 w 1219200"/>
                <a:gd name="connsiteY31" fmla="*/ 357298 h 388254"/>
                <a:gd name="connsiteX32" fmla="*/ 461163 w 1219200"/>
                <a:gd name="connsiteY32" fmla="*/ 354917 h 388254"/>
                <a:gd name="connsiteX33" fmla="*/ 430207 w 1219200"/>
                <a:gd name="connsiteY33" fmla="*/ 343010 h 388254"/>
                <a:gd name="connsiteX34" fmla="*/ 415919 w 1219200"/>
                <a:gd name="connsiteY34" fmla="*/ 338248 h 388254"/>
                <a:gd name="connsiteX35" fmla="*/ 401632 w 1219200"/>
                <a:gd name="connsiteY35" fmla="*/ 333485 h 388254"/>
                <a:gd name="connsiteX36" fmla="*/ 277807 w 1219200"/>
                <a:gd name="connsiteY36" fmla="*/ 326342 h 388254"/>
                <a:gd name="connsiteX37" fmla="*/ 270663 w 1219200"/>
                <a:gd name="connsiteY37" fmla="*/ 319198 h 388254"/>
                <a:gd name="connsiteX38" fmla="*/ 253994 w 1219200"/>
                <a:gd name="connsiteY38" fmla="*/ 302529 h 388254"/>
                <a:gd name="connsiteX39" fmla="*/ 239707 w 1219200"/>
                <a:gd name="connsiteY39" fmla="*/ 281098 h 388254"/>
                <a:gd name="connsiteX40" fmla="*/ 232563 w 1219200"/>
                <a:gd name="connsiteY40" fmla="*/ 273954 h 388254"/>
                <a:gd name="connsiteX41" fmla="*/ 230182 w 1219200"/>
                <a:gd name="connsiteY41" fmla="*/ 266810 h 388254"/>
                <a:gd name="connsiteX42" fmla="*/ 225419 w 1219200"/>
                <a:gd name="connsiteY42" fmla="*/ 257285 h 388254"/>
                <a:gd name="connsiteX43" fmla="*/ 213513 w 1219200"/>
                <a:gd name="connsiteY43" fmla="*/ 245379 h 388254"/>
                <a:gd name="connsiteX44" fmla="*/ 194463 w 1219200"/>
                <a:gd name="connsiteY44" fmla="*/ 242998 h 388254"/>
                <a:gd name="connsiteX45" fmla="*/ 173032 w 1219200"/>
                <a:gd name="connsiteY45" fmla="*/ 254904 h 388254"/>
                <a:gd name="connsiteX46" fmla="*/ 165888 w 1219200"/>
                <a:gd name="connsiteY46" fmla="*/ 257285 h 388254"/>
                <a:gd name="connsiteX47" fmla="*/ 156363 w 1219200"/>
                <a:gd name="connsiteY47" fmla="*/ 259667 h 388254"/>
                <a:gd name="connsiteX48" fmla="*/ 149219 w 1219200"/>
                <a:gd name="connsiteY48" fmla="*/ 276335 h 388254"/>
                <a:gd name="connsiteX49" fmla="*/ 142075 w 1219200"/>
                <a:gd name="connsiteY49" fmla="*/ 285860 h 388254"/>
                <a:gd name="connsiteX50" fmla="*/ 106357 w 1219200"/>
                <a:gd name="connsiteY50" fmla="*/ 290623 h 388254"/>
                <a:gd name="connsiteX51" fmla="*/ 84925 w 1219200"/>
                <a:gd name="connsiteY51" fmla="*/ 283479 h 388254"/>
                <a:gd name="connsiteX52" fmla="*/ 77782 w 1219200"/>
                <a:gd name="connsiteY52" fmla="*/ 281098 h 388254"/>
                <a:gd name="connsiteX53" fmla="*/ 70638 w 1219200"/>
                <a:gd name="connsiteY53" fmla="*/ 276335 h 388254"/>
                <a:gd name="connsiteX54" fmla="*/ 63494 w 1219200"/>
                <a:gd name="connsiteY54" fmla="*/ 273954 h 388254"/>
                <a:gd name="connsiteX55" fmla="*/ 42063 w 1219200"/>
                <a:gd name="connsiteY55" fmla="*/ 269192 h 388254"/>
                <a:gd name="connsiteX56" fmla="*/ 3963 w 1219200"/>
                <a:gd name="connsiteY56" fmla="*/ 266810 h 388254"/>
                <a:gd name="connsiteX57" fmla="*/ 0 w 1219200"/>
                <a:gd name="connsiteY57" fmla="*/ 266244 h 38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9200" h="388254">
                  <a:moveTo>
                    <a:pt x="0" y="0"/>
                  </a:moveTo>
                  <a:lnTo>
                    <a:pt x="1219200" y="0"/>
                  </a:lnTo>
                  <a:lnTo>
                    <a:pt x="1219200" y="268030"/>
                  </a:lnTo>
                  <a:lnTo>
                    <a:pt x="1185063" y="266810"/>
                  </a:lnTo>
                  <a:cubicBezTo>
                    <a:pt x="1183931" y="266891"/>
                    <a:pt x="1143710" y="268977"/>
                    <a:pt x="1135057" y="271573"/>
                  </a:cubicBezTo>
                  <a:cubicBezTo>
                    <a:pt x="1124467" y="274750"/>
                    <a:pt x="1114635" y="280127"/>
                    <a:pt x="1104100" y="283479"/>
                  </a:cubicBezTo>
                  <a:cubicBezTo>
                    <a:pt x="1098977" y="285109"/>
                    <a:pt x="1063066" y="292215"/>
                    <a:pt x="1058857" y="293004"/>
                  </a:cubicBezTo>
                  <a:cubicBezTo>
                    <a:pt x="1054111" y="293894"/>
                    <a:pt x="1049212" y="294059"/>
                    <a:pt x="1044569" y="295385"/>
                  </a:cubicBezTo>
                  <a:cubicBezTo>
                    <a:pt x="1038048" y="297248"/>
                    <a:pt x="1031869" y="300148"/>
                    <a:pt x="1025519" y="302529"/>
                  </a:cubicBezTo>
                  <a:cubicBezTo>
                    <a:pt x="1019963" y="303323"/>
                    <a:pt x="1014342" y="303754"/>
                    <a:pt x="1008850" y="304910"/>
                  </a:cubicBezTo>
                  <a:cubicBezTo>
                    <a:pt x="999242" y="306933"/>
                    <a:pt x="989800" y="309673"/>
                    <a:pt x="980275" y="312054"/>
                  </a:cubicBezTo>
                  <a:cubicBezTo>
                    <a:pt x="972422" y="314017"/>
                    <a:pt x="964400" y="315229"/>
                    <a:pt x="956463" y="316817"/>
                  </a:cubicBezTo>
                  <a:cubicBezTo>
                    <a:pt x="947732" y="317611"/>
                    <a:pt x="938983" y="318230"/>
                    <a:pt x="930269" y="319198"/>
                  </a:cubicBezTo>
                  <a:cubicBezTo>
                    <a:pt x="924691" y="319818"/>
                    <a:pt x="919169" y="320883"/>
                    <a:pt x="913600" y="321579"/>
                  </a:cubicBezTo>
                  <a:lnTo>
                    <a:pt x="892169" y="323960"/>
                  </a:lnTo>
                  <a:cubicBezTo>
                    <a:pt x="874742" y="325896"/>
                    <a:pt x="857191" y="326634"/>
                    <a:pt x="839782" y="328723"/>
                  </a:cubicBezTo>
                  <a:cubicBezTo>
                    <a:pt x="837290" y="329022"/>
                    <a:pt x="835088" y="330560"/>
                    <a:pt x="832638" y="331104"/>
                  </a:cubicBezTo>
                  <a:cubicBezTo>
                    <a:pt x="827925" y="332151"/>
                    <a:pt x="823152" y="332979"/>
                    <a:pt x="818350" y="333485"/>
                  </a:cubicBezTo>
                  <a:cubicBezTo>
                    <a:pt x="808058" y="334569"/>
                    <a:pt x="797713" y="335073"/>
                    <a:pt x="787394" y="335867"/>
                  </a:cubicBezTo>
                  <a:cubicBezTo>
                    <a:pt x="778818" y="336185"/>
                    <a:pt x="718099" y="337283"/>
                    <a:pt x="696907" y="340629"/>
                  </a:cubicBezTo>
                  <a:cubicBezTo>
                    <a:pt x="690442" y="341650"/>
                    <a:pt x="684275" y="344108"/>
                    <a:pt x="677857" y="345392"/>
                  </a:cubicBezTo>
                  <a:cubicBezTo>
                    <a:pt x="672353" y="346493"/>
                    <a:pt x="666208" y="345263"/>
                    <a:pt x="661188" y="347773"/>
                  </a:cubicBezTo>
                  <a:cubicBezTo>
                    <a:pt x="656168" y="350283"/>
                    <a:pt x="652650" y="355189"/>
                    <a:pt x="649282" y="359679"/>
                  </a:cubicBezTo>
                  <a:cubicBezTo>
                    <a:pt x="647776" y="361687"/>
                    <a:pt x="647781" y="364473"/>
                    <a:pt x="646900" y="366823"/>
                  </a:cubicBezTo>
                  <a:cubicBezTo>
                    <a:pt x="645399" y="370825"/>
                    <a:pt x="644050" y="374906"/>
                    <a:pt x="642138" y="378729"/>
                  </a:cubicBezTo>
                  <a:cubicBezTo>
                    <a:pt x="640858" y="381289"/>
                    <a:pt x="640161" y="385217"/>
                    <a:pt x="637375" y="385873"/>
                  </a:cubicBezTo>
                  <a:cubicBezTo>
                    <a:pt x="625760" y="388606"/>
                    <a:pt x="613563" y="387460"/>
                    <a:pt x="601657" y="388254"/>
                  </a:cubicBezTo>
                  <a:cubicBezTo>
                    <a:pt x="568409" y="384930"/>
                    <a:pt x="582976" y="387278"/>
                    <a:pt x="544507" y="378729"/>
                  </a:cubicBezTo>
                  <a:cubicBezTo>
                    <a:pt x="541312" y="378019"/>
                    <a:pt x="538046" y="377497"/>
                    <a:pt x="534982" y="376348"/>
                  </a:cubicBezTo>
                  <a:cubicBezTo>
                    <a:pt x="531658" y="375102"/>
                    <a:pt x="528632" y="373173"/>
                    <a:pt x="525457" y="371585"/>
                  </a:cubicBezTo>
                  <a:cubicBezTo>
                    <a:pt x="511235" y="368425"/>
                    <a:pt x="500914" y="366579"/>
                    <a:pt x="487357" y="362060"/>
                  </a:cubicBezTo>
                  <a:cubicBezTo>
                    <a:pt x="483302" y="360708"/>
                    <a:pt x="479419" y="358885"/>
                    <a:pt x="475450" y="357298"/>
                  </a:cubicBezTo>
                  <a:cubicBezTo>
                    <a:pt x="470688" y="356504"/>
                    <a:pt x="465847" y="356088"/>
                    <a:pt x="461163" y="354917"/>
                  </a:cubicBezTo>
                  <a:cubicBezTo>
                    <a:pt x="450485" y="352247"/>
                    <a:pt x="440238" y="347309"/>
                    <a:pt x="430207" y="343010"/>
                  </a:cubicBezTo>
                  <a:cubicBezTo>
                    <a:pt x="425593" y="341032"/>
                    <a:pt x="420682" y="339836"/>
                    <a:pt x="415919" y="338248"/>
                  </a:cubicBezTo>
                  <a:lnTo>
                    <a:pt x="401632" y="333485"/>
                  </a:lnTo>
                  <a:cubicBezTo>
                    <a:pt x="295129" y="330888"/>
                    <a:pt x="336029" y="336927"/>
                    <a:pt x="277807" y="326342"/>
                  </a:cubicBezTo>
                  <a:cubicBezTo>
                    <a:pt x="274494" y="325740"/>
                    <a:pt x="273044" y="321579"/>
                    <a:pt x="270663" y="319198"/>
                  </a:cubicBezTo>
                  <a:cubicBezTo>
                    <a:pt x="265107" y="313642"/>
                    <a:pt x="259280" y="308343"/>
                    <a:pt x="253994" y="302529"/>
                  </a:cubicBezTo>
                  <a:cubicBezTo>
                    <a:pt x="242738" y="290147"/>
                    <a:pt x="250449" y="295421"/>
                    <a:pt x="239707" y="281098"/>
                  </a:cubicBezTo>
                  <a:cubicBezTo>
                    <a:pt x="237686" y="278404"/>
                    <a:pt x="234431" y="276756"/>
                    <a:pt x="232563" y="273954"/>
                  </a:cubicBezTo>
                  <a:cubicBezTo>
                    <a:pt x="231171" y="271865"/>
                    <a:pt x="231171" y="269117"/>
                    <a:pt x="230182" y="266810"/>
                  </a:cubicBezTo>
                  <a:cubicBezTo>
                    <a:pt x="228784" y="263547"/>
                    <a:pt x="227180" y="260367"/>
                    <a:pt x="225419" y="257285"/>
                  </a:cubicBezTo>
                  <a:cubicBezTo>
                    <a:pt x="222684" y="252498"/>
                    <a:pt x="219423" y="246991"/>
                    <a:pt x="213513" y="245379"/>
                  </a:cubicBezTo>
                  <a:cubicBezTo>
                    <a:pt x="207339" y="243695"/>
                    <a:pt x="200813" y="243792"/>
                    <a:pt x="194463" y="242998"/>
                  </a:cubicBezTo>
                  <a:cubicBezTo>
                    <a:pt x="181889" y="247189"/>
                    <a:pt x="189408" y="243987"/>
                    <a:pt x="173032" y="254904"/>
                  </a:cubicBezTo>
                  <a:cubicBezTo>
                    <a:pt x="170651" y="255698"/>
                    <a:pt x="168302" y="256595"/>
                    <a:pt x="165888" y="257285"/>
                  </a:cubicBezTo>
                  <a:cubicBezTo>
                    <a:pt x="162741" y="258184"/>
                    <a:pt x="158877" y="257572"/>
                    <a:pt x="156363" y="259667"/>
                  </a:cubicBezTo>
                  <a:cubicBezTo>
                    <a:pt x="151209" y="263962"/>
                    <a:pt x="152205" y="271109"/>
                    <a:pt x="149219" y="276335"/>
                  </a:cubicBezTo>
                  <a:cubicBezTo>
                    <a:pt x="147250" y="279781"/>
                    <a:pt x="145840" y="284605"/>
                    <a:pt x="142075" y="285860"/>
                  </a:cubicBezTo>
                  <a:cubicBezTo>
                    <a:pt x="130680" y="289658"/>
                    <a:pt x="118263" y="289035"/>
                    <a:pt x="106357" y="290623"/>
                  </a:cubicBezTo>
                  <a:cubicBezTo>
                    <a:pt x="90397" y="286633"/>
                    <a:pt x="102859" y="290205"/>
                    <a:pt x="84925" y="283479"/>
                  </a:cubicBezTo>
                  <a:cubicBezTo>
                    <a:pt x="82575" y="282598"/>
                    <a:pt x="80027" y="282220"/>
                    <a:pt x="77782" y="281098"/>
                  </a:cubicBezTo>
                  <a:cubicBezTo>
                    <a:pt x="75222" y="279818"/>
                    <a:pt x="73019" y="277923"/>
                    <a:pt x="70638" y="276335"/>
                  </a:cubicBezTo>
                  <a:cubicBezTo>
                    <a:pt x="68257" y="275541"/>
                    <a:pt x="65944" y="274498"/>
                    <a:pt x="63494" y="273954"/>
                  </a:cubicBezTo>
                  <a:cubicBezTo>
                    <a:pt x="38349" y="268367"/>
                    <a:pt x="58145" y="274552"/>
                    <a:pt x="42063" y="269192"/>
                  </a:cubicBezTo>
                  <a:cubicBezTo>
                    <a:pt x="29363" y="268398"/>
                    <a:pt x="16640" y="267912"/>
                    <a:pt x="3963" y="266810"/>
                  </a:cubicBezTo>
                  <a:lnTo>
                    <a:pt x="0" y="266244"/>
                  </a:lnTo>
                  <a:close/>
                </a:path>
              </a:pathLst>
            </a:custGeom>
            <a:blipFill>
              <a:blip r:embed="rId13">
                <a:alphaModFix amt="85000"/>
              </a:blip>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173" name="타원 172">
              <a:extLst>
                <a:ext uri="{FF2B5EF4-FFF2-40B4-BE49-F238E27FC236}">
                  <a16:creationId xmlns:a16="http://schemas.microsoft.com/office/drawing/2014/main" id="{8B11A7F3-F959-4326-9018-BFA1CE4E9663}"/>
                </a:ext>
              </a:extLst>
            </p:cNvPr>
            <p:cNvSpPr/>
            <p:nvPr/>
          </p:nvSpPr>
          <p:spPr>
            <a:xfrm>
              <a:off x="1591579" y="1647592"/>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74" name="타원 173">
              <a:extLst>
                <a:ext uri="{FF2B5EF4-FFF2-40B4-BE49-F238E27FC236}">
                  <a16:creationId xmlns:a16="http://schemas.microsoft.com/office/drawing/2014/main" id="{6B48EBF1-5427-4AEF-8141-11EB02B8EBB0}"/>
                </a:ext>
              </a:extLst>
            </p:cNvPr>
            <p:cNvSpPr/>
            <p:nvPr/>
          </p:nvSpPr>
          <p:spPr>
            <a:xfrm>
              <a:off x="1783720" y="1710366"/>
              <a:ext cx="105025" cy="105025"/>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207" name="Freeform 146">
              <a:extLst>
                <a:ext uri="{FF2B5EF4-FFF2-40B4-BE49-F238E27FC236}">
                  <a16:creationId xmlns:a16="http://schemas.microsoft.com/office/drawing/2014/main" id="{BEBEAE5E-85CB-48AE-A930-0C63E918F804}"/>
                </a:ext>
              </a:extLst>
            </p:cNvPr>
            <p:cNvSpPr>
              <a:spLocks/>
            </p:cNvSpPr>
            <p:nvPr/>
          </p:nvSpPr>
          <p:spPr bwMode="auto">
            <a:xfrm>
              <a:off x="3748446" y="2835953"/>
              <a:ext cx="1744202" cy="398987"/>
            </a:xfrm>
            <a:custGeom>
              <a:avLst/>
              <a:gdLst>
                <a:gd name="T0" fmla="*/ 21 w 2174"/>
                <a:gd name="T1" fmla="*/ 448 h 498"/>
                <a:gd name="T2" fmla="*/ 65 w 2174"/>
                <a:gd name="T3" fmla="*/ 263 h 498"/>
                <a:gd name="T4" fmla="*/ 109 w 2174"/>
                <a:gd name="T5" fmla="*/ 168 h 498"/>
                <a:gd name="T6" fmla="*/ 152 w 2174"/>
                <a:gd name="T7" fmla="*/ 357 h 498"/>
                <a:gd name="T8" fmla="*/ 195 w 2174"/>
                <a:gd name="T9" fmla="*/ 491 h 498"/>
                <a:gd name="T10" fmla="*/ 239 w 2174"/>
                <a:gd name="T11" fmla="*/ 389 h 498"/>
                <a:gd name="T12" fmla="*/ 282 w 2174"/>
                <a:gd name="T13" fmla="*/ 474 h 498"/>
                <a:gd name="T14" fmla="*/ 326 w 2174"/>
                <a:gd name="T15" fmla="*/ 470 h 498"/>
                <a:gd name="T16" fmla="*/ 369 w 2174"/>
                <a:gd name="T17" fmla="*/ 419 h 498"/>
                <a:gd name="T18" fmla="*/ 413 w 2174"/>
                <a:gd name="T19" fmla="*/ 371 h 498"/>
                <a:gd name="T20" fmla="*/ 456 w 2174"/>
                <a:gd name="T21" fmla="*/ 406 h 498"/>
                <a:gd name="T22" fmla="*/ 500 w 2174"/>
                <a:gd name="T23" fmla="*/ 457 h 498"/>
                <a:gd name="T24" fmla="*/ 543 w 2174"/>
                <a:gd name="T25" fmla="*/ 421 h 498"/>
                <a:gd name="T26" fmla="*/ 587 w 2174"/>
                <a:gd name="T27" fmla="*/ 234 h 498"/>
                <a:gd name="T28" fmla="*/ 630 w 2174"/>
                <a:gd name="T29" fmla="*/ 450 h 498"/>
                <a:gd name="T30" fmla="*/ 674 w 2174"/>
                <a:gd name="T31" fmla="*/ 370 h 498"/>
                <a:gd name="T32" fmla="*/ 717 w 2174"/>
                <a:gd name="T33" fmla="*/ 328 h 498"/>
                <a:gd name="T34" fmla="*/ 761 w 2174"/>
                <a:gd name="T35" fmla="*/ 446 h 498"/>
                <a:gd name="T36" fmla="*/ 804 w 2174"/>
                <a:gd name="T37" fmla="*/ 262 h 498"/>
                <a:gd name="T38" fmla="*/ 847 w 2174"/>
                <a:gd name="T39" fmla="*/ 394 h 498"/>
                <a:gd name="T40" fmla="*/ 891 w 2174"/>
                <a:gd name="T41" fmla="*/ 333 h 498"/>
                <a:gd name="T42" fmla="*/ 935 w 2174"/>
                <a:gd name="T43" fmla="*/ 449 h 498"/>
                <a:gd name="T44" fmla="*/ 978 w 2174"/>
                <a:gd name="T45" fmla="*/ 482 h 498"/>
                <a:gd name="T46" fmla="*/ 1021 w 2174"/>
                <a:gd name="T47" fmla="*/ 297 h 498"/>
                <a:gd name="T48" fmla="*/ 1065 w 2174"/>
                <a:gd name="T49" fmla="*/ 374 h 498"/>
                <a:gd name="T50" fmla="*/ 1109 w 2174"/>
                <a:gd name="T51" fmla="*/ 368 h 498"/>
                <a:gd name="T52" fmla="*/ 1152 w 2174"/>
                <a:gd name="T53" fmla="*/ 287 h 498"/>
                <a:gd name="T54" fmla="*/ 1195 w 2174"/>
                <a:gd name="T55" fmla="*/ 283 h 498"/>
                <a:gd name="T56" fmla="*/ 1239 w 2174"/>
                <a:gd name="T57" fmla="*/ 465 h 498"/>
                <a:gd name="T58" fmla="*/ 1282 w 2174"/>
                <a:gd name="T59" fmla="*/ 495 h 498"/>
                <a:gd name="T60" fmla="*/ 1326 w 2174"/>
                <a:gd name="T61" fmla="*/ 378 h 498"/>
                <a:gd name="T62" fmla="*/ 1369 w 2174"/>
                <a:gd name="T63" fmla="*/ 472 h 498"/>
                <a:gd name="T64" fmla="*/ 1413 w 2174"/>
                <a:gd name="T65" fmla="*/ 397 h 498"/>
                <a:gd name="T66" fmla="*/ 1456 w 2174"/>
                <a:gd name="T67" fmla="*/ 0 h 498"/>
                <a:gd name="T68" fmla="*/ 1500 w 2174"/>
                <a:gd name="T69" fmla="*/ 426 h 498"/>
                <a:gd name="T70" fmla="*/ 1543 w 2174"/>
                <a:gd name="T71" fmla="*/ 360 h 498"/>
                <a:gd name="T72" fmla="*/ 1587 w 2174"/>
                <a:gd name="T73" fmla="*/ 446 h 498"/>
                <a:gd name="T74" fmla="*/ 1630 w 2174"/>
                <a:gd name="T75" fmla="*/ 447 h 498"/>
                <a:gd name="T76" fmla="*/ 1674 w 2174"/>
                <a:gd name="T77" fmla="*/ 412 h 498"/>
                <a:gd name="T78" fmla="*/ 1717 w 2174"/>
                <a:gd name="T79" fmla="*/ 498 h 498"/>
                <a:gd name="T80" fmla="*/ 1761 w 2174"/>
                <a:gd name="T81" fmla="*/ 313 h 498"/>
                <a:gd name="T82" fmla="*/ 1804 w 2174"/>
                <a:gd name="T83" fmla="*/ 409 h 498"/>
                <a:gd name="T84" fmla="*/ 1847 w 2174"/>
                <a:gd name="T85" fmla="*/ 493 h 498"/>
                <a:gd name="T86" fmla="*/ 1891 w 2174"/>
                <a:gd name="T87" fmla="*/ 400 h 498"/>
                <a:gd name="T88" fmla="*/ 1934 w 2174"/>
                <a:gd name="T89" fmla="*/ 453 h 498"/>
                <a:gd name="T90" fmla="*/ 1978 w 2174"/>
                <a:gd name="T91" fmla="*/ 416 h 498"/>
                <a:gd name="T92" fmla="*/ 2021 w 2174"/>
                <a:gd name="T93" fmla="*/ 436 h 498"/>
                <a:gd name="T94" fmla="*/ 2065 w 2174"/>
                <a:gd name="T95" fmla="*/ 388 h 498"/>
                <a:gd name="T96" fmla="*/ 2108 w 2174"/>
                <a:gd name="T97" fmla="*/ 478 h 498"/>
                <a:gd name="T98" fmla="*/ 2152 w 2174"/>
                <a:gd name="T99" fmla="*/ 306 h 498"/>
                <a:gd name="connsiteX0" fmla="*/ 0 w 10014"/>
                <a:gd name="connsiteY0" fmla="*/ 8213 h 10000"/>
                <a:gd name="connsiteX1" fmla="*/ 97 w 10014"/>
                <a:gd name="connsiteY1" fmla="*/ 8996 h 10000"/>
                <a:gd name="connsiteX2" fmla="*/ 198 w 10014"/>
                <a:gd name="connsiteY2" fmla="*/ 9699 h 10000"/>
                <a:gd name="connsiteX3" fmla="*/ 299 w 10014"/>
                <a:gd name="connsiteY3" fmla="*/ 5281 h 10000"/>
                <a:gd name="connsiteX4" fmla="*/ 400 w 10014"/>
                <a:gd name="connsiteY4" fmla="*/ 6787 h 10000"/>
                <a:gd name="connsiteX5" fmla="*/ 501 w 10014"/>
                <a:gd name="connsiteY5" fmla="*/ 3373 h 10000"/>
                <a:gd name="connsiteX6" fmla="*/ 598 w 10014"/>
                <a:gd name="connsiteY6" fmla="*/ 6546 h 10000"/>
                <a:gd name="connsiteX7" fmla="*/ 699 w 10014"/>
                <a:gd name="connsiteY7" fmla="*/ 7169 h 10000"/>
                <a:gd name="connsiteX8" fmla="*/ 800 w 10014"/>
                <a:gd name="connsiteY8" fmla="*/ 9578 h 10000"/>
                <a:gd name="connsiteX9" fmla="*/ 897 w 10014"/>
                <a:gd name="connsiteY9" fmla="*/ 9859 h 10000"/>
                <a:gd name="connsiteX10" fmla="*/ 998 w 10014"/>
                <a:gd name="connsiteY10" fmla="*/ 9116 h 10000"/>
                <a:gd name="connsiteX11" fmla="*/ 1099 w 10014"/>
                <a:gd name="connsiteY11" fmla="*/ 7811 h 10000"/>
                <a:gd name="connsiteX12" fmla="*/ 1201 w 10014"/>
                <a:gd name="connsiteY12" fmla="*/ 9137 h 10000"/>
                <a:gd name="connsiteX13" fmla="*/ 1297 w 10014"/>
                <a:gd name="connsiteY13" fmla="*/ 9518 h 10000"/>
                <a:gd name="connsiteX14" fmla="*/ 1398 w 10014"/>
                <a:gd name="connsiteY14" fmla="*/ 4920 h 10000"/>
                <a:gd name="connsiteX15" fmla="*/ 1500 w 10014"/>
                <a:gd name="connsiteY15" fmla="*/ 9438 h 10000"/>
                <a:gd name="connsiteX16" fmla="*/ 1596 w 10014"/>
                <a:gd name="connsiteY16" fmla="*/ 7952 h 10000"/>
                <a:gd name="connsiteX17" fmla="*/ 1697 w 10014"/>
                <a:gd name="connsiteY17" fmla="*/ 8414 h 10000"/>
                <a:gd name="connsiteX18" fmla="*/ 1799 w 10014"/>
                <a:gd name="connsiteY18" fmla="*/ 9217 h 10000"/>
                <a:gd name="connsiteX19" fmla="*/ 1900 w 10014"/>
                <a:gd name="connsiteY19" fmla="*/ 7450 h 10000"/>
                <a:gd name="connsiteX20" fmla="*/ 2001 w 10014"/>
                <a:gd name="connsiteY20" fmla="*/ 8876 h 10000"/>
                <a:gd name="connsiteX21" fmla="*/ 2098 w 10014"/>
                <a:gd name="connsiteY21" fmla="*/ 8153 h 10000"/>
                <a:gd name="connsiteX22" fmla="*/ 2199 w 10014"/>
                <a:gd name="connsiteY22" fmla="*/ 9177 h 10000"/>
                <a:gd name="connsiteX23" fmla="*/ 2300 w 10014"/>
                <a:gd name="connsiteY23" fmla="*/ 9177 h 10000"/>
                <a:gd name="connsiteX24" fmla="*/ 2397 w 10014"/>
                <a:gd name="connsiteY24" fmla="*/ 8494 h 10000"/>
                <a:gd name="connsiteX25" fmla="*/ 2498 w 10014"/>
                <a:gd name="connsiteY25" fmla="*/ 8454 h 10000"/>
                <a:gd name="connsiteX26" fmla="*/ 2599 w 10014"/>
                <a:gd name="connsiteY26" fmla="*/ 9819 h 10000"/>
                <a:gd name="connsiteX27" fmla="*/ 2700 w 10014"/>
                <a:gd name="connsiteY27" fmla="*/ 4699 h 10000"/>
                <a:gd name="connsiteX28" fmla="*/ 2801 w 10014"/>
                <a:gd name="connsiteY28" fmla="*/ 4880 h 10000"/>
                <a:gd name="connsiteX29" fmla="*/ 2898 w 10014"/>
                <a:gd name="connsiteY29" fmla="*/ 9036 h 10000"/>
                <a:gd name="connsiteX30" fmla="*/ 2999 w 10014"/>
                <a:gd name="connsiteY30" fmla="*/ 9418 h 10000"/>
                <a:gd name="connsiteX31" fmla="*/ 3100 w 10014"/>
                <a:gd name="connsiteY31" fmla="*/ 7430 h 10000"/>
                <a:gd name="connsiteX32" fmla="*/ 3197 w 10014"/>
                <a:gd name="connsiteY32" fmla="*/ 9438 h 10000"/>
                <a:gd name="connsiteX33" fmla="*/ 3298 w 10014"/>
                <a:gd name="connsiteY33" fmla="*/ 6586 h 10000"/>
                <a:gd name="connsiteX34" fmla="*/ 3399 w 10014"/>
                <a:gd name="connsiteY34" fmla="*/ 9016 h 10000"/>
                <a:gd name="connsiteX35" fmla="*/ 3500 w 10014"/>
                <a:gd name="connsiteY35" fmla="*/ 8956 h 10000"/>
                <a:gd name="connsiteX36" fmla="*/ 3597 w 10014"/>
                <a:gd name="connsiteY36" fmla="*/ 8474 h 10000"/>
                <a:gd name="connsiteX37" fmla="*/ 3698 w 10014"/>
                <a:gd name="connsiteY37" fmla="*/ 5261 h 10000"/>
                <a:gd name="connsiteX38" fmla="*/ 3799 w 10014"/>
                <a:gd name="connsiteY38" fmla="*/ 7992 h 10000"/>
                <a:gd name="connsiteX39" fmla="*/ 3896 w 10014"/>
                <a:gd name="connsiteY39" fmla="*/ 7912 h 10000"/>
                <a:gd name="connsiteX40" fmla="*/ 3997 w 10014"/>
                <a:gd name="connsiteY40" fmla="*/ 8534 h 10000"/>
                <a:gd name="connsiteX41" fmla="*/ 4098 w 10014"/>
                <a:gd name="connsiteY41" fmla="*/ 6687 h 10000"/>
                <a:gd name="connsiteX42" fmla="*/ 4200 w 10014"/>
                <a:gd name="connsiteY42" fmla="*/ 9217 h 10000"/>
                <a:gd name="connsiteX43" fmla="*/ 4301 w 10014"/>
                <a:gd name="connsiteY43" fmla="*/ 9016 h 10000"/>
                <a:gd name="connsiteX44" fmla="*/ 4397 w 10014"/>
                <a:gd name="connsiteY44" fmla="*/ 8655 h 10000"/>
                <a:gd name="connsiteX45" fmla="*/ 4499 w 10014"/>
                <a:gd name="connsiteY45" fmla="*/ 9679 h 10000"/>
                <a:gd name="connsiteX46" fmla="*/ 4600 w 10014"/>
                <a:gd name="connsiteY46" fmla="*/ 8333 h 10000"/>
                <a:gd name="connsiteX47" fmla="*/ 4696 w 10014"/>
                <a:gd name="connsiteY47" fmla="*/ 5964 h 10000"/>
                <a:gd name="connsiteX48" fmla="*/ 4798 w 10014"/>
                <a:gd name="connsiteY48" fmla="*/ 7711 h 10000"/>
                <a:gd name="connsiteX49" fmla="*/ 4899 w 10014"/>
                <a:gd name="connsiteY49" fmla="*/ 7510 h 10000"/>
                <a:gd name="connsiteX50" fmla="*/ 5000 w 10014"/>
                <a:gd name="connsiteY50" fmla="*/ 8795 h 10000"/>
                <a:gd name="connsiteX51" fmla="*/ 5101 w 10014"/>
                <a:gd name="connsiteY51" fmla="*/ 7390 h 10000"/>
                <a:gd name="connsiteX52" fmla="*/ 5198 w 10014"/>
                <a:gd name="connsiteY52" fmla="*/ 9137 h 10000"/>
                <a:gd name="connsiteX53" fmla="*/ 5299 w 10014"/>
                <a:gd name="connsiteY53" fmla="*/ 5763 h 10000"/>
                <a:gd name="connsiteX54" fmla="*/ 5400 w 10014"/>
                <a:gd name="connsiteY54" fmla="*/ 7871 h 10000"/>
                <a:gd name="connsiteX55" fmla="*/ 5497 w 10014"/>
                <a:gd name="connsiteY55" fmla="*/ 5683 h 10000"/>
                <a:gd name="connsiteX56" fmla="*/ 5598 w 10014"/>
                <a:gd name="connsiteY56" fmla="*/ 7329 h 10000"/>
                <a:gd name="connsiteX57" fmla="*/ 5699 w 10014"/>
                <a:gd name="connsiteY57" fmla="*/ 9337 h 10000"/>
                <a:gd name="connsiteX58" fmla="*/ 5800 w 10014"/>
                <a:gd name="connsiteY58" fmla="*/ 4960 h 10000"/>
                <a:gd name="connsiteX59" fmla="*/ 5897 w 10014"/>
                <a:gd name="connsiteY59" fmla="*/ 9940 h 10000"/>
                <a:gd name="connsiteX60" fmla="*/ 5998 w 10014"/>
                <a:gd name="connsiteY60" fmla="*/ 9538 h 10000"/>
                <a:gd name="connsiteX61" fmla="*/ 6099 w 10014"/>
                <a:gd name="connsiteY61" fmla="*/ 7590 h 10000"/>
                <a:gd name="connsiteX62" fmla="*/ 6196 w 10014"/>
                <a:gd name="connsiteY62" fmla="*/ 9839 h 10000"/>
                <a:gd name="connsiteX63" fmla="*/ 6297 w 10014"/>
                <a:gd name="connsiteY63" fmla="*/ 9478 h 10000"/>
                <a:gd name="connsiteX64" fmla="*/ 6398 w 10014"/>
                <a:gd name="connsiteY64" fmla="*/ 5161 h 10000"/>
                <a:gd name="connsiteX65" fmla="*/ 6500 w 10014"/>
                <a:gd name="connsiteY65" fmla="*/ 7972 h 10000"/>
                <a:gd name="connsiteX66" fmla="*/ 6601 w 10014"/>
                <a:gd name="connsiteY66" fmla="*/ 9558 h 10000"/>
                <a:gd name="connsiteX67" fmla="*/ 6697 w 10014"/>
                <a:gd name="connsiteY67" fmla="*/ 0 h 10000"/>
                <a:gd name="connsiteX68" fmla="*/ 6799 w 10014"/>
                <a:gd name="connsiteY68" fmla="*/ 9719 h 10000"/>
                <a:gd name="connsiteX69" fmla="*/ 6900 w 10014"/>
                <a:gd name="connsiteY69" fmla="*/ 8554 h 10000"/>
                <a:gd name="connsiteX70" fmla="*/ 6996 w 10014"/>
                <a:gd name="connsiteY70" fmla="*/ 9036 h 10000"/>
                <a:gd name="connsiteX71" fmla="*/ 7098 w 10014"/>
                <a:gd name="connsiteY71" fmla="*/ 7229 h 10000"/>
                <a:gd name="connsiteX72" fmla="*/ 7199 w 10014"/>
                <a:gd name="connsiteY72" fmla="*/ 7912 h 10000"/>
                <a:gd name="connsiteX73" fmla="*/ 7300 w 10014"/>
                <a:gd name="connsiteY73" fmla="*/ 8956 h 10000"/>
                <a:gd name="connsiteX74" fmla="*/ 7397 w 10014"/>
                <a:gd name="connsiteY74" fmla="*/ 6888 h 10000"/>
                <a:gd name="connsiteX75" fmla="*/ 7498 w 10014"/>
                <a:gd name="connsiteY75" fmla="*/ 8976 h 10000"/>
                <a:gd name="connsiteX76" fmla="*/ 7599 w 10014"/>
                <a:gd name="connsiteY76" fmla="*/ 9277 h 10000"/>
                <a:gd name="connsiteX77" fmla="*/ 7700 w 10014"/>
                <a:gd name="connsiteY77" fmla="*/ 8273 h 10000"/>
                <a:gd name="connsiteX78" fmla="*/ 7797 w 10014"/>
                <a:gd name="connsiteY78" fmla="*/ 5060 h 10000"/>
                <a:gd name="connsiteX79" fmla="*/ 7898 w 10014"/>
                <a:gd name="connsiteY79" fmla="*/ 10000 h 10000"/>
                <a:gd name="connsiteX80" fmla="*/ 7999 w 10014"/>
                <a:gd name="connsiteY80" fmla="*/ 9378 h 10000"/>
                <a:gd name="connsiteX81" fmla="*/ 8100 w 10014"/>
                <a:gd name="connsiteY81" fmla="*/ 6285 h 10000"/>
                <a:gd name="connsiteX82" fmla="*/ 8197 w 10014"/>
                <a:gd name="connsiteY82" fmla="*/ 9960 h 10000"/>
                <a:gd name="connsiteX83" fmla="*/ 8298 w 10014"/>
                <a:gd name="connsiteY83" fmla="*/ 8213 h 10000"/>
                <a:gd name="connsiteX84" fmla="*/ 8399 w 10014"/>
                <a:gd name="connsiteY84" fmla="*/ 6787 h 10000"/>
                <a:gd name="connsiteX85" fmla="*/ 8496 w 10014"/>
                <a:gd name="connsiteY85" fmla="*/ 9900 h 10000"/>
                <a:gd name="connsiteX86" fmla="*/ 8597 w 10014"/>
                <a:gd name="connsiteY86" fmla="*/ 7731 h 10000"/>
                <a:gd name="connsiteX87" fmla="*/ 8698 w 10014"/>
                <a:gd name="connsiteY87" fmla="*/ 8032 h 10000"/>
                <a:gd name="connsiteX88" fmla="*/ 8799 w 10014"/>
                <a:gd name="connsiteY88" fmla="*/ 6546 h 10000"/>
                <a:gd name="connsiteX89" fmla="*/ 8896 w 10014"/>
                <a:gd name="connsiteY89" fmla="*/ 9096 h 10000"/>
                <a:gd name="connsiteX90" fmla="*/ 8997 w 10014"/>
                <a:gd name="connsiteY90" fmla="*/ 8715 h 10000"/>
                <a:gd name="connsiteX91" fmla="*/ 9098 w 10014"/>
                <a:gd name="connsiteY91" fmla="*/ 8353 h 10000"/>
                <a:gd name="connsiteX92" fmla="*/ 9200 w 10014"/>
                <a:gd name="connsiteY92" fmla="*/ 6928 h 10000"/>
                <a:gd name="connsiteX93" fmla="*/ 9296 w 10014"/>
                <a:gd name="connsiteY93" fmla="*/ 8755 h 10000"/>
                <a:gd name="connsiteX94" fmla="*/ 9397 w 10014"/>
                <a:gd name="connsiteY94" fmla="*/ 7751 h 10000"/>
                <a:gd name="connsiteX95" fmla="*/ 9499 w 10014"/>
                <a:gd name="connsiteY95" fmla="*/ 7791 h 10000"/>
                <a:gd name="connsiteX96" fmla="*/ 9600 w 10014"/>
                <a:gd name="connsiteY96" fmla="*/ 9337 h 10000"/>
                <a:gd name="connsiteX97" fmla="*/ 9696 w 10014"/>
                <a:gd name="connsiteY97" fmla="*/ 9598 h 10000"/>
                <a:gd name="connsiteX98" fmla="*/ 9798 w 10014"/>
                <a:gd name="connsiteY98" fmla="*/ 9137 h 10000"/>
                <a:gd name="connsiteX99" fmla="*/ 9899 w 10014"/>
                <a:gd name="connsiteY99" fmla="*/ 6145 h 10000"/>
                <a:gd name="connsiteX100" fmla="*/ 10014 w 10014"/>
                <a:gd name="connsiteY100" fmla="*/ 821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0014" h="10000">
                  <a:moveTo>
                    <a:pt x="0" y="8213"/>
                  </a:moveTo>
                  <a:cubicBezTo>
                    <a:pt x="32" y="8474"/>
                    <a:pt x="65" y="8735"/>
                    <a:pt x="97" y="8996"/>
                  </a:cubicBezTo>
                  <a:cubicBezTo>
                    <a:pt x="131" y="9230"/>
                    <a:pt x="164" y="9465"/>
                    <a:pt x="198" y="9699"/>
                  </a:cubicBezTo>
                  <a:cubicBezTo>
                    <a:pt x="232" y="8226"/>
                    <a:pt x="265" y="6754"/>
                    <a:pt x="299" y="5281"/>
                  </a:cubicBezTo>
                  <a:cubicBezTo>
                    <a:pt x="333" y="5783"/>
                    <a:pt x="366" y="6285"/>
                    <a:pt x="400" y="6787"/>
                  </a:cubicBezTo>
                  <a:cubicBezTo>
                    <a:pt x="434" y="5649"/>
                    <a:pt x="467" y="4511"/>
                    <a:pt x="501" y="3373"/>
                  </a:cubicBezTo>
                  <a:cubicBezTo>
                    <a:pt x="533" y="4431"/>
                    <a:pt x="566" y="5488"/>
                    <a:pt x="598" y="6546"/>
                  </a:cubicBezTo>
                  <a:cubicBezTo>
                    <a:pt x="632" y="6754"/>
                    <a:pt x="665" y="6961"/>
                    <a:pt x="699" y="7169"/>
                  </a:cubicBezTo>
                  <a:cubicBezTo>
                    <a:pt x="733" y="7972"/>
                    <a:pt x="766" y="8775"/>
                    <a:pt x="800" y="9578"/>
                  </a:cubicBezTo>
                  <a:cubicBezTo>
                    <a:pt x="832" y="9672"/>
                    <a:pt x="865" y="9765"/>
                    <a:pt x="897" y="9859"/>
                  </a:cubicBezTo>
                  <a:cubicBezTo>
                    <a:pt x="931" y="9611"/>
                    <a:pt x="964" y="9364"/>
                    <a:pt x="998" y="9116"/>
                  </a:cubicBezTo>
                  <a:cubicBezTo>
                    <a:pt x="1032" y="8681"/>
                    <a:pt x="1065" y="8246"/>
                    <a:pt x="1099" y="7811"/>
                  </a:cubicBezTo>
                  <a:lnTo>
                    <a:pt x="1201" y="9137"/>
                  </a:lnTo>
                  <a:lnTo>
                    <a:pt x="1297" y="9518"/>
                  </a:lnTo>
                  <a:cubicBezTo>
                    <a:pt x="1331" y="7985"/>
                    <a:pt x="1364" y="6453"/>
                    <a:pt x="1398" y="4920"/>
                  </a:cubicBezTo>
                  <a:lnTo>
                    <a:pt x="1500" y="9438"/>
                  </a:lnTo>
                  <a:cubicBezTo>
                    <a:pt x="1532" y="8943"/>
                    <a:pt x="1564" y="8447"/>
                    <a:pt x="1596" y="7952"/>
                  </a:cubicBezTo>
                  <a:cubicBezTo>
                    <a:pt x="1630" y="8106"/>
                    <a:pt x="1663" y="8260"/>
                    <a:pt x="1697" y="8414"/>
                  </a:cubicBezTo>
                  <a:lnTo>
                    <a:pt x="1799" y="9217"/>
                  </a:lnTo>
                  <a:cubicBezTo>
                    <a:pt x="1833" y="8628"/>
                    <a:pt x="1866" y="8039"/>
                    <a:pt x="1900" y="7450"/>
                  </a:cubicBezTo>
                  <a:cubicBezTo>
                    <a:pt x="1934" y="7925"/>
                    <a:pt x="1967" y="8401"/>
                    <a:pt x="2001" y="8876"/>
                  </a:cubicBezTo>
                  <a:cubicBezTo>
                    <a:pt x="2033" y="8635"/>
                    <a:pt x="2066" y="8394"/>
                    <a:pt x="2098" y="8153"/>
                  </a:cubicBezTo>
                  <a:cubicBezTo>
                    <a:pt x="2132" y="8494"/>
                    <a:pt x="2165" y="8836"/>
                    <a:pt x="2199" y="9177"/>
                  </a:cubicBezTo>
                  <a:lnTo>
                    <a:pt x="2300" y="9177"/>
                  </a:lnTo>
                  <a:cubicBezTo>
                    <a:pt x="2332" y="8949"/>
                    <a:pt x="2365" y="8722"/>
                    <a:pt x="2397" y="8494"/>
                  </a:cubicBezTo>
                  <a:cubicBezTo>
                    <a:pt x="2431" y="8481"/>
                    <a:pt x="2464" y="8467"/>
                    <a:pt x="2498" y="8454"/>
                  </a:cubicBezTo>
                  <a:cubicBezTo>
                    <a:pt x="2532" y="8909"/>
                    <a:pt x="2565" y="9364"/>
                    <a:pt x="2599" y="9819"/>
                  </a:cubicBezTo>
                  <a:cubicBezTo>
                    <a:pt x="2633" y="8112"/>
                    <a:pt x="2666" y="6406"/>
                    <a:pt x="2700" y="4699"/>
                  </a:cubicBezTo>
                  <a:cubicBezTo>
                    <a:pt x="2734" y="4759"/>
                    <a:pt x="2767" y="4820"/>
                    <a:pt x="2801" y="4880"/>
                  </a:cubicBezTo>
                  <a:cubicBezTo>
                    <a:pt x="2833" y="6265"/>
                    <a:pt x="2866" y="7651"/>
                    <a:pt x="2898" y="9036"/>
                  </a:cubicBezTo>
                  <a:cubicBezTo>
                    <a:pt x="2932" y="9163"/>
                    <a:pt x="2965" y="9291"/>
                    <a:pt x="2999" y="9418"/>
                  </a:cubicBezTo>
                  <a:cubicBezTo>
                    <a:pt x="3033" y="8755"/>
                    <a:pt x="3066" y="8093"/>
                    <a:pt x="3100" y="7430"/>
                  </a:cubicBezTo>
                  <a:cubicBezTo>
                    <a:pt x="3132" y="8099"/>
                    <a:pt x="3165" y="8769"/>
                    <a:pt x="3197" y="9438"/>
                  </a:cubicBezTo>
                  <a:cubicBezTo>
                    <a:pt x="3231" y="8487"/>
                    <a:pt x="3264" y="7537"/>
                    <a:pt x="3298" y="6586"/>
                  </a:cubicBezTo>
                  <a:cubicBezTo>
                    <a:pt x="3332" y="7396"/>
                    <a:pt x="3365" y="8206"/>
                    <a:pt x="3399" y="9016"/>
                  </a:cubicBezTo>
                  <a:lnTo>
                    <a:pt x="3500" y="8956"/>
                  </a:lnTo>
                  <a:cubicBezTo>
                    <a:pt x="3532" y="8795"/>
                    <a:pt x="3565" y="8635"/>
                    <a:pt x="3597" y="8474"/>
                  </a:cubicBezTo>
                  <a:cubicBezTo>
                    <a:pt x="3631" y="7403"/>
                    <a:pt x="3664" y="6332"/>
                    <a:pt x="3698" y="5261"/>
                  </a:cubicBezTo>
                  <a:cubicBezTo>
                    <a:pt x="3732" y="6171"/>
                    <a:pt x="3765" y="7082"/>
                    <a:pt x="3799" y="7992"/>
                  </a:cubicBezTo>
                  <a:cubicBezTo>
                    <a:pt x="3831" y="7965"/>
                    <a:pt x="3864" y="7939"/>
                    <a:pt x="3896" y="7912"/>
                  </a:cubicBezTo>
                  <a:cubicBezTo>
                    <a:pt x="3930" y="8119"/>
                    <a:pt x="3963" y="8327"/>
                    <a:pt x="3997" y="8534"/>
                  </a:cubicBezTo>
                  <a:cubicBezTo>
                    <a:pt x="4031" y="7918"/>
                    <a:pt x="4064" y="7303"/>
                    <a:pt x="4098" y="6687"/>
                  </a:cubicBezTo>
                  <a:lnTo>
                    <a:pt x="4200" y="9217"/>
                  </a:lnTo>
                  <a:cubicBezTo>
                    <a:pt x="4234" y="9150"/>
                    <a:pt x="4267" y="9083"/>
                    <a:pt x="4301" y="9016"/>
                  </a:cubicBezTo>
                  <a:cubicBezTo>
                    <a:pt x="4333" y="8896"/>
                    <a:pt x="4365" y="8775"/>
                    <a:pt x="4397" y="8655"/>
                  </a:cubicBezTo>
                  <a:lnTo>
                    <a:pt x="4499" y="9679"/>
                  </a:lnTo>
                  <a:cubicBezTo>
                    <a:pt x="4533" y="9230"/>
                    <a:pt x="4566" y="8782"/>
                    <a:pt x="4600" y="8333"/>
                  </a:cubicBezTo>
                  <a:cubicBezTo>
                    <a:pt x="4632" y="7543"/>
                    <a:pt x="4664" y="6754"/>
                    <a:pt x="4696" y="5964"/>
                  </a:cubicBezTo>
                  <a:lnTo>
                    <a:pt x="4798" y="7711"/>
                  </a:lnTo>
                  <a:cubicBezTo>
                    <a:pt x="4832" y="7644"/>
                    <a:pt x="4865" y="7577"/>
                    <a:pt x="4899" y="7510"/>
                  </a:cubicBezTo>
                  <a:cubicBezTo>
                    <a:pt x="4933" y="7938"/>
                    <a:pt x="4966" y="8367"/>
                    <a:pt x="5000" y="8795"/>
                  </a:cubicBezTo>
                  <a:cubicBezTo>
                    <a:pt x="5034" y="8327"/>
                    <a:pt x="5067" y="7858"/>
                    <a:pt x="5101" y="7390"/>
                  </a:cubicBezTo>
                  <a:cubicBezTo>
                    <a:pt x="5133" y="7972"/>
                    <a:pt x="5166" y="8555"/>
                    <a:pt x="5198" y="9137"/>
                  </a:cubicBezTo>
                  <a:cubicBezTo>
                    <a:pt x="5232" y="8012"/>
                    <a:pt x="5265" y="6888"/>
                    <a:pt x="5299" y="5763"/>
                  </a:cubicBezTo>
                  <a:cubicBezTo>
                    <a:pt x="5333" y="6466"/>
                    <a:pt x="5366" y="7168"/>
                    <a:pt x="5400" y="7871"/>
                  </a:cubicBezTo>
                  <a:cubicBezTo>
                    <a:pt x="5432" y="7142"/>
                    <a:pt x="5465" y="6412"/>
                    <a:pt x="5497" y="5683"/>
                  </a:cubicBezTo>
                  <a:cubicBezTo>
                    <a:pt x="5531" y="6232"/>
                    <a:pt x="5564" y="6780"/>
                    <a:pt x="5598" y="7329"/>
                  </a:cubicBezTo>
                  <a:cubicBezTo>
                    <a:pt x="5632" y="7998"/>
                    <a:pt x="5665" y="8668"/>
                    <a:pt x="5699" y="9337"/>
                  </a:cubicBezTo>
                  <a:cubicBezTo>
                    <a:pt x="5733" y="7878"/>
                    <a:pt x="5766" y="6419"/>
                    <a:pt x="5800" y="4960"/>
                  </a:cubicBezTo>
                  <a:cubicBezTo>
                    <a:pt x="5832" y="6620"/>
                    <a:pt x="5865" y="8280"/>
                    <a:pt x="5897" y="9940"/>
                  </a:cubicBezTo>
                  <a:cubicBezTo>
                    <a:pt x="5931" y="9806"/>
                    <a:pt x="5964" y="9672"/>
                    <a:pt x="5998" y="9538"/>
                  </a:cubicBezTo>
                  <a:cubicBezTo>
                    <a:pt x="6032" y="8889"/>
                    <a:pt x="6065" y="8239"/>
                    <a:pt x="6099" y="7590"/>
                  </a:cubicBezTo>
                  <a:cubicBezTo>
                    <a:pt x="6131" y="8340"/>
                    <a:pt x="6164" y="9089"/>
                    <a:pt x="6196" y="9839"/>
                  </a:cubicBezTo>
                  <a:cubicBezTo>
                    <a:pt x="6230" y="9719"/>
                    <a:pt x="6263" y="9598"/>
                    <a:pt x="6297" y="9478"/>
                  </a:cubicBezTo>
                  <a:cubicBezTo>
                    <a:pt x="6331" y="8039"/>
                    <a:pt x="6364" y="6600"/>
                    <a:pt x="6398" y="5161"/>
                  </a:cubicBezTo>
                  <a:lnTo>
                    <a:pt x="6500" y="7972"/>
                  </a:lnTo>
                  <a:cubicBezTo>
                    <a:pt x="6534" y="8501"/>
                    <a:pt x="6567" y="9029"/>
                    <a:pt x="6601" y="9558"/>
                  </a:cubicBezTo>
                  <a:lnTo>
                    <a:pt x="6697" y="0"/>
                  </a:lnTo>
                  <a:lnTo>
                    <a:pt x="6799" y="9719"/>
                  </a:lnTo>
                  <a:cubicBezTo>
                    <a:pt x="6833" y="9331"/>
                    <a:pt x="6866" y="8942"/>
                    <a:pt x="6900" y="8554"/>
                  </a:cubicBezTo>
                  <a:cubicBezTo>
                    <a:pt x="6932" y="8715"/>
                    <a:pt x="6964" y="8875"/>
                    <a:pt x="6996" y="9036"/>
                  </a:cubicBezTo>
                  <a:lnTo>
                    <a:pt x="7098" y="7229"/>
                  </a:lnTo>
                  <a:cubicBezTo>
                    <a:pt x="7132" y="7457"/>
                    <a:pt x="7165" y="7684"/>
                    <a:pt x="7199" y="7912"/>
                  </a:cubicBezTo>
                  <a:cubicBezTo>
                    <a:pt x="7233" y="8260"/>
                    <a:pt x="7266" y="8608"/>
                    <a:pt x="7300" y="8956"/>
                  </a:cubicBezTo>
                  <a:cubicBezTo>
                    <a:pt x="7332" y="8267"/>
                    <a:pt x="7365" y="7577"/>
                    <a:pt x="7397" y="6888"/>
                  </a:cubicBezTo>
                  <a:cubicBezTo>
                    <a:pt x="7431" y="7584"/>
                    <a:pt x="7464" y="8280"/>
                    <a:pt x="7498" y="8976"/>
                  </a:cubicBezTo>
                  <a:cubicBezTo>
                    <a:pt x="7532" y="9076"/>
                    <a:pt x="7565" y="9177"/>
                    <a:pt x="7599" y="9277"/>
                  </a:cubicBezTo>
                  <a:cubicBezTo>
                    <a:pt x="7633" y="8942"/>
                    <a:pt x="7666" y="8608"/>
                    <a:pt x="7700" y="8273"/>
                  </a:cubicBezTo>
                  <a:cubicBezTo>
                    <a:pt x="7732" y="7202"/>
                    <a:pt x="7765" y="6131"/>
                    <a:pt x="7797" y="5060"/>
                  </a:cubicBezTo>
                  <a:cubicBezTo>
                    <a:pt x="7831" y="6707"/>
                    <a:pt x="7864" y="8353"/>
                    <a:pt x="7898" y="10000"/>
                  </a:cubicBezTo>
                  <a:cubicBezTo>
                    <a:pt x="7932" y="9793"/>
                    <a:pt x="7965" y="9585"/>
                    <a:pt x="7999" y="9378"/>
                  </a:cubicBezTo>
                  <a:cubicBezTo>
                    <a:pt x="8033" y="8347"/>
                    <a:pt x="8066" y="7316"/>
                    <a:pt x="8100" y="6285"/>
                  </a:cubicBezTo>
                  <a:cubicBezTo>
                    <a:pt x="8132" y="7510"/>
                    <a:pt x="8165" y="8735"/>
                    <a:pt x="8197" y="9960"/>
                  </a:cubicBezTo>
                  <a:cubicBezTo>
                    <a:pt x="8231" y="9378"/>
                    <a:pt x="8264" y="8795"/>
                    <a:pt x="8298" y="8213"/>
                  </a:cubicBezTo>
                  <a:cubicBezTo>
                    <a:pt x="8332" y="7738"/>
                    <a:pt x="8365" y="7262"/>
                    <a:pt x="8399" y="6787"/>
                  </a:cubicBezTo>
                  <a:cubicBezTo>
                    <a:pt x="8431" y="7825"/>
                    <a:pt x="8464" y="8862"/>
                    <a:pt x="8496" y="9900"/>
                  </a:cubicBezTo>
                  <a:cubicBezTo>
                    <a:pt x="8530" y="9177"/>
                    <a:pt x="8563" y="8454"/>
                    <a:pt x="8597" y="7731"/>
                  </a:cubicBezTo>
                  <a:cubicBezTo>
                    <a:pt x="8631" y="7831"/>
                    <a:pt x="8664" y="7932"/>
                    <a:pt x="8698" y="8032"/>
                  </a:cubicBezTo>
                  <a:cubicBezTo>
                    <a:pt x="8732" y="7537"/>
                    <a:pt x="8765" y="7041"/>
                    <a:pt x="8799" y="6546"/>
                  </a:cubicBezTo>
                  <a:cubicBezTo>
                    <a:pt x="8831" y="7396"/>
                    <a:pt x="8864" y="8246"/>
                    <a:pt x="8896" y="9096"/>
                  </a:cubicBezTo>
                  <a:cubicBezTo>
                    <a:pt x="8930" y="8969"/>
                    <a:pt x="8963" y="8842"/>
                    <a:pt x="8997" y="8715"/>
                  </a:cubicBezTo>
                  <a:cubicBezTo>
                    <a:pt x="9031" y="8594"/>
                    <a:pt x="9064" y="8474"/>
                    <a:pt x="9098" y="8353"/>
                  </a:cubicBezTo>
                  <a:lnTo>
                    <a:pt x="9200" y="6928"/>
                  </a:lnTo>
                  <a:lnTo>
                    <a:pt x="9296" y="8755"/>
                  </a:lnTo>
                  <a:cubicBezTo>
                    <a:pt x="9330" y="8420"/>
                    <a:pt x="9363" y="8086"/>
                    <a:pt x="9397" y="7751"/>
                  </a:cubicBezTo>
                  <a:lnTo>
                    <a:pt x="9499" y="7791"/>
                  </a:lnTo>
                  <a:cubicBezTo>
                    <a:pt x="9533" y="8306"/>
                    <a:pt x="9566" y="8822"/>
                    <a:pt x="9600" y="9337"/>
                  </a:cubicBezTo>
                  <a:lnTo>
                    <a:pt x="9696" y="9598"/>
                  </a:lnTo>
                  <a:lnTo>
                    <a:pt x="9798" y="9137"/>
                  </a:lnTo>
                  <a:cubicBezTo>
                    <a:pt x="9832" y="8140"/>
                    <a:pt x="9865" y="7142"/>
                    <a:pt x="9899" y="6145"/>
                  </a:cubicBezTo>
                  <a:cubicBezTo>
                    <a:pt x="9933" y="5563"/>
                    <a:pt x="9980" y="8800"/>
                    <a:pt x="10014" y="8218"/>
                  </a:cubicBezTo>
                </a:path>
              </a:pathLst>
            </a:custGeom>
            <a:noFill/>
            <a:ln w="635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dirty="0"/>
            </a:p>
          </p:txBody>
        </p:sp>
        <p:sp>
          <p:nvSpPr>
            <p:cNvPr id="208" name="Freeform 147">
              <a:extLst>
                <a:ext uri="{FF2B5EF4-FFF2-40B4-BE49-F238E27FC236}">
                  <a16:creationId xmlns:a16="http://schemas.microsoft.com/office/drawing/2014/main" id="{B5E2A678-C55F-4C56-9167-5BF167492E04}"/>
                </a:ext>
              </a:extLst>
            </p:cNvPr>
            <p:cNvSpPr>
              <a:spLocks/>
            </p:cNvSpPr>
            <p:nvPr/>
          </p:nvSpPr>
          <p:spPr bwMode="auto">
            <a:xfrm>
              <a:off x="3763948" y="3657430"/>
              <a:ext cx="1750833" cy="386857"/>
            </a:xfrm>
            <a:custGeom>
              <a:avLst/>
              <a:gdLst>
                <a:gd name="T0" fmla="*/ 21 w 2174"/>
                <a:gd name="T1" fmla="*/ 272 h 483"/>
                <a:gd name="T2" fmla="*/ 65 w 2174"/>
                <a:gd name="T3" fmla="*/ 355 h 483"/>
                <a:gd name="T4" fmla="*/ 109 w 2174"/>
                <a:gd name="T5" fmla="*/ 199 h 483"/>
                <a:gd name="T6" fmla="*/ 152 w 2174"/>
                <a:gd name="T7" fmla="*/ 427 h 483"/>
                <a:gd name="T8" fmla="*/ 195 w 2174"/>
                <a:gd name="T9" fmla="*/ 421 h 483"/>
                <a:gd name="T10" fmla="*/ 239 w 2174"/>
                <a:gd name="T11" fmla="*/ 377 h 483"/>
                <a:gd name="T12" fmla="*/ 282 w 2174"/>
                <a:gd name="T13" fmla="*/ 347 h 483"/>
                <a:gd name="T14" fmla="*/ 326 w 2174"/>
                <a:gd name="T15" fmla="*/ 422 h 483"/>
                <a:gd name="T16" fmla="*/ 369 w 2174"/>
                <a:gd name="T17" fmla="*/ 343 h 483"/>
                <a:gd name="T18" fmla="*/ 413 w 2174"/>
                <a:gd name="T19" fmla="*/ 69 h 483"/>
                <a:gd name="T20" fmla="*/ 456 w 2174"/>
                <a:gd name="T21" fmla="*/ 468 h 483"/>
                <a:gd name="T22" fmla="*/ 500 w 2174"/>
                <a:gd name="T23" fmla="*/ 411 h 483"/>
                <a:gd name="T24" fmla="*/ 543 w 2174"/>
                <a:gd name="T25" fmla="*/ 461 h 483"/>
                <a:gd name="T26" fmla="*/ 587 w 2174"/>
                <a:gd name="T27" fmla="*/ 291 h 483"/>
                <a:gd name="T28" fmla="*/ 630 w 2174"/>
                <a:gd name="T29" fmla="*/ 394 h 483"/>
                <a:gd name="T30" fmla="*/ 674 w 2174"/>
                <a:gd name="T31" fmla="*/ 347 h 483"/>
                <a:gd name="T32" fmla="*/ 717 w 2174"/>
                <a:gd name="T33" fmla="*/ 336 h 483"/>
                <a:gd name="T34" fmla="*/ 761 w 2174"/>
                <a:gd name="T35" fmla="*/ 425 h 483"/>
                <a:gd name="T36" fmla="*/ 804 w 2174"/>
                <a:gd name="T37" fmla="*/ 300 h 483"/>
                <a:gd name="T38" fmla="*/ 847 w 2174"/>
                <a:gd name="T39" fmla="*/ 467 h 483"/>
                <a:gd name="T40" fmla="*/ 891 w 2174"/>
                <a:gd name="T41" fmla="*/ 0 h 483"/>
                <a:gd name="T42" fmla="*/ 935 w 2174"/>
                <a:gd name="T43" fmla="*/ 463 h 483"/>
                <a:gd name="T44" fmla="*/ 978 w 2174"/>
                <a:gd name="T45" fmla="*/ 462 h 483"/>
                <a:gd name="T46" fmla="*/ 1021 w 2174"/>
                <a:gd name="T47" fmla="*/ 336 h 483"/>
                <a:gd name="T48" fmla="*/ 1065 w 2174"/>
                <a:gd name="T49" fmla="*/ 340 h 483"/>
                <a:gd name="T50" fmla="*/ 1109 w 2174"/>
                <a:gd name="T51" fmla="*/ 183 h 483"/>
                <a:gd name="T52" fmla="*/ 1152 w 2174"/>
                <a:gd name="T53" fmla="*/ 342 h 483"/>
                <a:gd name="T54" fmla="*/ 1195 w 2174"/>
                <a:gd name="T55" fmla="*/ 415 h 483"/>
                <a:gd name="T56" fmla="*/ 1239 w 2174"/>
                <a:gd name="T57" fmla="*/ 305 h 483"/>
                <a:gd name="T58" fmla="*/ 1282 w 2174"/>
                <a:gd name="T59" fmla="*/ 470 h 483"/>
                <a:gd name="T60" fmla="*/ 1326 w 2174"/>
                <a:gd name="T61" fmla="*/ 419 h 483"/>
                <a:gd name="T62" fmla="*/ 1369 w 2174"/>
                <a:gd name="T63" fmla="*/ 468 h 483"/>
                <a:gd name="T64" fmla="*/ 1413 w 2174"/>
                <a:gd name="T65" fmla="*/ 389 h 483"/>
                <a:gd name="T66" fmla="*/ 1456 w 2174"/>
                <a:gd name="T67" fmla="*/ 312 h 483"/>
                <a:gd name="T68" fmla="*/ 1500 w 2174"/>
                <a:gd name="T69" fmla="*/ 428 h 483"/>
                <a:gd name="T70" fmla="*/ 1543 w 2174"/>
                <a:gd name="T71" fmla="*/ 217 h 483"/>
                <a:gd name="T72" fmla="*/ 1587 w 2174"/>
                <a:gd name="T73" fmla="*/ 402 h 483"/>
                <a:gd name="T74" fmla="*/ 1630 w 2174"/>
                <a:gd name="T75" fmla="*/ 463 h 483"/>
                <a:gd name="T76" fmla="*/ 1674 w 2174"/>
                <a:gd name="T77" fmla="*/ 98 h 483"/>
                <a:gd name="T78" fmla="*/ 1717 w 2174"/>
                <a:gd name="T79" fmla="*/ 445 h 483"/>
                <a:gd name="T80" fmla="*/ 1761 w 2174"/>
                <a:gd name="T81" fmla="*/ 381 h 483"/>
                <a:gd name="T82" fmla="*/ 1804 w 2174"/>
                <a:gd name="T83" fmla="*/ 310 h 483"/>
                <a:gd name="T84" fmla="*/ 1847 w 2174"/>
                <a:gd name="T85" fmla="*/ 448 h 483"/>
                <a:gd name="T86" fmla="*/ 1891 w 2174"/>
                <a:gd name="T87" fmla="*/ 233 h 483"/>
                <a:gd name="T88" fmla="*/ 1934 w 2174"/>
                <a:gd name="T89" fmla="*/ 311 h 483"/>
                <a:gd name="T90" fmla="*/ 1978 w 2174"/>
                <a:gd name="T91" fmla="*/ 412 h 483"/>
                <a:gd name="T92" fmla="*/ 2021 w 2174"/>
                <a:gd name="T93" fmla="*/ 280 h 483"/>
                <a:gd name="T94" fmla="*/ 2065 w 2174"/>
                <a:gd name="T95" fmla="*/ 425 h 483"/>
                <a:gd name="T96" fmla="*/ 2108 w 2174"/>
                <a:gd name="T97" fmla="*/ 433 h 483"/>
                <a:gd name="T98" fmla="*/ 2152 w 2174"/>
                <a:gd name="T99" fmla="*/ 396 h 483"/>
                <a:gd name="connsiteX0" fmla="*/ 0 w 10055"/>
                <a:gd name="connsiteY0" fmla="*/ 9006 h 10000"/>
                <a:gd name="connsiteX1" fmla="*/ 97 w 10055"/>
                <a:gd name="connsiteY1" fmla="*/ 5631 h 10000"/>
                <a:gd name="connsiteX2" fmla="*/ 198 w 10055"/>
                <a:gd name="connsiteY2" fmla="*/ 8861 h 10000"/>
                <a:gd name="connsiteX3" fmla="*/ 299 w 10055"/>
                <a:gd name="connsiteY3" fmla="*/ 7350 h 10000"/>
                <a:gd name="connsiteX4" fmla="*/ 400 w 10055"/>
                <a:gd name="connsiteY4" fmla="*/ 8157 h 10000"/>
                <a:gd name="connsiteX5" fmla="*/ 501 w 10055"/>
                <a:gd name="connsiteY5" fmla="*/ 4120 h 10000"/>
                <a:gd name="connsiteX6" fmla="*/ 598 w 10055"/>
                <a:gd name="connsiteY6" fmla="*/ 7930 h 10000"/>
                <a:gd name="connsiteX7" fmla="*/ 699 w 10055"/>
                <a:gd name="connsiteY7" fmla="*/ 8841 h 10000"/>
                <a:gd name="connsiteX8" fmla="*/ 800 w 10055"/>
                <a:gd name="connsiteY8" fmla="*/ 8613 h 10000"/>
                <a:gd name="connsiteX9" fmla="*/ 897 w 10055"/>
                <a:gd name="connsiteY9" fmla="*/ 8716 h 10000"/>
                <a:gd name="connsiteX10" fmla="*/ 998 w 10055"/>
                <a:gd name="connsiteY10" fmla="*/ 9151 h 10000"/>
                <a:gd name="connsiteX11" fmla="*/ 1099 w 10055"/>
                <a:gd name="connsiteY11" fmla="*/ 7805 h 10000"/>
                <a:gd name="connsiteX12" fmla="*/ 1201 w 10055"/>
                <a:gd name="connsiteY12" fmla="*/ 8509 h 10000"/>
                <a:gd name="connsiteX13" fmla="*/ 1297 w 10055"/>
                <a:gd name="connsiteY13" fmla="*/ 7184 h 10000"/>
                <a:gd name="connsiteX14" fmla="*/ 1398 w 10055"/>
                <a:gd name="connsiteY14" fmla="*/ 6356 h 10000"/>
                <a:gd name="connsiteX15" fmla="*/ 1500 w 10055"/>
                <a:gd name="connsiteY15" fmla="*/ 8737 h 10000"/>
                <a:gd name="connsiteX16" fmla="*/ 1596 w 10055"/>
                <a:gd name="connsiteY16" fmla="*/ 7702 h 10000"/>
                <a:gd name="connsiteX17" fmla="*/ 1697 w 10055"/>
                <a:gd name="connsiteY17" fmla="*/ 7101 h 10000"/>
                <a:gd name="connsiteX18" fmla="*/ 1799 w 10055"/>
                <a:gd name="connsiteY18" fmla="*/ 7950 h 10000"/>
                <a:gd name="connsiteX19" fmla="*/ 1900 w 10055"/>
                <a:gd name="connsiteY19" fmla="*/ 1429 h 10000"/>
                <a:gd name="connsiteX20" fmla="*/ 2001 w 10055"/>
                <a:gd name="connsiteY20" fmla="*/ 8965 h 10000"/>
                <a:gd name="connsiteX21" fmla="*/ 2098 w 10055"/>
                <a:gd name="connsiteY21" fmla="*/ 9689 h 10000"/>
                <a:gd name="connsiteX22" fmla="*/ 2199 w 10055"/>
                <a:gd name="connsiteY22" fmla="*/ 9752 h 10000"/>
                <a:gd name="connsiteX23" fmla="*/ 2300 w 10055"/>
                <a:gd name="connsiteY23" fmla="*/ 8509 h 10000"/>
                <a:gd name="connsiteX24" fmla="*/ 2397 w 10055"/>
                <a:gd name="connsiteY24" fmla="*/ 9689 h 10000"/>
                <a:gd name="connsiteX25" fmla="*/ 2498 w 10055"/>
                <a:gd name="connsiteY25" fmla="*/ 9545 h 10000"/>
                <a:gd name="connsiteX26" fmla="*/ 2599 w 10055"/>
                <a:gd name="connsiteY26" fmla="*/ 9524 h 10000"/>
                <a:gd name="connsiteX27" fmla="*/ 2700 w 10055"/>
                <a:gd name="connsiteY27" fmla="*/ 6025 h 10000"/>
                <a:gd name="connsiteX28" fmla="*/ 2801 w 10055"/>
                <a:gd name="connsiteY28" fmla="*/ 6046 h 10000"/>
                <a:gd name="connsiteX29" fmla="*/ 2898 w 10055"/>
                <a:gd name="connsiteY29" fmla="*/ 8157 h 10000"/>
                <a:gd name="connsiteX30" fmla="*/ 2999 w 10055"/>
                <a:gd name="connsiteY30" fmla="*/ 9151 h 10000"/>
                <a:gd name="connsiteX31" fmla="*/ 3100 w 10055"/>
                <a:gd name="connsiteY31" fmla="*/ 7184 h 10000"/>
                <a:gd name="connsiteX32" fmla="*/ 3197 w 10055"/>
                <a:gd name="connsiteY32" fmla="*/ 9710 h 10000"/>
                <a:gd name="connsiteX33" fmla="*/ 3298 w 10055"/>
                <a:gd name="connsiteY33" fmla="*/ 6957 h 10000"/>
                <a:gd name="connsiteX34" fmla="*/ 3399 w 10055"/>
                <a:gd name="connsiteY34" fmla="*/ 8199 h 10000"/>
                <a:gd name="connsiteX35" fmla="*/ 3500 w 10055"/>
                <a:gd name="connsiteY35" fmla="*/ 8799 h 10000"/>
                <a:gd name="connsiteX36" fmla="*/ 3597 w 10055"/>
                <a:gd name="connsiteY36" fmla="*/ 7826 h 10000"/>
                <a:gd name="connsiteX37" fmla="*/ 3698 w 10055"/>
                <a:gd name="connsiteY37" fmla="*/ 6211 h 10000"/>
                <a:gd name="connsiteX38" fmla="*/ 3799 w 10055"/>
                <a:gd name="connsiteY38" fmla="*/ 1408 h 10000"/>
                <a:gd name="connsiteX39" fmla="*/ 3896 w 10055"/>
                <a:gd name="connsiteY39" fmla="*/ 9669 h 10000"/>
                <a:gd name="connsiteX40" fmla="*/ 3997 w 10055"/>
                <a:gd name="connsiteY40" fmla="*/ 8861 h 10000"/>
                <a:gd name="connsiteX41" fmla="*/ 4098 w 10055"/>
                <a:gd name="connsiteY41" fmla="*/ 0 h 10000"/>
                <a:gd name="connsiteX42" fmla="*/ 4200 w 10055"/>
                <a:gd name="connsiteY42" fmla="*/ 9855 h 10000"/>
                <a:gd name="connsiteX43" fmla="*/ 4301 w 10055"/>
                <a:gd name="connsiteY43" fmla="*/ 9586 h 10000"/>
                <a:gd name="connsiteX44" fmla="*/ 4397 w 10055"/>
                <a:gd name="connsiteY44" fmla="*/ 8530 h 10000"/>
                <a:gd name="connsiteX45" fmla="*/ 4499 w 10055"/>
                <a:gd name="connsiteY45" fmla="*/ 9565 h 10000"/>
                <a:gd name="connsiteX46" fmla="*/ 4600 w 10055"/>
                <a:gd name="connsiteY46" fmla="*/ 9130 h 10000"/>
                <a:gd name="connsiteX47" fmla="*/ 4696 w 10055"/>
                <a:gd name="connsiteY47" fmla="*/ 6957 h 10000"/>
                <a:gd name="connsiteX48" fmla="*/ 4798 w 10055"/>
                <a:gd name="connsiteY48" fmla="*/ 9379 h 10000"/>
                <a:gd name="connsiteX49" fmla="*/ 4899 w 10055"/>
                <a:gd name="connsiteY49" fmla="*/ 7039 h 10000"/>
                <a:gd name="connsiteX50" fmla="*/ 5000 w 10055"/>
                <a:gd name="connsiteY50" fmla="*/ 8199 h 10000"/>
                <a:gd name="connsiteX51" fmla="*/ 5101 w 10055"/>
                <a:gd name="connsiteY51" fmla="*/ 3789 h 10000"/>
                <a:gd name="connsiteX52" fmla="*/ 5198 w 10055"/>
                <a:gd name="connsiteY52" fmla="*/ 9234 h 10000"/>
                <a:gd name="connsiteX53" fmla="*/ 5299 w 10055"/>
                <a:gd name="connsiteY53" fmla="*/ 7081 h 10000"/>
                <a:gd name="connsiteX54" fmla="*/ 5400 w 10055"/>
                <a:gd name="connsiteY54" fmla="*/ 9482 h 10000"/>
                <a:gd name="connsiteX55" fmla="*/ 5497 w 10055"/>
                <a:gd name="connsiteY55" fmla="*/ 8592 h 10000"/>
                <a:gd name="connsiteX56" fmla="*/ 5598 w 10055"/>
                <a:gd name="connsiteY56" fmla="*/ 3188 h 10000"/>
                <a:gd name="connsiteX57" fmla="*/ 5699 w 10055"/>
                <a:gd name="connsiteY57" fmla="*/ 6315 h 10000"/>
                <a:gd name="connsiteX58" fmla="*/ 5800 w 10055"/>
                <a:gd name="connsiteY58" fmla="*/ 5756 h 10000"/>
                <a:gd name="connsiteX59" fmla="*/ 5897 w 10055"/>
                <a:gd name="connsiteY59" fmla="*/ 9731 h 10000"/>
                <a:gd name="connsiteX60" fmla="*/ 5998 w 10055"/>
                <a:gd name="connsiteY60" fmla="*/ 8364 h 10000"/>
                <a:gd name="connsiteX61" fmla="*/ 6099 w 10055"/>
                <a:gd name="connsiteY61" fmla="*/ 8675 h 10000"/>
                <a:gd name="connsiteX62" fmla="*/ 6196 w 10055"/>
                <a:gd name="connsiteY62" fmla="*/ 9938 h 10000"/>
                <a:gd name="connsiteX63" fmla="*/ 6297 w 10055"/>
                <a:gd name="connsiteY63" fmla="*/ 9689 h 10000"/>
                <a:gd name="connsiteX64" fmla="*/ 6398 w 10055"/>
                <a:gd name="connsiteY64" fmla="*/ 8716 h 10000"/>
                <a:gd name="connsiteX65" fmla="*/ 6500 w 10055"/>
                <a:gd name="connsiteY65" fmla="*/ 8054 h 10000"/>
                <a:gd name="connsiteX66" fmla="*/ 6601 w 10055"/>
                <a:gd name="connsiteY66" fmla="*/ 9524 h 10000"/>
                <a:gd name="connsiteX67" fmla="*/ 6697 w 10055"/>
                <a:gd name="connsiteY67" fmla="*/ 6460 h 10000"/>
                <a:gd name="connsiteX68" fmla="*/ 6799 w 10055"/>
                <a:gd name="connsiteY68" fmla="*/ 8054 h 10000"/>
                <a:gd name="connsiteX69" fmla="*/ 6900 w 10055"/>
                <a:gd name="connsiteY69" fmla="*/ 8861 h 10000"/>
                <a:gd name="connsiteX70" fmla="*/ 6996 w 10055"/>
                <a:gd name="connsiteY70" fmla="*/ 6625 h 10000"/>
                <a:gd name="connsiteX71" fmla="*/ 7098 w 10055"/>
                <a:gd name="connsiteY71" fmla="*/ 4493 h 10000"/>
                <a:gd name="connsiteX72" fmla="*/ 7199 w 10055"/>
                <a:gd name="connsiteY72" fmla="*/ 7164 h 10000"/>
                <a:gd name="connsiteX73" fmla="*/ 7300 w 10055"/>
                <a:gd name="connsiteY73" fmla="*/ 8323 h 10000"/>
                <a:gd name="connsiteX74" fmla="*/ 7397 w 10055"/>
                <a:gd name="connsiteY74" fmla="*/ 9089 h 10000"/>
                <a:gd name="connsiteX75" fmla="*/ 7498 w 10055"/>
                <a:gd name="connsiteY75" fmla="*/ 9586 h 10000"/>
                <a:gd name="connsiteX76" fmla="*/ 7599 w 10055"/>
                <a:gd name="connsiteY76" fmla="*/ 9151 h 10000"/>
                <a:gd name="connsiteX77" fmla="*/ 7700 w 10055"/>
                <a:gd name="connsiteY77" fmla="*/ 2029 h 10000"/>
                <a:gd name="connsiteX78" fmla="*/ 7797 w 10055"/>
                <a:gd name="connsiteY78" fmla="*/ 8427 h 10000"/>
                <a:gd name="connsiteX79" fmla="*/ 7898 w 10055"/>
                <a:gd name="connsiteY79" fmla="*/ 9213 h 10000"/>
                <a:gd name="connsiteX80" fmla="*/ 7999 w 10055"/>
                <a:gd name="connsiteY80" fmla="*/ 8861 h 10000"/>
                <a:gd name="connsiteX81" fmla="*/ 8100 w 10055"/>
                <a:gd name="connsiteY81" fmla="*/ 7888 h 10000"/>
                <a:gd name="connsiteX82" fmla="*/ 8197 w 10055"/>
                <a:gd name="connsiteY82" fmla="*/ 10000 h 10000"/>
                <a:gd name="connsiteX83" fmla="*/ 8298 w 10055"/>
                <a:gd name="connsiteY83" fmla="*/ 6418 h 10000"/>
                <a:gd name="connsiteX84" fmla="*/ 8399 w 10055"/>
                <a:gd name="connsiteY84" fmla="*/ 8427 h 10000"/>
                <a:gd name="connsiteX85" fmla="*/ 8496 w 10055"/>
                <a:gd name="connsiteY85" fmla="*/ 9275 h 10000"/>
                <a:gd name="connsiteX86" fmla="*/ 8597 w 10055"/>
                <a:gd name="connsiteY86" fmla="*/ 7785 h 10000"/>
                <a:gd name="connsiteX87" fmla="*/ 8698 w 10055"/>
                <a:gd name="connsiteY87" fmla="*/ 4824 h 10000"/>
                <a:gd name="connsiteX88" fmla="*/ 8799 w 10055"/>
                <a:gd name="connsiteY88" fmla="*/ 6625 h 10000"/>
                <a:gd name="connsiteX89" fmla="*/ 8896 w 10055"/>
                <a:gd name="connsiteY89" fmla="*/ 6439 h 10000"/>
                <a:gd name="connsiteX90" fmla="*/ 8997 w 10055"/>
                <a:gd name="connsiteY90" fmla="*/ 9048 h 10000"/>
                <a:gd name="connsiteX91" fmla="*/ 9098 w 10055"/>
                <a:gd name="connsiteY91" fmla="*/ 8530 h 10000"/>
                <a:gd name="connsiteX92" fmla="*/ 9200 w 10055"/>
                <a:gd name="connsiteY92" fmla="*/ 8903 h 10000"/>
                <a:gd name="connsiteX93" fmla="*/ 9296 w 10055"/>
                <a:gd name="connsiteY93" fmla="*/ 5797 h 10000"/>
                <a:gd name="connsiteX94" fmla="*/ 9397 w 10055"/>
                <a:gd name="connsiteY94" fmla="*/ 9441 h 10000"/>
                <a:gd name="connsiteX95" fmla="*/ 9499 w 10055"/>
                <a:gd name="connsiteY95" fmla="*/ 8799 h 10000"/>
                <a:gd name="connsiteX96" fmla="*/ 9600 w 10055"/>
                <a:gd name="connsiteY96" fmla="*/ 9400 h 10000"/>
                <a:gd name="connsiteX97" fmla="*/ 9696 w 10055"/>
                <a:gd name="connsiteY97" fmla="*/ 8965 h 10000"/>
                <a:gd name="connsiteX98" fmla="*/ 9798 w 10055"/>
                <a:gd name="connsiteY98" fmla="*/ 9855 h 10000"/>
                <a:gd name="connsiteX99" fmla="*/ 9899 w 10055"/>
                <a:gd name="connsiteY99" fmla="*/ 8199 h 10000"/>
                <a:gd name="connsiteX100" fmla="*/ 10055 w 10055"/>
                <a:gd name="connsiteY100" fmla="*/ 814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0055" h="10000">
                  <a:moveTo>
                    <a:pt x="0" y="9006"/>
                  </a:moveTo>
                  <a:cubicBezTo>
                    <a:pt x="32" y="7881"/>
                    <a:pt x="65" y="6756"/>
                    <a:pt x="97" y="5631"/>
                  </a:cubicBezTo>
                  <a:cubicBezTo>
                    <a:pt x="131" y="6708"/>
                    <a:pt x="164" y="7784"/>
                    <a:pt x="198" y="8861"/>
                  </a:cubicBezTo>
                  <a:cubicBezTo>
                    <a:pt x="232" y="8357"/>
                    <a:pt x="265" y="7854"/>
                    <a:pt x="299" y="7350"/>
                  </a:cubicBezTo>
                  <a:cubicBezTo>
                    <a:pt x="333" y="7619"/>
                    <a:pt x="366" y="7888"/>
                    <a:pt x="400" y="8157"/>
                  </a:cubicBezTo>
                  <a:cubicBezTo>
                    <a:pt x="434" y="6811"/>
                    <a:pt x="467" y="5466"/>
                    <a:pt x="501" y="4120"/>
                  </a:cubicBezTo>
                  <a:cubicBezTo>
                    <a:pt x="533" y="5390"/>
                    <a:pt x="566" y="6660"/>
                    <a:pt x="598" y="7930"/>
                  </a:cubicBezTo>
                  <a:cubicBezTo>
                    <a:pt x="632" y="8234"/>
                    <a:pt x="665" y="8537"/>
                    <a:pt x="699" y="8841"/>
                  </a:cubicBezTo>
                  <a:cubicBezTo>
                    <a:pt x="733" y="8765"/>
                    <a:pt x="766" y="8689"/>
                    <a:pt x="800" y="8613"/>
                  </a:cubicBezTo>
                  <a:lnTo>
                    <a:pt x="897" y="8716"/>
                  </a:lnTo>
                  <a:cubicBezTo>
                    <a:pt x="931" y="8861"/>
                    <a:pt x="964" y="9006"/>
                    <a:pt x="998" y="9151"/>
                  </a:cubicBezTo>
                  <a:cubicBezTo>
                    <a:pt x="1032" y="8702"/>
                    <a:pt x="1065" y="8254"/>
                    <a:pt x="1099" y="7805"/>
                  </a:cubicBezTo>
                  <a:lnTo>
                    <a:pt x="1201" y="8509"/>
                  </a:lnTo>
                  <a:cubicBezTo>
                    <a:pt x="1233" y="8067"/>
                    <a:pt x="1265" y="7626"/>
                    <a:pt x="1297" y="7184"/>
                  </a:cubicBezTo>
                  <a:cubicBezTo>
                    <a:pt x="1331" y="6908"/>
                    <a:pt x="1364" y="6632"/>
                    <a:pt x="1398" y="6356"/>
                  </a:cubicBezTo>
                  <a:lnTo>
                    <a:pt x="1500" y="8737"/>
                  </a:lnTo>
                  <a:lnTo>
                    <a:pt x="1596" y="7702"/>
                  </a:lnTo>
                  <a:cubicBezTo>
                    <a:pt x="1630" y="7502"/>
                    <a:pt x="1663" y="7301"/>
                    <a:pt x="1697" y="7101"/>
                  </a:cubicBezTo>
                  <a:lnTo>
                    <a:pt x="1799" y="7950"/>
                  </a:lnTo>
                  <a:cubicBezTo>
                    <a:pt x="1833" y="5776"/>
                    <a:pt x="1866" y="3603"/>
                    <a:pt x="1900" y="1429"/>
                  </a:cubicBezTo>
                  <a:cubicBezTo>
                    <a:pt x="1934" y="3941"/>
                    <a:pt x="1967" y="6453"/>
                    <a:pt x="2001" y="8965"/>
                  </a:cubicBezTo>
                  <a:cubicBezTo>
                    <a:pt x="2033" y="9206"/>
                    <a:pt x="2066" y="9448"/>
                    <a:pt x="2098" y="9689"/>
                  </a:cubicBezTo>
                  <a:lnTo>
                    <a:pt x="2199" y="9752"/>
                  </a:lnTo>
                  <a:cubicBezTo>
                    <a:pt x="2233" y="9338"/>
                    <a:pt x="2266" y="8923"/>
                    <a:pt x="2300" y="8509"/>
                  </a:cubicBezTo>
                  <a:cubicBezTo>
                    <a:pt x="2332" y="8902"/>
                    <a:pt x="2365" y="9296"/>
                    <a:pt x="2397" y="9689"/>
                  </a:cubicBezTo>
                  <a:cubicBezTo>
                    <a:pt x="2431" y="9641"/>
                    <a:pt x="2464" y="9593"/>
                    <a:pt x="2498" y="9545"/>
                  </a:cubicBezTo>
                  <a:lnTo>
                    <a:pt x="2599" y="9524"/>
                  </a:lnTo>
                  <a:cubicBezTo>
                    <a:pt x="2633" y="8358"/>
                    <a:pt x="2666" y="7191"/>
                    <a:pt x="2700" y="6025"/>
                  </a:cubicBezTo>
                  <a:lnTo>
                    <a:pt x="2801" y="6046"/>
                  </a:lnTo>
                  <a:cubicBezTo>
                    <a:pt x="2833" y="6750"/>
                    <a:pt x="2866" y="7453"/>
                    <a:pt x="2898" y="8157"/>
                  </a:cubicBezTo>
                  <a:cubicBezTo>
                    <a:pt x="2932" y="8488"/>
                    <a:pt x="2965" y="8820"/>
                    <a:pt x="2999" y="9151"/>
                  </a:cubicBezTo>
                  <a:cubicBezTo>
                    <a:pt x="3033" y="8495"/>
                    <a:pt x="3066" y="7840"/>
                    <a:pt x="3100" y="7184"/>
                  </a:cubicBezTo>
                  <a:cubicBezTo>
                    <a:pt x="3132" y="8026"/>
                    <a:pt x="3165" y="8868"/>
                    <a:pt x="3197" y="9710"/>
                  </a:cubicBezTo>
                  <a:cubicBezTo>
                    <a:pt x="3231" y="8792"/>
                    <a:pt x="3264" y="7875"/>
                    <a:pt x="3298" y="6957"/>
                  </a:cubicBezTo>
                  <a:cubicBezTo>
                    <a:pt x="3332" y="7371"/>
                    <a:pt x="3365" y="7785"/>
                    <a:pt x="3399" y="8199"/>
                  </a:cubicBezTo>
                  <a:cubicBezTo>
                    <a:pt x="3433" y="8399"/>
                    <a:pt x="3466" y="8599"/>
                    <a:pt x="3500" y="8799"/>
                  </a:cubicBezTo>
                  <a:cubicBezTo>
                    <a:pt x="3532" y="8475"/>
                    <a:pt x="3565" y="8150"/>
                    <a:pt x="3597" y="7826"/>
                  </a:cubicBezTo>
                  <a:cubicBezTo>
                    <a:pt x="3631" y="7288"/>
                    <a:pt x="3664" y="6749"/>
                    <a:pt x="3698" y="6211"/>
                  </a:cubicBezTo>
                  <a:cubicBezTo>
                    <a:pt x="3732" y="4610"/>
                    <a:pt x="3765" y="3009"/>
                    <a:pt x="3799" y="1408"/>
                  </a:cubicBezTo>
                  <a:cubicBezTo>
                    <a:pt x="3831" y="4162"/>
                    <a:pt x="3864" y="6915"/>
                    <a:pt x="3896" y="9669"/>
                  </a:cubicBezTo>
                  <a:cubicBezTo>
                    <a:pt x="3930" y="9400"/>
                    <a:pt x="3963" y="9130"/>
                    <a:pt x="3997" y="8861"/>
                  </a:cubicBezTo>
                  <a:cubicBezTo>
                    <a:pt x="4031" y="5907"/>
                    <a:pt x="4064" y="2954"/>
                    <a:pt x="4098" y="0"/>
                  </a:cubicBezTo>
                  <a:lnTo>
                    <a:pt x="4200" y="9855"/>
                  </a:lnTo>
                  <a:cubicBezTo>
                    <a:pt x="4234" y="9765"/>
                    <a:pt x="4267" y="9676"/>
                    <a:pt x="4301" y="9586"/>
                  </a:cubicBezTo>
                  <a:lnTo>
                    <a:pt x="4397" y="8530"/>
                  </a:lnTo>
                  <a:lnTo>
                    <a:pt x="4499" y="9565"/>
                  </a:lnTo>
                  <a:cubicBezTo>
                    <a:pt x="4533" y="9420"/>
                    <a:pt x="4566" y="9275"/>
                    <a:pt x="4600" y="9130"/>
                  </a:cubicBezTo>
                  <a:cubicBezTo>
                    <a:pt x="4632" y="8406"/>
                    <a:pt x="4664" y="7681"/>
                    <a:pt x="4696" y="6957"/>
                  </a:cubicBezTo>
                  <a:lnTo>
                    <a:pt x="4798" y="9379"/>
                  </a:lnTo>
                  <a:cubicBezTo>
                    <a:pt x="4832" y="8599"/>
                    <a:pt x="4865" y="7819"/>
                    <a:pt x="4899" y="7039"/>
                  </a:cubicBezTo>
                  <a:cubicBezTo>
                    <a:pt x="4933" y="7426"/>
                    <a:pt x="4966" y="7812"/>
                    <a:pt x="5000" y="8199"/>
                  </a:cubicBezTo>
                  <a:cubicBezTo>
                    <a:pt x="5034" y="6729"/>
                    <a:pt x="5067" y="5259"/>
                    <a:pt x="5101" y="3789"/>
                  </a:cubicBezTo>
                  <a:cubicBezTo>
                    <a:pt x="5133" y="5604"/>
                    <a:pt x="5166" y="7419"/>
                    <a:pt x="5198" y="9234"/>
                  </a:cubicBezTo>
                  <a:cubicBezTo>
                    <a:pt x="5232" y="8516"/>
                    <a:pt x="5265" y="7799"/>
                    <a:pt x="5299" y="7081"/>
                  </a:cubicBezTo>
                  <a:cubicBezTo>
                    <a:pt x="5333" y="7881"/>
                    <a:pt x="5366" y="8682"/>
                    <a:pt x="5400" y="9482"/>
                  </a:cubicBezTo>
                  <a:cubicBezTo>
                    <a:pt x="5432" y="9185"/>
                    <a:pt x="5465" y="8889"/>
                    <a:pt x="5497" y="8592"/>
                  </a:cubicBezTo>
                  <a:cubicBezTo>
                    <a:pt x="5531" y="6791"/>
                    <a:pt x="5564" y="4989"/>
                    <a:pt x="5598" y="3188"/>
                  </a:cubicBezTo>
                  <a:cubicBezTo>
                    <a:pt x="5632" y="4230"/>
                    <a:pt x="5665" y="5273"/>
                    <a:pt x="5699" y="6315"/>
                  </a:cubicBezTo>
                  <a:cubicBezTo>
                    <a:pt x="5733" y="6129"/>
                    <a:pt x="5766" y="5942"/>
                    <a:pt x="5800" y="5756"/>
                  </a:cubicBezTo>
                  <a:cubicBezTo>
                    <a:pt x="5832" y="7081"/>
                    <a:pt x="5865" y="8406"/>
                    <a:pt x="5897" y="9731"/>
                  </a:cubicBezTo>
                  <a:cubicBezTo>
                    <a:pt x="5931" y="9275"/>
                    <a:pt x="5964" y="8820"/>
                    <a:pt x="5998" y="8364"/>
                  </a:cubicBezTo>
                  <a:cubicBezTo>
                    <a:pt x="6032" y="8468"/>
                    <a:pt x="6065" y="8571"/>
                    <a:pt x="6099" y="8675"/>
                  </a:cubicBezTo>
                  <a:cubicBezTo>
                    <a:pt x="6131" y="9096"/>
                    <a:pt x="6164" y="9517"/>
                    <a:pt x="6196" y="9938"/>
                  </a:cubicBezTo>
                  <a:cubicBezTo>
                    <a:pt x="6230" y="9855"/>
                    <a:pt x="6263" y="9772"/>
                    <a:pt x="6297" y="9689"/>
                  </a:cubicBezTo>
                  <a:cubicBezTo>
                    <a:pt x="6331" y="9365"/>
                    <a:pt x="6364" y="9040"/>
                    <a:pt x="6398" y="8716"/>
                  </a:cubicBezTo>
                  <a:lnTo>
                    <a:pt x="6500" y="8054"/>
                  </a:lnTo>
                  <a:cubicBezTo>
                    <a:pt x="6534" y="8544"/>
                    <a:pt x="6567" y="9034"/>
                    <a:pt x="6601" y="9524"/>
                  </a:cubicBezTo>
                  <a:cubicBezTo>
                    <a:pt x="6633" y="8503"/>
                    <a:pt x="6665" y="7481"/>
                    <a:pt x="6697" y="6460"/>
                  </a:cubicBezTo>
                  <a:lnTo>
                    <a:pt x="6799" y="8054"/>
                  </a:lnTo>
                  <a:cubicBezTo>
                    <a:pt x="6833" y="8323"/>
                    <a:pt x="6866" y="8592"/>
                    <a:pt x="6900" y="8861"/>
                  </a:cubicBezTo>
                  <a:cubicBezTo>
                    <a:pt x="6932" y="8116"/>
                    <a:pt x="6964" y="7370"/>
                    <a:pt x="6996" y="6625"/>
                  </a:cubicBezTo>
                  <a:lnTo>
                    <a:pt x="7098" y="4493"/>
                  </a:lnTo>
                  <a:cubicBezTo>
                    <a:pt x="7132" y="5383"/>
                    <a:pt x="7165" y="6274"/>
                    <a:pt x="7199" y="7164"/>
                  </a:cubicBezTo>
                  <a:cubicBezTo>
                    <a:pt x="7233" y="7550"/>
                    <a:pt x="7266" y="7937"/>
                    <a:pt x="7300" y="8323"/>
                  </a:cubicBezTo>
                  <a:cubicBezTo>
                    <a:pt x="7332" y="8578"/>
                    <a:pt x="7365" y="8834"/>
                    <a:pt x="7397" y="9089"/>
                  </a:cubicBezTo>
                  <a:cubicBezTo>
                    <a:pt x="7431" y="9255"/>
                    <a:pt x="7464" y="9420"/>
                    <a:pt x="7498" y="9586"/>
                  </a:cubicBezTo>
                  <a:cubicBezTo>
                    <a:pt x="7532" y="9441"/>
                    <a:pt x="7565" y="9296"/>
                    <a:pt x="7599" y="9151"/>
                  </a:cubicBezTo>
                  <a:cubicBezTo>
                    <a:pt x="7633" y="6777"/>
                    <a:pt x="7666" y="4403"/>
                    <a:pt x="7700" y="2029"/>
                  </a:cubicBezTo>
                  <a:cubicBezTo>
                    <a:pt x="7732" y="4162"/>
                    <a:pt x="7765" y="6294"/>
                    <a:pt x="7797" y="8427"/>
                  </a:cubicBezTo>
                  <a:cubicBezTo>
                    <a:pt x="7831" y="8689"/>
                    <a:pt x="7864" y="8951"/>
                    <a:pt x="7898" y="9213"/>
                  </a:cubicBezTo>
                  <a:cubicBezTo>
                    <a:pt x="7932" y="9096"/>
                    <a:pt x="7965" y="8978"/>
                    <a:pt x="7999" y="8861"/>
                  </a:cubicBezTo>
                  <a:cubicBezTo>
                    <a:pt x="8033" y="8537"/>
                    <a:pt x="8066" y="8212"/>
                    <a:pt x="8100" y="7888"/>
                  </a:cubicBezTo>
                  <a:cubicBezTo>
                    <a:pt x="8132" y="8592"/>
                    <a:pt x="8165" y="9296"/>
                    <a:pt x="8197" y="10000"/>
                  </a:cubicBezTo>
                  <a:cubicBezTo>
                    <a:pt x="8231" y="8806"/>
                    <a:pt x="8264" y="7612"/>
                    <a:pt x="8298" y="6418"/>
                  </a:cubicBezTo>
                  <a:cubicBezTo>
                    <a:pt x="8332" y="7088"/>
                    <a:pt x="8365" y="7757"/>
                    <a:pt x="8399" y="8427"/>
                  </a:cubicBezTo>
                  <a:cubicBezTo>
                    <a:pt x="8431" y="8710"/>
                    <a:pt x="8464" y="8992"/>
                    <a:pt x="8496" y="9275"/>
                  </a:cubicBezTo>
                  <a:cubicBezTo>
                    <a:pt x="8530" y="8778"/>
                    <a:pt x="8563" y="8282"/>
                    <a:pt x="8597" y="7785"/>
                  </a:cubicBezTo>
                  <a:cubicBezTo>
                    <a:pt x="8631" y="6798"/>
                    <a:pt x="8664" y="5811"/>
                    <a:pt x="8698" y="4824"/>
                  </a:cubicBezTo>
                  <a:cubicBezTo>
                    <a:pt x="8732" y="5424"/>
                    <a:pt x="8765" y="6025"/>
                    <a:pt x="8799" y="6625"/>
                  </a:cubicBezTo>
                  <a:cubicBezTo>
                    <a:pt x="8831" y="6563"/>
                    <a:pt x="8864" y="6501"/>
                    <a:pt x="8896" y="6439"/>
                  </a:cubicBezTo>
                  <a:cubicBezTo>
                    <a:pt x="8930" y="7309"/>
                    <a:pt x="8963" y="8178"/>
                    <a:pt x="8997" y="9048"/>
                  </a:cubicBezTo>
                  <a:cubicBezTo>
                    <a:pt x="9031" y="8875"/>
                    <a:pt x="9064" y="8703"/>
                    <a:pt x="9098" y="8530"/>
                  </a:cubicBezTo>
                  <a:lnTo>
                    <a:pt x="9200" y="8903"/>
                  </a:lnTo>
                  <a:cubicBezTo>
                    <a:pt x="9232" y="7868"/>
                    <a:pt x="9264" y="6832"/>
                    <a:pt x="9296" y="5797"/>
                  </a:cubicBezTo>
                  <a:cubicBezTo>
                    <a:pt x="9330" y="7012"/>
                    <a:pt x="9363" y="8226"/>
                    <a:pt x="9397" y="9441"/>
                  </a:cubicBezTo>
                  <a:lnTo>
                    <a:pt x="9499" y="8799"/>
                  </a:lnTo>
                  <a:cubicBezTo>
                    <a:pt x="9533" y="8999"/>
                    <a:pt x="9566" y="9200"/>
                    <a:pt x="9600" y="9400"/>
                  </a:cubicBezTo>
                  <a:lnTo>
                    <a:pt x="9696" y="8965"/>
                  </a:lnTo>
                  <a:lnTo>
                    <a:pt x="9798" y="9855"/>
                  </a:lnTo>
                  <a:cubicBezTo>
                    <a:pt x="9832" y="9303"/>
                    <a:pt x="9865" y="8751"/>
                    <a:pt x="9899" y="8199"/>
                  </a:cubicBezTo>
                  <a:cubicBezTo>
                    <a:pt x="9933" y="7543"/>
                    <a:pt x="10021" y="8796"/>
                    <a:pt x="10055" y="8140"/>
                  </a:cubicBezTo>
                </a:path>
              </a:pathLst>
            </a:custGeom>
            <a:noFill/>
            <a:ln w="6350" cap="flat">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236" name="Freeform 175">
              <a:extLst>
                <a:ext uri="{FF2B5EF4-FFF2-40B4-BE49-F238E27FC236}">
                  <a16:creationId xmlns:a16="http://schemas.microsoft.com/office/drawing/2014/main" id="{2121C5AB-DCB2-4661-A7C3-1E330E0B45DD}"/>
                </a:ext>
              </a:extLst>
            </p:cNvPr>
            <p:cNvSpPr>
              <a:spLocks/>
            </p:cNvSpPr>
            <p:nvPr/>
          </p:nvSpPr>
          <p:spPr bwMode="auto">
            <a:xfrm>
              <a:off x="3759185" y="3359726"/>
              <a:ext cx="1751134" cy="252119"/>
            </a:xfrm>
            <a:custGeom>
              <a:avLst/>
              <a:gdLst>
                <a:gd name="T0" fmla="*/ 21 w 2174"/>
                <a:gd name="T1" fmla="*/ 193 h 313"/>
                <a:gd name="T2" fmla="*/ 65 w 2174"/>
                <a:gd name="T3" fmla="*/ 148 h 313"/>
                <a:gd name="T4" fmla="*/ 109 w 2174"/>
                <a:gd name="T5" fmla="*/ 33 h 313"/>
                <a:gd name="T6" fmla="*/ 152 w 2174"/>
                <a:gd name="T7" fmla="*/ 224 h 313"/>
                <a:gd name="T8" fmla="*/ 195 w 2174"/>
                <a:gd name="T9" fmla="*/ 282 h 313"/>
                <a:gd name="T10" fmla="*/ 239 w 2174"/>
                <a:gd name="T11" fmla="*/ 213 h 313"/>
                <a:gd name="T12" fmla="*/ 282 w 2174"/>
                <a:gd name="T13" fmla="*/ 240 h 313"/>
                <a:gd name="T14" fmla="*/ 326 w 2174"/>
                <a:gd name="T15" fmla="*/ 274 h 313"/>
                <a:gd name="T16" fmla="*/ 369 w 2174"/>
                <a:gd name="T17" fmla="*/ 211 h 313"/>
                <a:gd name="T18" fmla="*/ 413 w 2174"/>
                <a:gd name="T19" fmla="*/ 60 h 313"/>
                <a:gd name="T20" fmla="*/ 456 w 2174"/>
                <a:gd name="T21" fmla="*/ 265 h 313"/>
                <a:gd name="T22" fmla="*/ 500 w 2174"/>
                <a:gd name="T23" fmla="*/ 261 h 313"/>
                <a:gd name="T24" fmla="*/ 543 w 2174"/>
                <a:gd name="T25" fmla="*/ 267 h 313"/>
                <a:gd name="T26" fmla="*/ 587 w 2174"/>
                <a:gd name="T27" fmla="*/ 102 h 313"/>
                <a:gd name="T28" fmla="*/ 630 w 2174"/>
                <a:gd name="T29" fmla="*/ 250 h 313"/>
                <a:gd name="T30" fmla="*/ 674 w 2174"/>
                <a:gd name="T31" fmla="*/ 190 h 313"/>
                <a:gd name="T32" fmla="*/ 717 w 2174"/>
                <a:gd name="T33" fmla="*/ 165 h 313"/>
                <a:gd name="T34" fmla="*/ 761 w 2174"/>
                <a:gd name="T35" fmla="*/ 263 h 313"/>
                <a:gd name="T36" fmla="*/ 804 w 2174"/>
                <a:gd name="T37" fmla="*/ 118 h 313"/>
                <a:gd name="T38" fmla="*/ 847 w 2174"/>
                <a:gd name="T39" fmla="*/ 258 h 313"/>
                <a:gd name="T40" fmla="*/ 891 w 2174"/>
                <a:gd name="T41" fmla="*/ 14 h 313"/>
                <a:gd name="T42" fmla="*/ 935 w 2174"/>
                <a:gd name="T43" fmla="*/ 283 h 313"/>
                <a:gd name="T44" fmla="*/ 978 w 2174"/>
                <a:gd name="T45" fmla="*/ 297 h 313"/>
                <a:gd name="T46" fmla="*/ 1021 w 2174"/>
                <a:gd name="T47" fmla="*/ 153 h 313"/>
                <a:gd name="T48" fmla="*/ 1065 w 2174"/>
                <a:gd name="T49" fmla="*/ 191 h 313"/>
                <a:gd name="T50" fmla="*/ 1109 w 2174"/>
                <a:gd name="T51" fmla="*/ 114 h 313"/>
                <a:gd name="T52" fmla="*/ 1152 w 2174"/>
                <a:gd name="T53" fmla="*/ 153 h 313"/>
                <a:gd name="T54" fmla="*/ 1195 w 2174"/>
                <a:gd name="T55" fmla="*/ 182 h 313"/>
                <a:gd name="T56" fmla="*/ 1239 w 2174"/>
                <a:gd name="T57" fmla="*/ 216 h 313"/>
                <a:gd name="T58" fmla="*/ 1282 w 2174"/>
                <a:gd name="T59" fmla="*/ 306 h 313"/>
                <a:gd name="T60" fmla="*/ 1326 w 2174"/>
                <a:gd name="T61" fmla="*/ 228 h 313"/>
                <a:gd name="T62" fmla="*/ 1369 w 2174"/>
                <a:gd name="T63" fmla="*/ 295 h 313"/>
                <a:gd name="T64" fmla="*/ 1413 w 2174"/>
                <a:gd name="T65" fmla="*/ 223 h 313"/>
                <a:gd name="T66" fmla="*/ 1456 w 2174"/>
                <a:gd name="T67" fmla="*/ 0 h 313"/>
                <a:gd name="T68" fmla="*/ 1500 w 2174"/>
                <a:gd name="T69" fmla="*/ 255 h 313"/>
                <a:gd name="T70" fmla="*/ 1543 w 2174"/>
                <a:gd name="T71" fmla="*/ 122 h 313"/>
                <a:gd name="T72" fmla="*/ 1587 w 2174"/>
                <a:gd name="T73" fmla="*/ 252 h 313"/>
                <a:gd name="T74" fmla="*/ 1630 w 2174"/>
                <a:gd name="T75" fmla="*/ 281 h 313"/>
                <a:gd name="T76" fmla="*/ 1674 w 2174"/>
                <a:gd name="T77" fmla="*/ 90 h 313"/>
                <a:gd name="T78" fmla="*/ 1717 w 2174"/>
                <a:gd name="T79" fmla="*/ 297 h 313"/>
                <a:gd name="T80" fmla="*/ 1761 w 2174"/>
                <a:gd name="T81" fmla="*/ 181 h 313"/>
                <a:gd name="T82" fmla="*/ 1804 w 2174"/>
                <a:gd name="T83" fmla="*/ 193 h 313"/>
                <a:gd name="T84" fmla="*/ 1847 w 2174"/>
                <a:gd name="T85" fmla="*/ 296 h 313"/>
                <a:gd name="T86" fmla="*/ 1891 w 2174"/>
                <a:gd name="T87" fmla="*/ 149 h 313"/>
                <a:gd name="T88" fmla="*/ 1934 w 2174"/>
                <a:gd name="T89" fmla="*/ 211 h 313"/>
                <a:gd name="T90" fmla="*/ 1978 w 2174"/>
                <a:gd name="T91" fmla="*/ 242 h 313"/>
                <a:gd name="T92" fmla="*/ 2021 w 2174"/>
                <a:gd name="T93" fmla="*/ 192 h 313"/>
                <a:gd name="T94" fmla="*/ 2065 w 2174"/>
                <a:gd name="T95" fmla="*/ 237 h 313"/>
                <a:gd name="T96" fmla="*/ 2108 w 2174"/>
                <a:gd name="T97" fmla="*/ 283 h 313"/>
                <a:gd name="T98" fmla="*/ 2152 w 2174"/>
                <a:gd name="T99" fmla="*/ 185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4" h="313">
                  <a:moveTo>
                    <a:pt x="0" y="249"/>
                  </a:moveTo>
                  <a:lnTo>
                    <a:pt x="21" y="193"/>
                  </a:lnTo>
                  <a:lnTo>
                    <a:pt x="43" y="281"/>
                  </a:lnTo>
                  <a:lnTo>
                    <a:pt x="65" y="148"/>
                  </a:lnTo>
                  <a:lnTo>
                    <a:pt x="87" y="200"/>
                  </a:lnTo>
                  <a:lnTo>
                    <a:pt x="109" y="33"/>
                  </a:lnTo>
                  <a:lnTo>
                    <a:pt x="130" y="188"/>
                  </a:lnTo>
                  <a:lnTo>
                    <a:pt x="152" y="224"/>
                  </a:lnTo>
                  <a:lnTo>
                    <a:pt x="174" y="273"/>
                  </a:lnTo>
                  <a:lnTo>
                    <a:pt x="195" y="282"/>
                  </a:lnTo>
                  <a:lnTo>
                    <a:pt x="217" y="275"/>
                  </a:lnTo>
                  <a:lnTo>
                    <a:pt x="239" y="213"/>
                  </a:lnTo>
                  <a:lnTo>
                    <a:pt x="261" y="261"/>
                  </a:lnTo>
                  <a:lnTo>
                    <a:pt x="282" y="240"/>
                  </a:lnTo>
                  <a:lnTo>
                    <a:pt x="304" y="113"/>
                  </a:lnTo>
                  <a:lnTo>
                    <a:pt x="326" y="274"/>
                  </a:lnTo>
                  <a:lnTo>
                    <a:pt x="347" y="214"/>
                  </a:lnTo>
                  <a:lnTo>
                    <a:pt x="369" y="211"/>
                  </a:lnTo>
                  <a:lnTo>
                    <a:pt x="391" y="250"/>
                  </a:lnTo>
                  <a:lnTo>
                    <a:pt x="413" y="60"/>
                  </a:lnTo>
                  <a:lnTo>
                    <a:pt x="435" y="266"/>
                  </a:lnTo>
                  <a:lnTo>
                    <a:pt x="456" y="265"/>
                  </a:lnTo>
                  <a:lnTo>
                    <a:pt x="478" y="288"/>
                  </a:lnTo>
                  <a:lnTo>
                    <a:pt x="500" y="261"/>
                  </a:lnTo>
                  <a:lnTo>
                    <a:pt x="521" y="273"/>
                  </a:lnTo>
                  <a:lnTo>
                    <a:pt x="543" y="267"/>
                  </a:lnTo>
                  <a:lnTo>
                    <a:pt x="565" y="300"/>
                  </a:lnTo>
                  <a:lnTo>
                    <a:pt x="587" y="102"/>
                  </a:lnTo>
                  <a:lnTo>
                    <a:pt x="609" y="105"/>
                  </a:lnTo>
                  <a:lnTo>
                    <a:pt x="630" y="250"/>
                  </a:lnTo>
                  <a:lnTo>
                    <a:pt x="652" y="281"/>
                  </a:lnTo>
                  <a:lnTo>
                    <a:pt x="674" y="190"/>
                  </a:lnTo>
                  <a:lnTo>
                    <a:pt x="695" y="294"/>
                  </a:lnTo>
                  <a:lnTo>
                    <a:pt x="717" y="165"/>
                  </a:lnTo>
                  <a:lnTo>
                    <a:pt x="739" y="254"/>
                  </a:lnTo>
                  <a:lnTo>
                    <a:pt x="761" y="263"/>
                  </a:lnTo>
                  <a:lnTo>
                    <a:pt x="782" y="231"/>
                  </a:lnTo>
                  <a:lnTo>
                    <a:pt x="804" y="118"/>
                  </a:lnTo>
                  <a:lnTo>
                    <a:pt x="826" y="72"/>
                  </a:lnTo>
                  <a:lnTo>
                    <a:pt x="847" y="258"/>
                  </a:lnTo>
                  <a:lnTo>
                    <a:pt x="869" y="253"/>
                  </a:lnTo>
                  <a:lnTo>
                    <a:pt x="891" y="14"/>
                  </a:lnTo>
                  <a:lnTo>
                    <a:pt x="913" y="292"/>
                  </a:lnTo>
                  <a:lnTo>
                    <a:pt x="935" y="283"/>
                  </a:lnTo>
                  <a:lnTo>
                    <a:pt x="956" y="251"/>
                  </a:lnTo>
                  <a:lnTo>
                    <a:pt x="978" y="297"/>
                  </a:lnTo>
                  <a:lnTo>
                    <a:pt x="1000" y="255"/>
                  </a:lnTo>
                  <a:lnTo>
                    <a:pt x="1021" y="153"/>
                  </a:lnTo>
                  <a:lnTo>
                    <a:pt x="1043" y="247"/>
                  </a:lnTo>
                  <a:lnTo>
                    <a:pt x="1065" y="191"/>
                  </a:lnTo>
                  <a:lnTo>
                    <a:pt x="1087" y="246"/>
                  </a:lnTo>
                  <a:lnTo>
                    <a:pt x="1109" y="114"/>
                  </a:lnTo>
                  <a:lnTo>
                    <a:pt x="1130" y="278"/>
                  </a:lnTo>
                  <a:lnTo>
                    <a:pt x="1152" y="153"/>
                  </a:lnTo>
                  <a:lnTo>
                    <a:pt x="1174" y="252"/>
                  </a:lnTo>
                  <a:lnTo>
                    <a:pt x="1195" y="182"/>
                  </a:lnTo>
                  <a:lnTo>
                    <a:pt x="1217" y="98"/>
                  </a:lnTo>
                  <a:lnTo>
                    <a:pt x="1239" y="216"/>
                  </a:lnTo>
                  <a:lnTo>
                    <a:pt x="1261" y="101"/>
                  </a:lnTo>
                  <a:lnTo>
                    <a:pt x="1282" y="306"/>
                  </a:lnTo>
                  <a:lnTo>
                    <a:pt x="1304" y="268"/>
                  </a:lnTo>
                  <a:lnTo>
                    <a:pt x="1326" y="228"/>
                  </a:lnTo>
                  <a:lnTo>
                    <a:pt x="1347" y="309"/>
                  </a:lnTo>
                  <a:lnTo>
                    <a:pt x="1369" y="295"/>
                  </a:lnTo>
                  <a:lnTo>
                    <a:pt x="1391" y="170"/>
                  </a:lnTo>
                  <a:lnTo>
                    <a:pt x="1413" y="223"/>
                  </a:lnTo>
                  <a:lnTo>
                    <a:pt x="1435" y="294"/>
                  </a:lnTo>
                  <a:lnTo>
                    <a:pt x="1456" y="0"/>
                  </a:lnTo>
                  <a:lnTo>
                    <a:pt x="1478" y="263"/>
                  </a:lnTo>
                  <a:lnTo>
                    <a:pt x="1500" y="255"/>
                  </a:lnTo>
                  <a:lnTo>
                    <a:pt x="1521" y="216"/>
                  </a:lnTo>
                  <a:lnTo>
                    <a:pt x="1543" y="122"/>
                  </a:lnTo>
                  <a:lnTo>
                    <a:pt x="1565" y="204"/>
                  </a:lnTo>
                  <a:lnTo>
                    <a:pt x="1587" y="252"/>
                  </a:lnTo>
                  <a:lnTo>
                    <a:pt x="1608" y="220"/>
                  </a:lnTo>
                  <a:lnTo>
                    <a:pt x="1630" y="281"/>
                  </a:lnTo>
                  <a:lnTo>
                    <a:pt x="1652" y="278"/>
                  </a:lnTo>
                  <a:lnTo>
                    <a:pt x="1674" y="90"/>
                  </a:lnTo>
                  <a:lnTo>
                    <a:pt x="1695" y="167"/>
                  </a:lnTo>
                  <a:lnTo>
                    <a:pt x="1717" y="297"/>
                  </a:lnTo>
                  <a:lnTo>
                    <a:pt x="1739" y="273"/>
                  </a:lnTo>
                  <a:lnTo>
                    <a:pt x="1761" y="181"/>
                  </a:lnTo>
                  <a:lnTo>
                    <a:pt x="1782" y="313"/>
                  </a:lnTo>
                  <a:lnTo>
                    <a:pt x="1804" y="193"/>
                  </a:lnTo>
                  <a:lnTo>
                    <a:pt x="1826" y="204"/>
                  </a:lnTo>
                  <a:lnTo>
                    <a:pt x="1847" y="296"/>
                  </a:lnTo>
                  <a:lnTo>
                    <a:pt x="1869" y="211"/>
                  </a:lnTo>
                  <a:lnTo>
                    <a:pt x="1891" y="149"/>
                  </a:lnTo>
                  <a:lnTo>
                    <a:pt x="1913" y="156"/>
                  </a:lnTo>
                  <a:lnTo>
                    <a:pt x="1934" y="211"/>
                  </a:lnTo>
                  <a:lnTo>
                    <a:pt x="1956" y="264"/>
                  </a:lnTo>
                  <a:lnTo>
                    <a:pt x="1978" y="242"/>
                  </a:lnTo>
                  <a:lnTo>
                    <a:pt x="2000" y="218"/>
                  </a:lnTo>
                  <a:lnTo>
                    <a:pt x="2021" y="192"/>
                  </a:lnTo>
                  <a:lnTo>
                    <a:pt x="2043" y="249"/>
                  </a:lnTo>
                  <a:lnTo>
                    <a:pt x="2065" y="237"/>
                  </a:lnTo>
                  <a:lnTo>
                    <a:pt x="2087" y="286"/>
                  </a:lnTo>
                  <a:lnTo>
                    <a:pt x="2108" y="283"/>
                  </a:lnTo>
                  <a:lnTo>
                    <a:pt x="2130" y="291"/>
                  </a:lnTo>
                  <a:lnTo>
                    <a:pt x="2152" y="185"/>
                  </a:lnTo>
                  <a:lnTo>
                    <a:pt x="2174" y="103"/>
                  </a:lnTo>
                </a:path>
              </a:pathLst>
            </a:custGeom>
            <a:noFill/>
            <a:ln w="6350" cap="flat">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grpSp>
          <p:nvGrpSpPr>
            <p:cNvPr id="271" name="그룹 270">
              <a:extLst>
                <a:ext uri="{FF2B5EF4-FFF2-40B4-BE49-F238E27FC236}">
                  <a16:creationId xmlns:a16="http://schemas.microsoft.com/office/drawing/2014/main" id="{DCE321A2-B704-41C6-8347-03D811F56899}"/>
                </a:ext>
              </a:extLst>
            </p:cNvPr>
            <p:cNvGrpSpPr/>
            <p:nvPr/>
          </p:nvGrpSpPr>
          <p:grpSpPr>
            <a:xfrm>
              <a:off x="2831557" y="3510678"/>
              <a:ext cx="510516" cy="168906"/>
              <a:chOff x="6204600" y="4165600"/>
              <a:chExt cx="2610610" cy="863729"/>
            </a:xfrm>
            <a:noFill/>
            <a:scene3d>
              <a:camera prst="isometricOffAxis1Top">
                <a:rot lat="19722016" lon="3375994" rev="17414914"/>
              </a:camera>
              <a:lightRig rig="threePt" dir="t"/>
            </a:scene3d>
          </p:grpSpPr>
          <p:sp>
            <p:nvSpPr>
              <p:cNvPr id="272" name="직사각형 271">
                <a:extLst>
                  <a:ext uri="{FF2B5EF4-FFF2-40B4-BE49-F238E27FC236}">
                    <a16:creationId xmlns:a16="http://schemas.microsoft.com/office/drawing/2014/main" id="{E72DEDEB-3C99-4E9C-A8DC-78C5DF422DF1}"/>
                  </a:ext>
                </a:extLst>
              </p:cNvPr>
              <p:cNvSpPr/>
              <p:nvPr/>
            </p:nvSpPr>
            <p:spPr>
              <a:xfrm>
                <a:off x="620460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3" name="직사각형 272">
                <a:extLst>
                  <a:ext uri="{FF2B5EF4-FFF2-40B4-BE49-F238E27FC236}">
                    <a16:creationId xmlns:a16="http://schemas.microsoft.com/office/drawing/2014/main" id="{2DE69049-6C47-4D29-8479-214AE2814D59}"/>
                  </a:ext>
                </a:extLst>
              </p:cNvPr>
              <p:cNvSpPr/>
              <p:nvPr/>
            </p:nvSpPr>
            <p:spPr>
              <a:xfrm>
                <a:off x="707673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4" name="직사각형 273">
                <a:extLst>
                  <a:ext uri="{FF2B5EF4-FFF2-40B4-BE49-F238E27FC236}">
                    <a16:creationId xmlns:a16="http://schemas.microsoft.com/office/drawing/2014/main" id="{BA4D9B78-6520-497D-8FA9-2023D4F81709}"/>
                  </a:ext>
                </a:extLst>
              </p:cNvPr>
              <p:cNvSpPr/>
              <p:nvPr/>
            </p:nvSpPr>
            <p:spPr>
              <a:xfrm>
                <a:off x="7951481"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4" name="자유형: 도형 23">
              <a:extLst>
                <a:ext uri="{FF2B5EF4-FFF2-40B4-BE49-F238E27FC236}">
                  <a16:creationId xmlns:a16="http://schemas.microsoft.com/office/drawing/2014/main" id="{14439EDB-4D78-47FF-9EC3-615168099232}"/>
                </a:ext>
              </a:extLst>
            </p:cNvPr>
            <p:cNvSpPr/>
            <p:nvPr/>
          </p:nvSpPr>
          <p:spPr>
            <a:xfrm>
              <a:off x="2581854" y="2949292"/>
              <a:ext cx="879443" cy="870447"/>
            </a:xfrm>
            <a:custGeom>
              <a:avLst/>
              <a:gdLst>
                <a:gd name="connsiteX0" fmla="*/ 427635 w 906780"/>
                <a:gd name="connsiteY0" fmla="*/ 0 h 897504"/>
                <a:gd name="connsiteX1" fmla="*/ 484785 w 906780"/>
                <a:gd name="connsiteY1" fmla="*/ 4762 h 897504"/>
                <a:gd name="connsiteX2" fmla="*/ 494310 w 906780"/>
                <a:gd name="connsiteY2" fmla="*/ 19050 h 897504"/>
                <a:gd name="connsiteX3" fmla="*/ 508597 w 906780"/>
                <a:gd name="connsiteY3" fmla="*/ 42862 h 897504"/>
                <a:gd name="connsiteX4" fmla="*/ 518122 w 906780"/>
                <a:gd name="connsiteY4" fmla="*/ 80962 h 897504"/>
                <a:gd name="connsiteX5" fmla="*/ 527647 w 906780"/>
                <a:gd name="connsiteY5" fmla="*/ 119062 h 897504"/>
                <a:gd name="connsiteX6" fmla="*/ 537172 w 906780"/>
                <a:gd name="connsiteY6" fmla="*/ 152400 h 897504"/>
                <a:gd name="connsiteX7" fmla="*/ 546697 w 906780"/>
                <a:gd name="connsiteY7" fmla="*/ 209550 h 897504"/>
                <a:gd name="connsiteX8" fmla="*/ 556222 w 906780"/>
                <a:gd name="connsiteY8" fmla="*/ 247650 h 897504"/>
                <a:gd name="connsiteX9" fmla="*/ 560985 w 906780"/>
                <a:gd name="connsiteY9" fmla="*/ 261937 h 897504"/>
                <a:gd name="connsiteX10" fmla="*/ 565747 w 906780"/>
                <a:gd name="connsiteY10" fmla="*/ 285750 h 897504"/>
                <a:gd name="connsiteX11" fmla="*/ 580035 w 906780"/>
                <a:gd name="connsiteY11" fmla="*/ 319087 h 897504"/>
                <a:gd name="connsiteX12" fmla="*/ 584797 w 906780"/>
                <a:gd name="connsiteY12" fmla="*/ 342900 h 897504"/>
                <a:gd name="connsiteX13" fmla="*/ 594322 w 906780"/>
                <a:gd name="connsiteY13" fmla="*/ 357187 h 897504"/>
                <a:gd name="connsiteX14" fmla="*/ 599085 w 906780"/>
                <a:gd name="connsiteY14" fmla="*/ 381000 h 897504"/>
                <a:gd name="connsiteX15" fmla="*/ 613372 w 906780"/>
                <a:gd name="connsiteY15" fmla="*/ 419100 h 897504"/>
                <a:gd name="connsiteX16" fmla="*/ 622897 w 906780"/>
                <a:gd name="connsiteY16" fmla="*/ 452437 h 897504"/>
                <a:gd name="connsiteX17" fmla="*/ 632422 w 906780"/>
                <a:gd name="connsiteY17" fmla="*/ 466725 h 897504"/>
                <a:gd name="connsiteX18" fmla="*/ 651472 w 906780"/>
                <a:gd name="connsiteY18" fmla="*/ 500062 h 897504"/>
                <a:gd name="connsiteX19" fmla="*/ 665760 w 906780"/>
                <a:gd name="connsiteY19" fmla="*/ 509587 h 897504"/>
                <a:gd name="connsiteX20" fmla="*/ 684810 w 906780"/>
                <a:gd name="connsiteY20" fmla="*/ 519112 h 897504"/>
                <a:gd name="connsiteX21" fmla="*/ 713385 w 906780"/>
                <a:gd name="connsiteY21" fmla="*/ 533400 h 897504"/>
                <a:gd name="connsiteX22" fmla="*/ 727672 w 906780"/>
                <a:gd name="connsiteY22" fmla="*/ 547687 h 897504"/>
                <a:gd name="connsiteX23" fmla="*/ 741960 w 906780"/>
                <a:gd name="connsiteY23" fmla="*/ 557212 h 897504"/>
                <a:gd name="connsiteX24" fmla="*/ 770535 w 906780"/>
                <a:gd name="connsiteY24" fmla="*/ 585787 h 897504"/>
                <a:gd name="connsiteX25" fmla="*/ 789585 w 906780"/>
                <a:gd name="connsiteY25" fmla="*/ 604837 h 897504"/>
                <a:gd name="connsiteX26" fmla="*/ 818160 w 906780"/>
                <a:gd name="connsiteY26" fmla="*/ 623887 h 897504"/>
                <a:gd name="connsiteX27" fmla="*/ 841972 w 906780"/>
                <a:gd name="connsiteY27" fmla="*/ 642937 h 897504"/>
                <a:gd name="connsiteX28" fmla="*/ 851497 w 906780"/>
                <a:gd name="connsiteY28" fmla="*/ 657225 h 897504"/>
                <a:gd name="connsiteX29" fmla="*/ 870547 w 906780"/>
                <a:gd name="connsiteY29" fmla="*/ 661987 h 897504"/>
                <a:gd name="connsiteX30" fmla="*/ 900665 w 906780"/>
                <a:gd name="connsiteY30" fmla="*/ 673119 h 897504"/>
                <a:gd name="connsiteX31" fmla="*/ 906780 w 906780"/>
                <a:gd name="connsiteY31" fmla="*/ 674633 h 897504"/>
                <a:gd name="connsiteX32" fmla="*/ 906780 w 906780"/>
                <a:gd name="connsiteY32" fmla="*/ 685080 h 897504"/>
                <a:gd name="connsiteX33" fmla="*/ 887702 w 906780"/>
                <a:gd name="connsiteY33" fmla="*/ 691062 h 897504"/>
                <a:gd name="connsiteX34" fmla="*/ 861022 w 906780"/>
                <a:gd name="connsiteY34" fmla="*/ 700087 h 897504"/>
                <a:gd name="connsiteX35" fmla="*/ 846735 w 906780"/>
                <a:gd name="connsiteY35" fmla="*/ 709612 h 897504"/>
                <a:gd name="connsiteX36" fmla="*/ 818160 w 906780"/>
                <a:gd name="connsiteY36" fmla="*/ 719137 h 897504"/>
                <a:gd name="connsiteX37" fmla="*/ 803872 w 906780"/>
                <a:gd name="connsiteY37" fmla="*/ 728662 h 897504"/>
                <a:gd name="connsiteX38" fmla="*/ 770535 w 906780"/>
                <a:gd name="connsiteY38" fmla="*/ 742950 h 897504"/>
                <a:gd name="connsiteX39" fmla="*/ 751485 w 906780"/>
                <a:gd name="connsiteY39" fmla="*/ 747712 h 897504"/>
                <a:gd name="connsiteX40" fmla="*/ 727672 w 906780"/>
                <a:gd name="connsiteY40" fmla="*/ 752475 h 897504"/>
                <a:gd name="connsiteX41" fmla="*/ 713385 w 906780"/>
                <a:gd name="connsiteY41" fmla="*/ 766762 h 897504"/>
                <a:gd name="connsiteX42" fmla="*/ 675285 w 906780"/>
                <a:gd name="connsiteY42" fmla="*/ 776287 h 897504"/>
                <a:gd name="connsiteX43" fmla="*/ 641947 w 906780"/>
                <a:gd name="connsiteY43" fmla="*/ 785812 h 897504"/>
                <a:gd name="connsiteX44" fmla="*/ 603847 w 906780"/>
                <a:gd name="connsiteY44" fmla="*/ 795337 h 897504"/>
                <a:gd name="connsiteX45" fmla="*/ 584797 w 906780"/>
                <a:gd name="connsiteY45" fmla="*/ 804862 h 897504"/>
                <a:gd name="connsiteX46" fmla="*/ 560985 w 906780"/>
                <a:gd name="connsiteY46" fmla="*/ 814387 h 897504"/>
                <a:gd name="connsiteX47" fmla="*/ 522885 w 906780"/>
                <a:gd name="connsiteY47" fmla="*/ 833437 h 897504"/>
                <a:gd name="connsiteX48" fmla="*/ 475260 w 906780"/>
                <a:gd name="connsiteY48" fmla="*/ 857250 h 897504"/>
                <a:gd name="connsiteX49" fmla="*/ 446685 w 906780"/>
                <a:gd name="connsiteY49" fmla="*/ 871537 h 897504"/>
                <a:gd name="connsiteX50" fmla="*/ 437160 w 906780"/>
                <a:gd name="connsiteY50" fmla="*/ 885825 h 897504"/>
                <a:gd name="connsiteX51" fmla="*/ 413801 w 906780"/>
                <a:gd name="connsiteY51" fmla="*/ 897504 h 897504"/>
                <a:gd name="connsiteX52" fmla="*/ 400557 w 906780"/>
                <a:gd name="connsiteY52" fmla="*/ 897504 h 897504"/>
                <a:gd name="connsiteX53" fmla="*/ 394164 w 906780"/>
                <a:gd name="connsiteY53" fmla="*/ 895427 h 897504"/>
                <a:gd name="connsiteX54" fmla="*/ 380010 w 906780"/>
                <a:gd name="connsiteY54" fmla="*/ 885825 h 897504"/>
                <a:gd name="connsiteX55" fmla="*/ 365722 w 906780"/>
                <a:gd name="connsiteY55" fmla="*/ 881062 h 897504"/>
                <a:gd name="connsiteX56" fmla="*/ 351435 w 906780"/>
                <a:gd name="connsiteY56" fmla="*/ 866775 h 897504"/>
                <a:gd name="connsiteX57" fmla="*/ 332385 w 906780"/>
                <a:gd name="connsiteY57" fmla="*/ 857250 h 897504"/>
                <a:gd name="connsiteX58" fmla="*/ 308572 w 906780"/>
                <a:gd name="connsiteY58" fmla="*/ 842962 h 897504"/>
                <a:gd name="connsiteX59" fmla="*/ 279997 w 906780"/>
                <a:gd name="connsiteY59" fmla="*/ 819150 h 897504"/>
                <a:gd name="connsiteX60" fmla="*/ 260947 w 906780"/>
                <a:gd name="connsiteY60" fmla="*/ 809625 h 897504"/>
                <a:gd name="connsiteX61" fmla="*/ 213322 w 906780"/>
                <a:gd name="connsiteY61" fmla="*/ 776287 h 897504"/>
                <a:gd name="connsiteX62" fmla="*/ 194272 w 906780"/>
                <a:gd name="connsiteY62" fmla="*/ 766762 h 897504"/>
                <a:gd name="connsiteX63" fmla="*/ 151410 w 906780"/>
                <a:gd name="connsiteY63" fmla="*/ 738187 h 897504"/>
                <a:gd name="connsiteX64" fmla="*/ 137122 w 906780"/>
                <a:gd name="connsiteY64" fmla="*/ 733425 h 897504"/>
                <a:gd name="connsiteX65" fmla="*/ 103785 w 906780"/>
                <a:gd name="connsiteY65" fmla="*/ 714375 h 897504"/>
                <a:gd name="connsiteX66" fmla="*/ 89497 w 906780"/>
                <a:gd name="connsiteY66" fmla="*/ 709612 h 897504"/>
                <a:gd name="connsiteX67" fmla="*/ 70447 w 906780"/>
                <a:gd name="connsiteY67" fmla="*/ 690562 h 897504"/>
                <a:gd name="connsiteX68" fmla="*/ 51397 w 906780"/>
                <a:gd name="connsiteY68" fmla="*/ 681037 h 897504"/>
                <a:gd name="connsiteX69" fmla="*/ 37110 w 906780"/>
                <a:gd name="connsiteY69" fmla="*/ 666750 h 897504"/>
                <a:gd name="connsiteX70" fmla="*/ 18060 w 906780"/>
                <a:gd name="connsiteY70" fmla="*/ 657225 h 897504"/>
                <a:gd name="connsiteX71" fmla="*/ 0 w 906780"/>
                <a:gd name="connsiteY71" fmla="*/ 643680 h 897504"/>
                <a:gd name="connsiteX72" fmla="*/ 0 w 906780"/>
                <a:gd name="connsiteY72" fmla="*/ 616248 h 897504"/>
                <a:gd name="connsiteX73" fmla="*/ 41872 w 906780"/>
                <a:gd name="connsiteY73" fmla="*/ 595312 h 897504"/>
                <a:gd name="connsiteX74" fmla="*/ 65685 w 906780"/>
                <a:gd name="connsiteY74" fmla="*/ 581025 h 897504"/>
                <a:gd name="connsiteX75" fmla="*/ 89497 w 906780"/>
                <a:gd name="connsiteY75" fmla="*/ 571500 h 897504"/>
                <a:gd name="connsiteX76" fmla="*/ 122835 w 906780"/>
                <a:gd name="connsiteY76" fmla="*/ 547687 h 897504"/>
                <a:gd name="connsiteX77" fmla="*/ 137122 w 906780"/>
                <a:gd name="connsiteY77" fmla="*/ 542925 h 897504"/>
                <a:gd name="connsiteX78" fmla="*/ 156172 w 906780"/>
                <a:gd name="connsiteY78" fmla="*/ 533400 h 897504"/>
                <a:gd name="connsiteX79" fmla="*/ 227610 w 906780"/>
                <a:gd name="connsiteY79" fmla="*/ 523875 h 897504"/>
                <a:gd name="connsiteX80" fmla="*/ 246660 w 906780"/>
                <a:gd name="connsiteY80" fmla="*/ 500062 h 897504"/>
                <a:gd name="connsiteX81" fmla="*/ 260947 w 906780"/>
                <a:gd name="connsiteY81" fmla="*/ 447675 h 897504"/>
                <a:gd name="connsiteX82" fmla="*/ 265710 w 906780"/>
                <a:gd name="connsiteY82" fmla="*/ 433387 h 897504"/>
                <a:gd name="connsiteX83" fmla="*/ 270472 w 906780"/>
                <a:gd name="connsiteY83" fmla="*/ 414337 h 897504"/>
                <a:gd name="connsiteX84" fmla="*/ 279997 w 906780"/>
                <a:gd name="connsiteY84" fmla="*/ 395287 h 897504"/>
                <a:gd name="connsiteX85" fmla="*/ 284760 w 906780"/>
                <a:gd name="connsiteY85" fmla="*/ 323850 h 897504"/>
                <a:gd name="connsiteX86" fmla="*/ 289522 w 906780"/>
                <a:gd name="connsiteY86" fmla="*/ 309562 h 897504"/>
                <a:gd name="connsiteX87" fmla="*/ 294285 w 906780"/>
                <a:gd name="connsiteY87" fmla="*/ 290512 h 897504"/>
                <a:gd name="connsiteX88" fmla="*/ 308572 w 906780"/>
                <a:gd name="connsiteY88" fmla="*/ 252412 h 897504"/>
                <a:gd name="connsiteX89" fmla="*/ 327622 w 906780"/>
                <a:gd name="connsiteY89" fmla="*/ 209550 h 897504"/>
                <a:gd name="connsiteX90" fmla="*/ 356197 w 906780"/>
                <a:gd name="connsiteY90" fmla="*/ 133350 h 897504"/>
                <a:gd name="connsiteX91" fmla="*/ 375247 w 906780"/>
                <a:gd name="connsiteY91" fmla="*/ 95250 h 897504"/>
                <a:gd name="connsiteX92" fmla="*/ 384772 w 906780"/>
                <a:gd name="connsiteY92" fmla="*/ 61912 h 897504"/>
                <a:gd name="connsiteX93" fmla="*/ 389535 w 906780"/>
                <a:gd name="connsiteY93" fmla="*/ 42862 h 897504"/>
                <a:gd name="connsiteX94" fmla="*/ 399060 w 906780"/>
                <a:gd name="connsiteY94" fmla="*/ 14287 h 897504"/>
                <a:gd name="connsiteX95" fmla="*/ 427635 w 906780"/>
                <a:gd name="connsiteY95" fmla="*/ 0 h 897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906780" h="897504">
                  <a:moveTo>
                    <a:pt x="427635" y="0"/>
                  </a:moveTo>
                  <a:cubicBezTo>
                    <a:pt x="446685" y="1587"/>
                    <a:pt x="466404" y="-490"/>
                    <a:pt x="484785" y="4762"/>
                  </a:cubicBezTo>
                  <a:cubicBezTo>
                    <a:pt x="490289" y="6334"/>
                    <a:pt x="491276" y="14196"/>
                    <a:pt x="494310" y="19050"/>
                  </a:cubicBezTo>
                  <a:cubicBezTo>
                    <a:pt x="499216" y="26899"/>
                    <a:pt x="503835" y="34925"/>
                    <a:pt x="508597" y="42862"/>
                  </a:cubicBezTo>
                  <a:cubicBezTo>
                    <a:pt x="520249" y="101118"/>
                    <a:pt x="507139" y="40689"/>
                    <a:pt x="518122" y="80962"/>
                  </a:cubicBezTo>
                  <a:cubicBezTo>
                    <a:pt x="521566" y="93592"/>
                    <a:pt x="524051" y="106475"/>
                    <a:pt x="527647" y="119062"/>
                  </a:cubicBezTo>
                  <a:cubicBezTo>
                    <a:pt x="530822" y="130175"/>
                    <a:pt x="534791" y="141091"/>
                    <a:pt x="537172" y="152400"/>
                  </a:cubicBezTo>
                  <a:cubicBezTo>
                    <a:pt x="541151" y="171299"/>
                    <a:pt x="540589" y="191229"/>
                    <a:pt x="546697" y="209550"/>
                  </a:cubicBezTo>
                  <a:cubicBezTo>
                    <a:pt x="557585" y="242208"/>
                    <a:pt x="544728" y="201674"/>
                    <a:pt x="556222" y="247650"/>
                  </a:cubicBezTo>
                  <a:cubicBezTo>
                    <a:pt x="557440" y="252520"/>
                    <a:pt x="559767" y="257067"/>
                    <a:pt x="560985" y="261937"/>
                  </a:cubicBezTo>
                  <a:cubicBezTo>
                    <a:pt x="562948" y="269790"/>
                    <a:pt x="563784" y="277897"/>
                    <a:pt x="565747" y="285750"/>
                  </a:cubicBezTo>
                  <a:cubicBezTo>
                    <a:pt x="569250" y="299761"/>
                    <a:pt x="573223" y="305463"/>
                    <a:pt x="580035" y="319087"/>
                  </a:cubicBezTo>
                  <a:cubicBezTo>
                    <a:pt x="581622" y="327025"/>
                    <a:pt x="581955" y="335321"/>
                    <a:pt x="584797" y="342900"/>
                  </a:cubicBezTo>
                  <a:cubicBezTo>
                    <a:pt x="586807" y="348259"/>
                    <a:pt x="592312" y="351828"/>
                    <a:pt x="594322" y="357187"/>
                  </a:cubicBezTo>
                  <a:cubicBezTo>
                    <a:pt x="597164" y="364766"/>
                    <a:pt x="597122" y="373147"/>
                    <a:pt x="599085" y="381000"/>
                  </a:cubicBezTo>
                  <a:cubicBezTo>
                    <a:pt x="602430" y="394379"/>
                    <a:pt x="609000" y="405984"/>
                    <a:pt x="613372" y="419100"/>
                  </a:cubicBezTo>
                  <a:cubicBezTo>
                    <a:pt x="616422" y="428249"/>
                    <a:pt x="618313" y="443269"/>
                    <a:pt x="622897" y="452437"/>
                  </a:cubicBezTo>
                  <a:cubicBezTo>
                    <a:pt x="625457" y="457557"/>
                    <a:pt x="629862" y="461605"/>
                    <a:pt x="632422" y="466725"/>
                  </a:cubicBezTo>
                  <a:cubicBezTo>
                    <a:pt x="643319" y="488518"/>
                    <a:pt x="628444" y="477034"/>
                    <a:pt x="651472" y="500062"/>
                  </a:cubicBezTo>
                  <a:cubicBezTo>
                    <a:pt x="655519" y="504109"/>
                    <a:pt x="660790" y="506747"/>
                    <a:pt x="665760" y="509587"/>
                  </a:cubicBezTo>
                  <a:cubicBezTo>
                    <a:pt x="671924" y="513109"/>
                    <a:pt x="678285" y="516315"/>
                    <a:pt x="684810" y="519112"/>
                  </a:cubicBezTo>
                  <a:cubicBezTo>
                    <a:pt x="702497" y="526692"/>
                    <a:pt x="697235" y="519942"/>
                    <a:pt x="713385" y="533400"/>
                  </a:cubicBezTo>
                  <a:cubicBezTo>
                    <a:pt x="718559" y="537712"/>
                    <a:pt x="722498" y="543375"/>
                    <a:pt x="727672" y="547687"/>
                  </a:cubicBezTo>
                  <a:cubicBezTo>
                    <a:pt x="732069" y="551351"/>
                    <a:pt x="737682" y="553409"/>
                    <a:pt x="741960" y="557212"/>
                  </a:cubicBezTo>
                  <a:cubicBezTo>
                    <a:pt x="752028" y="566161"/>
                    <a:pt x="761010" y="576262"/>
                    <a:pt x="770535" y="585787"/>
                  </a:cubicBezTo>
                  <a:cubicBezTo>
                    <a:pt x="776885" y="592137"/>
                    <a:pt x="782113" y="599856"/>
                    <a:pt x="789585" y="604837"/>
                  </a:cubicBezTo>
                  <a:lnTo>
                    <a:pt x="818160" y="623887"/>
                  </a:lnTo>
                  <a:cubicBezTo>
                    <a:pt x="845458" y="664836"/>
                    <a:pt x="809109" y="616646"/>
                    <a:pt x="841972" y="642937"/>
                  </a:cubicBezTo>
                  <a:cubicBezTo>
                    <a:pt x="846442" y="646513"/>
                    <a:pt x="846734" y="654050"/>
                    <a:pt x="851497" y="657225"/>
                  </a:cubicBezTo>
                  <a:cubicBezTo>
                    <a:pt x="856943" y="660856"/>
                    <a:pt x="864337" y="659917"/>
                    <a:pt x="870547" y="661987"/>
                  </a:cubicBezTo>
                  <a:cubicBezTo>
                    <a:pt x="917637" y="677683"/>
                    <a:pt x="880176" y="668109"/>
                    <a:pt x="900665" y="673119"/>
                  </a:cubicBezTo>
                  <a:lnTo>
                    <a:pt x="906780" y="674633"/>
                  </a:lnTo>
                  <a:lnTo>
                    <a:pt x="906780" y="685080"/>
                  </a:lnTo>
                  <a:lnTo>
                    <a:pt x="887702" y="691062"/>
                  </a:lnTo>
                  <a:cubicBezTo>
                    <a:pt x="877825" y="694248"/>
                    <a:pt x="868454" y="697385"/>
                    <a:pt x="861022" y="700087"/>
                  </a:cubicBezTo>
                  <a:cubicBezTo>
                    <a:pt x="855643" y="702043"/>
                    <a:pt x="851497" y="706437"/>
                    <a:pt x="846735" y="709612"/>
                  </a:cubicBezTo>
                  <a:cubicBezTo>
                    <a:pt x="838381" y="715181"/>
                    <a:pt x="827335" y="715059"/>
                    <a:pt x="818160" y="719137"/>
                  </a:cubicBezTo>
                  <a:cubicBezTo>
                    <a:pt x="812929" y="721462"/>
                    <a:pt x="809133" y="726407"/>
                    <a:pt x="803872" y="728662"/>
                  </a:cubicBezTo>
                  <a:cubicBezTo>
                    <a:pt x="760820" y="747113"/>
                    <a:pt x="806401" y="719039"/>
                    <a:pt x="770535" y="742950"/>
                  </a:cubicBezTo>
                  <a:cubicBezTo>
                    <a:pt x="764185" y="744537"/>
                    <a:pt x="757875" y="746292"/>
                    <a:pt x="751485" y="747712"/>
                  </a:cubicBezTo>
                  <a:cubicBezTo>
                    <a:pt x="743583" y="749468"/>
                    <a:pt x="734912" y="748855"/>
                    <a:pt x="727672" y="752475"/>
                  </a:cubicBezTo>
                  <a:cubicBezTo>
                    <a:pt x="721648" y="755487"/>
                    <a:pt x="718147" y="762000"/>
                    <a:pt x="713385" y="766762"/>
                  </a:cubicBezTo>
                  <a:cubicBezTo>
                    <a:pt x="687851" y="775274"/>
                    <a:pt x="709771" y="768623"/>
                    <a:pt x="675285" y="776287"/>
                  </a:cubicBezTo>
                  <a:cubicBezTo>
                    <a:pt x="657353" y="780272"/>
                    <a:pt x="657852" y="780511"/>
                    <a:pt x="641947" y="785812"/>
                  </a:cubicBezTo>
                  <a:cubicBezTo>
                    <a:pt x="629528" y="789951"/>
                    <a:pt x="616266" y="791197"/>
                    <a:pt x="603847" y="795337"/>
                  </a:cubicBezTo>
                  <a:cubicBezTo>
                    <a:pt x="597112" y="797582"/>
                    <a:pt x="591285" y="801979"/>
                    <a:pt x="584797" y="804862"/>
                  </a:cubicBezTo>
                  <a:cubicBezTo>
                    <a:pt x="576985" y="808334"/>
                    <a:pt x="568922" y="811212"/>
                    <a:pt x="560985" y="814387"/>
                  </a:cubicBezTo>
                  <a:cubicBezTo>
                    <a:pt x="547802" y="819660"/>
                    <a:pt x="535992" y="827976"/>
                    <a:pt x="522885" y="833437"/>
                  </a:cubicBezTo>
                  <a:cubicBezTo>
                    <a:pt x="472627" y="854378"/>
                    <a:pt x="544439" y="811131"/>
                    <a:pt x="475260" y="857250"/>
                  </a:cubicBezTo>
                  <a:cubicBezTo>
                    <a:pt x="463639" y="861123"/>
                    <a:pt x="455918" y="862304"/>
                    <a:pt x="446685" y="871537"/>
                  </a:cubicBezTo>
                  <a:cubicBezTo>
                    <a:pt x="442638" y="875585"/>
                    <a:pt x="441739" y="882391"/>
                    <a:pt x="437160" y="885825"/>
                  </a:cubicBezTo>
                  <a:lnTo>
                    <a:pt x="413801" y="897504"/>
                  </a:lnTo>
                  <a:lnTo>
                    <a:pt x="400557" y="897504"/>
                  </a:lnTo>
                  <a:lnTo>
                    <a:pt x="394164" y="895427"/>
                  </a:lnTo>
                  <a:cubicBezTo>
                    <a:pt x="389732" y="894053"/>
                    <a:pt x="407702" y="899671"/>
                    <a:pt x="380010" y="885825"/>
                  </a:cubicBezTo>
                  <a:cubicBezTo>
                    <a:pt x="375520" y="883580"/>
                    <a:pt x="369899" y="883847"/>
                    <a:pt x="365722" y="881062"/>
                  </a:cubicBezTo>
                  <a:cubicBezTo>
                    <a:pt x="360118" y="877326"/>
                    <a:pt x="356915" y="870690"/>
                    <a:pt x="351435" y="866775"/>
                  </a:cubicBezTo>
                  <a:cubicBezTo>
                    <a:pt x="345658" y="862649"/>
                    <a:pt x="338591" y="860698"/>
                    <a:pt x="332385" y="857250"/>
                  </a:cubicBezTo>
                  <a:cubicBezTo>
                    <a:pt x="324293" y="852754"/>
                    <a:pt x="316422" y="847868"/>
                    <a:pt x="308572" y="842962"/>
                  </a:cubicBezTo>
                  <a:cubicBezTo>
                    <a:pt x="248094" y="805163"/>
                    <a:pt x="346092" y="866359"/>
                    <a:pt x="279997" y="819150"/>
                  </a:cubicBezTo>
                  <a:cubicBezTo>
                    <a:pt x="274220" y="815024"/>
                    <a:pt x="267297" y="812800"/>
                    <a:pt x="260947" y="809625"/>
                  </a:cubicBezTo>
                  <a:cubicBezTo>
                    <a:pt x="231987" y="795145"/>
                    <a:pt x="237218" y="791222"/>
                    <a:pt x="213322" y="776287"/>
                  </a:cubicBezTo>
                  <a:cubicBezTo>
                    <a:pt x="207302" y="772524"/>
                    <a:pt x="200179" y="770700"/>
                    <a:pt x="194272" y="766762"/>
                  </a:cubicBezTo>
                  <a:cubicBezTo>
                    <a:pt x="160568" y="744292"/>
                    <a:pt x="182589" y="751549"/>
                    <a:pt x="151410" y="738187"/>
                  </a:cubicBezTo>
                  <a:cubicBezTo>
                    <a:pt x="146796" y="736210"/>
                    <a:pt x="141612" y="735670"/>
                    <a:pt x="137122" y="733425"/>
                  </a:cubicBezTo>
                  <a:cubicBezTo>
                    <a:pt x="89270" y="709500"/>
                    <a:pt x="162261" y="739437"/>
                    <a:pt x="103785" y="714375"/>
                  </a:cubicBezTo>
                  <a:cubicBezTo>
                    <a:pt x="99171" y="712397"/>
                    <a:pt x="93582" y="712530"/>
                    <a:pt x="89497" y="709612"/>
                  </a:cubicBezTo>
                  <a:cubicBezTo>
                    <a:pt x="82189" y="704392"/>
                    <a:pt x="77631" y="695950"/>
                    <a:pt x="70447" y="690562"/>
                  </a:cubicBezTo>
                  <a:cubicBezTo>
                    <a:pt x="64767" y="686302"/>
                    <a:pt x="57174" y="685163"/>
                    <a:pt x="51397" y="681037"/>
                  </a:cubicBezTo>
                  <a:cubicBezTo>
                    <a:pt x="45917" y="677122"/>
                    <a:pt x="42590" y="670665"/>
                    <a:pt x="37110" y="666750"/>
                  </a:cubicBezTo>
                  <a:cubicBezTo>
                    <a:pt x="31333" y="662624"/>
                    <a:pt x="24224" y="660747"/>
                    <a:pt x="18060" y="657225"/>
                  </a:cubicBezTo>
                  <a:lnTo>
                    <a:pt x="0" y="643680"/>
                  </a:lnTo>
                  <a:lnTo>
                    <a:pt x="0" y="616248"/>
                  </a:lnTo>
                  <a:lnTo>
                    <a:pt x="41872" y="595312"/>
                  </a:lnTo>
                  <a:cubicBezTo>
                    <a:pt x="50151" y="591172"/>
                    <a:pt x="57406" y="585165"/>
                    <a:pt x="65685" y="581025"/>
                  </a:cubicBezTo>
                  <a:cubicBezTo>
                    <a:pt x="73331" y="577202"/>
                    <a:pt x="81851" y="575323"/>
                    <a:pt x="89497" y="571500"/>
                  </a:cubicBezTo>
                  <a:cubicBezTo>
                    <a:pt x="104251" y="564123"/>
                    <a:pt x="107719" y="556325"/>
                    <a:pt x="122835" y="547687"/>
                  </a:cubicBezTo>
                  <a:cubicBezTo>
                    <a:pt x="127193" y="545196"/>
                    <a:pt x="132508" y="544902"/>
                    <a:pt x="137122" y="542925"/>
                  </a:cubicBezTo>
                  <a:cubicBezTo>
                    <a:pt x="143648" y="540128"/>
                    <a:pt x="149323" y="535268"/>
                    <a:pt x="156172" y="533400"/>
                  </a:cubicBezTo>
                  <a:cubicBezTo>
                    <a:pt x="161741" y="531881"/>
                    <a:pt x="224478" y="524266"/>
                    <a:pt x="227610" y="523875"/>
                  </a:cubicBezTo>
                  <a:cubicBezTo>
                    <a:pt x="233960" y="515937"/>
                    <a:pt x="241792" y="508986"/>
                    <a:pt x="246660" y="500062"/>
                  </a:cubicBezTo>
                  <a:cubicBezTo>
                    <a:pt x="256093" y="482769"/>
                    <a:pt x="256354" y="466046"/>
                    <a:pt x="260947" y="447675"/>
                  </a:cubicBezTo>
                  <a:cubicBezTo>
                    <a:pt x="262165" y="442805"/>
                    <a:pt x="264331" y="438214"/>
                    <a:pt x="265710" y="433387"/>
                  </a:cubicBezTo>
                  <a:cubicBezTo>
                    <a:pt x="267508" y="427093"/>
                    <a:pt x="268174" y="420466"/>
                    <a:pt x="270472" y="414337"/>
                  </a:cubicBezTo>
                  <a:cubicBezTo>
                    <a:pt x="272965" y="407689"/>
                    <a:pt x="276822" y="401637"/>
                    <a:pt x="279997" y="395287"/>
                  </a:cubicBezTo>
                  <a:cubicBezTo>
                    <a:pt x="281585" y="371475"/>
                    <a:pt x="282125" y="347569"/>
                    <a:pt x="284760" y="323850"/>
                  </a:cubicBezTo>
                  <a:cubicBezTo>
                    <a:pt x="285314" y="318860"/>
                    <a:pt x="288143" y="314389"/>
                    <a:pt x="289522" y="309562"/>
                  </a:cubicBezTo>
                  <a:cubicBezTo>
                    <a:pt x="291320" y="303268"/>
                    <a:pt x="292487" y="296806"/>
                    <a:pt x="294285" y="290512"/>
                  </a:cubicBezTo>
                  <a:cubicBezTo>
                    <a:pt x="299005" y="273993"/>
                    <a:pt x="301858" y="270874"/>
                    <a:pt x="308572" y="252412"/>
                  </a:cubicBezTo>
                  <a:cubicBezTo>
                    <a:pt x="322174" y="215007"/>
                    <a:pt x="311235" y="234129"/>
                    <a:pt x="327622" y="209550"/>
                  </a:cubicBezTo>
                  <a:cubicBezTo>
                    <a:pt x="335866" y="184819"/>
                    <a:pt x="344808" y="156129"/>
                    <a:pt x="356197" y="133350"/>
                  </a:cubicBezTo>
                  <a:cubicBezTo>
                    <a:pt x="362547" y="120650"/>
                    <a:pt x="371346" y="108903"/>
                    <a:pt x="375247" y="95250"/>
                  </a:cubicBezTo>
                  <a:cubicBezTo>
                    <a:pt x="378422" y="84137"/>
                    <a:pt x="381731" y="73062"/>
                    <a:pt x="384772" y="61912"/>
                  </a:cubicBezTo>
                  <a:cubicBezTo>
                    <a:pt x="386494" y="55597"/>
                    <a:pt x="387654" y="49131"/>
                    <a:pt x="389535" y="42862"/>
                  </a:cubicBezTo>
                  <a:cubicBezTo>
                    <a:pt x="392420" y="33245"/>
                    <a:pt x="390706" y="19856"/>
                    <a:pt x="399060" y="14287"/>
                  </a:cubicBezTo>
                  <a:cubicBezTo>
                    <a:pt x="417524" y="1977"/>
                    <a:pt x="407917" y="6572"/>
                    <a:pt x="427635" y="0"/>
                  </a:cubicBezTo>
                  <a:close/>
                </a:path>
              </a:pathLst>
            </a:custGeom>
            <a:blipFill dpi="0" rotWithShape="1">
              <a:blip r:embed="rId14">
                <a:alphaModFix amt="45000"/>
              </a:blip>
              <a:srcRect/>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75" name="타원 274">
              <a:extLst>
                <a:ext uri="{FF2B5EF4-FFF2-40B4-BE49-F238E27FC236}">
                  <a16:creationId xmlns:a16="http://schemas.microsoft.com/office/drawing/2014/main" id="{4439ACCE-73A0-4988-9BD1-AB81627D051D}"/>
                </a:ext>
              </a:extLst>
            </p:cNvPr>
            <p:cNvSpPr/>
            <p:nvPr/>
          </p:nvSpPr>
          <p:spPr>
            <a:xfrm>
              <a:off x="2962884" y="3490483"/>
              <a:ext cx="62376" cy="62376"/>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276" name="타원 275">
              <a:extLst>
                <a:ext uri="{FF2B5EF4-FFF2-40B4-BE49-F238E27FC236}">
                  <a16:creationId xmlns:a16="http://schemas.microsoft.com/office/drawing/2014/main" id="{73D4104F-CA9C-488E-B998-01CCF6591F53}"/>
                </a:ext>
              </a:extLst>
            </p:cNvPr>
            <p:cNvSpPr/>
            <p:nvPr/>
          </p:nvSpPr>
          <p:spPr>
            <a:xfrm>
              <a:off x="3152835" y="3609220"/>
              <a:ext cx="73400" cy="73400"/>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27" name="자유형: 도형 26">
              <a:extLst>
                <a:ext uri="{FF2B5EF4-FFF2-40B4-BE49-F238E27FC236}">
                  <a16:creationId xmlns:a16="http://schemas.microsoft.com/office/drawing/2014/main" id="{E2AE963B-FB84-4B8F-8B28-31233598A35B}"/>
                </a:ext>
              </a:extLst>
            </p:cNvPr>
            <p:cNvSpPr/>
            <p:nvPr/>
          </p:nvSpPr>
          <p:spPr>
            <a:xfrm>
              <a:off x="2770049" y="3053841"/>
              <a:ext cx="881249" cy="885999"/>
            </a:xfrm>
            <a:custGeom>
              <a:avLst/>
              <a:gdLst>
                <a:gd name="connsiteX0" fmla="*/ 414470 w 861475"/>
                <a:gd name="connsiteY0" fmla="*/ 0 h 866120"/>
                <a:gd name="connsiteX1" fmla="*/ 471620 w 861475"/>
                <a:gd name="connsiteY1" fmla="*/ 4762 h 866120"/>
                <a:gd name="connsiteX2" fmla="*/ 481145 w 861475"/>
                <a:gd name="connsiteY2" fmla="*/ 19050 h 866120"/>
                <a:gd name="connsiteX3" fmla="*/ 495432 w 861475"/>
                <a:gd name="connsiteY3" fmla="*/ 42862 h 866120"/>
                <a:gd name="connsiteX4" fmla="*/ 504957 w 861475"/>
                <a:gd name="connsiteY4" fmla="*/ 80962 h 866120"/>
                <a:gd name="connsiteX5" fmla="*/ 514482 w 861475"/>
                <a:gd name="connsiteY5" fmla="*/ 119062 h 866120"/>
                <a:gd name="connsiteX6" fmla="*/ 524007 w 861475"/>
                <a:gd name="connsiteY6" fmla="*/ 152400 h 866120"/>
                <a:gd name="connsiteX7" fmla="*/ 533532 w 861475"/>
                <a:gd name="connsiteY7" fmla="*/ 209550 h 866120"/>
                <a:gd name="connsiteX8" fmla="*/ 543057 w 861475"/>
                <a:gd name="connsiteY8" fmla="*/ 247650 h 866120"/>
                <a:gd name="connsiteX9" fmla="*/ 547820 w 861475"/>
                <a:gd name="connsiteY9" fmla="*/ 261937 h 866120"/>
                <a:gd name="connsiteX10" fmla="*/ 552582 w 861475"/>
                <a:gd name="connsiteY10" fmla="*/ 285750 h 866120"/>
                <a:gd name="connsiteX11" fmla="*/ 566870 w 861475"/>
                <a:gd name="connsiteY11" fmla="*/ 319087 h 866120"/>
                <a:gd name="connsiteX12" fmla="*/ 571632 w 861475"/>
                <a:gd name="connsiteY12" fmla="*/ 342900 h 866120"/>
                <a:gd name="connsiteX13" fmla="*/ 581157 w 861475"/>
                <a:gd name="connsiteY13" fmla="*/ 357187 h 866120"/>
                <a:gd name="connsiteX14" fmla="*/ 585920 w 861475"/>
                <a:gd name="connsiteY14" fmla="*/ 381000 h 866120"/>
                <a:gd name="connsiteX15" fmla="*/ 600207 w 861475"/>
                <a:gd name="connsiteY15" fmla="*/ 419100 h 866120"/>
                <a:gd name="connsiteX16" fmla="*/ 609732 w 861475"/>
                <a:gd name="connsiteY16" fmla="*/ 452437 h 866120"/>
                <a:gd name="connsiteX17" fmla="*/ 619257 w 861475"/>
                <a:gd name="connsiteY17" fmla="*/ 466725 h 866120"/>
                <a:gd name="connsiteX18" fmla="*/ 638307 w 861475"/>
                <a:gd name="connsiteY18" fmla="*/ 500062 h 866120"/>
                <a:gd name="connsiteX19" fmla="*/ 652595 w 861475"/>
                <a:gd name="connsiteY19" fmla="*/ 509587 h 866120"/>
                <a:gd name="connsiteX20" fmla="*/ 671645 w 861475"/>
                <a:gd name="connsiteY20" fmla="*/ 519112 h 866120"/>
                <a:gd name="connsiteX21" fmla="*/ 700220 w 861475"/>
                <a:gd name="connsiteY21" fmla="*/ 533400 h 866120"/>
                <a:gd name="connsiteX22" fmla="*/ 714507 w 861475"/>
                <a:gd name="connsiteY22" fmla="*/ 547687 h 866120"/>
                <a:gd name="connsiteX23" fmla="*/ 728795 w 861475"/>
                <a:gd name="connsiteY23" fmla="*/ 557212 h 866120"/>
                <a:gd name="connsiteX24" fmla="*/ 757370 w 861475"/>
                <a:gd name="connsiteY24" fmla="*/ 585787 h 866120"/>
                <a:gd name="connsiteX25" fmla="*/ 776420 w 861475"/>
                <a:gd name="connsiteY25" fmla="*/ 604837 h 866120"/>
                <a:gd name="connsiteX26" fmla="*/ 804995 w 861475"/>
                <a:gd name="connsiteY26" fmla="*/ 623887 h 866120"/>
                <a:gd name="connsiteX27" fmla="*/ 828807 w 861475"/>
                <a:gd name="connsiteY27" fmla="*/ 642937 h 866120"/>
                <a:gd name="connsiteX28" fmla="*/ 838332 w 861475"/>
                <a:gd name="connsiteY28" fmla="*/ 657225 h 866120"/>
                <a:gd name="connsiteX29" fmla="*/ 857382 w 861475"/>
                <a:gd name="connsiteY29" fmla="*/ 661987 h 866120"/>
                <a:gd name="connsiteX30" fmla="*/ 861475 w 861475"/>
                <a:gd name="connsiteY30" fmla="*/ 663393 h 866120"/>
                <a:gd name="connsiteX31" fmla="*/ 853487 w 861475"/>
                <a:gd name="connsiteY31" fmla="*/ 666095 h 866120"/>
                <a:gd name="connsiteX32" fmla="*/ 839200 w 861475"/>
                <a:gd name="connsiteY32" fmla="*/ 675620 h 866120"/>
                <a:gd name="connsiteX33" fmla="*/ 810625 w 861475"/>
                <a:gd name="connsiteY33" fmla="*/ 685145 h 866120"/>
                <a:gd name="connsiteX34" fmla="*/ 796337 w 861475"/>
                <a:gd name="connsiteY34" fmla="*/ 694670 h 866120"/>
                <a:gd name="connsiteX35" fmla="*/ 763000 w 861475"/>
                <a:gd name="connsiteY35" fmla="*/ 708958 h 866120"/>
                <a:gd name="connsiteX36" fmla="*/ 743950 w 861475"/>
                <a:gd name="connsiteY36" fmla="*/ 713720 h 866120"/>
                <a:gd name="connsiteX37" fmla="*/ 720137 w 861475"/>
                <a:gd name="connsiteY37" fmla="*/ 718483 h 866120"/>
                <a:gd name="connsiteX38" fmla="*/ 705850 w 861475"/>
                <a:gd name="connsiteY38" fmla="*/ 732770 h 866120"/>
                <a:gd name="connsiteX39" fmla="*/ 667750 w 861475"/>
                <a:gd name="connsiteY39" fmla="*/ 742295 h 866120"/>
                <a:gd name="connsiteX40" fmla="*/ 634412 w 861475"/>
                <a:gd name="connsiteY40" fmla="*/ 751820 h 866120"/>
                <a:gd name="connsiteX41" fmla="*/ 596312 w 861475"/>
                <a:gd name="connsiteY41" fmla="*/ 761345 h 866120"/>
                <a:gd name="connsiteX42" fmla="*/ 577262 w 861475"/>
                <a:gd name="connsiteY42" fmla="*/ 770870 h 866120"/>
                <a:gd name="connsiteX43" fmla="*/ 553450 w 861475"/>
                <a:gd name="connsiteY43" fmla="*/ 780395 h 866120"/>
                <a:gd name="connsiteX44" fmla="*/ 515350 w 861475"/>
                <a:gd name="connsiteY44" fmla="*/ 799445 h 866120"/>
                <a:gd name="connsiteX45" fmla="*/ 467725 w 861475"/>
                <a:gd name="connsiteY45" fmla="*/ 823258 h 866120"/>
                <a:gd name="connsiteX46" fmla="*/ 439150 w 861475"/>
                <a:gd name="connsiteY46" fmla="*/ 837545 h 866120"/>
                <a:gd name="connsiteX47" fmla="*/ 429625 w 861475"/>
                <a:gd name="connsiteY47" fmla="*/ 851833 h 866120"/>
                <a:gd name="connsiteX48" fmla="*/ 401050 w 861475"/>
                <a:gd name="connsiteY48" fmla="*/ 866120 h 866120"/>
                <a:gd name="connsiteX49" fmla="*/ 372475 w 861475"/>
                <a:gd name="connsiteY49" fmla="*/ 851833 h 866120"/>
                <a:gd name="connsiteX50" fmla="*/ 358187 w 861475"/>
                <a:gd name="connsiteY50" fmla="*/ 847070 h 866120"/>
                <a:gd name="connsiteX51" fmla="*/ 343900 w 861475"/>
                <a:gd name="connsiteY51" fmla="*/ 832783 h 866120"/>
                <a:gd name="connsiteX52" fmla="*/ 324850 w 861475"/>
                <a:gd name="connsiteY52" fmla="*/ 823258 h 866120"/>
                <a:gd name="connsiteX53" fmla="*/ 301037 w 861475"/>
                <a:gd name="connsiteY53" fmla="*/ 808970 h 866120"/>
                <a:gd name="connsiteX54" fmla="*/ 272462 w 861475"/>
                <a:gd name="connsiteY54" fmla="*/ 785158 h 866120"/>
                <a:gd name="connsiteX55" fmla="*/ 253412 w 861475"/>
                <a:gd name="connsiteY55" fmla="*/ 775633 h 866120"/>
                <a:gd name="connsiteX56" fmla="*/ 205787 w 861475"/>
                <a:gd name="connsiteY56" fmla="*/ 742295 h 866120"/>
                <a:gd name="connsiteX57" fmla="*/ 186737 w 861475"/>
                <a:gd name="connsiteY57" fmla="*/ 732770 h 866120"/>
                <a:gd name="connsiteX58" fmla="*/ 143875 w 861475"/>
                <a:gd name="connsiteY58" fmla="*/ 704195 h 866120"/>
                <a:gd name="connsiteX59" fmla="*/ 129587 w 861475"/>
                <a:gd name="connsiteY59" fmla="*/ 699433 h 866120"/>
                <a:gd name="connsiteX60" fmla="*/ 96250 w 861475"/>
                <a:gd name="connsiteY60" fmla="*/ 680383 h 866120"/>
                <a:gd name="connsiteX61" fmla="*/ 81962 w 861475"/>
                <a:gd name="connsiteY61" fmla="*/ 675620 h 866120"/>
                <a:gd name="connsiteX62" fmla="*/ 62912 w 861475"/>
                <a:gd name="connsiteY62" fmla="*/ 656570 h 866120"/>
                <a:gd name="connsiteX63" fmla="*/ 43862 w 861475"/>
                <a:gd name="connsiteY63" fmla="*/ 647045 h 866120"/>
                <a:gd name="connsiteX64" fmla="*/ 29575 w 861475"/>
                <a:gd name="connsiteY64" fmla="*/ 632758 h 866120"/>
                <a:gd name="connsiteX65" fmla="*/ 10525 w 861475"/>
                <a:gd name="connsiteY65" fmla="*/ 623233 h 866120"/>
                <a:gd name="connsiteX66" fmla="*/ 0 w 861475"/>
                <a:gd name="connsiteY66" fmla="*/ 615339 h 866120"/>
                <a:gd name="connsiteX67" fmla="*/ 0 w 861475"/>
                <a:gd name="connsiteY67" fmla="*/ 609666 h 866120"/>
                <a:gd name="connsiteX68" fmla="*/ 28707 w 861475"/>
                <a:gd name="connsiteY68" fmla="*/ 595312 h 866120"/>
                <a:gd name="connsiteX69" fmla="*/ 52520 w 861475"/>
                <a:gd name="connsiteY69" fmla="*/ 581025 h 866120"/>
                <a:gd name="connsiteX70" fmla="*/ 76332 w 861475"/>
                <a:gd name="connsiteY70" fmla="*/ 571500 h 866120"/>
                <a:gd name="connsiteX71" fmla="*/ 109670 w 861475"/>
                <a:gd name="connsiteY71" fmla="*/ 547687 h 866120"/>
                <a:gd name="connsiteX72" fmla="*/ 123957 w 861475"/>
                <a:gd name="connsiteY72" fmla="*/ 542925 h 866120"/>
                <a:gd name="connsiteX73" fmla="*/ 143007 w 861475"/>
                <a:gd name="connsiteY73" fmla="*/ 533400 h 866120"/>
                <a:gd name="connsiteX74" fmla="*/ 214445 w 861475"/>
                <a:gd name="connsiteY74" fmla="*/ 523875 h 866120"/>
                <a:gd name="connsiteX75" fmla="*/ 233495 w 861475"/>
                <a:gd name="connsiteY75" fmla="*/ 500062 h 866120"/>
                <a:gd name="connsiteX76" fmla="*/ 242454 w 861475"/>
                <a:gd name="connsiteY76" fmla="*/ 474273 h 866120"/>
                <a:gd name="connsiteX77" fmla="*/ 246154 w 861475"/>
                <a:gd name="connsiteY77" fmla="*/ 455801 h 866120"/>
                <a:gd name="connsiteX78" fmla="*/ 256956 w 861475"/>
                <a:gd name="connsiteY78" fmla="*/ 441761 h 866120"/>
                <a:gd name="connsiteX79" fmla="*/ 261719 w 861475"/>
                <a:gd name="connsiteY79" fmla="*/ 427473 h 866120"/>
                <a:gd name="connsiteX80" fmla="*/ 276006 w 861475"/>
                <a:gd name="connsiteY80" fmla="*/ 413186 h 866120"/>
                <a:gd name="connsiteX81" fmla="*/ 285531 w 861475"/>
                <a:gd name="connsiteY81" fmla="*/ 341748 h 866120"/>
                <a:gd name="connsiteX82" fmla="*/ 299819 w 861475"/>
                <a:gd name="connsiteY82" fmla="*/ 308411 h 866120"/>
                <a:gd name="connsiteX83" fmla="*/ 304581 w 861475"/>
                <a:gd name="connsiteY83" fmla="*/ 284598 h 866120"/>
                <a:gd name="connsiteX84" fmla="*/ 314106 w 861475"/>
                <a:gd name="connsiteY84" fmla="*/ 260786 h 866120"/>
                <a:gd name="connsiteX85" fmla="*/ 320716 w 861475"/>
                <a:gd name="connsiteY85" fmla="*/ 207301 h 866120"/>
                <a:gd name="connsiteX86" fmla="*/ 322803 w 861475"/>
                <a:gd name="connsiteY86" fmla="*/ 184827 h 866120"/>
                <a:gd name="connsiteX87" fmla="*/ 327565 w 861475"/>
                <a:gd name="connsiteY87" fmla="*/ 170718 h 866120"/>
                <a:gd name="connsiteX88" fmla="*/ 343032 w 861475"/>
                <a:gd name="connsiteY88" fmla="*/ 133350 h 866120"/>
                <a:gd name="connsiteX89" fmla="*/ 362082 w 861475"/>
                <a:gd name="connsiteY89" fmla="*/ 95250 h 866120"/>
                <a:gd name="connsiteX90" fmla="*/ 371607 w 861475"/>
                <a:gd name="connsiteY90" fmla="*/ 61912 h 866120"/>
                <a:gd name="connsiteX91" fmla="*/ 376370 w 861475"/>
                <a:gd name="connsiteY91" fmla="*/ 42862 h 866120"/>
                <a:gd name="connsiteX92" fmla="*/ 385895 w 861475"/>
                <a:gd name="connsiteY92" fmla="*/ 14287 h 866120"/>
                <a:gd name="connsiteX93" fmla="*/ 414470 w 861475"/>
                <a:gd name="connsiteY93" fmla="*/ 0 h 8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61475" h="866120">
                  <a:moveTo>
                    <a:pt x="414470" y="0"/>
                  </a:moveTo>
                  <a:cubicBezTo>
                    <a:pt x="433520" y="1587"/>
                    <a:pt x="453239" y="-490"/>
                    <a:pt x="471620" y="4762"/>
                  </a:cubicBezTo>
                  <a:cubicBezTo>
                    <a:pt x="477124" y="6334"/>
                    <a:pt x="478111" y="14196"/>
                    <a:pt x="481145" y="19050"/>
                  </a:cubicBezTo>
                  <a:cubicBezTo>
                    <a:pt x="486051" y="26899"/>
                    <a:pt x="490670" y="34925"/>
                    <a:pt x="495432" y="42862"/>
                  </a:cubicBezTo>
                  <a:cubicBezTo>
                    <a:pt x="507084" y="101118"/>
                    <a:pt x="493974" y="40689"/>
                    <a:pt x="504957" y="80962"/>
                  </a:cubicBezTo>
                  <a:cubicBezTo>
                    <a:pt x="508401" y="93592"/>
                    <a:pt x="510886" y="106475"/>
                    <a:pt x="514482" y="119062"/>
                  </a:cubicBezTo>
                  <a:cubicBezTo>
                    <a:pt x="517657" y="130175"/>
                    <a:pt x="521626" y="141091"/>
                    <a:pt x="524007" y="152400"/>
                  </a:cubicBezTo>
                  <a:cubicBezTo>
                    <a:pt x="527986" y="171299"/>
                    <a:pt x="527424" y="191229"/>
                    <a:pt x="533532" y="209550"/>
                  </a:cubicBezTo>
                  <a:cubicBezTo>
                    <a:pt x="544420" y="242208"/>
                    <a:pt x="531563" y="201674"/>
                    <a:pt x="543057" y="247650"/>
                  </a:cubicBezTo>
                  <a:cubicBezTo>
                    <a:pt x="544275" y="252520"/>
                    <a:pt x="546602" y="257067"/>
                    <a:pt x="547820" y="261937"/>
                  </a:cubicBezTo>
                  <a:cubicBezTo>
                    <a:pt x="549783" y="269790"/>
                    <a:pt x="550619" y="277897"/>
                    <a:pt x="552582" y="285750"/>
                  </a:cubicBezTo>
                  <a:cubicBezTo>
                    <a:pt x="556085" y="299761"/>
                    <a:pt x="560058" y="305463"/>
                    <a:pt x="566870" y="319087"/>
                  </a:cubicBezTo>
                  <a:cubicBezTo>
                    <a:pt x="568457" y="327025"/>
                    <a:pt x="568790" y="335321"/>
                    <a:pt x="571632" y="342900"/>
                  </a:cubicBezTo>
                  <a:cubicBezTo>
                    <a:pt x="573642" y="348259"/>
                    <a:pt x="579147" y="351828"/>
                    <a:pt x="581157" y="357187"/>
                  </a:cubicBezTo>
                  <a:cubicBezTo>
                    <a:pt x="583999" y="364766"/>
                    <a:pt x="583957" y="373147"/>
                    <a:pt x="585920" y="381000"/>
                  </a:cubicBezTo>
                  <a:cubicBezTo>
                    <a:pt x="589265" y="394379"/>
                    <a:pt x="595835" y="405984"/>
                    <a:pt x="600207" y="419100"/>
                  </a:cubicBezTo>
                  <a:cubicBezTo>
                    <a:pt x="603257" y="428249"/>
                    <a:pt x="605148" y="443269"/>
                    <a:pt x="609732" y="452437"/>
                  </a:cubicBezTo>
                  <a:cubicBezTo>
                    <a:pt x="612292" y="457557"/>
                    <a:pt x="616697" y="461605"/>
                    <a:pt x="619257" y="466725"/>
                  </a:cubicBezTo>
                  <a:cubicBezTo>
                    <a:pt x="630154" y="488518"/>
                    <a:pt x="615279" y="477034"/>
                    <a:pt x="638307" y="500062"/>
                  </a:cubicBezTo>
                  <a:cubicBezTo>
                    <a:pt x="642354" y="504109"/>
                    <a:pt x="647625" y="506747"/>
                    <a:pt x="652595" y="509587"/>
                  </a:cubicBezTo>
                  <a:cubicBezTo>
                    <a:pt x="658759" y="513109"/>
                    <a:pt x="665120" y="516315"/>
                    <a:pt x="671645" y="519112"/>
                  </a:cubicBezTo>
                  <a:cubicBezTo>
                    <a:pt x="689332" y="526692"/>
                    <a:pt x="684070" y="519942"/>
                    <a:pt x="700220" y="533400"/>
                  </a:cubicBezTo>
                  <a:cubicBezTo>
                    <a:pt x="705394" y="537712"/>
                    <a:pt x="709333" y="543375"/>
                    <a:pt x="714507" y="547687"/>
                  </a:cubicBezTo>
                  <a:cubicBezTo>
                    <a:pt x="718904" y="551351"/>
                    <a:pt x="724517" y="553409"/>
                    <a:pt x="728795" y="557212"/>
                  </a:cubicBezTo>
                  <a:cubicBezTo>
                    <a:pt x="738863" y="566161"/>
                    <a:pt x="747845" y="576262"/>
                    <a:pt x="757370" y="585787"/>
                  </a:cubicBezTo>
                  <a:cubicBezTo>
                    <a:pt x="763720" y="592137"/>
                    <a:pt x="768948" y="599856"/>
                    <a:pt x="776420" y="604837"/>
                  </a:cubicBezTo>
                  <a:lnTo>
                    <a:pt x="804995" y="623887"/>
                  </a:lnTo>
                  <a:cubicBezTo>
                    <a:pt x="832293" y="664836"/>
                    <a:pt x="795944" y="616646"/>
                    <a:pt x="828807" y="642937"/>
                  </a:cubicBezTo>
                  <a:cubicBezTo>
                    <a:pt x="833277" y="646513"/>
                    <a:pt x="833569" y="654050"/>
                    <a:pt x="838332" y="657225"/>
                  </a:cubicBezTo>
                  <a:cubicBezTo>
                    <a:pt x="843778" y="660856"/>
                    <a:pt x="851172" y="659917"/>
                    <a:pt x="857382" y="661987"/>
                  </a:cubicBezTo>
                  <a:lnTo>
                    <a:pt x="861475" y="663393"/>
                  </a:lnTo>
                  <a:lnTo>
                    <a:pt x="853487" y="666095"/>
                  </a:lnTo>
                  <a:cubicBezTo>
                    <a:pt x="848108" y="668051"/>
                    <a:pt x="843962" y="672445"/>
                    <a:pt x="839200" y="675620"/>
                  </a:cubicBezTo>
                  <a:cubicBezTo>
                    <a:pt x="830846" y="681189"/>
                    <a:pt x="819800" y="681067"/>
                    <a:pt x="810625" y="685145"/>
                  </a:cubicBezTo>
                  <a:cubicBezTo>
                    <a:pt x="805394" y="687470"/>
                    <a:pt x="801598" y="692415"/>
                    <a:pt x="796337" y="694670"/>
                  </a:cubicBezTo>
                  <a:cubicBezTo>
                    <a:pt x="753285" y="713121"/>
                    <a:pt x="798866" y="685047"/>
                    <a:pt x="763000" y="708958"/>
                  </a:cubicBezTo>
                  <a:cubicBezTo>
                    <a:pt x="756650" y="710545"/>
                    <a:pt x="750340" y="712300"/>
                    <a:pt x="743950" y="713720"/>
                  </a:cubicBezTo>
                  <a:cubicBezTo>
                    <a:pt x="736048" y="715476"/>
                    <a:pt x="727377" y="714863"/>
                    <a:pt x="720137" y="718483"/>
                  </a:cubicBezTo>
                  <a:cubicBezTo>
                    <a:pt x="714113" y="721495"/>
                    <a:pt x="710612" y="728008"/>
                    <a:pt x="705850" y="732770"/>
                  </a:cubicBezTo>
                  <a:cubicBezTo>
                    <a:pt x="680316" y="741282"/>
                    <a:pt x="702236" y="734631"/>
                    <a:pt x="667750" y="742295"/>
                  </a:cubicBezTo>
                  <a:cubicBezTo>
                    <a:pt x="649818" y="746280"/>
                    <a:pt x="650317" y="746519"/>
                    <a:pt x="634412" y="751820"/>
                  </a:cubicBezTo>
                  <a:cubicBezTo>
                    <a:pt x="621993" y="755959"/>
                    <a:pt x="608731" y="757205"/>
                    <a:pt x="596312" y="761345"/>
                  </a:cubicBezTo>
                  <a:cubicBezTo>
                    <a:pt x="589577" y="763590"/>
                    <a:pt x="583750" y="767987"/>
                    <a:pt x="577262" y="770870"/>
                  </a:cubicBezTo>
                  <a:cubicBezTo>
                    <a:pt x="569450" y="774342"/>
                    <a:pt x="561387" y="777220"/>
                    <a:pt x="553450" y="780395"/>
                  </a:cubicBezTo>
                  <a:cubicBezTo>
                    <a:pt x="540267" y="785668"/>
                    <a:pt x="528457" y="793984"/>
                    <a:pt x="515350" y="799445"/>
                  </a:cubicBezTo>
                  <a:cubicBezTo>
                    <a:pt x="465092" y="820386"/>
                    <a:pt x="536904" y="777139"/>
                    <a:pt x="467725" y="823258"/>
                  </a:cubicBezTo>
                  <a:cubicBezTo>
                    <a:pt x="456104" y="827131"/>
                    <a:pt x="448383" y="828312"/>
                    <a:pt x="439150" y="837545"/>
                  </a:cubicBezTo>
                  <a:cubicBezTo>
                    <a:pt x="435103" y="841593"/>
                    <a:pt x="434204" y="848399"/>
                    <a:pt x="429625" y="851833"/>
                  </a:cubicBezTo>
                  <a:cubicBezTo>
                    <a:pt x="421106" y="858223"/>
                    <a:pt x="410575" y="861358"/>
                    <a:pt x="401050" y="866120"/>
                  </a:cubicBezTo>
                  <a:cubicBezTo>
                    <a:pt x="365143" y="854153"/>
                    <a:pt x="409397" y="870294"/>
                    <a:pt x="372475" y="851833"/>
                  </a:cubicBezTo>
                  <a:cubicBezTo>
                    <a:pt x="367985" y="849588"/>
                    <a:pt x="362364" y="849855"/>
                    <a:pt x="358187" y="847070"/>
                  </a:cubicBezTo>
                  <a:cubicBezTo>
                    <a:pt x="352583" y="843334"/>
                    <a:pt x="349380" y="836698"/>
                    <a:pt x="343900" y="832783"/>
                  </a:cubicBezTo>
                  <a:cubicBezTo>
                    <a:pt x="338123" y="828657"/>
                    <a:pt x="331056" y="826706"/>
                    <a:pt x="324850" y="823258"/>
                  </a:cubicBezTo>
                  <a:cubicBezTo>
                    <a:pt x="316758" y="818762"/>
                    <a:pt x="308887" y="813876"/>
                    <a:pt x="301037" y="808970"/>
                  </a:cubicBezTo>
                  <a:cubicBezTo>
                    <a:pt x="240559" y="771171"/>
                    <a:pt x="338557" y="832367"/>
                    <a:pt x="272462" y="785158"/>
                  </a:cubicBezTo>
                  <a:cubicBezTo>
                    <a:pt x="266685" y="781032"/>
                    <a:pt x="259762" y="778808"/>
                    <a:pt x="253412" y="775633"/>
                  </a:cubicBezTo>
                  <a:cubicBezTo>
                    <a:pt x="224452" y="761153"/>
                    <a:pt x="229683" y="757230"/>
                    <a:pt x="205787" y="742295"/>
                  </a:cubicBezTo>
                  <a:cubicBezTo>
                    <a:pt x="199767" y="738532"/>
                    <a:pt x="192644" y="736708"/>
                    <a:pt x="186737" y="732770"/>
                  </a:cubicBezTo>
                  <a:cubicBezTo>
                    <a:pt x="153033" y="710300"/>
                    <a:pt x="175054" y="717557"/>
                    <a:pt x="143875" y="704195"/>
                  </a:cubicBezTo>
                  <a:cubicBezTo>
                    <a:pt x="139261" y="702218"/>
                    <a:pt x="134077" y="701678"/>
                    <a:pt x="129587" y="699433"/>
                  </a:cubicBezTo>
                  <a:cubicBezTo>
                    <a:pt x="81735" y="675508"/>
                    <a:pt x="154726" y="705445"/>
                    <a:pt x="96250" y="680383"/>
                  </a:cubicBezTo>
                  <a:cubicBezTo>
                    <a:pt x="91636" y="678405"/>
                    <a:pt x="86047" y="678538"/>
                    <a:pt x="81962" y="675620"/>
                  </a:cubicBezTo>
                  <a:cubicBezTo>
                    <a:pt x="74654" y="670400"/>
                    <a:pt x="70096" y="661958"/>
                    <a:pt x="62912" y="656570"/>
                  </a:cubicBezTo>
                  <a:cubicBezTo>
                    <a:pt x="57232" y="652310"/>
                    <a:pt x="49639" y="651171"/>
                    <a:pt x="43862" y="647045"/>
                  </a:cubicBezTo>
                  <a:cubicBezTo>
                    <a:pt x="38382" y="643130"/>
                    <a:pt x="35055" y="636673"/>
                    <a:pt x="29575" y="632758"/>
                  </a:cubicBezTo>
                  <a:cubicBezTo>
                    <a:pt x="23798" y="628632"/>
                    <a:pt x="16689" y="626755"/>
                    <a:pt x="10525" y="623233"/>
                  </a:cubicBezTo>
                  <a:lnTo>
                    <a:pt x="0" y="615339"/>
                  </a:lnTo>
                  <a:lnTo>
                    <a:pt x="0" y="609666"/>
                  </a:lnTo>
                  <a:lnTo>
                    <a:pt x="28707" y="595312"/>
                  </a:lnTo>
                  <a:cubicBezTo>
                    <a:pt x="36986" y="591172"/>
                    <a:pt x="44241" y="585165"/>
                    <a:pt x="52520" y="581025"/>
                  </a:cubicBezTo>
                  <a:cubicBezTo>
                    <a:pt x="60166" y="577202"/>
                    <a:pt x="68686" y="575323"/>
                    <a:pt x="76332" y="571500"/>
                  </a:cubicBezTo>
                  <a:cubicBezTo>
                    <a:pt x="91086" y="564123"/>
                    <a:pt x="94554" y="556325"/>
                    <a:pt x="109670" y="547687"/>
                  </a:cubicBezTo>
                  <a:cubicBezTo>
                    <a:pt x="114028" y="545196"/>
                    <a:pt x="119343" y="544902"/>
                    <a:pt x="123957" y="542925"/>
                  </a:cubicBezTo>
                  <a:cubicBezTo>
                    <a:pt x="130483" y="540128"/>
                    <a:pt x="136158" y="535268"/>
                    <a:pt x="143007" y="533400"/>
                  </a:cubicBezTo>
                  <a:cubicBezTo>
                    <a:pt x="148576" y="531881"/>
                    <a:pt x="211313" y="524266"/>
                    <a:pt x="214445" y="523875"/>
                  </a:cubicBezTo>
                  <a:cubicBezTo>
                    <a:pt x="220795" y="515937"/>
                    <a:pt x="228627" y="508986"/>
                    <a:pt x="233495" y="500062"/>
                  </a:cubicBezTo>
                  <a:cubicBezTo>
                    <a:pt x="238212" y="491416"/>
                    <a:pt x="240635" y="482912"/>
                    <a:pt x="242454" y="474273"/>
                  </a:cubicBezTo>
                  <a:lnTo>
                    <a:pt x="246154" y="455801"/>
                  </a:lnTo>
                  <a:lnTo>
                    <a:pt x="256956" y="441761"/>
                  </a:lnTo>
                  <a:cubicBezTo>
                    <a:pt x="260223" y="437949"/>
                    <a:pt x="258934" y="431650"/>
                    <a:pt x="261719" y="427473"/>
                  </a:cubicBezTo>
                  <a:cubicBezTo>
                    <a:pt x="265455" y="421869"/>
                    <a:pt x="271244" y="417948"/>
                    <a:pt x="276006" y="413186"/>
                  </a:cubicBezTo>
                  <a:cubicBezTo>
                    <a:pt x="278981" y="383444"/>
                    <a:pt x="278957" y="368045"/>
                    <a:pt x="285531" y="341748"/>
                  </a:cubicBezTo>
                  <a:cubicBezTo>
                    <a:pt x="289034" y="327737"/>
                    <a:pt x="293007" y="322035"/>
                    <a:pt x="299819" y="308411"/>
                  </a:cubicBezTo>
                  <a:cubicBezTo>
                    <a:pt x="301406" y="300473"/>
                    <a:pt x="302255" y="292351"/>
                    <a:pt x="304581" y="284598"/>
                  </a:cubicBezTo>
                  <a:cubicBezTo>
                    <a:pt x="307037" y="276410"/>
                    <a:pt x="312641" y="269208"/>
                    <a:pt x="314106" y="260786"/>
                  </a:cubicBezTo>
                  <a:cubicBezTo>
                    <a:pt x="316569" y="246623"/>
                    <a:pt x="318950" y="225192"/>
                    <a:pt x="320716" y="207301"/>
                  </a:cubicBezTo>
                  <a:lnTo>
                    <a:pt x="322803" y="184827"/>
                  </a:lnTo>
                  <a:lnTo>
                    <a:pt x="327565" y="170718"/>
                  </a:lnTo>
                  <a:cubicBezTo>
                    <a:pt x="332255" y="157607"/>
                    <a:pt x="337338" y="144740"/>
                    <a:pt x="343032" y="133350"/>
                  </a:cubicBezTo>
                  <a:cubicBezTo>
                    <a:pt x="349382" y="120650"/>
                    <a:pt x="358181" y="108903"/>
                    <a:pt x="362082" y="95250"/>
                  </a:cubicBezTo>
                  <a:cubicBezTo>
                    <a:pt x="365257" y="84137"/>
                    <a:pt x="368566" y="73062"/>
                    <a:pt x="371607" y="61912"/>
                  </a:cubicBezTo>
                  <a:cubicBezTo>
                    <a:pt x="373329" y="55597"/>
                    <a:pt x="374489" y="49131"/>
                    <a:pt x="376370" y="42862"/>
                  </a:cubicBezTo>
                  <a:cubicBezTo>
                    <a:pt x="379255" y="33245"/>
                    <a:pt x="377541" y="19856"/>
                    <a:pt x="385895" y="14287"/>
                  </a:cubicBezTo>
                  <a:cubicBezTo>
                    <a:pt x="404359" y="1977"/>
                    <a:pt x="394752" y="6572"/>
                    <a:pt x="414470" y="0"/>
                  </a:cubicBezTo>
                  <a:close/>
                </a:path>
              </a:pathLst>
            </a:custGeom>
            <a:blipFill>
              <a:blip r:embed="rId15">
                <a:alphaModFix amt="45000"/>
              </a:blip>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cxnSp>
          <p:nvCxnSpPr>
            <p:cNvPr id="286" name="직선 화살표 연결선 285">
              <a:extLst>
                <a:ext uri="{FF2B5EF4-FFF2-40B4-BE49-F238E27FC236}">
                  <a16:creationId xmlns:a16="http://schemas.microsoft.com/office/drawing/2014/main" id="{75C74894-0E06-441D-AF1B-6AD7EF12B53C}"/>
                </a:ext>
              </a:extLst>
            </p:cNvPr>
            <p:cNvCxnSpPr>
              <a:cxnSpLocks/>
            </p:cNvCxnSpPr>
            <p:nvPr/>
          </p:nvCxnSpPr>
          <p:spPr>
            <a:xfrm>
              <a:off x="3748446" y="4093689"/>
              <a:ext cx="184939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9" name="연결선: 꺾임 288">
              <a:extLst>
                <a:ext uri="{FF2B5EF4-FFF2-40B4-BE49-F238E27FC236}">
                  <a16:creationId xmlns:a16="http://schemas.microsoft.com/office/drawing/2014/main" id="{0F016187-DFF5-4EBB-847A-51FF0A94DE29}"/>
                </a:ext>
              </a:extLst>
            </p:cNvPr>
            <p:cNvCxnSpPr>
              <a:cxnSpLocks/>
              <a:stCxn id="275" idx="0"/>
            </p:cNvCxnSpPr>
            <p:nvPr/>
          </p:nvCxnSpPr>
          <p:spPr>
            <a:xfrm rot="5400000" flipH="1" flipV="1">
              <a:off x="3197106" y="2953167"/>
              <a:ext cx="334282" cy="740350"/>
            </a:xfrm>
            <a:prstGeom prst="bentConnector2">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2" name="연결선: 꺾임 301">
              <a:extLst>
                <a:ext uri="{FF2B5EF4-FFF2-40B4-BE49-F238E27FC236}">
                  <a16:creationId xmlns:a16="http://schemas.microsoft.com/office/drawing/2014/main" id="{E1EAC202-E57A-4B38-BF10-5292EBF5C08D}"/>
                </a:ext>
              </a:extLst>
            </p:cNvPr>
            <p:cNvCxnSpPr>
              <a:cxnSpLocks/>
            </p:cNvCxnSpPr>
            <p:nvPr/>
          </p:nvCxnSpPr>
          <p:spPr>
            <a:xfrm>
              <a:off x="3188658" y="3663179"/>
              <a:ext cx="534731" cy="312137"/>
            </a:xfrm>
            <a:prstGeom prst="bentConnector3">
              <a:avLst>
                <a:gd name="adj1" fmla="val -1063"/>
              </a:avLst>
            </a:prstGeom>
            <a:ln>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6" name="직선 화살표 연결선 305">
              <a:extLst>
                <a:ext uri="{FF2B5EF4-FFF2-40B4-BE49-F238E27FC236}">
                  <a16:creationId xmlns:a16="http://schemas.microsoft.com/office/drawing/2014/main" id="{ECF2F413-D0DA-4F4B-8371-4984CD58D13C}"/>
                </a:ext>
              </a:extLst>
            </p:cNvPr>
            <p:cNvCxnSpPr>
              <a:cxnSpLocks/>
            </p:cNvCxnSpPr>
            <p:nvPr/>
          </p:nvCxnSpPr>
          <p:spPr>
            <a:xfrm flipH="1" flipV="1">
              <a:off x="3742096" y="2835953"/>
              <a:ext cx="12338" cy="12577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연결선: 꺾임 307">
              <a:extLst>
                <a:ext uri="{FF2B5EF4-FFF2-40B4-BE49-F238E27FC236}">
                  <a16:creationId xmlns:a16="http://schemas.microsoft.com/office/drawing/2014/main" id="{7BB56747-84B5-44B2-B75B-72CD65A5EEB8}"/>
                </a:ext>
              </a:extLst>
            </p:cNvPr>
            <p:cNvCxnSpPr>
              <a:cxnSpLocks/>
            </p:cNvCxnSpPr>
            <p:nvPr/>
          </p:nvCxnSpPr>
          <p:spPr>
            <a:xfrm flipV="1">
              <a:off x="3091217" y="3489954"/>
              <a:ext cx="643205" cy="92667"/>
            </a:xfrm>
            <a:prstGeom prst="bentConnector3">
              <a:avLst>
                <a:gd name="adj1" fmla="val 638"/>
              </a:avLst>
            </a:prstGeom>
            <a:ln>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3" name="Freeform 146">
              <a:extLst>
                <a:ext uri="{FF2B5EF4-FFF2-40B4-BE49-F238E27FC236}">
                  <a16:creationId xmlns:a16="http://schemas.microsoft.com/office/drawing/2014/main" id="{54F1DF7A-7152-4C73-A4C4-45FB2497FA71}"/>
                </a:ext>
              </a:extLst>
            </p:cNvPr>
            <p:cNvSpPr>
              <a:spLocks/>
            </p:cNvSpPr>
            <p:nvPr/>
          </p:nvSpPr>
          <p:spPr bwMode="auto">
            <a:xfrm>
              <a:off x="3738569" y="1160818"/>
              <a:ext cx="1741764" cy="398987"/>
            </a:xfrm>
            <a:custGeom>
              <a:avLst/>
              <a:gdLst>
                <a:gd name="T0" fmla="*/ 21 w 2174"/>
                <a:gd name="T1" fmla="*/ 448 h 498"/>
                <a:gd name="T2" fmla="*/ 65 w 2174"/>
                <a:gd name="T3" fmla="*/ 263 h 498"/>
                <a:gd name="T4" fmla="*/ 109 w 2174"/>
                <a:gd name="T5" fmla="*/ 168 h 498"/>
                <a:gd name="T6" fmla="*/ 152 w 2174"/>
                <a:gd name="T7" fmla="*/ 357 h 498"/>
                <a:gd name="T8" fmla="*/ 195 w 2174"/>
                <a:gd name="T9" fmla="*/ 491 h 498"/>
                <a:gd name="T10" fmla="*/ 239 w 2174"/>
                <a:gd name="T11" fmla="*/ 389 h 498"/>
                <a:gd name="T12" fmla="*/ 282 w 2174"/>
                <a:gd name="T13" fmla="*/ 474 h 498"/>
                <a:gd name="T14" fmla="*/ 326 w 2174"/>
                <a:gd name="T15" fmla="*/ 470 h 498"/>
                <a:gd name="T16" fmla="*/ 369 w 2174"/>
                <a:gd name="T17" fmla="*/ 419 h 498"/>
                <a:gd name="T18" fmla="*/ 413 w 2174"/>
                <a:gd name="T19" fmla="*/ 371 h 498"/>
                <a:gd name="T20" fmla="*/ 456 w 2174"/>
                <a:gd name="T21" fmla="*/ 406 h 498"/>
                <a:gd name="T22" fmla="*/ 500 w 2174"/>
                <a:gd name="T23" fmla="*/ 457 h 498"/>
                <a:gd name="T24" fmla="*/ 543 w 2174"/>
                <a:gd name="T25" fmla="*/ 421 h 498"/>
                <a:gd name="T26" fmla="*/ 587 w 2174"/>
                <a:gd name="T27" fmla="*/ 234 h 498"/>
                <a:gd name="T28" fmla="*/ 630 w 2174"/>
                <a:gd name="T29" fmla="*/ 450 h 498"/>
                <a:gd name="T30" fmla="*/ 674 w 2174"/>
                <a:gd name="T31" fmla="*/ 370 h 498"/>
                <a:gd name="T32" fmla="*/ 717 w 2174"/>
                <a:gd name="T33" fmla="*/ 328 h 498"/>
                <a:gd name="T34" fmla="*/ 761 w 2174"/>
                <a:gd name="T35" fmla="*/ 446 h 498"/>
                <a:gd name="T36" fmla="*/ 804 w 2174"/>
                <a:gd name="T37" fmla="*/ 262 h 498"/>
                <a:gd name="T38" fmla="*/ 847 w 2174"/>
                <a:gd name="T39" fmla="*/ 394 h 498"/>
                <a:gd name="T40" fmla="*/ 891 w 2174"/>
                <a:gd name="T41" fmla="*/ 333 h 498"/>
                <a:gd name="T42" fmla="*/ 935 w 2174"/>
                <a:gd name="T43" fmla="*/ 449 h 498"/>
                <a:gd name="T44" fmla="*/ 978 w 2174"/>
                <a:gd name="T45" fmla="*/ 482 h 498"/>
                <a:gd name="T46" fmla="*/ 1021 w 2174"/>
                <a:gd name="T47" fmla="*/ 297 h 498"/>
                <a:gd name="T48" fmla="*/ 1065 w 2174"/>
                <a:gd name="T49" fmla="*/ 374 h 498"/>
                <a:gd name="T50" fmla="*/ 1109 w 2174"/>
                <a:gd name="T51" fmla="*/ 368 h 498"/>
                <a:gd name="T52" fmla="*/ 1152 w 2174"/>
                <a:gd name="T53" fmla="*/ 287 h 498"/>
                <a:gd name="T54" fmla="*/ 1195 w 2174"/>
                <a:gd name="T55" fmla="*/ 283 h 498"/>
                <a:gd name="T56" fmla="*/ 1239 w 2174"/>
                <a:gd name="T57" fmla="*/ 465 h 498"/>
                <a:gd name="T58" fmla="*/ 1282 w 2174"/>
                <a:gd name="T59" fmla="*/ 495 h 498"/>
                <a:gd name="T60" fmla="*/ 1326 w 2174"/>
                <a:gd name="T61" fmla="*/ 378 h 498"/>
                <a:gd name="T62" fmla="*/ 1369 w 2174"/>
                <a:gd name="T63" fmla="*/ 472 h 498"/>
                <a:gd name="T64" fmla="*/ 1413 w 2174"/>
                <a:gd name="T65" fmla="*/ 397 h 498"/>
                <a:gd name="T66" fmla="*/ 1456 w 2174"/>
                <a:gd name="T67" fmla="*/ 0 h 498"/>
                <a:gd name="T68" fmla="*/ 1500 w 2174"/>
                <a:gd name="T69" fmla="*/ 426 h 498"/>
                <a:gd name="T70" fmla="*/ 1543 w 2174"/>
                <a:gd name="T71" fmla="*/ 360 h 498"/>
                <a:gd name="T72" fmla="*/ 1587 w 2174"/>
                <a:gd name="T73" fmla="*/ 446 h 498"/>
                <a:gd name="T74" fmla="*/ 1630 w 2174"/>
                <a:gd name="T75" fmla="*/ 447 h 498"/>
                <a:gd name="T76" fmla="*/ 1674 w 2174"/>
                <a:gd name="T77" fmla="*/ 412 h 498"/>
                <a:gd name="T78" fmla="*/ 1717 w 2174"/>
                <a:gd name="T79" fmla="*/ 498 h 498"/>
                <a:gd name="T80" fmla="*/ 1761 w 2174"/>
                <a:gd name="T81" fmla="*/ 313 h 498"/>
                <a:gd name="T82" fmla="*/ 1804 w 2174"/>
                <a:gd name="T83" fmla="*/ 409 h 498"/>
                <a:gd name="T84" fmla="*/ 1847 w 2174"/>
                <a:gd name="T85" fmla="*/ 493 h 498"/>
                <a:gd name="T86" fmla="*/ 1891 w 2174"/>
                <a:gd name="T87" fmla="*/ 400 h 498"/>
                <a:gd name="T88" fmla="*/ 1934 w 2174"/>
                <a:gd name="T89" fmla="*/ 453 h 498"/>
                <a:gd name="T90" fmla="*/ 1978 w 2174"/>
                <a:gd name="T91" fmla="*/ 416 h 498"/>
                <a:gd name="T92" fmla="*/ 2021 w 2174"/>
                <a:gd name="T93" fmla="*/ 436 h 498"/>
                <a:gd name="T94" fmla="*/ 2065 w 2174"/>
                <a:gd name="T95" fmla="*/ 388 h 498"/>
                <a:gd name="T96" fmla="*/ 2108 w 2174"/>
                <a:gd name="T97" fmla="*/ 478 h 498"/>
                <a:gd name="T98" fmla="*/ 2152 w 2174"/>
                <a:gd name="T99" fmla="*/ 306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4" h="498">
                  <a:moveTo>
                    <a:pt x="0" y="409"/>
                  </a:moveTo>
                  <a:lnTo>
                    <a:pt x="21" y="448"/>
                  </a:lnTo>
                  <a:lnTo>
                    <a:pt x="43" y="483"/>
                  </a:lnTo>
                  <a:lnTo>
                    <a:pt x="65" y="263"/>
                  </a:lnTo>
                  <a:lnTo>
                    <a:pt x="87" y="338"/>
                  </a:lnTo>
                  <a:lnTo>
                    <a:pt x="109" y="168"/>
                  </a:lnTo>
                  <a:lnTo>
                    <a:pt x="130" y="326"/>
                  </a:lnTo>
                  <a:lnTo>
                    <a:pt x="152" y="357"/>
                  </a:lnTo>
                  <a:lnTo>
                    <a:pt x="174" y="477"/>
                  </a:lnTo>
                  <a:lnTo>
                    <a:pt x="195" y="491"/>
                  </a:lnTo>
                  <a:lnTo>
                    <a:pt x="217" y="454"/>
                  </a:lnTo>
                  <a:lnTo>
                    <a:pt x="239" y="389"/>
                  </a:lnTo>
                  <a:lnTo>
                    <a:pt x="261" y="455"/>
                  </a:lnTo>
                  <a:lnTo>
                    <a:pt x="282" y="474"/>
                  </a:lnTo>
                  <a:lnTo>
                    <a:pt x="304" y="245"/>
                  </a:lnTo>
                  <a:lnTo>
                    <a:pt x="326" y="470"/>
                  </a:lnTo>
                  <a:lnTo>
                    <a:pt x="347" y="396"/>
                  </a:lnTo>
                  <a:lnTo>
                    <a:pt x="369" y="419"/>
                  </a:lnTo>
                  <a:lnTo>
                    <a:pt x="391" y="459"/>
                  </a:lnTo>
                  <a:lnTo>
                    <a:pt x="413" y="371"/>
                  </a:lnTo>
                  <a:lnTo>
                    <a:pt x="435" y="442"/>
                  </a:lnTo>
                  <a:lnTo>
                    <a:pt x="456" y="406"/>
                  </a:lnTo>
                  <a:lnTo>
                    <a:pt x="478" y="457"/>
                  </a:lnTo>
                  <a:lnTo>
                    <a:pt x="500" y="457"/>
                  </a:lnTo>
                  <a:lnTo>
                    <a:pt x="521" y="423"/>
                  </a:lnTo>
                  <a:lnTo>
                    <a:pt x="543" y="421"/>
                  </a:lnTo>
                  <a:lnTo>
                    <a:pt x="565" y="489"/>
                  </a:lnTo>
                  <a:lnTo>
                    <a:pt x="587" y="234"/>
                  </a:lnTo>
                  <a:lnTo>
                    <a:pt x="609" y="243"/>
                  </a:lnTo>
                  <a:lnTo>
                    <a:pt x="630" y="450"/>
                  </a:lnTo>
                  <a:lnTo>
                    <a:pt x="652" y="469"/>
                  </a:lnTo>
                  <a:lnTo>
                    <a:pt x="674" y="370"/>
                  </a:lnTo>
                  <a:lnTo>
                    <a:pt x="695" y="470"/>
                  </a:lnTo>
                  <a:lnTo>
                    <a:pt x="717" y="328"/>
                  </a:lnTo>
                  <a:lnTo>
                    <a:pt x="739" y="449"/>
                  </a:lnTo>
                  <a:lnTo>
                    <a:pt x="761" y="446"/>
                  </a:lnTo>
                  <a:lnTo>
                    <a:pt x="782" y="422"/>
                  </a:lnTo>
                  <a:lnTo>
                    <a:pt x="804" y="262"/>
                  </a:lnTo>
                  <a:lnTo>
                    <a:pt x="826" y="398"/>
                  </a:lnTo>
                  <a:lnTo>
                    <a:pt x="847" y="394"/>
                  </a:lnTo>
                  <a:lnTo>
                    <a:pt x="869" y="425"/>
                  </a:lnTo>
                  <a:lnTo>
                    <a:pt x="891" y="333"/>
                  </a:lnTo>
                  <a:lnTo>
                    <a:pt x="913" y="459"/>
                  </a:lnTo>
                  <a:lnTo>
                    <a:pt x="935" y="449"/>
                  </a:lnTo>
                  <a:lnTo>
                    <a:pt x="956" y="431"/>
                  </a:lnTo>
                  <a:lnTo>
                    <a:pt x="978" y="482"/>
                  </a:lnTo>
                  <a:lnTo>
                    <a:pt x="1000" y="415"/>
                  </a:lnTo>
                  <a:lnTo>
                    <a:pt x="1021" y="297"/>
                  </a:lnTo>
                  <a:lnTo>
                    <a:pt x="1043" y="384"/>
                  </a:lnTo>
                  <a:lnTo>
                    <a:pt x="1065" y="374"/>
                  </a:lnTo>
                  <a:lnTo>
                    <a:pt x="1087" y="438"/>
                  </a:lnTo>
                  <a:lnTo>
                    <a:pt x="1109" y="368"/>
                  </a:lnTo>
                  <a:lnTo>
                    <a:pt x="1130" y="455"/>
                  </a:lnTo>
                  <a:lnTo>
                    <a:pt x="1152" y="287"/>
                  </a:lnTo>
                  <a:lnTo>
                    <a:pt x="1174" y="392"/>
                  </a:lnTo>
                  <a:lnTo>
                    <a:pt x="1195" y="283"/>
                  </a:lnTo>
                  <a:lnTo>
                    <a:pt x="1217" y="365"/>
                  </a:lnTo>
                  <a:lnTo>
                    <a:pt x="1239" y="465"/>
                  </a:lnTo>
                  <a:lnTo>
                    <a:pt x="1261" y="247"/>
                  </a:lnTo>
                  <a:lnTo>
                    <a:pt x="1282" y="495"/>
                  </a:lnTo>
                  <a:lnTo>
                    <a:pt x="1304" y="475"/>
                  </a:lnTo>
                  <a:lnTo>
                    <a:pt x="1326" y="378"/>
                  </a:lnTo>
                  <a:lnTo>
                    <a:pt x="1347" y="490"/>
                  </a:lnTo>
                  <a:lnTo>
                    <a:pt x="1369" y="472"/>
                  </a:lnTo>
                  <a:lnTo>
                    <a:pt x="1391" y="257"/>
                  </a:lnTo>
                  <a:lnTo>
                    <a:pt x="1413" y="397"/>
                  </a:lnTo>
                  <a:lnTo>
                    <a:pt x="1435" y="476"/>
                  </a:lnTo>
                  <a:lnTo>
                    <a:pt x="1456" y="0"/>
                  </a:lnTo>
                  <a:lnTo>
                    <a:pt x="1478" y="484"/>
                  </a:lnTo>
                  <a:lnTo>
                    <a:pt x="1500" y="426"/>
                  </a:lnTo>
                  <a:lnTo>
                    <a:pt x="1521" y="450"/>
                  </a:lnTo>
                  <a:lnTo>
                    <a:pt x="1543" y="360"/>
                  </a:lnTo>
                  <a:lnTo>
                    <a:pt x="1565" y="394"/>
                  </a:lnTo>
                  <a:lnTo>
                    <a:pt x="1587" y="446"/>
                  </a:lnTo>
                  <a:lnTo>
                    <a:pt x="1608" y="343"/>
                  </a:lnTo>
                  <a:lnTo>
                    <a:pt x="1630" y="447"/>
                  </a:lnTo>
                  <a:lnTo>
                    <a:pt x="1652" y="462"/>
                  </a:lnTo>
                  <a:lnTo>
                    <a:pt x="1674" y="412"/>
                  </a:lnTo>
                  <a:lnTo>
                    <a:pt x="1695" y="252"/>
                  </a:lnTo>
                  <a:lnTo>
                    <a:pt x="1717" y="498"/>
                  </a:lnTo>
                  <a:lnTo>
                    <a:pt x="1739" y="467"/>
                  </a:lnTo>
                  <a:lnTo>
                    <a:pt x="1761" y="313"/>
                  </a:lnTo>
                  <a:lnTo>
                    <a:pt x="1782" y="496"/>
                  </a:lnTo>
                  <a:lnTo>
                    <a:pt x="1804" y="409"/>
                  </a:lnTo>
                  <a:lnTo>
                    <a:pt x="1826" y="338"/>
                  </a:lnTo>
                  <a:lnTo>
                    <a:pt x="1847" y="493"/>
                  </a:lnTo>
                  <a:lnTo>
                    <a:pt x="1869" y="385"/>
                  </a:lnTo>
                  <a:lnTo>
                    <a:pt x="1891" y="400"/>
                  </a:lnTo>
                  <a:lnTo>
                    <a:pt x="1913" y="326"/>
                  </a:lnTo>
                  <a:lnTo>
                    <a:pt x="1934" y="453"/>
                  </a:lnTo>
                  <a:lnTo>
                    <a:pt x="1956" y="434"/>
                  </a:lnTo>
                  <a:lnTo>
                    <a:pt x="1978" y="416"/>
                  </a:lnTo>
                  <a:lnTo>
                    <a:pt x="2000" y="345"/>
                  </a:lnTo>
                  <a:lnTo>
                    <a:pt x="2021" y="436"/>
                  </a:lnTo>
                  <a:lnTo>
                    <a:pt x="2043" y="386"/>
                  </a:lnTo>
                  <a:lnTo>
                    <a:pt x="2065" y="388"/>
                  </a:lnTo>
                  <a:lnTo>
                    <a:pt x="2087" y="465"/>
                  </a:lnTo>
                  <a:lnTo>
                    <a:pt x="2108" y="478"/>
                  </a:lnTo>
                  <a:lnTo>
                    <a:pt x="2130" y="455"/>
                  </a:lnTo>
                  <a:lnTo>
                    <a:pt x="2152" y="306"/>
                  </a:lnTo>
                  <a:lnTo>
                    <a:pt x="2174" y="219"/>
                  </a:lnTo>
                </a:path>
              </a:pathLst>
            </a:custGeom>
            <a:noFill/>
            <a:ln w="635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dirty="0"/>
            </a:p>
          </p:txBody>
        </p:sp>
        <p:cxnSp>
          <p:nvCxnSpPr>
            <p:cNvPr id="324" name="직선 화살표 연결선 323">
              <a:extLst>
                <a:ext uri="{FF2B5EF4-FFF2-40B4-BE49-F238E27FC236}">
                  <a16:creationId xmlns:a16="http://schemas.microsoft.com/office/drawing/2014/main" id="{C4684BEC-32BA-467F-9E79-D2DDC814511C}"/>
                </a:ext>
              </a:extLst>
            </p:cNvPr>
            <p:cNvCxnSpPr>
              <a:cxnSpLocks/>
            </p:cNvCxnSpPr>
            <p:nvPr/>
          </p:nvCxnSpPr>
          <p:spPr>
            <a:xfrm>
              <a:off x="3738569" y="2418554"/>
              <a:ext cx="184939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9" name="Freeform 146">
              <a:extLst>
                <a:ext uri="{FF2B5EF4-FFF2-40B4-BE49-F238E27FC236}">
                  <a16:creationId xmlns:a16="http://schemas.microsoft.com/office/drawing/2014/main" id="{54EE79BB-2D3E-49CF-ABD8-1D82476FE4D0}"/>
                </a:ext>
              </a:extLst>
            </p:cNvPr>
            <p:cNvSpPr>
              <a:spLocks/>
            </p:cNvSpPr>
            <p:nvPr/>
          </p:nvSpPr>
          <p:spPr bwMode="auto">
            <a:xfrm>
              <a:off x="3748446" y="1571556"/>
              <a:ext cx="1741764" cy="398987"/>
            </a:xfrm>
            <a:custGeom>
              <a:avLst/>
              <a:gdLst>
                <a:gd name="T0" fmla="*/ 21 w 2174"/>
                <a:gd name="T1" fmla="*/ 448 h 498"/>
                <a:gd name="T2" fmla="*/ 65 w 2174"/>
                <a:gd name="T3" fmla="*/ 263 h 498"/>
                <a:gd name="T4" fmla="*/ 109 w 2174"/>
                <a:gd name="T5" fmla="*/ 168 h 498"/>
                <a:gd name="T6" fmla="*/ 152 w 2174"/>
                <a:gd name="T7" fmla="*/ 357 h 498"/>
                <a:gd name="T8" fmla="*/ 195 w 2174"/>
                <a:gd name="T9" fmla="*/ 491 h 498"/>
                <a:gd name="T10" fmla="*/ 239 w 2174"/>
                <a:gd name="T11" fmla="*/ 389 h 498"/>
                <a:gd name="T12" fmla="*/ 282 w 2174"/>
                <a:gd name="T13" fmla="*/ 474 h 498"/>
                <a:gd name="T14" fmla="*/ 326 w 2174"/>
                <a:gd name="T15" fmla="*/ 470 h 498"/>
                <a:gd name="T16" fmla="*/ 369 w 2174"/>
                <a:gd name="T17" fmla="*/ 419 h 498"/>
                <a:gd name="T18" fmla="*/ 413 w 2174"/>
                <a:gd name="T19" fmla="*/ 371 h 498"/>
                <a:gd name="T20" fmla="*/ 456 w 2174"/>
                <a:gd name="T21" fmla="*/ 406 h 498"/>
                <a:gd name="T22" fmla="*/ 500 w 2174"/>
                <a:gd name="T23" fmla="*/ 457 h 498"/>
                <a:gd name="T24" fmla="*/ 543 w 2174"/>
                <a:gd name="T25" fmla="*/ 421 h 498"/>
                <a:gd name="T26" fmla="*/ 587 w 2174"/>
                <a:gd name="T27" fmla="*/ 234 h 498"/>
                <a:gd name="T28" fmla="*/ 630 w 2174"/>
                <a:gd name="T29" fmla="*/ 450 h 498"/>
                <a:gd name="T30" fmla="*/ 674 w 2174"/>
                <a:gd name="T31" fmla="*/ 370 h 498"/>
                <a:gd name="T32" fmla="*/ 717 w 2174"/>
                <a:gd name="T33" fmla="*/ 328 h 498"/>
                <a:gd name="T34" fmla="*/ 761 w 2174"/>
                <a:gd name="T35" fmla="*/ 446 h 498"/>
                <a:gd name="T36" fmla="*/ 804 w 2174"/>
                <a:gd name="T37" fmla="*/ 262 h 498"/>
                <a:gd name="T38" fmla="*/ 847 w 2174"/>
                <a:gd name="T39" fmla="*/ 394 h 498"/>
                <a:gd name="T40" fmla="*/ 891 w 2174"/>
                <a:gd name="T41" fmla="*/ 333 h 498"/>
                <a:gd name="T42" fmla="*/ 935 w 2174"/>
                <a:gd name="T43" fmla="*/ 449 h 498"/>
                <a:gd name="T44" fmla="*/ 978 w 2174"/>
                <a:gd name="T45" fmla="*/ 482 h 498"/>
                <a:gd name="T46" fmla="*/ 1021 w 2174"/>
                <a:gd name="T47" fmla="*/ 297 h 498"/>
                <a:gd name="T48" fmla="*/ 1065 w 2174"/>
                <a:gd name="T49" fmla="*/ 374 h 498"/>
                <a:gd name="T50" fmla="*/ 1109 w 2174"/>
                <a:gd name="T51" fmla="*/ 368 h 498"/>
                <a:gd name="T52" fmla="*/ 1152 w 2174"/>
                <a:gd name="T53" fmla="*/ 287 h 498"/>
                <a:gd name="T54" fmla="*/ 1195 w 2174"/>
                <a:gd name="T55" fmla="*/ 283 h 498"/>
                <a:gd name="T56" fmla="*/ 1239 w 2174"/>
                <a:gd name="T57" fmla="*/ 465 h 498"/>
                <a:gd name="T58" fmla="*/ 1282 w 2174"/>
                <a:gd name="T59" fmla="*/ 495 h 498"/>
                <a:gd name="T60" fmla="*/ 1326 w 2174"/>
                <a:gd name="T61" fmla="*/ 378 h 498"/>
                <a:gd name="T62" fmla="*/ 1369 w 2174"/>
                <a:gd name="T63" fmla="*/ 472 h 498"/>
                <a:gd name="T64" fmla="*/ 1413 w 2174"/>
                <a:gd name="T65" fmla="*/ 397 h 498"/>
                <a:gd name="T66" fmla="*/ 1456 w 2174"/>
                <a:gd name="T67" fmla="*/ 0 h 498"/>
                <a:gd name="T68" fmla="*/ 1500 w 2174"/>
                <a:gd name="T69" fmla="*/ 426 h 498"/>
                <a:gd name="T70" fmla="*/ 1543 w 2174"/>
                <a:gd name="T71" fmla="*/ 360 h 498"/>
                <a:gd name="T72" fmla="*/ 1587 w 2174"/>
                <a:gd name="T73" fmla="*/ 446 h 498"/>
                <a:gd name="T74" fmla="*/ 1630 w 2174"/>
                <a:gd name="T75" fmla="*/ 447 h 498"/>
                <a:gd name="T76" fmla="*/ 1674 w 2174"/>
                <a:gd name="T77" fmla="*/ 412 h 498"/>
                <a:gd name="T78" fmla="*/ 1717 w 2174"/>
                <a:gd name="T79" fmla="*/ 498 h 498"/>
                <a:gd name="T80" fmla="*/ 1761 w 2174"/>
                <a:gd name="T81" fmla="*/ 313 h 498"/>
                <a:gd name="T82" fmla="*/ 1804 w 2174"/>
                <a:gd name="T83" fmla="*/ 409 h 498"/>
                <a:gd name="T84" fmla="*/ 1847 w 2174"/>
                <a:gd name="T85" fmla="*/ 493 h 498"/>
                <a:gd name="T86" fmla="*/ 1891 w 2174"/>
                <a:gd name="T87" fmla="*/ 400 h 498"/>
                <a:gd name="T88" fmla="*/ 1934 w 2174"/>
                <a:gd name="T89" fmla="*/ 453 h 498"/>
                <a:gd name="T90" fmla="*/ 1978 w 2174"/>
                <a:gd name="T91" fmla="*/ 416 h 498"/>
                <a:gd name="T92" fmla="*/ 2021 w 2174"/>
                <a:gd name="T93" fmla="*/ 436 h 498"/>
                <a:gd name="T94" fmla="*/ 2065 w 2174"/>
                <a:gd name="T95" fmla="*/ 388 h 498"/>
                <a:gd name="T96" fmla="*/ 2108 w 2174"/>
                <a:gd name="T97" fmla="*/ 478 h 498"/>
                <a:gd name="T98" fmla="*/ 2152 w 2174"/>
                <a:gd name="T99" fmla="*/ 306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4" h="498">
                  <a:moveTo>
                    <a:pt x="0" y="409"/>
                  </a:moveTo>
                  <a:lnTo>
                    <a:pt x="21" y="448"/>
                  </a:lnTo>
                  <a:lnTo>
                    <a:pt x="43" y="483"/>
                  </a:lnTo>
                  <a:lnTo>
                    <a:pt x="65" y="263"/>
                  </a:lnTo>
                  <a:lnTo>
                    <a:pt x="87" y="338"/>
                  </a:lnTo>
                  <a:lnTo>
                    <a:pt x="109" y="168"/>
                  </a:lnTo>
                  <a:lnTo>
                    <a:pt x="130" y="326"/>
                  </a:lnTo>
                  <a:lnTo>
                    <a:pt x="152" y="357"/>
                  </a:lnTo>
                  <a:lnTo>
                    <a:pt x="174" y="477"/>
                  </a:lnTo>
                  <a:lnTo>
                    <a:pt x="195" y="491"/>
                  </a:lnTo>
                  <a:lnTo>
                    <a:pt x="217" y="454"/>
                  </a:lnTo>
                  <a:lnTo>
                    <a:pt x="239" y="389"/>
                  </a:lnTo>
                  <a:lnTo>
                    <a:pt x="261" y="455"/>
                  </a:lnTo>
                  <a:lnTo>
                    <a:pt x="282" y="474"/>
                  </a:lnTo>
                  <a:lnTo>
                    <a:pt x="304" y="245"/>
                  </a:lnTo>
                  <a:lnTo>
                    <a:pt x="326" y="470"/>
                  </a:lnTo>
                  <a:lnTo>
                    <a:pt x="347" y="396"/>
                  </a:lnTo>
                  <a:lnTo>
                    <a:pt x="369" y="419"/>
                  </a:lnTo>
                  <a:lnTo>
                    <a:pt x="391" y="459"/>
                  </a:lnTo>
                  <a:lnTo>
                    <a:pt x="413" y="371"/>
                  </a:lnTo>
                  <a:lnTo>
                    <a:pt x="435" y="442"/>
                  </a:lnTo>
                  <a:lnTo>
                    <a:pt x="456" y="406"/>
                  </a:lnTo>
                  <a:lnTo>
                    <a:pt x="478" y="457"/>
                  </a:lnTo>
                  <a:lnTo>
                    <a:pt x="500" y="457"/>
                  </a:lnTo>
                  <a:lnTo>
                    <a:pt x="521" y="423"/>
                  </a:lnTo>
                  <a:lnTo>
                    <a:pt x="543" y="421"/>
                  </a:lnTo>
                  <a:lnTo>
                    <a:pt x="565" y="489"/>
                  </a:lnTo>
                  <a:lnTo>
                    <a:pt x="587" y="234"/>
                  </a:lnTo>
                  <a:lnTo>
                    <a:pt x="609" y="243"/>
                  </a:lnTo>
                  <a:lnTo>
                    <a:pt x="630" y="450"/>
                  </a:lnTo>
                  <a:lnTo>
                    <a:pt x="652" y="469"/>
                  </a:lnTo>
                  <a:lnTo>
                    <a:pt x="674" y="370"/>
                  </a:lnTo>
                  <a:lnTo>
                    <a:pt x="695" y="470"/>
                  </a:lnTo>
                  <a:lnTo>
                    <a:pt x="717" y="328"/>
                  </a:lnTo>
                  <a:lnTo>
                    <a:pt x="739" y="449"/>
                  </a:lnTo>
                  <a:lnTo>
                    <a:pt x="761" y="446"/>
                  </a:lnTo>
                  <a:lnTo>
                    <a:pt x="782" y="422"/>
                  </a:lnTo>
                  <a:lnTo>
                    <a:pt x="804" y="262"/>
                  </a:lnTo>
                  <a:lnTo>
                    <a:pt x="826" y="398"/>
                  </a:lnTo>
                  <a:lnTo>
                    <a:pt x="847" y="394"/>
                  </a:lnTo>
                  <a:lnTo>
                    <a:pt x="869" y="425"/>
                  </a:lnTo>
                  <a:lnTo>
                    <a:pt x="891" y="333"/>
                  </a:lnTo>
                  <a:lnTo>
                    <a:pt x="913" y="459"/>
                  </a:lnTo>
                  <a:lnTo>
                    <a:pt x="935" y="449"/>
                  </a:lnTo>
                  <a:lnTo>
                    <a:pt x="956" y="431"/>
                  </a:lnTo>
                  <a:lnTo>
                    <a:pt x="978" y="482"/>
                  </a:lnTo>
                  <a:lnTo>
                    <a:pt x="1000" y="415"/>
                  </a:lnTo>
                  <a:lnTo>
                    <a:pt x="1021" y="297"/>
                  </a:lnTo>
                  <a:lnTo>
                    <a:pt x="1043" y="384"/>
                  </a:lnTo>
                  <a:lnTo>
                    <a:pt x="1065" y="374"/>
                  </a:lnTo>
                  <a:lnTo>
                    <a:pt x="1087" y="438"/>
                  </a:lnTo>
                  <a:lnTo>
                    <a:pt x="1109" y="368"/>
                  </a:lnTo>
                  <a:lnTo>
                    <a:pt x="1130" y="455"/>
                  </a:lnTo>
                  <a:lnTo>
                    <a:pt x="1152" y="287"/>
                  </a:lnTo>
                  <a:lnTo>
                    <a:pt x="1174" y="392"/>
                  </a:lnTo>
                  <a:lnTo>
                    <a:pt x="1195" y="283"/>
                  </a:lnTo>
                  <a:lnTo>
                    <a:pt x="1217" y="365"/>
                  </a:lnTo>
                  <a:lnTo>
                    <a:pt x="1239" y="465"/>
                  </a:lnTo>
                  <a:lnTo>
                    <a:pt x="1261" y="247"/>
                  </a:lnTo>
                  <a:lnTo>
                    <a:pt x="1282" y="495"/>
                  </a:lnTo>
                  <a:lnTo>
                    <a:pt x="1304" y="475"/>
                  </a:lnTo>
                  <a:lnTo>
                    <a:pt x="1326" y="378"/>
                  </a:lnTo>
                  <a:lnTo>
                    <a:pt x="1347" y="490"/>
                  </a:lnTo>
                  <a:lnTo>
                    <a:pt x="1369" y="472"/>
                  </a:lnTo>
                  <a:lnTo>
                    <a:pt x="1391" y="257"/>
                  </a:lnTo>
                  <a:lnTo>
                    <a:pt x="1413" y="397"/>
                  </a:lnTo>
                  <a:lnTo>
                    <a:pt x="1435" y="476"/>
                  </a:lnTo>
                  <a:lnTo>
                    <a:pt x="1456" y="0"/>
                  </a:lnTo>
                  <a:lnTo>
                    <a:pt x="1478" y="484"/>
                  </a:lnTo>
                  <a:lnTo>
                    <a:pt x="1500" y="426"/>
                  </a:lnTo>
                  <a:lnTo>
                    <a:pt x="1521" y="450"/>
                  </a:lnTo>
                  <a:lnTo>
                    <a:pt x="1543" y="360"/>
                  </a:lnTo>
                  <a:lnTo>
                    <a:pt x="1565" y="394"/>
                  </a:lnTo>
                  <a:lnTo>
                    <a:pt x="1587" y="446"/>
                  </a:lnTo>
                  <a:lnTo>
                    <a:pt x="1608" y="343"/>
                  </a:lnTo>
                  <a:lnTo>
                    <a:pt x="1630" y="447"/>
                  </a:lnTo>
                  <a:lnTo>
                    <a:pt x="1652" y="462"/>
                  </a:lnTo>
                  <a:lnTo>
                    <a:pt x="1674" y="412"/>
                  </a:lnTo>
                  <a:lnTo>
                    <a:pt x="1695" y="252"/>
                  </a:lnTo>
                  <a:lnTo>
                    <a:pt x="1717" y="498"/>
                  </a:lnTo>
                  <a:lnTo>
                    <a:pt x="1739" y="467"/>
                  </a:lnTo>
                  <a:lnTo>
                    <a:pt x="1761" y="313"/>
                  </a:lnTo>
                  <a:lnTo>
                    <a:pt x="1782" y="496"/>
                  </a:lnTo>
                  <a:lnTo>
                    <a:pt x="1804" y="409"/>
                  </a:lnTo>
                  <a:lnTo>
                    <a:pt x="1826" y="338"/>
                  </a:lnTo>
                  <a:lnTo>
                    <a:pt x="1847" y="493"/>
                  </a:lnTo>
                  <a:lnTo>
                    <a:pt x="1869" y="385"/>
                  </a:lnTo>
                  <a:lnTo>
                    <a:pt x="1891" y="400"/>
                  </a:lnTo>
                  <a:lnTo>
                    <a:pt x="1913" y="326"/>
                  </a:lnTo>
                  <a:lnTo>
                    <a:pt x="1934" y="453"/>
                  </a:lnTo>
                  <a:lnTo>
                    <a:pt x="1956" y="434"/>
                  </a:lnTo>
                  <a:lnTo>
                    <a:pt x="1978" y="416"/>
                  </a:lnTo>
                  <a:lnTo>
                    <a:pt x="2000" y="345"/>
                  </a:lnTo>
                  <a:lnTo>
                    <a:pt x="2021" y="436"/>
                  </a:lnTo>
                  <a:lnTo>
                    <a:pt x="2043" y="386"/>
                  </a:lnTo>
                  <a:lnTo>
                    <a:pt x="2065" y="388"/>
                  </a:lnTo>
                  <a:lnTo>
                    <a:pt x="2087" y="465"/>
                  </a:lnTo>
                  <a:lnTo>
                    <a:pt x="2108" y="478"/>
                  </a:lnTo>
                  <a:lnTo>
                    <a:pt x="2130" y="455"/>
                  </a:lnTo>
                  <a:lnTo>
                    <a:pt x="2152" y="306"/>
                  </a:lnTo>
                  <a:lnTo>
                    <a:pt x="2174" y="219"/>
                  </a:lnTo>
                </a:path>
              </a:pathLst>
            </a:custGeom>
            <a:noFill/>
            <a:ln w="6350" cap="flat">
              <a:solidFill>
                <a:srgbClr val="CC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dirty="0"/>
            </a:p>
          </p:txBody>
        </p:sp>
        <p:sp>
          <p:nvSpPr>
            <p:cNvPr id="330" name="Freeform 146">
              <a:extLst>
                <a:ext uri="{FF2B5EF4-FFF2-40B4-BE49-F238E27FC236}">
                  <a16:creationId xmlns:a16="http://schemas.microsoft.com/office/drawing/2014/main" id="{6B28F3DA-E2D9-418C-BC2D-123C97D5E89E}"/>
                </a:ext>
              </a:extLst>
            </p:cNvPr>
            <p:cNvSpPr>
              <a:spLocks/>
            </p:cNvSpPr>
            <p:nvPr/>
          </p:nvSpPr>
          <p:spPr bwMode="auto">
            <a:xfrm>
              <a:off x="3748797" y="1982294"/>
              <a:ext cx="1741764" cy="398987"/>
            </a:xfrm>
            <a:custGeom>
              <a:avLst/>
              <a:gdLst>
                <a:gd name="T0" fmla="*/ 21 w 2174"/>
                <a:gd name="T1" fmla="*/ 448 h 498"/>
                <a:gd name="T2" fmla="*/ 65 w 2174"/>
                <a:gd name="T3" fmla="*/ 263 h 498"/>
                <a:gd name="T4" fmla="*/ 109 w 2174"/>
                <a:gd name="T5" fmla="*/ 168 h 498"/>
                <a:gd name="T6" fmla="*/ 152 w 2174"/>
                <a:gd name="T7" fmla="*/ 357 h 498"/>
                <a:gd name="T8" fmla="*/ 195 w 2174"/>
                <a:gd name="T9" fmla="*/ 491 h 498"/>
                <a:gd name="T10" fmla="*/ 239 w 2174"/>
                <a:gd name="T11" fmla="*/ 389 h 498"/>
                <a:gd name="T12" fmla="*/ 282 w 2174"/>
                <a:gd name="T13" fmla="*/ 474 h 498"/>
                <a:gd name="T14" fmla="*/ 326 w 2174"/>
                <a:gd name="T15" fmla="*/ 470 h 498"/>
                <a:gd name="T16" fmla="*/ 369 w 2174"/>
                <a:gd name="T17" fmla="*/ 419 h 498"/>
                <a:gd name="T18" fmla="*/ 413 w 2174"/>
                <a:gd name="T19" fmla="*/ 371 h 498"/>
                <a:gd name="T20" fmla="*/ 456 w 2174"/>
                <a:gd name="T21" fmla="*/ 406 h 498"/>
                <a:gd name="T22" fmla="*/ 500 w 2174"/>
                <a:gd name="T23" fmla="*/ 457 h 498"/>
                <a:gd name="T24" fmla="*/ 543 w 2174"/>
                <a:gd name="T25" fmla="*/ 421 h 498"/>
                <a:gd name="T26" fmla="*/ 587 w 2174"/>
                <a:gd name="T27" fmla="*/ 234 h 498"/>
                <a:gd name="T28" fmla="*/ 630 w 2174"/>
                <a:gd name="T29" fmla="*/ 450 h 498"/>
                <a:gd name="T30" fmla="*/ 674 w 2174"/>
                <a:gd name="T31" fmla="*/ 370 h 498"/>
                <a:gd name="T32" fmla="*/ 717 w 2174"/>
                <a:gd name="T33" fmla="*/ 328 h 498"/>
                <a:gd name="T34" fmla="*/ 761 w 2174"/>
                <a:gd name="T35" fmla="*/ 446 h 498"/>
                <a:gd name="T36" fmla="*/ 804 w 2174"/>
                <a:gd name="T37" fmla="*/ 262 h 498"/>
                <a:gd name="T38" fmla="*/ 847 w 2174"/>
                <a:gd name="T39" fmla="*/ 394 h 498"/>
                <a:gd name="T40" fmla="*/ 891 w 2174"/>
                <a:gd name="T41" fmla="*/ 333 h 498"/>
                <a:gd name="T42" fmla="*/ 935 w 2174"/>
                <a:gd name="T43" fmla="*/ 449 h 498"/>
                <a:gd name="T44" fmla="*/ 978 w 2174"/>
                <a:gd name="T45" fmla="*/ 482 h 498"/>
                <a:gd name="T46" fmla="*/ 1021 w 2174"/>
                <a:gd name="T47" fmla="*/ 297 h 498"/>
                <a:gd name="T48" fmla="*/ 1065 w 2174"/>
                <a:gd name="T49" fmla="*/ 374 h 498"/>
                <a:gd name="T50" fmla="*/ 1109 w 2174"/>
                <a:gd name="T51" fmla="*/ 368 h 498"/>
                <a:gd name="T52" fmla="*/ 1152 w 2174"/>
                <a:gd name="T53" fmla="*/ 287 h 498"/>
                <a:gd name="T54" fmla="*/ 1195 w 2174"/>
                <a:gd name="T55" fmla="*/ 283 h 498"/>
                <a:gd name="T56" fmla="*/ 1239 w 2174"/>
                <a:gd name="T57" fmla="*/ 465 h 498"/>
                <a:gd name="T58" fmla="*/ 1282 w 2174"/>
                <a:gd name="T59" fmla="*/ 495 h 498"/>
                <a:gd name="T60" fmla="*/ 1326 w 2174"/>
                <a:gd name="T61" fmla="*/ 378 h 498"/>
                <a:gd name="T62" fmla="*/ 1369 w 2174"/>
                <a:gd name="T63" fmla="*/ 472 h 498"/>
                <a:gd name="T64" fmla="*/ 1413 w 2174"/>
                <a:gd name="T65" fmla="*/ 397 h 498"/>
                <a:gd name="T66" fmla="*/ 1456 w 2174"/>
                <a:gd name="T67" fmla="*/ 0 h 498"/>
                <a:gd name="T68" fmla="*/ 1500 w 2174"/>
                <a:gd name="T69" fmla="*/ 426 h 498"/>
                <a:gd name="T70" fmla="*/ 1543 w 2174"/>
                <a:gd name="T71" fmla="*/ 360 h 498"/>
                <a:gd name="T72" fmla="*/ 1587 w 2174"/>
                <a:gd name="T73" fmla="*/ 446 h 498"/>
                <a:gd name="T74" fmla="*/ 1630 w 2174"/>
                <a:gd name="T75" fmla="*/ 447 h 498"/>
                <a:gd name="T76" fmla="*/ 1674 w 2174"/>
                <a:gd name="T77" fmla="*/ 412 h 498"/>
                <a:gd name="T78" fmla="*/ 1717 w 2174"/>
                <a:gd name="T79" fmla="*/ 498 h 498"/>
                <a:gd name="T80" fmla="*/ 1761 w 2174"/>
                <a:gd name="T81" fmla="*/ 313 h 498"/>
                <a:gd name="T82" fmla="*/ 1804 w 2174"/>
                <a:gd name="T83" fmla="*/ 409 h 498"/>
                <a:gd name="T84" fmla="*/ 1847 w 2174"/>
                <a:gd name="T85" fmla="*/ 493 h 498"/>
                <a:gd name="T86" fmla="*/ 1891 w 2174"/>
                <a:gd name="T87" fmla="*/ 400 h 498"/>
                <a:gd name="T88" fmla="*/ 1934 w 2174"/>
                <a:gd name="T89" fmla="*/ 453 h 498"/>
                <a:gd name="T90" fmla="*/ 1978 w 2174"/>
                <a:gd name="T91" fmla="*/ 416 h 498"/>
                <a:gd name="T92" fmla="*/ 2021 w 2174"/>
                <a:gd name="T93" fmla="*/ 436 h 498"/>
                <a:gd name="T94" fmla="*/ 2065 w 2174"/>
                <a:gd name="T95" fmla="*/ 388 h 498"/>
                <a:gd name="T96" fmla="*/ 2108 w 2174"/>
                <a:gd name="T97" fmla="*/ 478 h 498"/>
                <a:gd name="T98" fmla="*/ 2152 w 2174"/>
                <a:gd name="T99" fmla="*/ 306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4" h="498">
                  <a:moveTo>
                    <a:pt x="0" y="409"/>
                  </a:moveTo>
                  <a:lnTo>
                    <a:pt x="21" y="448"/>
                  </a:lnTo>
                  <a:lnTo>
                    <a:pt x="43" y="483"/>
                  </a:lnTo>
                  <a:lnTo>
                    <a:pt x="65" y="263"/>
                  </a:lnTo>
                  <a:lnTo>
                    <a:pt x="87" y="338"/>
                  </a:lnTo>
                  <a:lnTo>
                    <a:pt x="109" y="168"/>
                  </a:lnTo>
                  <a:lnTo>
                    <a:pt x="130" y="326"/>
                  </a:lnTo>
                  <a:lnTo>
                    <a:pt x="152" y="357"/>
                  </a:lnTo>
                  <a:lnTo>
                    <a:pt x="174" y="477"/>
                  </a:lnTo>
                  <a:lnTo>
                    <a:pt x="195" y="491"/>
                  </a:lnTo>
                  <a:lnTo>
                    <a:pt x="217" y="454"/>
                  </a:lnTo>
                  <a:lnTo>
                    <a:pt x="239" y="389"/>
                  </a:lnTo>
                  <a:lnTo>
                    <a:pt x="261" y="455"/>
                  </a:lnTo>
                  <a:lnTo>
                    <a:pt x="282" y="474"/>
                  </a:lnTo>
                  <a:lnTo>
                    <a:pt x="304" y="245"/>
                  </a:lnTo>
                  <a:lnTo>
                    <a:pt x="326" y="470"/>
                  </a:lnTo>
                  <a:lnTo>
                    <a:pt x="347" y="396"/>
                  </a:lnTo>
                  <a:lnTo>
                    <a:pt x="369" y="419"/>
                  </a:lnTo>
                  <a:lnTo>
                    <a:pt x="391" y="459"/>
                  </a:lnTo>
                  <a:lnTo>
                    <a:pt x="413" y="371"/>
                  </a:lnTo>
                  <a:lnTo>
                    <a:pt x="435" y="442"/>
                  </a:lnTo>
                  <a:lnTo>
                    <a:pt x="456" y="406"/>
                  </a:lnTo>
                  <a:lnTo>
                    <a:pt x="478" y="457"/>
                  </a:lnTo>
                  <a:lnTo>
                    <a:pt x="500" y="457"/>
                  </a:lnTo>
                  <a:lnTo>
                    <a:pt x="521" y="423"/>
                  </a:lnTo>
                  <a:lnTo>
                    <a:pt x="543" y="421"/>
                  </a:lnTo>
                  <a:lnTo>
                    <a:pt x="565" y="489"/>
                  </a:lnTo>
                  <a:lnTo>
                    <a:pt x="587" y="234"/>
                  </a:lnTo>
                  <a:lnTo>
                    <a:pt x="609" y="243"/>
                  </a:lnTo>
                  <a:lnTo>
                    <a:pt x="630" y="450"/>
                  </a:lnTo>
                  <a:lnTo>
                    <a:pt x="652" y="469"/>
                  </a:lnTo>
                  <a:lnTo>
                    <a:pt x="674" y="370"/>
                  </a:lnTo>
                  <a:lnTo>
                    <a:pt x="695" y="470"/>
                  </a:lnTo>
                  <a:lnTo>
                    <a:pt x="717" y="328"/>
                  </a:lnTo>
                  <a:lnTo>
                    <a:pt x="739" y="449"/>
                  </a:lnTo>
                  <a:lnTo>
                    <a:pt x="761" y="446"/>
                  </a:lnTo>
                  <a:lnTo>
                    <a:pt x="782" y="422"/>
                  </a:lnTo>
                  <a:lnTo>
                    <a:pt x="804" y="262"/>
                  </a:lnTo>
                  <a:lnTo>
                    <a:pt x="826" y="398"/>
                  </a:lnTo>
                  <a:lnTo>
                    <a:pt x="847" y="394"/>
                  </a:lnTo>
                  <a:lnTo>
                    <a:pt x="869" y="425"/>
                  </a:lnTo>
                  <a:lnTo>
                    <a:pt x="891" y="333"/>
                  </a:lnTo>
                  <a:lnTo>
                    <a:pt x="913" y="459"/>
                  </a:lnTo>
                  <a:lnTo>
                    <a:pt x="935" y="449"/>
                  </a:lnTo>
                  <a:lnTo>
                    <a:pt x="956" y="431"/>
                  </a:lnTo>
                  <a:lnTo>
                    <a:pt x="978" y="482"/>
                  </a:lnTo>
                  <a:lnTo>
                    <a:pt x="1000" y="415"/>
                  </a:lnTo>
                  <a:lnTo>
                    <a:pt x="1021" y="297"/>
                  </a:lnTo>
                  <a:lnTo>
                    <a:pt x="1043" y="384"/>
                  </a:lnTo>
                  <a:lnTo>
                    <a:pt x="1065" y="374"/>
                  </a:lnTo>
                  <a:lnTo>
                    <a:pt x="1087" y="438"/>
                  </a:lnTo>
                  <a:lnTo>
                    <a:pt x="1109" y="368"/>
                  </a:lnTo>
                  <a:lnTo>
                    <a:pt x="1130" y="455"/>
                  </a:lnTo>
                  <a:lnTo>
                    <a:pt x="1152" y="287"/>
                  </a:lnTo>
                  <a:lnTo>
                    <a:pt x="1174" y="392"/>
                  </a:lnTo>
                  <a:lnTo>
                    <a:pt x="1195" y="283"/>
                  </a:lnTo>
                  <a:lnTo>
                    <a:pt x="1217" y="365"/>
                  </a:lnTo>
                  <a:lnTo>
                    <a:pt x="1239" y="465"/>
                  </a:lnTo>
                  <a:lnTo>
                    <a:pt x="1261" y="247"/>
                  </a:lnTo>
                  <a:lnTo>
                    <a:pt x="1282" y="495"/>
                  </a:lnTo>
                  <a:lnTo>
                    <a:pt x="1304" y="475"/>
                  </a:lnTo>
                  <a:lnTo>
                    <a:pt x="1326" y="378"/>
                  </a:lnTo>
                  <a:lnTo>
                    <a:pt x="1347" y="490"/>
                  </a:lnTo>
                  <a:lnTo>
                    <a:pt x="1369" y="472"/>
                  </a:lnTo>
                  <a:lnTo>
                    <a:pt x="1391" y="257"/>
                  </a:lnTo>
                  <a:lnTo>
                    <a:pt x="1413" y="397"/>
                  </a:lnTo>
                  <a:lnTo>
                    <a:pt x="1435" y="476"/>
                  </a:lnTo>
                  <a:lnTo>
                    <a:pt x="1456" y="0"/>
                  </a:lnTo>
                  <a:lnTo>
                    <a:pt x="1478" y="484"/>
                  </a:lnTo>
                  <a:lnTo>
                    <a:pt x="1500" y="426"/>
                  </a:lnTo>
                  <a:lnTo>
                    <a:pt x="1521" y="450"/>
                  </a:lnTo>
                  <a:lnTo>
                    <a:pt x="1543" y="360"/>
                  </a:lnTo>
                  <a:lnTo>
                    <a:pt x="1565" y="394"/>
                  </a:lnTo>
                  <a:lnTo>
                    <a:pt x="1587" y="446"/>
                  </a:lnTo>
                  <a:lnTo>
                    <a:pt x="1608" y="343"/>
                  </a:lnTo>
                  <a:lnTo>
                    <a:pt x="1630" y="447"/>
                  </a:lnTo>
                  <a:lnTo>
                    <a:pt x="1652" y="462"/>
                  </a:lnTo>
                  <a:lnTo>
                    <a:pt x="1674" y="412"/>
                  </a:lnTo>
                  <a:lnTo>
                    <a:pt x="1695" y="252"/>
                  </a:lnTo>
                  <a:lnTo>
                    <a:pt x="1717" y="498"/>
                  </a:lnTo>
                  <a:lnTo>
                    <a:pt x="1739" y="467"/>
                  </a:lnTo>
                  <a:lnTo>
                    <a:pt x="1761" y="313"/>
                  </a:lnTo>
                  <a:lnTo>
                    <a:pt x="1782" y="496"/>
                  </a:lnTo>
                  <a:lnTo>
                    <a:pt x="1804" y="409"/>
                  </a:lnTo>
                  <a:lnTo>
                    <a:pt x="1826" y="338"/>
                  </a:lnTo>
                  <a:lnTo>
                    <a:pt x="1847" y="493"/>
                  </a:lnTo>
                  <a:lnTo>
                    <a:pt x="1869" y="385"/>
                  </a:lnTo>
                  <a:lnTo>
                    <a:pt x="1891" y="400"/>
                  </a:lnTo>
                  <a:lnTo>
                    <a:pt x="1913" y="326"/>
                  </a:lnTo>
                  <a:lnTo>
                    <a:pt x="1934" y="453"/>
                  </a:lnTo>
                  <a:lnTo>
                    <a:pt x="1956" y="434"/>
                  </a:lnTo>
                  <a:lnTo>
                    <a:pt x="1978" y="416"/>
                  </a:lnTo>
                  <a:lnTo>
                    <a:pt x="2000" y="345"/>
                  </a:lnTo>
                  <a:lnTo>
                    <a:pt x="2021" y="436"/>
                  </a:lnTo>
                  <a:lnTo>
                    <a:pt x="2043" y="386"/>
                  </a:lnTo>
                  <a:lnTo>
                    <a:pt x="2065" y="388"/>
                  </a:lnTo>
                  <a:lnTo>
                    <a:pt x="2087" y="465"/>
                  </a:lnTo>
                  <a:lnTo>
                    <a:pt x="2108" y="478"/>
                  </a:lnTo>
                  <a:lnTo>
                    <a:pt x="2130" y="455"/>
                  </a:lnTo>
                  <a:lnTo>
                    <a:pt x="2152" y="306"/>
                  </a:lnTo>
                  <a:lnTo>
                    <a:pt x="2174" y="219"/>
                  </a:lnTo>
                </a:path>
              </a:pathLst>
            </a:custGeom>
            <a:noFill/>
            <a:ln w="6350" cap="flat">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dirty="0"/>
            </a:p>
          </p:txBody>
        </p:sp>
        <p:sp>
          <p:nvSpPr>
            <p:cNvPr id="331" name="직사각형 330">
              <a:extLst>
                <a:ext uri="{FF2B5EF4-FFF2-40B4-BE49-F238E27FC236}">
                  <a16:creationId xmlns:a16="http://schemas.microsoft.com/office/drawing/2014/main" id="{6E0E4E08-2BF0-4DC7-8591-4261A2B62C08}"/>
                </a:ext>
              </a:extLst>
            </p:cNvPr>
            <p:cNvSpPr/>
            <p:nvPr/>
          </p:nvSpPr>
          <p:spPr>
            <a:xfrm>
              <a:off x="5099064" y="2418554"/>
              <a:ext cx="911256" cy="276999"/>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Time</a:t>
              </a:r>
              <a:endParaRPr lang="ko-KR" altLang="en-US" sz="1200" dirty="0">
                <a:latin typeface="Helvetica" panose="020B0604020202020204" pitchFamily="34" charset="0"/>
                <a:cs typeface="Helvetica" panose="020B0604020202020204" pitchFamily="34" charset="0"/>
              </a:endParaRPr>
            </a:p>
          </p:txBody>
        </p:sp>
        <p:sp>
          <p:nvSpPr>
            <p:cNvPr id="332" name="직사각형 331">
              <a:extLst>
                <a:ext uri="{FF2B5EF4-FFF2-40B4-BE49-F238E27FC236}">
                  <a16:creationId xmlns:a16="http://schemas.microsoft.com/office/drawing/2014/main" id="{3B596000-DDB6-4E66-A601-620DD775C4B5}"/>
                </a:ext>
              </a:extLst>
            </p:cNvPr>
            <p:cNvSpPr/>
            <p:nvPr/>
          </p:nvSpPr>
          <p:spPr>
            <a:xfrm>
              <a:off x="5118114" y="4090048"/>
              <a:ext cx="911256" cy="276999"/>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Time</a:t>
              </a:r>
              <a:endParaRPr lang="ko-KR" altLang="en-US" sz="1200" dirty="0">
                <a:latin typeface="Helvetica" panose="020B0604020202020204" pitchFamily="34" charset="0"/>
                <a:cs typeface="Helvetica" panose="020B0604020202020204" pitchFamily="34" charset="0"/>
              </a:endParaRPr>
            </a:p>
          </p:txBody>
        </p:sp>
        <p:sp>
          <p:nvSpPr>
            <p:cNvPr id="333" name="TextBox 332">
              <a:extLst>
                <a:ext uri="{FF2B5EF4-FFF2-40B4-BE49-F238E27FC236}">
                  <a16:creationId xmlns:a16="http://schemas.microsoft.com/office/drawing/2014/main" id="{3D8FCE86-492F-44C2-BEEC-1F020FF61D72}"/>
                </a:ext>
              </a:extLst>
            </p:cNvPr>
            <p:cNvSpPr txBox="1"/>
            <p:nvPr/>
          </p:nvSpPr>
          <p:spPr>
            <a:xfrm>
              <a:off x="685294" y="671105"/>
              <a:ext cx="24760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334" name="TextBox 333">
              <a:extLst>
                <a:ext uri="{FF2B5EF4-FFF2-40B4-BE49-F238E27FC236}">
                  <a16:creationId xmlns:a16="http://schemas.microsoft.com/office/drawing/2014/main" id="{4DF3E0E7-F6CB-461C-B0BE-9C2B8674A297}"/>
                </a:ext>
              </a:extLst>
            </p:cNvPr>
            <p:cNvSpPr txBox="1"/>
            <p:nvPr/>
          </p:nvSpPr>
          <p:spPr>
            <a:xfrm>
              <a:off x="699677" y="2730348"/>
              <a:ext cx="24760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335" name="직사각형 334">
                  <a:extLst>
                    <a:ext uri="{FF2B5EF4-FFF2-40B4-BE49-F238E27FC236}">
                      <a16:creationId xmlns:a16="http://schemas.microsoft.com/office/drawing/2014/main" id="{E03A5F60-426E-4228-BCF0-AF85B41D8E26}"/>
                    </a:ext>
                  </a:extLst>
                </p:cNvPr>
                <p:cNvSpPr/>
                <p:nvPr/>
              </p:nvSpPr>
              <p:spPr>
                <a:xfrm>
                  <a:off x="3711178" y="2700310"/>
                  <a:ext cx="657592"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200" i="1">
                            <a:latin typeface="Cambria Math" panose="02040503050406030204" pitchFamily="18" charset="0"/>
                            <a:cs typeface="Times New Roman" panose="02020603050405020304" pitchFamily="18" charset="0"/>
                          </a:rPr>
                          <m:t>𝐼</m:t>
                        </m:r>
                        <m:r>
                          <a:rPr lang="en-US" altLang="ko-KR" sz="1200" i="1">
                            <a:latin typeface="Cambria Math" panose="02040503050406030204" pitchFamily="18" charset="0"/>
                            <a:cs typeface="Times New Roman" panose="02020603050405020304" pitchFamily="18" charset="0"/>
                          </a:rPr>
                          <m:t>(</m:t>
                        </m:r>
                        <m:r>
                          <a:rPr lang="en-US" altLang="ko-KR" sz="1200" b="1" i="1" smtClean="0">
                            <a:latin typeface="Cambria Math" panose="02040503050406030204" pitchFamily="18" charset="0"/>
                            <a:cs typeface="Times New Roman" panose="02020603050405020304" pitchFamily="18" charset="0"/>
                          </a:rPr>
                          <m:t>𝒓</m:t>
                        </m:r>
                        <m:r>
                          <a:rPr lang="en-US" altLang="ko-KR" sz="1200" i="1" smtClean="0">
                            <a:latin typeface="Cambria Math" panose="02040503050406030204" pitchFamily="18" charset="0"/>
                            <a:cs typeface="Times New Roman" panose="02020603050405020304" pitchFamily="18" charset="0"/>
                          </a:rPr>
                          <m:t>,</m:t>
                        </m:r>
                        <m:r>
                          <a:rPr lang="en-US" altLang="ko-KR" sz="1200" i="1" smtClean="0">
                            <a:latin typeface="Cambria Math" panose="02040503050406030204" pitchFamily="18" charset="0"/>
                            <a:cs typeface="Times New Roman" panose="02020603050405020304" pitchFamily="18" charset="0"/>
                          </a:rPr>
                          <m:t>𝑡</m:t>
                        </m:r>
                        <m:r>
                          <a:rPr lang="en-US" altLang="ko-KR" sz="1200" i="1">
                            <a:latin typeface="Cambria Math" panose="02040503050406030204" pitchFamily="18" charset="0"/>
                            <a:cs typeface="Times New Roman" panose="02020603050405020304" pitchFamily="18" charset="0"/>
                          </a:rPr>
                          <m:t>)</m:t>
                        </m:r>
                      </m:oMath>
                    </m:oMathPara>
                  </a14:m>
                  <a:endParaRPr lang="ko-KR" altLang="en-US" sz="1200" i="1" dirty="0">
                    <a:latin typeface="Times New Roman" panose="02020603050405020304" pitchFamily="18" charset="0"/>
                    <a:cs typeface="Times New Roman" panose="02020603050405020304" pitchFamily="18" charset="0"/>
                  </a:endParaRPr>
                </a:p>
              </p:txBody>
            </p:sp>
          </mc:Choice>
          <mc:Fallback xmlns="">
            <p:sp>
              <p:nvSpPr>
                <p:cNvPr id="335" name="직사각형 334">
                  <a:extLst>
                    <a:ext uri="{FF2B5EF4-FFF2-40B4-BE49-F238E27FC236}">
                      <a16:creationId xmlns:a16="http://schemas.microsoft.com/office/drawing/2014/main" id="{E03A5F60-426E-4228-BCF0-AF85B41D8E26}"/>
                    </a:ext>
                  </a:extLst>
                </p:cNvPr>
                <p:cNvSpPr>
                  <a:spLocks noRot="1" noChangeAspect="1" noMove="1" noResize="1" noEditPoints="1" noAdjustHandles="1" noChangeArrowheads="1" noChangeShapeType="1" noTextEdit="1"/>
                </p:cNvSpPr>
                <p:nvPr/>
              </p:nvSpPr>
              <p:spPr>
                <a:xfrm>
                  <a:off x="3711178" y="2700310"/>
                  <a:ext cx="657592" cy="276999"/>
                </a:xfrm>
                <a:prstGeom prst="rect">
                  <a:avLst/>
                </a:prstGeom>
                <a:blipFill>
                  <a:blip r:embed="rId16"/>
                  <a:stretch>
                    <a:fillRect b="-111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36" name="직사각형 335">
                  <a:extLst>
                    <a:ext uri="{FF2B5EF4-FFF2-40B4-BE49-F238E27FC236}">
                      <a16:creationId xmlns:a16="http://schemas.microsoft.com/office/drawing/2014/main" id="{E6F133E3-DC92-426D-8926-4EEA4AE4B11F}"/>
                    </a:ext>
                  </a:extLst>
                </p:cNvPr>
                <p:cNvSpPr/>
                <p:nvPr/>
              </p:nvSpPr>
              <p:spPr>
                <a:xfrm>
                  <a:off x="3696340" y="1031097"/>
                  <a:ext cx="657592"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200" i="1">
                            <a:latin typeface="Cambria Math" panose="02040503050406030204" pitchFamily="18" charset="0"/>
                            <a:cs typeface="Times New Roman" panose="02020603050405020304" pitchFamily="18" charset="0"/>
                          </a:rPr>
                          <m:t>𝐼</m:t>
                        </m:r>
                        <m:r>
                          <a:rPr lang="en-US" altLang="ko-KR" sz="1200" i="1">
                            <a:latin typeface="Cambria Math" panose="02040503050406030204" pitchFamily="18" charset="0"/>
                            <a:cs typeface="Times New Roman" panose="02020603050405020304" pitchFamily="18" charset="0"/>
                          </a:rPr>
                          <m:t>(</m:t>
                        </m:r>
                        <m:r>
                          <a:rPr lang="en-US" altLang="ko-KR" sz="1200" b="1" i="1" smtClean="0">
                            <a:latin typeface="Cambria Math" panose="02040503050406030204" pitchFamily="18" charset="0"/>
                            <a:cs typeface="Times New Roman" panose="02020603050405020304" pitchFamily="18" charset="0"/>
                          </a:rPr>
                          <m:t>𝒓</m:t>
                        </m:r>
                        <m:r>
                          <a:rPr lang="en-US" altLang="ko-KR" sz="1200" i="1" smtClean="0">
                            <a:latin typeface="Cambria Math" panose="02040503050406030204" pitchFamily="18" charset="0"/>
                            <a:cs typeface="Times New Roman" panose="02020603050405020304" pitchFamily="18" charset="0"/>
                          </a:rPr>
                          <m:t>,</m:t>
                        </m:r>
                        <m:r>
                          <a:rPr lang="en-US" altLang="ko-KR" sz="1200" i="1" smtClean="0">
                            <a:latin typeface="Cambria Math" panose="02040503050406030204" pitchFamily="18" charset="0"/>
                            <a:cs typeface="Times New Roman" panose="02020603050405020304" pitchFamily="18" charset="0"/>
                          </a:rPr>
                          <m:t>𝑡</m:t>
                        </m:r>
                        <m:r>
                          <a:rPr lang="en-US" altLang="ko-KR" sz="1200" i="1">
                            <a:latin typeface="Cambria Math" panose="02040503050406030204" pitchFamily="18" charset="0"/>
                            <a:cs typeface="Times New Roman" panose="02020603050405020304" pitchFamily="18" charset="0"/>
                          </a:rPr>
                          <m:t>)</m:t>
                        </m:r>
                      </m:oMath>
                    </m:oMathPara>
                  </a14:m>
                  <a:endParaRPr lang="ko-KR" altLang="en-US" sz="1200" i="1" dirty="0">
                    <a:latin typeface="Times New Roman" panose="02020603050405020304" pitchFamily="18" charset="0"/>
                    <a:cs typeface="Times New Roman" panose="02020603050405020304" pitchFamily="18" charset="0"/>
                  </a:endParaRPr>
                </a:p>
              </p:txBody>
            </p:sp>
          </mc:Choice>
          <mc:Fallback xmlns="">
            <p:sp>
              <p:nvSpPr>
                <p:cNvPr id="336" name="직사각형 335">
                  <a:extLst>
                    <a:ext uri="{FF2B5EF4-FFF2-40B4-BE49-F238E27FC236}">
                      <a16:creationId xmlns:a16="http://schemas.microsoft.com/office/drawing/2014/main" id="{E6F133E3-DC92-426D-8926-4EEA4AE4B11F}"/>
                    </a:ext>
                  </a:extLst>
                </p:cNvPr>
                <p:cNvSpPr>
                  <a:spLocks noRot="1" noChangeAspect="1" noMove="1" noResize="1" noEditPoints="1" noAdjustHandles="1" noChangeArrowheads="1" noChangeShapeType="1" noTextEdit="1"/>
                </p:cNvSpPr>
                <p:nvPr/>
              </p:nvSpPr>
              <p:spPr>
                <a:xfrm>
                  <a:off x="3696340" y="1031097"/>
                  <a:ext cx="657592" cy="276999"/>
                </a:xfrm>
                <a:prstGeom prst="rect">
                  <a:avLst/>
                </a:prstGeom>
                <a:blipFill>
                  <a:blip r:embed="rId17"/>
                  <a:stretch>
                    <a:fillRect b="-8696"/>
                  </a:stretch>
                </a:blipFill>
              </p:spPr>
              <p:txBody>
                <a:bodyPr/>
                <a:lstStyle/>
                <a:p>
                  <a:r>
                    <a:rPr lang="ko-KR" altLang="en-US">
                      <a:noFill/>
                    </a:rPr>
                    <a:t> </a:t>
                  </a:r>
                </a:p>
              </p:txBody>
            </p:sp>
          </mc:Fallback>
        </mc:AlternateContent>
        <p:cxnSp>
          <p:nvCxnSpPr>
            <p:cNvPr id="375" name="직선 화살표 연결선 374">
              <a:extLst>
                <a:ext uri="{FF2B5EF4-FFF2-40B4-BE49-F238E27FC236}">
                  <a16:creationId xmlns:a16="http://schemas.microsoft.com/office/drawing/2014/main" id="{09EA7506-D201-4823-A8B7-618813D1044A}"/>
                </a:ext>
              </a:extLst>
            </p:cNvPr>
            <p:cNvCxnSpPr>
              <a:cxnSpLocks/>
            </p:cNvCxnSpPr>
            <p:nvPr/>
          </p:nvCxnSpPr>
          <p:spPr>
            <a:xfrm flipH="1" flipV="1">
              <a:off x="3732778" y="1165357"/>
              <a:ext cx="12338" cy="12577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7" name="직사각형 386">
              <a:extLst>
                <a:ext uri="{FF2B5EF4-FFF2-40B4-BE49-F238E27FC236}">
                  <a16:creationId xmlns:a16="http://schemas.microsoft.com/office/drawing/2014/main" id="{5F9A0B57-FCBD-4698-91C4-FB8489018A5E}"/>
                </a:ext>
              </a:extLst>
            </p:cNvPr>
            <p:cNvSpPr/>
            <p:nvPr/>
          </p:nvSpPr>
          <p:spPr>
            <a:xfrm>
              <a:off x="5461767" y="1671411"/>
              <a:ext cx="718360" cy="3693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Spurious correlation</a:t>
              </a:r>
              <a:endParaRPr lang="ko-KR" altLang="en-US" sz="900" dirty="0">
                <a:latin typeface="Helvetica" panose="020B0604020202020204" pitchFamily="34" charset="0"/>
                <a:cs typeface="Helvetica" panose="020B0604020202020204" pitchFamily="34" charset="0"/>
              </a:endParaRPr>
            </a:p>
          </p:txBody>
        </p:sp>
        <p:sp>
          <p:nvSpPr>
            <p:cNvPr id="388" name="직사각형 387">
              <a:extLst>
                <a:ext uri="{FF2B5EF4-FFF2-40B4-BE49-F238E27FC236}">
                  <a16:creationId xmlns:a16="http://schemas.microsoft.com/office/drawing/2014/main" id="{72937C59-781C-4651-9CEE-DFF051E303B0}"/>
                </a:ext>
              </a:extLst>
            </p:cNvPr>
            <p:cNvSpPr/>
            <p:nvPr/>
          </p:nvSpPr>
          <p:spPr>
            <a:xfrm>
              <a:off x="5470597" y="3345034"/>
              <a:ext cx="718360" cy="3693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Vanishing correlation</a:t>
              </a:r>
              <a:endParaRPr lang="ko-KR" altLang="en-US" sz="900" dirty="0">
                <a:latin typeface="Helvetica" panose="020B0604020202020204" pitchFamily="34" charset="0"/>
                <a:cs typeface="Helvetica" panose="020B0604020202020204" pitchFamily="34" charset="0"/>
              </a:endParaRPr>
            </a:p>
          </p:txBody>
        </p:sp>
        <p:sp>
          <p:nvSpPr>
            <p:cNvPr id="389" name="직사각형 388">
              <a:extLst>
                <a:ext uri="{FF2B5EF4-FFF2-40B4-BE49-F238E27FC236}">
                  <a16:creationId xmlns:a16="http://schemas.microsoft.com/office/drawing/2014/main" id="{428FC599-CD8E-4453-BC84-D492AF4D2272}"/>
                </a:ext>
              </a:extLst>
            </p:cNvPr>
            <p:cNvSpPr/>
            <p:nvPr/>
          </p:nvSpPr>
          <p:spPr>
            <a:xfrm>
              <a:off x="1097801" y="2778087"/>
              <a:ext cx="1327055" cy="400110"/>
            </a:xfrm>
            <a:prstGeom prst="rect">
              <a:avLst/>
            </a:prstGeom>
            <a:noFill/>
          </p:spPr>
          <p:txBody>
            <a:bodyPr wrap="square">
              <a:spAutoFit/>
            </a:bodyPr>
            <a:lstStyle/>
            <a:p>
              <a:pPr algn="ctr"/>
              <a:r>
                <a:rPr lang="en-US" altLang="ko-KR" sz="1000" dirty="0">
                  <a:latin typeface="Helvetica" panose="020B0604020202020204" pitchFamily="34" charset="0"/>
                  <a:cs typeface="Helvetica" panose="020B0604020202020204" pitchFamily="34" charset="0"/>
                </a:rPr>
                <a:t>Near-field </a:t>
              </a:r>
            </a:p>
            <a:p>
              <a:pPr algn="ctr"/>
              <a:r>
                <a:rPr lang="en-US" altLang="ko-KR" sz="1000" dirty="0">
                  <a:latin typeface="Helvetica" panose="020B0604020202020204" pitchFamily="34" charset="0"/>
                  <a:cs typeface="Helvetica" panose="020B0604020202020204" pitchFamily="34" charset="0"/>
                </a:rPr>
                <a:t>speckle illumination</a:t>
              </a:r>
              <a:endParaRPr lang="ko-KR" altLang="en-US" sz="1000" dirty="0">
                <a:latin typeface="Helvetica" panose="020B0604020202020204" pitchFamily="34" charset="0"/>
                <a:cs typeface="Helvetica" panose="020B0604020202020204" pitchFamily="34" charset="0"/>
              </a:endParaRPr>
            </a:p>
          </p:txBody>
        </p:sp>
        <p:sp>
          <p:nvSpPr>
            <p:cNvPr id="390" name="직사각형 389">
              <a:extLst>
                <a:ext uri="{FF2B5EF4-FFF2-40B4-BE49-F238E27FC236}">
                  <a16:creationId xmlns:a16="http://schemas.microsoft.com/office/drawing/2014/main" id="{1BEA090E-94B3-47B3-867E-82909709FED8}"/>
                </a:ext>
              </a:extLst>
            </p:cNvPr>
            <p:cNvSpPr/>
            <p:nvPr/>
          </p:nvSpPr>
          <p:spPr>
            <a:xfrm>
              <a:off x="1088078" y="1064466"/>
              <a:ext cx="1327055" cy="400110"/>
            </a:xfrm>
            <a:prstGeom prst="rect">
              <a:avLst/>
            </a:prstGeom>
            <a:noFill/>
          </p:spPr>
          <p:txBody>
            <a:bodyPr wrap="square">
              <a:spAutoFit/>
            </a:bodyPr>
            <a:lstStyle/>
            <a:p>
              <a:pPr algn="ctr"/>
              <a:r>
                <a:rPr lang="en-US" altLang="ko-KR" sz="1000" dirty="0">
                  <a:latin typeface="Helvetica" panose="020B0604020202020204" pitchFamily="34" charset="0"/>
                  <a:cs typeface="Helvetica" panose="020B0604020202020204" pitchFamily="34" charset="0"/>
                </a:rPr>
                <a:t>Far-field </a:t>
              </a:r>
            </a:p>
            <a:p>
              <a:pPr algn="ctr"/>
              <a:r>
                <a:rPr lang="en-US" altLang="ko-KR" sz="1000" dirty="0">
                  <a:latin typeface="Helvetica" panose="020B0604020202020204" pitchFamily="34" charset="0"/>
                  <a:cs typeface="Helvetica" panose="020B0604020202020204" pitchFamily="34" charset="0"/>
                </a:rPr>
                <a:t>speckle illumination</a:t>
              </a:r>
              <a:endParaRPr lang="ko-KR" altLang="en-US" sz="1000" dirty="0">
                <a:latin typeface="Helvetica" panose="020B0604020202020204" pitchFamily="34" charset="0"/>
                <a:cs typeface="Helvetica" panose="020B0604020202020204" pitchFamily="34" charset="0"/>
              </a:endParaRPr>
            </a:p>
          </p:txBody>
        </p:sp>
        <p:grpSp>
          <p:nvGrpSpPr>
            <p:cNvPr id="394" name="그룹 393">
              <a:extLst>
                <a:ext uri="{FF2B5EF4-FFF2-40B4-BE49-F238E27FC236}">
                  <a16:creationId xmlns:a16="http://schemas.microsoft.com/office/drawing/2014/main" id="{914F6275-1B4C-49F4-BE16-7169E6D1D807}"/>
                </a:ext>
              </a:extLst>
            </p:cNvPr>
            <p:cNvGrpSpPr/>
            <p:nvPr/>
          </p:nvGrpSpPr>
          <p:grpSpPr>
            <a:xfrm>
              <a:off x="1380402" y="728955"/>
              <a:ext cx="4452227" cy="246221"/>
              <a:chOff x="1603756" y="4076159"/>
              <a:chExt cx="4452227" cy="246221"/>
            </a:xfrm>
          </p:grpSpPr>
          <p:sp>
            <p:nvSpPr>
              <p:cNvPr id="391" name="타원 390">
                <a:extLst>
                  <a:ext uri="{FF2B5EF4-FFF2-40B4-BE49-F238E27FC236}">
                    <a16:creationId xmlns:a16="http://schemas.microsoft.com/office/drawing/2014/main" id="{1196D64C-99A6-4D17-A507-C8ED68F6F293}"/>
                  </a:ext>
                </a:extLst>
              </p:cNvPr>
              <p:cNvSpPr/>
              <p:nvPr/>
            </p:nvSpPr>
            <p:spPr>
              <a:xfrm>
                <a:off x="1603756" y="4154613"/>
                <a:ext cx="108022" cy="108022"/>
              </a:xfrm>
              <a:prstGeom prst="ellipse">
                <a:avLst/>
              </a:prstGeom>
              <a:solidFill>
                <a:srgbClr val="FF0000"/>
              </a:solidFill>
              <a:ln>
                <a:noFill/>
              </a:ln>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392" name="타원 391">
                <a:extLst>
                  <a:ext uri="{FF2B5EF4-FFF2-40B4-BE49-F238E27FC236}">
                    <a16:creationId xmlns:a16="http://schemas.microsoft.com/office/drawing/2014/main" id="{88F9AE85-47E3-4173-8094-A086F75B20A2}"/>
                  </a:ext>
                </a:extLst>
              </p:cNvPr>
              <p:cNvSpPr/>
              <p:nvPr/>
            </p:nvSpPr>
            <p:spPr>
              <a:xfrm>
                <a:off x="1786445" y="4157610"/>
                <a:ext cx="105025" cy="105025"/>
              </a:xfrm>
              <a:prstGeom prst="ellipse">
                <a:avLst/>
              </a:prstGeom>
              <a:solidFill>
                <a:srgbClr val="00B0F0"/>
              </a:solidFill>
              <a:ln>
                <a:noFill/>
              </a:ln>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393" name="직사각형 392">
                <a:extLst>
                  <a:ext uri="{FF2B5EF4-FFF2-40B4-BE49-F238E27FC236}">
                    <a16:creationId xmlns:a16="http://schemas.microsoft.com/office/drawing/2014/main" id="{2BCE7EC1-C1FC-42A4-B7BA-AAAC817C0AEA}"/>
                  </a:ext>
                </a:extLst>
              </p:cNvPr>
              <p:cNvSpPr/>
              <p:nvPr/>
            </p:nvSpPr>
            <p:spPr>
              <a:xfrm>
                <a:off x="1840369" y="4076159"/>
                <a:ext cx="4215614" cy="246221"/>
              </a:xfrm>
              <a:prstGeom prst="rect">
                <a:avLst/>
              </a:prstGeom>
              <a:noFill/>
            </p:spPr>
            <p:txBody>
              <a:bodyPr wrap="square">
                <a:spAutoFit/>
              </a:bodyPr>
              <a:lstStyle/>
              <a:p>
                <a:pPr algn="ctr"/>
                <a:r>
                  <a:rPr lang="en-US" altLang="ko-KR" sz="1000" dirty="0">
                    <a:latin typeface="Helvetica" panose="020B0604020202020204" pitchFamily="34" charset="0"/>
                    <a:cs typeface="Helvetica" panose="020B0604020202020204" pitchFamily="34" charset="0"/>
                  </a:rPr>
                  <a:t>: Two independent fluorophores separated within </a:t>
                </a:r>
                <a:r>
                  <a:rPr lang="en-US" altLang="ko-KR" sz="1000" dirty="0" err="1">
                    <a:latin typeface="Helvetica" panose="020B0604020202020204" pitchFamily="34" charset="0"/>
                    <a:cs typeface="Helvetica" panose="020B0604020202020204" pitchFamily="34" charset="0"/>
                  </a:rPr>
                  <a:t>subdiffraction</a:t>
                </a:r>
                <a:r>
                  <a:rPr lang="en-US" altLang="ko-KR" sz="1000" dirty="0">
                    <a:latin typeface="Helvetica" panose="020B0604020202020204" pitchFamily="34" charset="0"/>
                    <a:cs typeface="Helvetica" panose="020B0604020202020204" pitchFamily="34" charset="0"/>
                  </a:rPr>
                  <a:t> distance</a:t>
                </a:r>
                <a:endParaRPr lang="ko-KR" altLang="en-US" sz="1000" dirty="0">
                  <a:latin typeface="Helvetica" panose="020B0604020202020204" pitchFamily="34" charset="0"/>
                  <a:cs typeface="Helvetica" panose="020B0604020202020204" pitchFamily="34" charset="0"/>
                </a:endParaRPr>
              </a:p>
            </p:txBody>
          </p:sp>
        </p:grpSp>
        <p:grpSp>
          <p:nvGrpSpPr>
            <p:cNvPr id="6" name="그룹 5">
              <a:extLst>
                <a:ext uri="{FF2B5EF4-FFF2-40B4-BE49-F238E27FC236}">
                  <a16:creationId xmlns:a16="http://schemas.microsoft.com/office/drawing/2014/main" id="{F8464E46-4166-4C7E-8E8F-553B820ACAA1}"/>
                </a:ext>
              </a:extLst>
            </p:cNvPr>
            <p:cNvGrpSpPr/>
            <p:nvPr/>
          </p:nvGrpSpPr>
          <p:grpSpPr>
            <a:xfrm>
              <a:off x="2578370" y="1312251"/>
              <a:ext cx="1152568" cy="1026024"/>
              <a:chOff x="2734254" y="3101692"/>
              <a:chExt cx="1152568" cy="1026024"/>
            </a:xfrm>
          </p:grpSpPr>
          <p:grpSp>
            <p:nvGrpSpPr>
              <p:cNvPr id="81" name="그룹 80">
                <a:extLst>
                  <a:ext uri="{FF2B5EF4-FFF2-40B4-BE49-F238E27FC236}">
                    <a16:creationId xmlns:a16="http://schemas.microsoft.com/office/drawing/2014/main" id="{C5D50458-7303-46E6-8EEB-AEA24B0A5652}"/>
                  </a:ext>
                </a:extLst>
              </p:cNvPr>
              <p:cNvGrpSpPr/>
              <p:nvPr/>
            </p:nvGrpSpPr>
            <p:grpSpPr>
              <a:xfrm>
                <a:off x="2983957" y="3663078"/>
                <a:ext cx="510516" cy="168906"/>
                <a:chOff x="6204600" y="4165600"/>
                <a:chExt cx="2610610" cy="863729"/>
              </a:xfrm>
              <a:noFill/>
              <a:scene3d>
                <a:camera prst="isometricOffAxis1Top">
                  <a:rot lat="19722016" lon="3375994" rev="17414914"/>
                </a:camera>
                <a:lightRig rig="threePt" dir="t"/>
              </a:scene3d>
            </p:grpSpPr>
            <p:sp>
              <p:nvSpPr>
                <p:cNvPr id="82" name="직사각형 81">
                  <a:extLst>
                    <a:ext uri="{FF2B5EF4-FFF2-40B4-BE49-F238E27FC236}">
                      <a16:creationId xmlns:a16="http://schemas.microsoft.com/office/drawing/2014/main" id="{A303E40A-8140-4D2B-B4F7-1C6F3B14CC24}"/>
                    </a:ext>
                  </a:extLst>
                </p:cNvPr>
                <p:cNvSpPr/>
                <p:nvPr/>
              </p:nvSpPr>
              <p:spPr>
                <a:xfrm>
                  <a:off x="620460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3" name="직사각형 82">
                  <a:extLst>
                    <a:ext uri="{FF2B5EF4-FFF2-40B4-BE49-F238E27FC236}">
                      <a16:creationId xmlns:a16="http://schemas.microsoft.com/office/drawing/2014/main" id="{1138836A-38CB-44B0-9F6C-9D679A457CAB}"/>
                    </a:ext>
                  </a:extLst>
                </p:cNvPr>
                <p:cNvSpPr/>
                <p:nvPr/>
              </p:nvSpPr>
              <p:spPr>
                <a:xfrm>
                  <a:off x="707673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4" name="직사각형 83">
                  <a:extLst>
                    <a:ext uri="{FF2B5EF4-FFF2-40B4-BE49-F238E27FC236}">
                      <a16:creationId xmlns:a16="http://schemas.microsoft.com/office/drawing/2014/main" id="{BAF5E842-7CB8-4FC0-A712-137C6C4BAE7E}"/>
                    </a:ext>
                  </a:extLst>
                </p:cNvPr>
                <p:cNvSpPr/>
                <p:nvPr/>
              </p:nvSpPr>
              <p:spPr>
                <a:xfrm>
                  <a:off x="7951481"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85" name="자유형: 도형 84">
                <a:extLst>
                  <a:ext uri="{FF2B5EF4-FFF2-40B4-BE49-F238E27FC236}">
                    <a16:creationId xmlns:a16="http://schemas.microsoft.com/office/drawing/2014/main" id="{5703894B-D6DC-45EE-8416-F4C406865780}"/>
                  </a:ext>
                </a:extLst>
              </p:cNvPr>
              <p:cNvSpPr/>
              <p:nvPr/>
            </p:nvSpPr>
            <p:spPr>
              <a:xfrm>
                <a:off x="2734254" y="3101692"/>
                <a:ext cx="879443" cy="870447"/>
              </a:xfrm>
              <a:custGeom>
                <a:avLst/>
                <a:gdLst>
                  <a:gd name="connsiteX0" fmla="*/ 427635 w 906780"/>
                  <a:gd name="connsiteY0" fmla="*/ 0 h 897504"/>
                  <a:gd name="connsiteX1" fmla="*/ 484785 w 906780"/>
                  <a:gd name="connsiteY1" fmla="*/ 4762 h 897504"/>
                  <a:gd name="connsiteX2" fmla="*/ 494310 w 906780"/>
                  <a:gd name="connsiteY2" fmla="*/ 19050 h 897504"/>
                  <a:gd name="connsiteX3" fmla="*/ 508597 w 906780"/>
                  <a:gd name="connsiteY3" fmla="*/ 42862 h 897504"/>
                  <a:gd name="connsiteX4" fmla="*/ 518122 w 906780"/>
                  <a:gd name="connsiteY4" fmla="*/ 80962 h 897504"/>
                  <a:gd name="connsiteX5" fmla="*/ 527647 w 906780"/>
                  <a:gd name="connsiteY5" fmla="*/ 119062 h 897504"/>
                  <a:gd name="connsiteX6" fmla="*/ 537172 w 906780"/>
                  <a:gd name="connsiteY6" fmla="*/ 152400 h 897504"/>
                  <a:gd name="connsiteX7" fmla="*/ 546697 w 906780"/>
                  <a:gd name="connsiteY7" fmla="*/ 209550 h 897504"/>
                  <a:gd name="connsiteX8" fmla="*/ 556222 w 906780"/>
                  <a:gd name="connsiteY8" fmla="*/ 247650 h 897504"/>
                  <a:gd name="connsiteX9" fmla="*/ 560985 w 906780"/>
                  <a:gd name="connsiteY9" fmla="*/ 261937 h 897504"/>
                  <a:gd name="connsiteX10" fmla="*/ 565747 w 906780"/>
                  <a:gd name="connsiteY10" fmla="*/ 285750 h 897504"/>
                  <a:gd name="connsiteX11" fmla="*/ 580035 w 906780"/>
                  <a:gd name="connsiteY11" fmla="*/ 319087 h 897504"/>
                  <a:gd name="connsiteX12" fmla="*/ 584797 w 906780"/>
                  <a:gd name="connsiteY12" fmla="*/ 342900 h 897504"/>
                  <a:gd name="connsiteX13" fmla="*/ 594322 w 906780"/>
                  <a:gd name="connsiteY13" fmla="*/ 357187 h 897504"/>
                  <a:gd name="connsiteX14" fmla="*/ 599085 w 906780"/>
                  <a:gd name="connsiteY14" fmla="*/ 381000 h 897504"/>
                  <a:gd name="connsiteX15" fmla="*/ 613372 w 906780"/>
                  <a:gd name="connsiteY15" fmla="*/ 419100 h 897504"/>
                  <a:gd name="connsiteX16" fmla="*/ 622897 w 906780"/>
                  <a:gd name="connsiteY16" fmla="*/ 452437 h 897504"/>
                  <a:gd name="connsiteX17" fmla="*/ 632422 w 906780"/>
                  <a:gd name="connsiteY17" fmla="*/ 466725 h 897504"/>
                  <a:gd name="connsiteX18" fmla="*/ 651472 w 906780"/>
                  <a:gd name="connsiteY18" fmla="*/ 500062 h 897504"/>
                  <a:gd name="connsiteX19" fmla="*/ 665760 w 906780"/>
                  <a:gd name="connsiteY19" fmla="*/ 509587 h 897504"/>
                  <a:gd name="connsiteX20" fmla="*/ 684810 w 906780"/>
                  <a:gd name="connsiteY20" fmla="*/ 519112 h 897504"/>
                  <a:gd name="connsiteX21" fmla="*/ 713385 w 906780"/>
                  <a:gd name="connsiteY21" fmla="*/ 533400 h 897504"/>
                  <a:gd name="connsiteX22" fmla="*/ 727672 w 906780"/>
                  <a:gd name="connsiteY22" fmla="*/ 547687 h 897504"/>
                  <a:gd name="connsiteX23" fmla="*/ 741960 w 906780"/>
                  <a:gd name="connsiteY23" fmla="*/ 557212 h 897504"/>
                  <a:gd name="connsiteX24" fmla="*/ 770535 w 906780"/>
                  <a:gd name="connsiteY24" fmla="*/ 585787 h 897504"/>
                  <a:gd name="connsiteX25" fmla="*/ 789585 w 906780"/>
                  <a:gd name="connsiteY25" fmla="*/ 604837 h 897504"/>
                  <a:gd name="connsiteX26" fmla="*/ 818160 w 906780"/>
                  <a:gd name="connsiteY26" fmla="*/ 623887 h 897504"/>
                  <a:gd name="connsiteX27" fmla="*/ 841972 w 906780"/>
                  <a:gd name="connsiteY27" fmla="*/ 642937 h 897504"/>
                  <a:gd name="connsiteX28" fmla="*/ 851497 w 906780"/>
                  <a:gd name="connsiteY28" fmla="*/ 657225 h 897504"/>
                  <a:gd name="connsiteX29" fmla="*/ 870547 w 906780"/>
                  <a:gd name="connsiteY29" fmla="*/ 661987 h 897504"/>
                  <a:gd name="connsiteX30" fmla="*/ 900665 w 906780"/>
                  <a:gd name="connsiteY30" fmla="*/ 673119 h 897504"/>
                  <a:gd name="connsiteX31" fmla="*/ 906780 w 906780"/>
                  <a:gd name="connsiteY31" fmla="*/ 674633 h 897504"/>
                  <a:gd name="connsiteX32" fmla="*/ 906780 w 906780"/>
                  <a:gd name="connsiteY32" fmla="*/ 685080 h 897504"/>
                  <a:gd name="connsiteX33" fmla="*/ 887702 w 906780"/>
                  <a:gd name="connsiteY33" fmla="*/ 691062 h 897504"/>
                  <a:gd name="connsiteX34" fmla="*/ 861022 w 906780"/>
                  <a:gd name="connsiteY34" fmla="*/ 700087 h 897504"/>
                  <a:gd name="connsiteX35" fmla="*/ 846735 w 906780"/>
                  <a:gd name="connsiteY35" fmla="*/ 709612 h 897504"/>
                  <a:gd name="connsiteX36" fmla="*/ 818160 w 906780"/>
                  <a:gd name="connsiteY36" fmla="*/ 719137 h 897504"/>
                  <a:gd name="connsiteX37" fmla="*/ 803872 w 906780"/>
                  <a:gd name="connsiteY37" fmla="*/ 728662 h 897504"/>
                  <a:gd name="connsiteX38" fmla="*/ 770535 w 906780"/>
                  <a:gd name="connsiteY38" fmla="*/ 742950 h 897504"/>
                  <a:gd name="connsiteX39" fmla="*/ 751485 w 906780"/>
                  <a:gd name="connsiteY39" fmla="*/ 747712 h 897504"/>
                  <a:gd name="connsiteX40" fmla="*/ 727672 w 906780"/>
                  <a:gd name="connsiteY40" fmla="*/ 752475 h 897504"/>
                  <a:gd name="connsiteX41" fmla="*/ 713385 w 906780"/>
                  <a:gd name="connsiteY41" fmla="*/ 766762 h 897504"/>
                  <a:gd name="connsiteX42" fmla="*/ 675285 w 906780"/>
                  <a:gd name="connsiteY42" fmla="*/ 776287 h 897504"/>
                  <a:gd name="connsiteX43" fmla="*/ 641947 w 906780"/>
                  <a:gd name="connsiteY43" fmla="*/ 785812 h 897504"/>
                  <a:gd name="connsiteX44" fmla="*/ 603847 w 906780"/>
                  <a:gd name="connsiteY44" fmla="*/ 795337 h 897504"/>
                  <a:gd name="connsiteX45" fmla="*/ 584797 w 906780"/>
                  <a:gd name="connsiteY45" fmla="*/ 804862 h 897504"/>
                  <a:gd name="connsiteX46" fmla="*/ 560985 w 906780"/>
                  <a:gd name="connsiteY46" fmla="*/ 814387 h 897504"/>
                  <a:gd name="connsiteX47" fmla="*/ 522885 w 906780"/>
                  <a:gd name="connsiteY47" fmla="*/ 833437 h 897504"/>
                  <a:gd name="connsiteX48" fmla="*/ 475260 w 906780"/>
                  <a:gd name="connsiteY48" fmla="*/ 857250 h 897504"/>
                  <a:gd name="connsiteX49" fmla="*/ 446685 w 906780"/>
                  <a:gd name="connsiteY49" fmla="*/ 871537 h 897504"/>
                  <a:gd name="connsiteX50" fmla="*/ 437160 w 906780"/>
                  <a:gd name="connsiteY50" fmla="*/ 885825 h 897504"/>
                  <a:gd name="connsiteX51" fmla="*/ 413801 w 906780"/>
                  <a:gd name="connsiteY51" fmla="*/ 897504 h 897504"/>
                  <a:gd name="connsiteX52" fmla="*/ 400557 w 906780"/>
                  <a:gd name="connsiteY52" fmla="*/ 897504 h 897504"/>
                  <a:gd name="connsiteX53" fmla="*/ 394164 w 906780"/>
                  <a:gd name="connsiteY53" fmla="*/ 895427 h 897504"/>
                  <a:gd name="connsiteX54" fmla="*/ 380010 w 906780"/>
                  <a:gd name="connsiteY54" fmla="*/ 885825 h 897504"/>
                  <a:gd name="connsiteX55" fmla="*/ 365722 w 906780"/>
                  <a:gd name="connsiteY55" fmla="*/ 881062 h 897504"/>
                  <a:gd name="connsiteX56" fmla="*/ 351435 w 906780"/>
                  <a:gd name="connsiteY56" fmla="*/ 866775 h 897504"/>
                  <a:gd name="connsiteX57" fmla="*/ 332385 w 906780"/>
                  <a:gd name="connsiteY57" fmla="*/ 857250 h 897504"/>
                  <a:gd name="connsiteX58" fmla="*/ 308572 w 906780"/>
                  <a:gd name="connsiteY58" fmla="*/ 842962 h 897504"/>
                  <a:gd name="connsiteX59" fmla="*/ 279997 w 906780"/>
                  <a:gd name="connsiteY59" fmla="*/ 819150 h 897504"/>
                  <a:gd name="connsiteX60" fmla="*/ 260947 w 906780"/>
                  <a:gd name="connsiteY60" fmla="*/ 809625 h 897504"/>
                  <a:gd name="connsiteX61" fmla="*/ 213322 w 906780"/>
                  <a:gd name="connsiteY61" fmla="*/ 776287 h 897504"/>
                  <a:gd name="connsiteX62" fmla="*/ 194272 w 906780"/>
                  <a:gd name="connsiteY62" fmla="*/ 766762 h 897504"/>
                  <a:gd name="connsiteX63" fmla="*/ 151410 w 906780"/>
                  <a:gd name="connsiteY63" fmla="*/ 738187 h 897504"/>
                  <a:gd name="connsiteX64" fmla="*/ 137122 w 906780"/>
                  <a:gd name="connsiteY64" fmla="*/ 733425 h 897504"/>
                  <a:gd name="connsiteX65" fmla="*/ 103785 w 906780"/>
                  <a:gd name="connsiteY65" fmla="*/ 714375 h 897504"/>
                  <a:gd name="connsiteX66" fmla="*/ 89497 w 906780"/>
                  <a:gd name="connsiteY66" fmla="*/ 709612 h 897504"/>
                  <a:gd name="connsiteX67" fmla="*/ 70447 w 906780"/>
                  <a:gd name="connsiteY67" fmla="*/ 690562 h 897504"/>
                  <a:gd name="connsiteX68" fmla="*/ 51397 w 906780"/>
                  <a:gd name="connsiteY68" fmla="*/ 681037 h 897504"/>
                  <a:gd name="connsiteX69" fmla="*/ 37110 w 906780"/>
                  <a:gd name="connsiteY69" fmla="*/ 666750 h 897504"/>
                  <a:gd name="connsiteX70" fmla="*/ 18060 w 906780"/>
                  <a:gd name="connsiteY70" fmla="*/ 657225 h 897504"/>
                  <a:gd name="connsiteX71" fmla="*/ 0 w 906780"/>
                  <a:gd name="connsiteY71" fmla="*/ 643680 h 897504"/>
                  <a:gd name="connsiteX72" fmla="*/ 0 w 906780"/>
                  <a:gd name="connsiteY72" fmla="*/ 616248 h 897504"/>
                  <a:gd name="connsiteX73" fmla="*/ 41872 w 906780"/>
                  <a:gd name="connsiteY73" fmla="*/ 595312 h 897504"/>
                  <a:gd name="connsiteX74" fmla="*/ 65685 w 906780"/>
                  <a:gd name="connsiteY74" fmla="*/ 581025 h 897504"/>
                  <a:gd name="connsiteX75" fmla="*/ 89497 w 906780"/>
                  <a:gd name="connsiteY75" fmla="*/ 571500 h 897504"/>
                  <a:gd name="connsiteX76" fmla="*/ 122835 w 906780"/>
                  <a:gd name="connsiteY76" fmla="*/ 547687 h 897504"/>
                  <a:gd name="connsiteX77" fmla="*/ 137122 w 906780"/>
                  <a:gd name="connsiteY77" fmla="*/ 542925 h 897504"/>
                  <a:gd name="connsiteX78" fmla="*/ 156172 w 906780"/>
                  <a:gd name="connsiteY78" fmla="*/ 533400 h 897504"/>
                  <a:gd name="connsiteX79" fmla="*/ 227610 w 906780"/>
                  <a:gd name="connsiteY79" fmla="*/ 523875 h 897504"/>
                  <a:gd name="connsiteX80" fmla="*/ 246660 w 906780"/>
                  <a:gd name="connsiteY80" fmla="*/ 500062 h 897504"/>
                  <a:gd name="connsiteX81" fmla="*/ 260947 w 906780"/>
                  <a:gd name="connsiteY81" fmla="*/ 447675 h 897504"/>
                  <a:gd name="connsiteX82" fmla="*/ 265710 w 906780"/>
                  <a:gd name="connsiteY82" fmla="*/ 433387 h 897504"/>
                  <a:gd name="connsiteX83" fmla="*/ 270472 w 906780"/>
                  <a:gd name="connsiteY83" fmla="*/ 414337 h 897504"/>
                  <a:gd name="connsiteX84" fmla="*/ 279997 w 906780"/>
                  <a:gd name="connsiteY84" fmla="*/ 395287 h 897504"/>
                  <a:gd name="connsiteX85" fmla="*/ 284760 w 906780"/>
                  <a:gd name="connsiteY85" fmla="*/ 323850 h 897504"/>
                  <a:gd name="connsiteX86" fmla="*/ 289522 w 906780"/>
                  <a:gd name="connsiteY86" fmla="*/ 309562 h 897504"/>
                  <a:gd name="connsiteX87" fmla="*/ 294285 w 906780"/>
                  <a:gd name="connsiteY87" fmla="*/ 290512 h 897504"/>
                  <a:gd name="connsiteX88" fmla="*/ 308572 w 906780"/>
                  <a:gd name="connsiteY88" fmla="*/ 252412 h 897504"/>
                  <a:gd name="connsiteX89" fmla="*/ 327622 w 906780"/>
                  <a:gd name="connsiteY89" fmla="*/ 209550 h 897504"/>
                  <a:gd name="connsiteX90" fmla="*/ 356197 w 906780"/>
                  <a:gd name="connsiteY90" fmla="*/ 133350 h 897504"/>
                  <a:gd name="connsiteX91" fmla="*/ 375247 w 906780"/>
                  <a:gd name="connsiteY91" fmla="*/ 95250 h 897504"/>
                  <a:gd name="connsiteX92" fmla="*/ 384772 w 906780"/>
                  <a:gd name="connsiteY92" fmla="*/ 61912 h 897504"/>
                  <a:gd name="connsiteX93" fmla="*/ 389535 w 906780"/>
                  <a:gd name="connsiteY93" fmla="*/ 42862 h 897504"/>
                  <a:gd name="connsiteX94" fmla="*/ 399060 w 906780"/>
                  <a:gd name="connsiteY94" fmla="*/ 14287 h 897504"/>
                  <a:gd name="connsiteX95" fmla="*/ 427635 w 906780"/>
                  <a:gd name="connsiteY95" fmla="*/ 0 h 897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906780" h="897504">
                    <a:moveTo>
                      <a:pt x="427635" y="0"/>
                    </a:moveTo>
                    <a:cubicBezTo>
                      <a:pt x="446685" y="1587"/>
                      <a:pt x="466404" y="-490"/>
                      <a:pt x="484785" y="4762"/>
                    </a:cubicBezTo>
                    <a:cubicBezTo>
                      <a:pt x="490289" y="6334"/>
                      <a:pt x="491276" y="14196"/>
                      <a:pt x="494310" y="19050"/>
                    </a:cubicBezTo>
                    <a:cubicBezTo>
                      <a:pt x="499216" y="26899"/>
                      <a:pt x="503835" y="34925"/>
                      <a:pt x="508597" y="42862"/>
                    </a:cubicBezTo>
                    <a:cubicBezTo>
                      <a:pt x="520249" y="101118"/>
                      <a:pt x="507139" y="40689"/>
                      <a:pt x="518122" y="80962"/>
                    </a:cubicBezTo>
                    <a:cubicBezTo>
                      <a:pt x="521566" y="93592"/>
                      <a:pt x="524051" y="106475"/>
                      <a:pt x="527647" y="119062"/>
                    </a:cubicBezTo>
                    <a:cubicBezTo>
                      <a:pt x="530822" y="130175"/>
                      <a:pt x="534791" y="141091"/>
                      <a:pt x="537172" y="152400"/>
                    </a:cubicBezTo>
                    <a:cubicBezTo>
                      <a:pt x="541151" y="171299"/>
                      <a:pt x="540589" y="191229"/>
                      <a:pt x="546697" y="209550"/>
                    </a:cubicBezTo>
                    <a:cubicBezTo>
                      <a:pt x="557585" y="242208"/>
                      <a:pt x="544728" y="201674"/>
                      <a:pt x="556222" y="247650"/>
                    </a:cubicBezTo>
                    <a:cubicBezTo>
                      <a:pt x="557440" y="252520"/>
                      <a:pt x="559767" y="257067"/>
                      <a:pt x="560985" y="261937"/>
                    </a:cubicBezTo>
                    <a:cubicBezTo>
                      <a:pt x="562948" y="269790"/>
                      <a:pt x="563784" y="277897"/>
                      <a:pt x="565747" y="285750"/>
                    </a:cubicBezTo>
                    <a:cubicBezTo>
                      <a:pt x="569250" y="299761"/>
                      <a:pt x="573223" y="305463"/>
                      <a:pt x="580035" y="319087"/>
                    </a:cubicBezTo>
                    <a:cubicBezTo>
                      <a:pt x="581622" y="327025"/>
                      <a:pt x="581955" y="335321"/>
                      <a:pt x="584797" y="342900"/>
                    </a:cubicBezTo>
                    <a:cubicBezTo>
                      <a:pt x="586807" y="348259"/>
                      <a:pt x="592312" y="351828"/>
                      <a:pt x="594322" y="357187"/>
                    </a:cubicBezTo>
                    <a:cubicBezTo>
                      <a:pt x="597164" y="364766"/>
                      <a:pt x="597122" y="373147"/>
                      <a:pt x="599085" y="381000"/>
                    </a:cubicBezTo>
                    <a:cubicBezTo>
                      <a:pt x="602430" y="394379"/>
                      <a:pt x="609000" y="405984"/>
                      <a:pt x="613372" y="419100"/>
                    </a:cubicBezTo>
                    <a:cubicBezTo>
                      <a:pt x="616422" y="428249"/>
                      <a:pt x="618313" y="443269"/>
                      <a:pt x="622897" y="452437"/>
                    </a:cubicBezTo>
                    <a:cubicBezTo>
                      <a:pt x="625457" y="457557"/>
                      <a:pt x="629862" y="461605"/>
                      <a:pt x="632422" y="466725"/>
                    </a:cubicBezTo>
                    <a:cubicBezTo>
                      <a:pt x="643319" y="488518"/>
                      <a:pt x="628444" y="477034"/>
                      <a:pt x="651472" y="500062"/>
                    </a:cubicBezTo>
                    <a:cubicBezTo>
                      <a:pt x="655519" y="504109"/>
                      <a:pt x="660790" y="506747"/>
                      <a:pt x="665760" y="509587"/>
                    </a:cubicBezTo>
                    <a:cubicBezTo>
                      <a:pt x="671924" y="513109"/>
                      <a:pt x="678285" y="516315"/>
                      <a:pt x="684810" y="519112"/>
                    </a:cubicBezTo>
                    <a:cubicBezTo>
                      <a:pt x="702497" y="526692"/>
                      <a:pt x="697235" y="519942"/>
                      <a:pt x="713385" y="533400"/>
                    </a:cubicBezTo>
                    <a:cubicBezTo>
                      <a:pt x="718559" y="537712"/>
                      <a:pt x="722498" y="543375"/>
                      <a:pt x="727672" y="547687"/>
                    </a:cubicBezTo>
                    <a:cubicBezTo>
                      <a:pt x="732069" y="551351"/>
                      <a:pt x="737682" y="553409"/>
                      <a:pt x="741960" y="557212"/>
                    </a:cubicBezTo>
                    <a:cubicBezTo>
                      <a:pt x="752028" y="566161"/>
                      <a:pt x="761010" y="576262"/>
                      <a:pt x="770535" y="585787"/>
                    </a:cubicBezTo>
                    <a:cubicBezTo>
                      <a:pt x="776885" y="592137"/>
                      <a:pt x="782113" y="599856"/>
                      <a:pt x="789585" y="604837"/>
                    </a:cubicBezTo>
                    <a:lnTo>
                      <a:pt x="818160" y="623887"/>
                    </a:lnTo>
                    <a:cubicBezTo>
                      <a:pt x="845458" y="664836"/>
                      <a:pt x="809109" y="616646"/>
                      <a:pt x="841972" y="642937"/>
                    </a:cubicBezTo>
                    <a:cubicBezTo>
                      <a:pt x="846442" y="646513"/>
                      <a:pt x="846734" y="654050"/>
                      <a:pt x="851497" y="657225"/>
                    </a:cubicBezTo>
                    <a:cubicBezTo>
                      <a:pt x="856943" y="660856"/>
                      <a:pt x="864337" y="659917"/>
                      <a:pt x="870547" y="661987"/>
                    </a:cubicBezTo>
                    <a:cubicBezTo>
                      <a:pt x="917637" y="677683"/>
                      <a:pt x="880176" y="668109"/>
                      <a:pt x="900665" y="673119"/>
                    </a:cubicBezTo>
                    <a:lnTo>
                      <a:pt x="906780" y="674633"/>
                    </a:lnTo>
                    <a:lnTo>
                      <a:pt x="906780" y="685080"/>
                    </a:lnTo>
                    <a:lnTo>
                      <a:pt x="887702" y="691062"/>
                    </a:lnTo>
                    <a:cubicBezTo>
                      <a:pt x="877825" y="694248"/>
                      <a:pt x="868454" y="697385"/>
                      <a:pt x="861022" y="700087"/>
                    </a:cubicBezTo>
                    <a:cubicBezTo>
                      <a:pt x="855643" y="702043"/>
                      <a:pt x="851497" y="706437"/>
                      <a:pt x="846735" y="709612"/>
                    </a:cubicBezTo>
                    <a:cubicBezTo>
                      <a:pt x="838381" y="715181"/>
                      <a:pt x="827335" y="715059"/>
                      <a:pt x="818160" y="719137"/>
                    </a:cubicBezTo>
                    <a:cubicBezTo>
                      <a:pt x="812929" y="721462"/>
                      <a:pt x="809133" y="726407"/>
                      <a:pt x="803872" y="728662"/>
                    </a:cubicBezTo>
                    <a:cubicBezTo>
                      <a:pt x="760820" y="747113"/>
                      <a:pt x="806401" y="719039"/>
                      <a:pt x="770535" y="742950"/>
                    </a:cubicBezTo>
                    <a:cubicBezTo>
                      <a:pt x="764185" y="744537"/>
                      <a:pt x="757875" y="746292"/>
                      <a:pt x="751485" y="747712"/>
                    </a:cubicBezTo>
                    <a:cubicBezTo>
                      <a:pt x="743583" y="749468"/>
                      <a:pt x="734912" y="748855"/>
                      <a:pt x="727672" y="752475"/>
                    </a:cubicBezTo>
                    <a:cubicBezTo>
                      <a:pt x="721648" y="755487"/>
                      <a:pt x="718147" y="762000"/>
                      <a:pt x="713385" y="766762"/>
                    </a:cubicBezTo>
                    <a:cubicBezTo>
                      <a:pt x="687851" y="775274"/>
                      <a:pt x="709771" y="768623"/>
                      <a:pt x="675285" y="776287"/>
                    </a:cubicBezTo>
                    <a:cubicBezTo>
                      <a:pt x="657353" y="780272"/>
                      <a:pt x="657852" y="780511"/>
                      <a:pt x="641947" y="785812"/>
                    </a:cubicBezTo>
                    <a:cubicBezTo>
                      <a:pt x="629528" y="789951"/>
                      <a:pt x="616266" y="791197"/>
                      <a:pt x="603847" y="795337"/>
                    </a:cubicBezTo>
                    <a:cubicBezTo>
                      <a:pt x="597112" y="797582"/>
                      <a:pt x="591285" y="801979"/>
                      <a:pt x="584797" y="804862"/>
                    </a:cubicBezTo>
                    <a:cubicBezTo>
                      <a:pt x="576985" y="808334"/>
                      <a:pt x="568922" y="811212"/>
                      <a:pt x="560985" y="814387"/>
                    </a:cubicBezTo>
                    <a:cubicBezTo>
                      <a:pt x="547802" y="819660"/>
                      <a:pt x="535992" y="827976"/>
                      <a:pt x="522885" y="833437"/>
                    </a:cubicBezTo>
                    <a:cubicBezTo>
                      <a:pt x="472627" y="854378"/>
                      <a:pt x="544439" y="811131"/>
                      <a:pt x="475260" y="857250"/>
                    </a:cubicBezTo>
                    <a:cubicBezTo>
                      <a:pt x="463639" y="861123"/>
                      <a:pt x="455918" y="862304"/>
                      <a:pt x="446685" y="871537"/>
                    </a:cubicBezTo>
                    <a:cubicBezTo>
                      <a:pt x="442638" y="875585"/>
                      <a:pt x="441739" y="882391"/>
                      <a:pt x="437160" y="885825"/>
                    </a:cubicBezTo>
                    <a:lnTo>
                      <a:pt x="413801" y="897504"/>
                    </a:lnTo>
                    <a:lnTo>
                      <a:pt x="400557" y="897504"/>
                    </a:lnTo>
                    <a:lnTo>
                      <a:pt x="394164" y="895427"/>
                    </a:lnTo>
                    <a:cubicBezTo>
                      <a:pt x="389732" y="894053"/>
                      <a:pt x="407702" y="899671"/>
                      <a:pt x="380010" y="885825"/>
                    </a:cubicBezTo>
                    <a:cubicBezTo>
                      <a:pt x="375520" y="883580"/>
                      <a:pt x="369899" y="883847"/>
                      <a:pt x="365722" y="881062"/>
                    </a:cubicBezTo>
                    <a:cubicBezTo>
                      <a:pt x="360118" y="877326"/>
                      <a:pt x="356915" y="870690"/>
                      <a:pt x="351435" y="866775"/>
                    </a:cubicBezTo>
                    <a:cubicBezTo>
                      <a:pt x="345658" y="862649"/>
                      <a:pt x="338591" y="860698"/>
                      <a:pt x="332385" y="857250"/>
                    </a:cubicBezTo>
                    <a:cubicBezTo>
                      <a:pt x="324293" y="852754"/>
                      <a:pt x="316422" y="847868"/>
                      <a:pt x="308572" y="842962"/>
                    </a:cubicBezTo>
                    <a:cubicBezTo>
                      <a:pt x="248094" y="805163"/>
                      <a:pt x="346092" y="866359"/>
                      <a:pt x="279997" y="819150"/>
                    </a:cubicBezTo>
                    <a:cubicBezTo>
                      <a:pt x="274220" y="815024"/>
                      <a:pt x="267297" y="812800"/>
                      <a:pt x="260947" y="809625"/>
                    </a:cubicBezTo>
                    <a:cubicBezTo>
                      <a:pt x="231987" y="795145"/>
                      <a:pt x="237218" y="791222"/>
                      <a:pt x="213322" y="776287"/>
                    </a:cubicBezTo>
                    <a:cubicBezTo>
                      <a:pt x="207302" y="772524"/>
                      <a:pt x="200179" y="770700"/>
                      <a:pt x="194272" y="766762"/>
                    </a:cubicBezTo>
                    <a:cubicBezTo>
                      <a:pt x="160568" y="744292"/>
                      <a:pt x="182589" y="751549"/>
                      <a:pt x="151410" y="738187"/>
                    </a:cubicBezTo>
                    <a:cubicBezTo>
                      <a:pt x="146796" y="736210"/>
                      <a:pt x="141612" y="735670"/>
                      <a:pt x="137122" y="733425"/>
                    </a:cubicBezTo>
                    <a:cubicBezTo>
                      <a:pt x="89270" y="709500"/>
                      <a:pt x="162261" y="739437"/>
                      <a:pt x="103785" y="714375"/>
                    </a:cubicBezTo>
                    <a:cubicBezTo>
                      <a:pt x="99171" y="712397"/>
                      <a:pt x="93582" y="712530"/>
                      <a:pt x="89497" y="709612"/>
                    </a:cubicBezTo>
                    <a:cubicBezTo>
                      <a:pt x="82189" y="704392"/>
                      <a:pt x="77631" y="695950"/>
                      <a:pt x="70447" y="690562"/>
                    </a:cubicBezTo>
                    <a:cubicBezTo>
                      <a:pt x="64767" y="686302"/>
                      <a:pt x="57174" y="685163"/>
                      <a:pt x="51397" y="681037"/>
                    </a:cubicBezTo>
                    <a:cubicBezTo>
                      <a:pt x="45917" y="677122"/>
                      <a:pt x="42590" y="670665"/>
                      <a:pt x="37110" y="666750"/>
                    </a:cubicBezTo>
                    <a:cubicBezTo>
                      <a:pt x="31333" y="662624"/>
                      <a:pt x="24224" y="660747"/>
                      <a:pt x="18060" y="657225"/>
                    </a:cubicBezTo>
                    <a:lnTo>
                      <a:pt x="0" y="643680"/>
                    </a:lnTo>
                    <a:lnTo>
                      <a:pt x="0" y="616248"/>
                    </a:lnTo>
                    <a:lnTo>
                      <a:pt x="41872" y="595312"/>
                    </a:lnTo>
                    <a:cubicBezTo>
                      <a:pt x="50151" y="591172"/>
                      <a:pt x="57406" y="585165"/>
                      <a:pt x="65685" y="581025"/>
                    </a:cubicBezTo>
                    <a:cubicBezTo>
                      <a:pt x="73331" y="577202"/>
                      <a:pt x="81851" y="575323"/>
                      <a:pt x="89497" y="571500"/>
                    </a:cubicBezTo>
                    <a:cubicBezTo>
                      <a:pt x="104251" y="564123"/>
                      <a:pt x="107719" y="556325"/>
                      <a:pt x="122835" y="547687"/>
                    </a:cubicBezTo>
                    <a:cubicBezTo>
                      <a:pt x="127193" y="545196"/>
                      <a:pt x="132508" y="544902"/>
                      <a:pt x="137122" y="542925"/>
                    </a:cubicBezTo>
                    <a:cubicBezTo>
                      <a:pt x="143648" y="540128"/>
                      <a:pt x="149323" y="535268"/>
                      <a:pt x="156172" y="533400"/>
                    </a:cubicBezTo>
                    <a:cubicBezTo>
                      <a:pt x="161741" y="531881"/>
                      <a:pt x="224478" y="524266"/>
                      <a:pt x="227610" y="523875"/>
                    </a:cubicBezTo>
                    <a:cubicBezTo>
                      <a:pt x="233960" y="515937"/>
                      <a:pt x="241792" y="508986"/>
                      <a:pt x="246660" y="500062"/>
                    </a:cubicBezTo>
                    <a:cubicBezTo>
                      <a:pt x="256093" y="482769"/>
                      <a:pt x="256354" y="466046"/>
                      <a:pt x="260947" y="447675"/>
                    </a:cubicBezTo>
                    <a:cubicBezTo>
                      <a:pt x="262165" y="442805"/>
                      <a:pt x="264331" y="438214"/>
                      <a:pt x="265710" y="433387"/>
                    </a:cubicBezTo>
                    <a:cubicBezTo>
                      <a:pt x="267508" y="427093"/>
                      <a:pt x="268174" y="420466"/>
                      <a:pt x="270472" y="414337"/>
                    </a:cubicBezTo>
                    <a:cubicBezTo>
                      <a:pt x="272965" y="407689"/>
                      <a:pt x="276822" y="401637"/>
                      <a:pt x="279997" y="395287"/>
                    </a:cubicBezTo>
                    <a:cubicBezTo>
                      <a:pt x="281585" y="371475"/>
                      <a:pt x="282125" y="347569"/>
                      <a:pt x="284760" y="323850"/>
                    </a:cubicBezTo>
                    <a:cubicBezTo>
                      <a:pt x="285314" y="318860"/>
                      <a:pt x="288143" y="314389"/>
                      <a:pt x="289522" y="309562"/>
                    </a:cubicBezTo>
                    <a:cubicBezTo>
                      <a:pt x="291320" y="303268"/>
                      <a:pt x="292487" y="296806"/>
                      <a:pt x="294285" y="290512"/>
                    </a:cubicBezTo>
                    <a:cubicBezTo>
                      <a:pt x="299005" y="273993"/>
                      <a:pt x="301858" y="270874"/>
                      <a:pt x="308572" y="252412"/>
                    </a:cubicBezTo>
                    <a:cubicBezTo>
                      <a:pt x="322174" y="215007"/>
                      <a:pt x="311235" y="234129"/>
                      <a:pt x="327622" y="209550"/>
                    </a:cubicBezTo>
                    <a:cubicBezTo>
                      <a:pt x="335866" y="184819"/>
                      <a:pt x="344808" y="156129"/>
                      <a:pt x="356197" y="133350"/>
                    </a:cubicBezTo>
                    <a:cubicBezTo>
                      <a:pt x="362547" y="120650"/>
                      <a:pt x="371346" y="108903"/>
                      <a:pt x="375247" y="95250"/>
                    </a:cubicBezTo>
                    <a:cubicBezTo>
                      <a:pt x="378422" y="84137"/>
                      <a:pt x="381731" y="73062"/>
                      <a:pt x="384772" y="61912"/>
                    </a:cubicBezTo>
                    <a:cubicBezTo>
                      <a:pt x="386494" y="55597"/>
                      <a:pt x="387654" y="49131"/>
                      <a:pt x="389535" y="42862"/>
                    </a:cubicBezTo>
                    <a:cubicBezTo>
                      <a:pt x="392420" y="33245"/>
                      <a:pt x="390706" y="19856"/>
                      <a:pt x="399060" y="14287"/>
                    </a:cubicBezTo>
                    <a:cubicBezTo>
                      <a:pt x="417524" y="1977"/>
                      <a:pt x="407917" y="6572"/>
                      <a:pt x="427635" y="0"/>
                    </a:cubicBezTo>
                    <a:close/>
                  </a:path>
                </a:pathLst>
              </a:custGeom>
              <a:blipFill dpi="0" rotWithShape="1">
                <a:blip r:embed="rId14">
                  <a:alphaModFix amt="45000"/>
                </a:blip>
                <a:srcRect/>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86" name="타원 85">
                <a:extLst>
                  <a:ext uri="{FF2B5EF4-FFF2-40B4-BE49-F238E27FC236}">
                    <a16:creationId xmlns:a16="http://schemas.microsoft.com/office/drawing/2014/main" id="{5E57ABF1-0227-49D0-B6D8-B080D45BDD97}"/>
                  </a:ext>
                </a:extLst>
              </p:cNvPr>
              <p:cNvSpPr/>
              <p:nvPr/>
            </p:nvSpPr>
            <p:spPr>
              <a:xfrm>
                <a:off x="3115284" y="3642883"/>
                <a:ext cx="62376" cy="62376"/>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87" name="타원 86">
                <a:extLst>
                  <a:ext uri="{FF2B5EF4-FFF2-40B4-BE49-F238E27FC236}">
                    <a16:creationId xmlns:a16="http://schemas.microsoft.com/office/drawing/2014/main" id="{3CEB29EB-8D90-498B-9D57-4CE4040C5187}"/>
                  </a:ext>
                </a:extLst>
              </p:cNvPr>
              <p:cNvSpPr/>
              <p:nvPr/>
            </p:nvSpPr>
            <p:spPr>
              <a:xfrm>
                <a:off x="3305235" y="3761620"/>
                <a:ext cx="73400" cy="73400"/>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88" name="자유형: 도형 87">
                <a:extLst>
                  <a:ext uri="{FF2B5EF4-FFF2-40B4-BE49-F238E27FC236}">
                    <a16:creationId xmlns:a16="http://schemas.microsoft.com/office/drawing/2014/main" id="{120F07E4-310E-4446-B181-5F6C3ABA4676}"/>
                  </a:ext>
                </a:extLst>
              </p:cNvPr>
              <p:cNvSpPr/>
              <p:nvPr/>
            </p:nvSpPr>
            <p:spPr>
              <a:xfrm>
                <a:off x="2922449" y="3206241"/>
                <a:ext cx="881249" cy="885999"/>
              </a:xfrm>
              <a:custGeom>
                <a:avLst/>
                <a:gdLst>
                  <a:gd name="connsiteX0" fmla="*/ 414470 w 861475"/>
                  <a:gd name="connsiteY0" fmla="*/ 0 h 866120"/>
                  <a:gd name="connsiteX1" fmla="*/ 471620 w 861475"/>
                  <a:gd name="connsiteY1" fmla="*/ 4762 h 866120"/>
                  <a:gd name="connsiteX2" fmla="*/ 481145 w 861475"/>
                  <a:gd name="connsiteY2" fmla="*/ 19050 h 866120"/>
                  <a:gd name="connsiteX3" fmla="*/ 495432 w 861475"/>
                  <a:gd name="connsiteY3" fmla="*/ 42862 h 866120"/>
                  <a:gd name="connsiteX4" fmla="*/ 504957 w 861475"/>
                  <a:gd name="connsiteY4" fmla="*/ 80962 h 866120"/>
                  <a:gd name="connsiteX5" fmla="*/ 514482 w 861475"/>
                  <a:gd name="connsiteY5" fmla="*/ 119062 h 866120"/>
                  <a:gd name="connsiteX6" fmla="*/ 524007 w 861475"/>
                  <a:gd name="connsiteY6" fmla="*/ 152400 h 866120"/>
                  <a:gd name="connsiteX7" fmla="*/ 533532 w 861475"/>
                  <a:gd name="connsiteY7" fmla="*/ 209550 h 866120"/>
                  <a:gd name="connsiteX8" fmla="*/ 543057 w 861475"/>
                  <a:gd name="connsiteY8" fmla="*/ 247650 h 866120"/>
                  <a:gd name="connsiteX9" fmla="*/ 547820 w 861475"/>
                  <a:gd name="connsiteY9" fmla="*/ 261937 h 866120"/>
                  <a:gd name="connsiteX10" fmla="*/ 552582 w 861475"/>
                  <a:gd name="connsiteY10" fmla="*/ 285750 h 866120"/>
                  <a:gd name="connsiteX11" fmla="*/ 566870 w 861475"/>
                  <a:gd name="connsiteY11" fmla="*/ 319087 h 866120"/>
                  <a:gd name="connsiteX12" fmla="*/ 571632 w 861475"/>
                  <a:gd name="connsiteY12" fmla="*/ 342900 h 866120"/>
                  <a:gd name="connsiteX13" fmla="*/ 581157 w 861475"/>
                  <a:gd name="connsiteY13" fmla="*/ 357187 h 866120"/>
                  <a:gd name="connsiteX14" fmla="*/ 585920 w 861475"/>
                  <a:gd name="connsiteY14" fmla="*/ 381000 h 866120"/>
                  <a:gd name="connsiteX15" fmla="*/ 600207 w 861475"/>
                  <a:gd name="connsiteY15" fmla="*/ 419100 h 866120"/>
                  <a:gd name="connsiteX16" fmla="*/ 609732 w 861475"/>
                  <a:gd name="connsiteY16" fmla="*/ 452437 h 866120"/>
                  <a:gd name="connsiteX17" fmla="*/ 619257 w 861475"/>
                  <a:gd name="connsiteY17" fmla="*/ 466725 h 866120"/>
                  <a:gd name="connsiteX18" fmla="*/ 638307 w 861475"/>
                  <a:gd name="connsiteY18" fmla="*/ 500062 h 866120"/>
                  <a:gd name="connsiteX19" fmla="*/ 652595 w 861475"/>
                  <a:gd name="connsiteY19" fmla="*/ 509587 h 866120"/>
                  <a:gd name="connsiteX20" fmla="*/ 671645 w 861475"/>
                  <a:gd name="connsiteY20" fmla="*/ 519112 h 866120"/>
                  <a:gd name="connsiteX21" fmla="*/ 700220 w 861475"/>
                  <a:gd name="connsiteY21" fmla="*/ 533400 h 866120"/>
                  <a:gd name="connsiteX22" fmla="*/ 714507 w 861475"/>
                  <a:gd name="connsiteY22" fmla="*/ 547687 h 866120"/>
                  <a:gd name="connsiteX23" fmla="*/ 728795 w 861475"/>
                  <a:gd name="connsiteY23" fmla="*/ 557212 h 866120"/>
                  <a:gd name="connsiteX24" fmla="*/ 757370 w 861475"/>
                  <a:gd name="connsiteY24" fmla="*/ 585787 h 866120"/>
                  <a:gd name="connsiteX25" fmla="*/ 776420 w 861475"/>
                  <a:gd name="connsiteY25" fmla="*/ 604837 h 866120"/>
                  <a:gd name="connsiteX26" fmla="*/ 804995 w 861475"/>
                  <a:gd name="connsiteY26" fmla="*/ 623887 h 866120"/>
                  <a:gd name="connsiteX27" fmla="*/ 828807 w 861475"/>
                  <a:gd name="connsiteY27" fmla="*/ 642937 h 866120"/>
                  <a:gd name="connsiteX28" fmla="*/ 838332 w 861475"/>
                  <a:gd name="connsiteY28" fmla="*/ 657225 h 866120"/>
                  <a:gd name="connsiteX29" fmla="*/ 857382 w 861475"/>
                  <a:gd name="connsiteY29" fmla="*/ 661987 h 866120"/>
                  <a:gd name="connsiteX30" fmla="*/ 861475 w 861475"/>
                  <a:gd name="connsiteY30" fmla="*/ 663393 h 866120"/>
                  <a:gd name="connsiteX31" fmla="*/ 853487 w 861475"/>
                  <a:gd name="connsiteY31" fmla="*/ 666095 h 866120"/>
                  <a:gd name="connsiteX32" fmla="*/ 839200 w 861475"/>
                  <a:gd name="connsiteY32" fmla="*/ 675620 h 866120"/>
                  <a:gd name="connsiteX33" fmla="*/ 810625 w 861475"/>
                  <a:gd name="connsiteY33" fmla="*/ 685145 h 866120"/>
                  <a:gd name="connsiteX34" fmla="*/ 796337 w 861475"/>
                  <a:gd name="connsiteY34" fmla="*/ 694670 h 866120"/>
                  <a:gd name="connsiteX35" fmla="*/ 763000 w 861475"/>
                  <a:gd name="connsiteY35" fmla="*/ 708958 h 866120"/>
                  <a:gd name="connsiteX36" fmla="*/ 743950 w 861475"/>
                  <a:gd name="connsiteY36" fmla="*/ 713720 h 866120"/>
                  <a:gd name="connsiteX37" fmla="*/ 720137 w 861475"/>
                  <a:gd name="connsiteY37" fmla="*/ 718483 h 866120"/>
                  <a:gd name="connsiteX38" fmla="*/ 705850 w 861475"/>
                  <a:gd name="connsiteY38" fmla="*/ 732770 h 866120"/>
                  <a:gd name="connsiteX39" fmla="*/ 667750 w 861475"/>
                  <a:gd name="connsiteY39" fmla="*/ 742295 h 866120"/>
                  <a:gd name="connsiteX40" fmla="*/ 634412 w 861475"/>
                  <a:gd name="connsiteY40" fmla="*/ 751820 h 866120"/>
                  <a:gd name="connsiteX41" fmla="*/ 596312 w 861475"/>
                  <a:gd name="connsiteY41" fmla="*/ 761345 h 866120"/>
                  <a:gd name="connsiteX42" fmla="*/ 577262 w 861475"/>
                  <a:gd name="connsiteY42" fmla="*/ 770870 h 866120"/>
                  <a:gd name="connsiteX43" fmla="*/ 553450 w 861475"/>
                  <a:gd name="connsiteY43" fmla="*/ 780395 h 866120"/>
                  <a:gd name="connsiteX44" fmla="*/ 515350 w 861475"/>
                  <a:gd name="connsiteY44" fmla="*/ 799445 h 866120"/>
                  <a:gd name="connsiteX45" fmla="*/ 467725 w 861475"/>
                  <a:gd name="connsiteY45" fmla="*/ 823258 h 866120"/>
                  <a:gd name="connsiteX46" fmla="*/ 439150 w 861475"/>
                  <a:gd name="connsiteY46" fmla="*/ 837545 h 866120"/>
                  <a:gd name="connsiteX47" fmla="*/ 429625 w 861475"/>
                  <a:gd name="connsiteY47" fmla="*/ 851833 h 866120"/>
                  <a:gd name="connsiteX48" fmla="*/ 401050 w 861475"/>
                  <a:gd name="connsiteY48" fmla="*/ 866120 h 866120"/>
                  <a:gd name="connsiteX49" fmla="*/ 372475 w 861475"/>
                  <a:gd name="connsiteY49" fmla="*/ 851833 h 866120"/>
                  <a:gd name="connsiteX50" fmla="*/ 358187 w 861475"/>
                  <a:gd name="connsiteY50" fmla="*/ 847070 h 866120"/>
                  <a:gd name="connsiteX51" fmla="*/ 343900 w 861475"/>
                  <a:gd name="connsiteY51" fmla="*/ 832783 h 866120"/>
                  <a:gd name="connsiteX52" fmla="*/ 324850 w 861475"/>
                  <a:gd name="connsiteY52" fmla="*/ 823258 h 866120"/>
                  <a:gd name="connsiteX53" fmla="*/ 301037 w 861475"/>
                  <a:gd name="connsiteY53" fmla="*/ 808970 h 866120"/>
                  <a:gd name="connsiteX54" fmla="*/ 272462 w 861475"/>
                  <a:gd name="connsiteY54" fmla="*/ 785158 h 866120"/>
                  <a:gd name="connsiteX55" fmla="*/ 253412 w 861475"/>
                  <a:gd name="connsiteY55" fmla="*/ 775633 h 866120"/>
                  <a:gd name="connsiteX56" fmla="*/ 205787 w 861475"/>
                  <a:gd name="connsiteY56" fmla="*/ 742295 h 866120"/>
                  <a:gd name="connsiteX57" fmla="*/ 186737 w 861475"/>
                  <a:gd name="connsiteY57" fmla="*/ 732770 h 866120"/>
                  <a:gd name="connsiteX58" fmla="*/ 143875 w 861475"/>
                  <a:gd name="connsiteY58" fmla="*/ 704195 h 866120"/>
                  <a:gd name="connsiteX59" fmla="*/ 129587 w 861475"/>
                  <a:gd name="connsiteY59" fmla="*/ 699433 h 866120"/>
                  <a:gd name="connsiteX60" fmla="*/ 96250 w 861475"/>
                  <a:gd name="connsiteY60" fmla="*/ 680383 h 866120"/>
                  <a:gd name="connsiteX61" fmla="*/ 81962 w 861475"/>
                  <a:gd name="connsiteY61" fmla="*/ 675620 h 866120"/>
                  <a:gd name="connsiteX62" fmla="*/ 62912 w 861475"/>
                  <a:gd name="connsiteY62" fmla="*/ 656570 h 866120"/>
                  <a:gd name="connsiteX63" fmla="*/ 43862 w 861475"/>
                  <a:gd name="connsiteY63" fmla="*/ 647045 h 866120"/>
                  <a:gd name="connsiteX64" fmla="*/ 29575 w 861475"/>
                  <a:gd name="connsiteY64" fmla="*/ 632758 h 866120"/>
                  <a:gd name="connsiteX65" fmla="*/ 10525 w 861475"/>
                  <a:gd name="connsiteY65" fmla="*/ 623233 h 866120"/>
                  <a:gd name="connsiteX66" fmla="*/ 0 w 861475"/>
                  <a:gd name="connsiteY66" fmla="*/ 615339 h 866120"/>
                  <a:gd name="connsiteX67" fmla="*/ 0 w 861475"/>
                  <a:gd name="connsiteY67" fmla="*/ 609666 h 866120"/>
                  <a:gd name="connsiteX68" fmla="*/ 28707 w 861475"/>
                  <a:gd name="connsiteY68" fmla="*/ 595312 h 866120"/>
                  <a:gd name="connsiteX69" fmla="*/ 52520 w 861475"/>
                  <a:gd name="connsiteY69" fmla="*/ 581025 h 866120"/>
                  <a:gd name="connsiteX70" fmla="*/ 76332 w 861475"/>
                  <a:gd name="connsiteY70" fmla="*/ 571500 h 866120"/>
                  <a:gd name="connsiteX71" fmla="*/ 109670 w 861475"/>
                  <a:gd name="connsiteY71" fmla="*/ 547687 h 866120"/>
                  <a:gd name="connsiteX72" fmla="*/ 123957 w 861475"/>
                  <a:gd name="connsiteY72" fmla="*/ 542925 h 866120"/>
                  <a:gd name="connsiteX73" fmla="*/ 143007 w 861475"/>
                  <a:gd name="connsiteY73" fmla="*/ 533400 h 866120"/>
                  <a:gd name="connsiteX74" fmla="*/ 214445 w 861475"/>
                  <a:gd name="connsiteY74" fmla="*/ 523875 h 866120"/>
                  <a:gd name="connsiteX75" fmla="*/ 233495 w 861475"/>
                  <a:gd name="connsiteY75" fmla="*/ 500062 h 866120"/>
                  <a:gd name="connsiteX76" fmla="*/ 242454 w 861475"/>
                  <a:gd name="connsiteY76" fmla="*/ 474273 h 866120"/>
                  <a:gd name="connsiteX77" fmla="*/ 246154 w 861475"/>
                  <a:gd name="connsiteY77" fmla="*/ 455801 h 866120"/>
                  <a:gd name="connsiteX78" fmla="*/ 256956 w 861475"/>
                  <a:gd name="connsiteY78" fmla="*/ 441761 h 866120"/>
                  <a:gd name="connsiteX79" fmla="*/ 261719 w 861475"/>
                  <a:gd name="connsiteY79" fmla="*/ 427473 h 866120"/>
                  <a:gd name="connsiteX80" fmla="*/ 276006 w 861475"/>
                  <a:gd name="connsiteY80" fmla="*/ 413186 h 866120"/>
                  <a:gd name="connsiteX81" fmla="*/ 285531 w 861475"/>
                  <a:gd name="connsiteY81" fmla="*/ 341748 h 866120"/>
                  <a:gd name="connsiteX82" fmla="*/ 299819 w 861475"/>
                  <a:gd name="connsiteY82" fmla="*/ 308411 h 866120"/>
                  <a:gd name="connsiteX83" fmla="*/ 304581 w 861475"/>
                  <a:gd name="connsiteY83" fmla="*/ 284598 h 866120"/>
                  <a:gd name="connsiteX84" fmla="*/ 314106 w 861475"/>
                  <a:gd name="connsiteY84" fmla="*/ 260786 h 866120"/>
                  <a:gd name="connsiteX85" fmla="*/ 320716 w 861475"/>
                  <a:gd name="connsiteY85" fmla="*/ 207301 h 866120"/>
                  <a:gd name="connsiteX86" fmla="*/ 322803 w 861475"/>
                  <a:gd name="connsiteY86" fmla="*/ 184827 h 866120"/>
                  <a:gd name="connsiteX87" fmla="*/ 327565 w 861475"/>
                  <a:gd name="connsiteY87" fmla="*/ 170718 h 866120"/>
                  <a:gd name="connsiteX88" fmla="*/ 343032 w 861475"/>
                  <a:gd name="connsiteY88" fmla="*/ 133350 h 866120"/>
                  <a:gd name="connsiteX89" fmla="*/ 362082 w 861475"/>
                  <a:gd name="connsiteY89" fmla="*/ 95250 h 866120"/>
                  <a:gd name="connsiteX90" fmla="*/ 371607 w 861475"/>
                  <a:gd name="connsiteY90" fmla="*/ 61912 h 866120"/>
                  <a:gd name="connsiteX91" fmla="*/ 376370 w 861475"/>
                  <a:gd name="connsiteY91" fmla="*/ 42862 h 866120"/>
                  <a:gd name="connsiteX92" fmla="*/ 385895 w 861475"/>
                  <a:gd name="connsiteY92" fmla="*/ 14287 h 866120"/>
                  <a:gd name="connsiteX93" fmla="*/ 414470 w 861475"/>
                  <a:gd name="connsiteY93" fmla="*/ 0 h 8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61475" h="866120">
                    <a:moveTo>
                      <a:pt x="414470" y="0"/>
                    </a:moveTo>
                    <a:cubicBezTo>
                      <a:pt x="433520" y="1587"/>
                      <a:pt x="453239" y="-490"/>
                      <a:pt x="471620" y="4762"/>
                    </a:cubicBezTo>
                    <a:cubicBezTo>
                      <a:pt x="477124" y="6334"/>
                      <a:pt x="478111" y="14196"/>
                      <a:pt x="481145" y="19050"/>
                    </a:cubicBezTo>
                    <a:cubicBezTo>
                      <a:pt x="486051" y="26899"/>
                      <a:pt x="490670" y="34925"/>
                      <a:pt x="495432" y="42862"/>
                    </a:cubicBezTo>
                    <a:cubicBezTo>
                      <a:pt x="507084" y="101118"/>
                      <a:pt x="493974" y="40689"/>
                      <a:pt x="504957" y="80962"/>
                    </a:cubicBezTo>
                    <a:cubicBezTo>
                      <a:pt x="508401" y="93592"/>
                      <a:pt x="510886" y="106475"/>
                      <a:pt x="514482" y="119062"/>
                    </a:cubicBezTo>
                    <a:cubicBezTo>
                      <a:pt x="517657" y="130175"/>
                      <a:pt x="521626" y="141091"/>
                      <a:pt x="524007" y="152400"/>
                    </a:cubicBezTo>
                    <a:cubicBezTo>
                      <a:pt x="527986" y="171299"/>
                      <a:pt x="527424" y="191229"/>
                      <a:pt x="533532" y="209550"/>
                    </a:cubicBezTo>
                    <a:cubicBezTo>
                      <a:pt x="544420" y="242208"/>
                      <a:pt x="531563" y="201674"/>
                      <a:pt x="543057" y="247650"/>
                    </a:cubicBezTo>
                    <a:cubicBezTo>
                      <a:pt x="544275" y="252520"/>
                      <a:pt x="546602" y="257067"/>
                      <a:pt x="547820" y="261937"/>
                    </a:cubicBezTo>
                    <a:cubicBezTo>
                      <a:pt x="549783" y="269790"/>
                      <a:pt x="550619" y="277897"/>
                      <a:pt x="552582" y="285750"/>
                    </a:cubicBezTo>
                    <a:cubicBezTo>
                      <a:pt x="556085" y="299761"/>
                      <a:pt x="560058" y="305463"/>
                      <a:pt x="566870" y="319087"/>
                    </a:cubicBezTo>
                    <a:cubicBezTo>
                      <a:pt x="568457" y="327025"/>
                      <a:pt x="568790" y="335321"/>
                      <a:pt x="571632" y="342900"/>
                    </a:cubicBezTo>
                    <a:cubicBezTo>
                      <a:pt x="573642" y="348259"/>
                      <a:pt x="579147" y="351828"/>
                      <a:pt x="581157" y="357187"/>
                    </a:cubicBezTo>
                    <a:cubicBezTo>
                      <a:pt x="583999" y="364766"/>
                      <a:pt x="583957" y="373147"/>
                      <a:pt x="585920" y="381000"/>
                    </a:cubicBezTo>
                    <a:cubicBezTo>
                      <a:pt x="589265" y="394379"/>
                      <a:pt x="595835" y="405984"/>
                      <a:pt x="600207" y="419100"/>
                    </a:cubicBezTo>
                    <a:cubicBezTo>
                      <a:pt x="603257" y="428249"/>
                      <a:pt x="605148" y="443269"/>
                      <a:pt x="609732" y="452437"/>
                    </a:cubicBezTo>
                    <a:cubicBezTo>
                      <a:pt x="612292" y="457557"/>
                      <a:pt x="616697" y="461605"/>
                      <a:pt x="619257" y="466725"/>
                    </a:cubicBezTo>
                    <a:cubicBezTo>
                      <a:pt x="630154" y="488518"/>
                      <a:pt x="615279" y="477034"/>
                      <a:pt x="638307" y="500062"/>
                    </a:cubicBezTo>
                    <a:cubicBezTo>
                      <a:pt x="642354" y="504109"/>
                      <a:pt x="647625" y="506747"/>
                      <a:pt x="652595" y="509587"/>
                    </a:cubicBezTo>
                    <a:cubicBezTo>
                      <a:pt x="658759" y="513109"/>
                      <a:pt x="665120" y="516315"/>
                      <a:pt x="671645" y="519112"/>
                    </a:cubicBezTo>
                    <a:cubicBezTo>
                      <a:pt x="689332" y="526692"/>
                      <a:pt x="684070" y="519942"/>
                      <a:pt x="700220" y="533400"/>
                    </a:cubicBezTo>
                    <a:cubicBezTo>
                      <a:pt x="705394" y="537712"/>
                      <a:pt x="709333" y="543375"/>
                      <a:pt x="714507" y="547687"/>
                    </a:cubicBezTo>
                    <a:cubicBezTo>
                      <a:pt x="718904" y="551351"/>
                      <a:pt x="724517" y="553409"/>
                      <a:pt x="728795" y="557212"/>
                    </a:cubicBezTo>
                    <a:cubicBezTo>
                      <a:pt x="738863" y="566161"/>
                      <a:pt x="747845" y="576262"/>
                      <a:pt x="757370" y="585787"/>
                    </a:cubicBezTo>
                    <a:cubicBezTo>
                      <a:pt x="763720" y="592137"/>
                      <a:pt x="768948" y="599856"/>
                      <a:pt x="776420" y="604837"/>
                    </a:cubicBezTo>
                    <a:lnTo>
                      <a:pt x="804995" y="623887"/>
                    </a:lnTo>
                    <a:cubicBezTo>
                      <a:pt x="832293" y="664836"/>
                      <a:pt x="795944" y="616646"/>
                      <a:pt x="828807" y="642937"/>
                    </a:cubicBezTo>
                    <a:cubicBezTo>
                      <a:pt x="833277" y="646513"/>
                      <a:pt x="833569" y="654050"/>
                      <a:pt x="838332" y="657225"/>
                    </a:cubicBezTo>
                    <a:cubicBezTo>
                      <a:pt x="843778" y="660856"/>
                      <a:pt x="851172" y="659917"/>
                      <a:pt x="857382" y="661987"/>
                    </a:cubicBezTo>
                    <a:lnTo>
                      <a:pt x="861475" y="663393"/>
                    </a:lnTo>
                    <a:lnTo>
                      <a:pt x="853487" y="666095"/>
                    </a:lnTo>
                    <a:cubicBezTo>
                      <a:pt x="848108" y="668051"/>
                      <a:pt x="843962" y="672445"/>
                      <a:pt x="839200" y="675620"/>
                    </a:cubicBezTo>
                    <a:cubicBezTo>
                      <a:pt x="830846" y="681189"/>
                      <a:pt x="819800" y="681067"/>
                      <a:pt x="810625" y="685145"/>
                    </a:cubicBezTo>
                    <a:cubicBezTo>
                      <a:pt x="805394" y="687470"/>
                      <a:pt x="801598" y="692415"/>
                      <a:pt x="796337" y="694670"/>
                    </a:cubicBezTo>
                    <a:cubicBezTo>
                      <a:pt x="753285" y="713121"/>
                      <a:pt x="798866" y="685047"/>
                      <a:pt x="763000" y="708958"/>
                    </a:cubicBezTo>
                    <a:cubicBezTo>
                      <a:pt x="756650" y="710545"/>
                      <a:pt x="750340" y="712300"/>
                      <a:pt x="743950" y="713720"/>
                    </a:cubicBezTo>
                    <a:cubicBezTo>
                      <a:pt x="736048" y="715476"/>
                      <a:pt x="727377" y="714863"/>
                      <a:pt x="720137" y="718483"/>
                    </a:cubicBezTo>
                    <a:cubicBezTo>
                      <a:pt x="714113" y="721495"/>
                      <a:pt x="710612" y="728008"/>
                      <a:pt x="705850" y="732770"/>
                    </a:cubicBezTo>
                    <a:cubicBezTo>
                      <a:pt x="680316" y="741282"/>
                      <a:pt x="702236" y="734631"/>
                      <a:pt x="667750" y="742295"/>
                    </a:cubicBezTo>
                    <a:cubicBezTo>
                      <a:pt x="649818" y="746280"/>
                      <a:pt x="650317" y="746519"/>
                      <a:pt x="634412" y="751820"/>
                    </a:cubicBezTo>
                    <a:cubicBezTo>
                      <a:pt x="621993" y="755959"/>
                      <a:pt x="608731" y="757205"/>
                      <a:pt x="596312" y="761345"/>
                    </a:cubicBezTo>
                    <a:cubicBezTo>
                      <a:pt x="589577" y="763590"/>
                      <a:pt x="583750" y="767987"/>
                      <a:pt x="577262" y="770870"/>
                    </a:cubicBezTo>
                    <a:cubicBezTo>
                      <a:pt x="569450" y="774342"/>
                      <a:pt x="561387" y="777220"/>
                      <a:pt x="553450" y="780395"/>
                    </a:cubicBezTo>
                    <a:cubicBezTo>
                      <a:pt x="540267" y="785668"/>
                      <a:pt x="528457" y="793984"/>
                      <a:pt x="515350" y="799445"/>
                    </a:cubicBezTo>
                    <a:cubicBezTo>
                      <a:pt x="465092" y="820386"/>
                      <a:pt x="536904" y="777139"/>
                      <a:pt x="467725" y="823258"/>
                    </a:cubicBezTo>
                    <a:cubicBezTo>
                      <a:pt x="456104" y="827131"/>
                      <a:pt x="448383" y="828312"/>
                      <a:pt x="439150" y="837545"/>
                    </a:cubicBezTo>
                    <a:cubicBezTo>
                      <a:pt x="435103" y="841593"/>
                      <a:pt x="434204" y="848399"/>
                      <a:pt x="429625" y="851833"/>
                    </a:cubicBezTo>
                    <a:cubicBezTo>
                      <a:pt x="421106" y="858223"/>
                      <a:pt x="410575" y="861358"/>
                      <a:pt x="401050" y="866120"/>
                    </a:cubicBezTo>
                    <a:cubicBezTo>
                      <a:pt x="365143" y="854153"/>
                      <a:pt x="409397" y="870294"/>
                      <a:pt x="372475" y="851833"/>
                    </a:cubicBezTo>
                    <a:cubicBezTo>
                      <a:pt x="367985" y="849588"/>
                      <a:pt x="362364" y="849855"/>
                      <a:pt x="358187" y="847070"/>
                    </a:cubicBezTo>
                    <a:cubicBezTo>
                      <a:pt x="352583" y="843334"/>
                      <a:pt x="349380" y="836698"/>
                      <a:pt x="343900" y="832783"/>
                    </a:cubicBezTo>
                    <a:cubicBezTo>
                      <a:pt x="338123" y="828657"/>
                      <a:pt x="331056" y="826706"/>
                      <a:pt x="324850" y="823258"/>
                    </a:cubicBezTo>
                    <a:cubicBezTo>
                      <a:pt x="316758" y="818762"/>
                      <a:pt x="308887" y="813876"/>
                      <a:pt x="301037" y="808970"/>
                    </a:cubicBezTo>
                    <a:cubicBezTo>
                      <a:pt x="240559" y="771171"/>
                      <a:pt x="338557" y="832367"/>
                      <a:pt x="272462" y="785158"/>
                    </a:cubicBezTo>
                    <a:cubicBezTo>
                      <a:pt x="266685" y="781032"/>
                      <a:pt x="259762" y="778808"/>
                      <a:pt x="253412" y="775633"/>
                    </a:cubicBezTo>
                    <a:cubicBezTo>
                      <a:pt x="224452" y="761153"/>
                      <a:pt x="229683" y="757230"/>
                      <a:pt x="205787" y="742295"/>
                    </a:cubicBezTo>
                    <a:cubicBezTo>
                      <a:pt x="199767" y="738532"/>
                      <a:pt x="192644" y="736708"/>
                      <a:pt x="186737" y="732770"/>
                    </a:cubicBezTo>
                    <a:cubicBezTo>
                      <a:pt x="153033" y="710300"/>
                      <a:pt x="175054" y="717557"/>
                      <a:pt x="143875" y="704195"/>
                    </a:cubicBezTo>
                    <a:cubicBezTo>
                      <a:pt x="139261" y="702218"/>
                      <a:pt x="134077" y="701678"/>
                      <a:pt x="129587" y="699433"/>
                    </a:cubicBezTo>
                    <a:cubicBezTo>
                      <a:pt x="81735" y="675508"/>
                      <a:pt x="154726" y="705445"/>
                      <a:pt x="96250" y="680383"/>
                    </a:cubicBezTo>
                    <a:cubicBezTo>
                      <a:pt x="91636" y="678405"/>
                      <a:pt x="86047" y="678538"/>
                      <a:pt x="81962" y="675620"/>
                    </a:cubicBezTo>
                    <a:cubicBezTo>
                      <a:pt x="74654" y="670400"/>
                      <a:pt x="70096" y="661958"/>
                      <a:pt x="62912" y="656570"/>
                    </a:cubicBezTo>
                    <a:cubicBezTo>
                      <a:pt x="57232" y="652310"/>
                      <a:pt x="49639" y="651171"/>
                      <a:pt x="43862" y="647045"/>
                    </a:cubicBezTo>
                    <a:cubicBezTo>
                      <a:pt x="38382" y="643130"/>
                      <a:pt x="35055" y="636673"/>
                      <a:pt x="29575" y="632758"/>
                    </a:cubicBezTo>
                    <a:cubicBezTo>
                      <a:pt x="23798" y="628632"/>
                      <a:pt x="16689" y="626755"/>
                      <a:pt x="10525" y="623233"/>
                    </a:cubicBezTo>
                    <a:lnTo>
                      <a:pt x="0" y="615339"/>
                    </a:lnTo>
                    <a:lnTo>
                      <a:pt x="0" y="609666"/>
                    </a:lnTo>
                    <a:lnTo>
                      <a:pt x="28707" y="595312"/>
                    </a:lnTo>
                    <a:cubicBezTo>
                      <a:pt x="36986" y="591172"/>
                      <a:pt x="44241" y="585165"/>
                      <a:pt x="52520" y="581025"/>
                    </a:cubicBezTo>
                    <a:cubicBezTo>
                      <a:pt x="60166" y="577202"/>
                      <a:pt x="68686" y="575323"/>
                      <a:pt x="76332" y="571500"/>
                    </a:cubicBezTo>
                    <a:cubicBezTo>
                      <a:pt x="91086" y="564123"/>
                      <a:pt x="94554" y="556325"/>
                      <a:pt x="109670" y="547687"/>
                    </a:cubicBezTo>
                    <a:cubicBezTo>
                      <a:pt x="114028" y="545196"/>
                      <a:pt x="119343" y="544902"/>
                      <a:pt x="123957" y="542925"/>
                    </a:cubicBezTo>
                    <a:cubicBezTo>
                      <a:pt x="130483" y="540128"/>
                      <a:pt x="136158" y="535268"/>
                      <a:pt x="143007" y="533400"/>
                    </a:cubicBezTo>
                    <a:cubicBezTo>
                      <a:pt x="148576" y="531881"/>
                      <a:pt x="211313" y="524266"/>
                      <a:pt x="214445" y="523875"/>
                    </a:cubicBezTo>
                    <a:cubicBezTo>
                      <a:pt x="220795" y="515937"/>
                      <a:pt x="228627" y="508986"/>
                      <a:pt x="233495" y="500062"/>
                    </a:cubicBezTo>
                    <a:cubicBezTo>
                      <a:pt x="238212" y="491416"/>
                      <a:pt x="240635" y="482912"/>
                      <a:pt x="242454" y="474273"/>
                    </a:cubicBezTo>
                    <a:lnTo>
                      <a:pt x="246154" y="455801"/>
                    </a:lnTo>
                    <a:lnTo>
                      <a:pt x="256956" y="441761"/>
                    </a:lnTo>
                    <a:cubicBezTo>
                      <a:pt x="260223" y="437949"/>
                      <a:pt x="258934" y="431650"/>
                      <a:pt x="261719" y="427473"/>
                    </a:cubicBezTo>
                    <a:cubicBezTo>
                      <a:pt x="265455" y="421869"/>
                      <a:pt x="271244" y="417948"/>
                      <a:pt x="276006" y="413186"/>
                    </a:cubicBezTo>
                    <a:cubicBezTo>
                      <a:pt x="278981" y="383444"/>
                      <a:pt x="278957" y="368045"/>
                      <a:pt x="285531" y="341748"/>
                    </a:cubicBezTo>
                    <a:cubicBezTo>
                      <a:pt x="289034" y="327737"/>
                      <a:pt x="293007" y="322035"/>
                      <a:pt x="299819" y="308411"/>
                    </a:cubicBezTo>
                    <a:cubicBezTo>
                      <a:pt x="301406" y="300473"/>
                      <a:pt x="302255" y="292351"/>
                      <a:pt x="304581" y="284598"/>
                    </a:cubicBezTo>
                    <a:cubicBezTo>
                      <a:pt x="307037" y="276410"/>
                      <a:pt x="312641" y="269208"/>
                      <a:pt x="314106" y="260786"/>
                    </a:cubicBezTo>
                    <a:cubicBezTo>
                      <a:pt x="316569" y="246623"/>
                      <a:pt x="318950" y="225192"/>
                      <a:pt x="320716" y="207301"/>
                    </a:cubicBezTo>
                    <a:lnTo>
                      <a:pt x="322803" y="184827"/>
                    </a:lnTo>
                    <a:lnTo>
                      <a:pt x="327565" y="170718"/>
                    </a:lnTo>
                    <a:cubicBezTo>
                      <a:pt x="332255" y="157607"/>
                      <a:pt x="337338" y="144740"/>
                      <a:pt x="343032" y="133350"/>
                    </a:cubicBezTo>
                    <a:cubicBezTo>
                      <a:pt x="349382" y="120650"/>
                      <a:pt x="358181" y="108903"/>
                      <a:pt x="362082" y="95250"/>
                    </a:cubicBezTo>
                    <a:cubicBezTo>
                      <a:pt x="365257" y="84137"/>
                      <a:pt x="368566" y="73062"/>
                      <a:pt x="371607" y="61912"/>
                    </a:cubicBezTo>
                    <a:cubicBezTo>
                      <a:pt x="373329" y="55597"/>
                      <a:pt x="374489" y="49131"/>
                      <a:pt x="376370" y="42862"/>
                    </a:cubicBezTo>
                    <a:cubicBezTo>
                      <a:pt x="379255" y="33245"/>
                      <a:pt x="377541" y="19856"/>
                      <a:pt x="385895" y="14287"/>
                    </a:cubicBezTo>
                    <a:cubicBezTo>
                      <a:pt x="404359" y="1977"/>
                      <a:pt x="394752" y="6572"/>
                      <a:pt x="414470" y="0"/>
                    </a:cubicBezTo>
                    <a:close/>
                  </a:path>
                </a:pathLst>
              </a:custGeom>
              <a:blipFill>
                <a:blip r:embed="rId15">
                  <a:alphaModFix amt="45000"/>
                </a:blip>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cxnSp>
            <p:nvCxnSpPr>
              <p:cNvPr id="89" name="연결선: 꺾임 88">
                <a:extLst>
                  <a:ext uri="{FF2B5EF4-FFF2-40B4-BE49-F238E27FC236}">
                    <a16:creationId xmlns:a16="http://schemas.microsoft.com/office/drawing/2014/main" id="{21460072-FAE5-4102-B30A-9BCEC6D56449}"/>
                  </a:ext>
                </a:extLst>
              </p:cNvPr>
              <p:cNvCxnSpPr>
                <a:cxnSpLocks/>
                <a:stCxn id="86" idx="0"/>
              </p:cNvCxnSpPr>
              <p:nvPr/>
            </p:nvCxnSpPr>
            <p:spPr>
              <a:xfrm rot="5400000" flipH="1" flipV="1">
                <a:off x="3349506" y="3105567"/>
                <a:ext cx="334282" cy="740350"/>
              </a:xfrm>
              <a:prstGeom prst="bentConnector2">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0" name="연결선: 꺾임 89">
                <a:extLst>
                  <a:ext uri="{FF2B5EF4-FFF2-40B4-BE49-F238E27FC236}">
                    <a16:creationId xmlns:a16="http://schemas.microsoft.com/office/drawing/2014/main" id="{8CEB72BA-384A-436C-A6AD-7DE119FD61FC}"/>
                  </a:ext>
                </a:extLst>
              </p:cNvPr>
              <p:cNvCxnSpPr>
                <a:cxnSpLocks/>
              </p:cNvCxnSpPr>
              <p:nvPr/>
            </p:nvCxnSpPr>
            <p:spPr>
              <a:xfrm>
                <a:off x="3341058" y="3815579"/>
                <a:ext cx="534731" cy="312137"/>
              </a:xfrm>
              <a:prstGeom prst="bentConnector3">
                <a:avLst>
                  <a:gd name="adj1" fmla="val -1063"/>
                </a:avLst>
              </a:prstGeom>
              <a:ln>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2" name="연결선: 꺾임 91">
                <a:extLst>
                  <a:ext uri="{FF2B5EF4-FFF2-40B4-BE49-F238E27FC236}">
                    <a16:creationId xmlns:a16="http://schemas.microsoft.com/office/drawing/2014/main" id="{33A9C4B3-8EA2-444E-A07A-10DF235D90B1}"/>
                  </a:ext>
                </a:extLst>
              </p:cNvPr>
              <p:cNvCxnSpPr>
                <a:cxnSpLocks/>
              </p:cNvCxnSpPr>
              <p:nvPr/>
            </p:nvCxnSpPr>
            <p:spPr>
              <a:xfrm flipV="1">
                <a:off x="3243617" y="3642354"/>
                <a:ext cx="643205" cy="92667"/>
              </a:xfrm>
              <a:prstGeom prst="bentConnector3">
                <a:avLst>
                  <a:gd name="adj1" fmla="val 638"/>
                </a:avLst>
              </a:prstGeom>
              <a:ln>
                <a:solidFill>
                  <a:srgbClr val="CC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868346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 name="그림 174">
            <a:extLst>
              <a:ext uri="{FF2B5EF4-FFF2-40B4-BE49-F238E27FC236}">
                <a16:creationId xmlns:a16="http://schemas.microsoft.com/office/drawing/2014/main" id="{2A55D0EC-CD2A-4CC1-AC1F-F32B55560893}"/>
              </a:ext>
            </a:extLst>
          </p:cNvPr>
          <p:cNvPicPr>
            <a:picLocks noChangeAspect="1"/>
          </p:cNvPicPr>
          <p:nvPr/>
        </p:nvPicPr>
        <p:blipFill>
          <a:blip r:embed="rId2"/>
          <a:stretch>
            <a:fillRect/>
          </a:stretch>
        </p:blipFill>
        <p:spPr>
          <a:xfrm>
            <a:off x="2568811" y="1269996"/>
            <a:ext cx="1072896" cy="2627376"/>
          </a:xfrm>
          <a:prstGeom prst="rect">
            <a:avLst/>
          </a:prstGeom>
        </p:spPr>
      </p:pic>
      <p:grpSp>
        <p:nvGrpSpPr>
          <p:cNvPr id="66" name="그룹 65">
            <a:extLst>
              <a:ext uri="{FF2B5EF4-FFF2-40B4-BE49-F238E27FC236}">
                <a16:creationId xmlns:a16="http://schemas.microsoft.com/office/drawing/2014/main" id="{A0A9ADDB-117D-4045-8A68-D7D931822025}"/>
              </a:ext>
            </a:extLst>
          </p:cNvPr>
          <p:cNvGrpSpPr/>
          <p:nvPr/>
        </p:nvGrpSpPr>
        <p:grpSpPr>
          <a:xfrm>
            <a:off x="968624" y="3347992"/>
            <a:ext cx="1501959" cy="612407"/>
            <a:chOff x="1489077" y="4481754"/>
            <a:chExt cx="3744970" cy="1526968"/>
          </a:xfrm>
        </p:grpSpPr>
        <p:sp>
          <p:nvSpPr>
            <p:cNvPr id="124" name="평행 사변형 123">
              <a:extLst>
                <a:ext uri="{FF2B5EF4-FFF2-40B4-BE49-F238E27FC236}">
                  <a16:creationId xmlns:a16="http://schemas.microsoft.com/office/drawing/2014/main" id="{7EE377A2-AB35-4A76-ADC4-2E76B27BBA7D}"/>
                </a:ext>
              </a:extLst>
            </p:cNvPr>
            <p:cNvSpPr/>
            <p:nvPr/>
          </p:nvSpPr>
          <p:spPr>
            <a:xfrm rot="1002138">
              <a:off x="1714095" y="4481754"/>
              <a:ext cx="3266812" cy="954221"/>
            </a:xfrm>
            <a:prstGeom prst="parallelogram">
              <a:avLst>
                <a:gd name="adj" fmla="val 138091"/>
              </a:avLst>
            </a:prstGeom>
            <a:blipFill>
              <a:blip r:embed="rId3"/>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평행 사변형 124">
              <a:extLst>
                <a:ext uri="{FF2B5EF4-FFF2-40B4-BE49-F238E27FC236}">
                  <a16:creationId xmlns:a16="http://schemas.microsoft.com/office/drawing/2014/main" id="{B42031A8-8662-49E6-AE2E-C484417E587D}"/>
                </a:ext>
              </a:extLst>
            </p:cNvPr>
            <p:cNvSpPr/>
            <p:nvPr/>
          </p:nvSpPr>
          <p:spPr>
            <a:xfrm rot="20442195">
              <a:off x="3318496" y="5264516"/>
              <a:ext cx="1915551" cy="744206"/>
            </a:xfrm>
            <a:prstGeom prst="parallelogram">
              <a:avLst>
                <a:gd name="adj" fmla="val 37180"/>
              </a:avLst>
            </a:prstGeom>
            <a:blipFill>
              <a:blip r:embed="rId3"/>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평행 사변형 125">
              <a:extLst>
                <a:ext uri="{FF2B5EF4-FFF2-40B4-BE49-F238E27FC236}">
                  <a16:creationId xmlns:a16="http://schemas.microsoft.com/office/drawing/2014/main" id="{27AD4B1E-D5E4-492B-8E71-8DD310B62152}"/>
                </a:ext>
              </a:extLst>
            </p:cNvPr>
            <p:cNvSpPr/>
            <p:nvPr/>
          </p:nvSpPr>
          <p:spPr>
            <a:xfrm rot="1006493" flipH="1">
              <a:off x="1489077" y="5242783"/>
              <a:ext cx="2156026" cy="761862"/>
            </a:xfrm>
            <a:prstGeom prst="parallelogram">
              <a:avLst>
                <a:gd name="adj" fmla="val 28121"/>
              </a:avLst>
            </a:prstGeom>
            <a:blipFill>
              <a:blip r:embed="rId3"/>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7" name="자유형: 도형 66">
            <a:extLst>
              <a:ext uri="{FF2B5EF4-FFF2-40B4-BE49-F238E27FC236}">
                <a16:creationId xmlns:a16="http://schemas.microsoft.com/office/drawing/2014/main" id="{2BCB8B23-C711-4CC6-B763-DDD44A5531C1}"/>
              </a:ext>
            </a:extLst>
          </p:cNvPr>
          <p:cNvSpPr/>
          <p:nvPr/>
        </p:nvSpPr>
        <p:spPr>
          <a:xfrm>
            <a:off x="866661" y="3161166"/>
            <a:ext cx="1774591" cy="598627"/>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4">
              <a:alphaModFix amt="85000"/>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68" name="타원 67">
            <a:extLst>
              <a:ext uri="{FF2B5EF4-FFF2-40B4-BE49-F238E27FC236}">
                <a16:creationId xmlns:a16="http://schemas.microsoft.com/office/drawing/2014/main" id="{B69034D9-BC11-4A89-A9A1-C41F11C4C257}"/>
              </a:ext>
            </a:extLst>
          </p:cNvPr>
          <p:cNvSpPr/>
          <p:nvPr/>
        </p:nvSpPr>
        <p:spPr>
          <a:xfrm>
            <a:off x="1584411" y="3368869"/>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69" name="타원 68">
            <a:extLst>
              <a:ext uri="{FF2B5EF4-FFF2-40B4-BE49-F238E27FC236}">
                <a16:creationId xmlns:a16="http://schemas.microsoft.com/office/drawing/2014/main" id="{0C8488DC-0FAB-4C2E-95DF-16C7DDCF45D5}"/>
              </a:ext>
            </a:extLst>
          </p:cNvPr>
          <p:cNvSpPr/>
          <p:nvPr/>
        </p:nvSpPr>
        <p:spPr>
          <a:xfrm>
            <a:off x="1776552" y="3431643"/>
            <a:ext cx="105025" cy="105025"/>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grpSp>
        <p:nvGrpSpPr>
          <p:cNvPr id="70" name="그룹 69">
            <a:extLst>
              <a:ext uri="{FF2B5EF4-FFF2-40B4-BE49-F238E27FC236}">
                <a16:creationId xmlns:a16="http://schemas.microsoft.com/office/drawing/2014/main" id="{2E1C8CDF-9104-4057-BBE6-BE2F067AE204}"/>
              </a:ext>
            </a:extLst>
          </p:cNvPr>
          <p:cNvGrpSpPr/>
          <p:nvPr/>
        </p:nvGrpSpPr>
        <p:grpSpPr>
          <a:xfrm>
            <a:off x="981436" y="1663820"/>
            <a:ext cx="1501959" cy="612407"/>
            <a:chOff x="1489077" y="4481754"/>
            <a:chExt cx="3744970" cy="1526968"/>
          </a:xfrm>
        </p:grpSpPr>
        <p:sp>
          <p:nvSpPr>
            <p:cNvPr id="121" name="평행 사변형 120">
              <a:extLst>
                <a:ext uri="{FF2B5EF4-FFF2-40B4-BE49-F238E27FC236}">
                  <a16:creationId xmlns:a16="http://schemas.microsoft.com/office/drawing/2014/main" id="{6CA2F408-DCA1-4D49-ABCC-1B16A139BB66}"/>
                </a:ext>
              </a:extLst>
            </p:cNvPr>
            <p:cNvSpPr/>
            <p:nvPr/>
          </p:nvSpPr>
          <p:spPr>
            <a:xfrm rot="1002138">
              <a:off x="1714095" y="4481754"/>
              <a:ext cx="3266812" cy="954221"/>
            </a:xfrm>
            <a:prstGeom prst="parallelogram">
              <a:avLst>
                <a:gd name="adj" fmla="val 138091"/>
              </a:avLst>
            </a:prstGeom>
            <a:blipFill>
              <a:blip r:embed="rId3"/>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평행 사변형 121">
              <a:extLst>
                <a:ext uri="{FF2B5EF4-FFF2-40B4-BE49-F238E27FC236}">
                  <a16:creationId xmlns:a16="http://schemas.microsoft.com/office/drawing/2014/main" id="{A8661D92-7EB4-4945-9F15-31E8667E7ECC}"/>
                </a:ext>
              </a:extLst>
            </p:cNvPr>
            <p:cNvSpPr/>
            <p:nvPr/>
          </p:nvSpPr>
          <p:spPr>
            <a:xfrm rot="20442195">
              <a:off x="3318496" y="5264516"/>
              <a:ext cx="1915551" cy="744206"/>
            </a:xfrm>
            <a:prstGeom prst="parallelogram">
              <a:avLst>
                <a:gd name="adj" fmla="val 37180"/>
              </a:avLst>
            </a:prstGeom>
            <a:blipFill>
              <a:blip r:embed="rId3"/>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평행 사변형 122">
              <a:extLst>
                <a:ext uri="{FF2B5EF4-FFF2-40B4-BE49-F238E27FC236}">
                  <a16:creationId xmlns:a16="http://schemas.microsoft.com/office/drawing/2014/main" id="{95A38FAF-C080-4C44-8E3A-0689422A780D}"/>
                </a:ext>
              </a:extLst>
            </p:cNvPr>
            <p:cNvSpPr/>
            <p:nvPr/>
          </p:nvSpPr>
          <p:spPr>
            <a:xfrm rot="1006493" flipH="1">
              <a:off x="1489077" y="5242783"/>
              <a:ext cx="2156026" cy="761862"/>
            </a:xfrm>
            <a:prstGeom prst="parallelogram">
              <a:avLst>
                <a:gd name="adj" fmla="val 28121"/>
              </a:avLst>
            </a:prstGeom>
            <a:blipFill>
              <a:blip r:embed="rId3"/>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1" name="자유형: 도형 70">
            <a:extLst>
              <a:ext uri="{FF2B5EF4-FFF2-40B4-BE49-F238E27FC236}">
                <a16:creationId xmlns:a16="http://schemas.microsoft.com/office/drawing/2014/main" id="{C231FB7F-209D-4F86-839A-E55C0E2CBCFE}"/>
              </a:ext>
            </a:extLst>
          </p:cNvPr>
          <p:cNvSpPr/>
          <p:nvPr/>
        </p:nvSpPr>
        <p:spPr>
          <a:xfrm>
            <a:off x="1058674" y="1498487"/>
            <a:ext cx="1431475" cy="548038"/>
          </a:xfrm>
          <a:custGeom>
            <a:avLst/>
            <a:gdLst>
              <a:gd name="connsiteX0" fmla="*/ 0 w 1219200"/>
              <a:gd name="connsiteY0" fmla="*/ 0 h 388254"/>
              <a:gd name="connsiteX1" fmla="*/ 1219200 w 1219200"/>
              <a:gd name="connsiteY1" fmla="*/ 0 h 388254"/>
              <a:gd name="connsiteX2" fmla="*/ 1219200 w 1219200"/>
              <a:gd name="connsiteY2" fmla="*/ 268030 h 388254"/>
              <a:gd name="connsiteX3" fmla="*/ 1185063 w 1219200"/>
              <a:gd name="connsiteY3" fmla="*/ 266810 h 388254"/>
              <a:gd name="connsiteX4" fmla="*/ 1135057 w 1219200"/>
              <a:gd name="connsiteY4" fmla="*/ 271573 h 388254"/>
              <a:gd name="connsiteX5" fmla="*/ 1104100 w 1219200"/>
              <a:gd name="connsiteY5" fmla="*/ 283479 h 388254"/>
              <a:gd name="connsiteX6" fmla="*/ 1058857 w 1219200"/>
              <a:gd name="connsiteY6" fmla="*/ 293004 h 388254"/>
              <a:gd name="connsiteX7" fmla="*/ 1044569 w 1219200"/>
              <a:gd name="connsiteY7" fmla="*/ 295385 h 388254"/>
              <a:gd name="connsiteX8" fmla="*/ 1025519 w 1219200"/>
              <a:gd name="connsiteY8" fmla="*/ 302529 h 388254"/>
              <a:gd name="connsiteX9" fmla="*/ 1008850 w 1219200"/>
              <a:gd name="connsiteY9" fmla="*/ 304910 h 388254"/>
              <a:gd name="connsiteX10" fmla="*/ 980275 w 1219200"/>
              <a:gd name="connsiteY10" fmla="*/ 312054 h 388254"/>
              <a:gd name="connsiteX11" fmla="*/ 956463 w 1219200"/>
              <a:gd name="connsiteY11" fmla="*/ 316817 h 388254"/>
              <a:gd name="connsiteX12" fmla="*/ 930269 w 1219200"/>
              <a:gd name="connsiteY12" fmla="*/ 319198 h 388254"/>
              <a:gd name="connsiteX13" fmla="*/ 913600 w 1219200"/>
              <a:gd name="connsiteY13" fmla="*/ 321579 h 388254"/>
              <a:gd name="connsiteX14" fmla="*/ 892169 w 1219200"/>
              <a:gd name="connsiteY14" fmla="*/ 323960 h 388254"/>
              <a:gd name="connsiteX15" fmla="*/ 839782 w 1219200"/>
              <a:gd name="connsiteY15" fmla="*/ 328723 h 388254"/>
              <a:gd name="connsiteX16" fmla="*/ 832638 w 1219200"/>
              <a:gd name="connsiteY16" fmla="*/ 331104 h 388254"/>
              <a:gd name="connsiteX17" fmla="*/ 818350 w 1219200"/>
              <a:gd name="connsiteY17" fmla="*/ 333485 h 388254"/>
              <a:gd name="connsiteX18" fmla="*/ 787394 w 1219200"/>
              <a:gd name="connsiteY18" fmla="*/ 335867 h 388254"/>
              <a:gd name="connsiteX19" fmla="*/ 696907 w 1219200"/>
              <a:gd name="connsiteY19" fmla="*/ 340629 h 388254"/>
              <a:gd name="connsiteX20" fmla="*/ 677857 w 1219200"/>
              <a:gd name="connsiteY20" fmla="*/ 345392 h 388254"/>
              <a:gd name="connsiteX21" fmla="*/ 661188 w 1219200"/>
              <a:gd name="connsiteY21" fmla="*/ 347773 h 388254"/>
              <a:gd name="connsiteX22" fmla="*/ 649282 w 1219200"/>
              <a:gd name="connsiteY22" fmla="*/ 359679 h 388254"/>
              <a:gd name="connsiteX23" fmla="*/ 646900 w 1219200"/>
              <a:gd name="connsiteY23" fmla="*/ 366823 h 388254"/>
              <a:gd name="connsiteX24" fmla="*/ 642138 w 1219200"/>
              <a:gd name="connsiteY24" fmla="*/ 378729 h 388254"/>
              <a:gd name="connsiteX25" fmla="*/ 637375 w 1219200"/>
              <a:gd name="connsiteY25" fmla="*/ 385873 h 388254"/>
              <a:gd name="connsiteX26" fmla="*/ 601657 w 1219200"/>
              <a:gd name="connsiteY26" fmla="*/ 388254 h 388254"/>
              <a:gd name="connsiteX27" fmla="*/ 544507 w 1219200"/>
              <a:gd name="connsiteY27" fmla="*/ 378729 h 388254"/>
              <a:gd name="connsiteX28" fmla="*/ 534982 w 1219200"/>
              <a:gd name="connsiteY28" fmla="*/ 376348 h 388254"/>
              <a:gd name="connsiteX29" fmla="*/ 525457 w 1219200"/>
              <a:gd name="connsiteY29" fmla="*/ 371585 h 388254"/>
              <a:gd name="connsiteX30" fmla="*/ 487357 w 1219200"/>
              <a:gd name="connsiteY30" fmla="*/ 362060 h 388254"/>
              <a:gd name="connsiteX31" fmla="*/ 475450 w 1219200"/>
              <a:gd name="connsiteY31" fmla="*/ 357298 h 388254"/>
              <a:gd name="connsiteX32" fmla="*/ 461163 w 1219200"/>
              <a:gd name="connsiteY32" fmla="*/ 354917 h 388254"/>
              <a:gd name="connsiteX33" fmla="*/ 430207 w 1219200"/>
              <a:gd name="connsiteY33" fmla="*/ 343010 h 388254"/>
              <a:gd name="connsiteX34" fmla="*/ 415919 w 1219200"/>
              <a:gd name="connsiteY34" fmla="*/ 338248 h 388254"/>
              <a:gd name="connsiteX35" fmla="*/ 401632 w 1219200"/>
              <a:gd name="connsiteY35" fmla="*/ 333485 h 388254"/>
              <a:gd name="connsiteX36" fmla="*/ 277807 w 1219200"/>
              <a:gd name="connsiteY36" fmla="*/ 326342 h 388254"/>
              <a:gd name="connsiteX37" fmla="*/ 270663 w 1219200"/>
              <a:gd name="connsiteY37" fmla="*/ 319198 h 388254"/>
              <a:gd name="connsiteX38" fmla="*/ 253994 w 1219200"/>
              <a:gd name="connsiteY38" fmla="*/ 302529 h 388254"/>
              <a:gd name="connsiteX39" fmla="*/ 239707 w 1219200"/>
              <a:gd name="connsiteY39" fmla="*/ 281098 h 388254"/>
              <a:gd name="connsiteX40" fmla="*/ 232563 w 1219200"/>
              <a:gd name="connsiteY40" fmla="*/ 273954 h 388254"/>
              <a:gd name="connsiteX41" fmla="*/ 230182 w 1219200"/>
              <a:gd name="connsiteY41" fmla="*/ 266810 h 388254"/>
              <a:gd name="connsiteX42" fmla="*/ 225419 w 1219200"/>
              <a:gd name="connsiteY42" fmla="*/ 257285 h 388254"/>
              <a:gd name="connsiteX43" fmla="*/ 213513 w 1219200"/>
              <a:gd name="connsiteY43" fmla="*/ 245379 h 388254"/>
              <a:gd name="connsiteX44" fmla="*/ 194463 w 1219200"/>
              <a:gd name="connsiteY44" fmla="*/ 242998 h 388254"/>
              <a:gd name="connsiteX45" fmla="*/ 173032 w 1219200"/>
              <a:gd name="connsiteY45" fmla="*/ 254904 h 388254"/>
              <a:gd name="connsiteX46" fmla="*/ 165888 w 1219200"/>
              <a:gd name="connsiteY46" fmla="*/ 257285 h 388254"/>
              <a:gd name="connsiteX47" fmla="*/ 156363 w 1219200"/>
              <a:gd name="connsiteY47" fmla="*/ 259667 h 388254"/>
              <a:gd name="connsiteX48" fmla="*/ 149219 w 1219200"/>
              <a:gd name="connsiteY48" fmla="*/ 276335 h 388254"/>
              <a:gd name="connsiteX49" fmla="*/ 142075 w 1219200"/>
              <a:gd name="connsiteY49" fmla="*/ 285860 h 388254"/>
              <a:gd name="connsiteX50" fmla="*/ 106357 w 1219200"/>
              <a:gd name="connsiteY50" fmla="*/ 290623 h 388254"/>
              <a:gd name="connsiteX51" fmla="*/ 84925 w 1219200"/>
              <a:gd name="connsiteY51" fmla="*/ 283479 h 388254"/>
              <a:gd name="connsiteX52" fmla="*/ 77782 w 1219200"/>
              <a:gd name="connsiteY52" fmla="*/ 281098 h 388254"/>
              <a:gd name="connsiteX53" fmla="*/ 70638 w 1219200"/>
              <a:gd name="connsiteY53" fmla="*/ 276335 h 388254"/>
              <a:gd name="connsiteX54" fmla="*/ 63494 w 1219200"/>
              <a:gd name="connsiteY54" fmla="*/ 273954 h 388254"/>
              <a:gd name="connsiteX55" fmla="*/ 42063 w 1219200"/>
              <a:gd name="connsiteY55" fmla="*/ 269192 h 388254"/>
              <a:gd name="connsiteX56" fmla="*/ 3963 w 1219200"/>
              <a:gd name="connsiteY56" fmla="*/ 266810 h 388254"/>
              <a:gd name="connsiteX57" fmla="*/ 0 w 1219200"/>
              <a:gd name="connsiteY57" fmla="*/ 266244 h 38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9200" h="388254">
                <a:moveTo>
                  <a:pt x="0" y="0"/>
                </a:moveTo>
                <a:lnTo>
                  <a:pt x="1219200" y="0"/>
                </a:lnTo>
                <a:lnTo>
                  <a:pt x="1219200" y="268030"/>
                </a:lnTo>
                <a:lnTo>
                  <a:pt x="1185063" y="266810"/>
                </a:lnTo>
                <a:cubicBezTo>
                  <a:pt x="1183931" y="266891"/>
                  <a:pt x="1143710" y="268977"/>
                  <a:pt x="1135057" y="271573"/>
                </a:cubicBezTo>
                <a:cubicBezTo>
                  <a:pt x="1124467" y="274750"/>
                  <a:pt x="1114635" y="280127"/>
                  <a:pt x="1104100" y="283479"/>
                </a:cubicBezTo>
                <a:cubicBezTo>
                  <a:pt x="1098977" y="285109"/>
                  <a:pt x="1063066" y="292215"/>
                  <a:pt x="1058857" y="293004"/>
                </a:cubicBezTo>
                <a:cubicBezTo>
                  <a:pt x="1054111" y="293894"/>
                  <a:pt x="1049212" y="294059"/>
                  <a:pt x="1044569" y="295385"/>
                </a:cubicBezTo>
                <a:cubicBezTo>
                  <a:pt x="1038048" y="297248"/>
                  <a:pt x="1031869" y="300148"/>
                  <a:pt x="1025519" y="302529"/>
                </a:cubicBezTo>
                <a:cubicBezTo>
                  <a:pt x="1019963" y="303323"/>
                  <a:pt x="1014342" y="303754"/>
                  <a:pt x="1008850" y="304910"/>
                </a:cubicBezTo>
                <a:cubicBezTo>
                  <a:pt x="999242" y="306933"/>
                  <a:pt x="989800" y="309673"/>
                  <a:pt x="980275" y="312054"/>
                </a:cubicBezTo>
                <a:cubicBezTo>
                  <a:pt x="972422" y="314017"/>
                  <a:pt x="964400" y="315229"/>
                  <a:pt x="956463" y="316817"/>
                </a:cubicBezTo>
                <a:cubicBezTo>
                  <a:pt x="947732" y="317611"/>
                  <a:pt x="938983" y="318230"/>
                  <a:pt x="930269" y="319198"/>
                </a:cubicBezTo>
                <a:cubicBezTo>
                  <a:pt x="924691" y="319818"/>
                  <a:pt x="919169" y="320883"/>
                  <a:pt x="913600" y="321579"/>
                </a:cubicBezTo>
                <a:lnTo>
                  <a:pt x="892169" y="323960"/>
                </a:lnTo>
                <a:cubicBezTo>
                  <a:pt x="874742" y="325896"/>
                  <a:pt x="857191" y="326634"/>
                  <a:pt x="839782" y="328723"/>
                </a:cubicBezTo>
                <a:cubicBezTo>
                  <a:pt x="837290" y="329022"/>
                  <a:pt x="835088" y="330560"/>
                  <a:pt x="832638" y="331104"/>
                </a:cubicBezTo>
                <a:cubicBezTo>
                  <a:pt x="827925" y="332151"/>
                  <a:pt x="823152" y="332979"/>
                  <a:pt x="818350" y="333485"/>
                </a:cubicBezTo>
                <a:cubicBezTo>
                  <a:pt x="808058" y="334569"/>
                  <a:pt x="797713" y="335073"/>
                  <a:pt x="787394" y="335867"/>
                </a:cubicBezTo>
                <a:cubicBezTo>
                  <a:pt x="778818" y="336185"/>
                  <a:pt x="718099" y="337283"/>
                  <a:pt x="696907" y="340629"/>
                </a:cubicBezTo>
                <a:cubicBezTo>
                  <a:pt x="690442" y="341650"/>
                  <a:pt x="684275" y="344108"/>
                  <a:pt x="677857" y="345392"/>
                </a:cubicBezTo>
                <a:cubicBezTo>
                  <a:pt x="672353" y="346493"/>
                  <a:pt x="666208" y="345263"/>
                  <a:pt x="661188" y="347773"/>
                </a:cubicBezTo>
                <a:cubicBezTo>
                  <a:pt x="656168" y="350283"/>
                  <a:pt x="652650" y="355189"/>
                  <a:pt x="649282" y="359679"/>
                </a:cubicBezTo>
                <a:cubicBezTo>
                  <a:pt x="647776" y="361687"/>
                  <a:pt x="647781" y="364473"/>
                  <a:pt x="646900" y="366823"/>
                </a:cubicBezTo>
                <a:cubicBezTo>
                  <a:pt x="645399" y="370825"/>
                  <a:pt x="644050" y="374906"/>
                  <a:pt x="642138" y="378729"/>
                </a:cubicBezTo>
                <a:cubicBezTo>
                  <a:pt x="640858" y="381289"/>
                  <a:pt x="640161" y="385217"/>
                  <a:pt x="637375" y="385873"/>
                </a:cubicBezTo>
                <a:cubicBezTo>
                  <a:pt x="625760" y="388606"/>
                  <a:pt x="613563" y="387460"/>
                  <a:pt x="601657" y="388254"/>
                </a:cubicBezTo>
                <a:cubicBezTo>
                  <a:pt x="568409" y="384930"/>
                  <a:pt x="582976" y="387278"/>
                  <a:pt x="544507" y="378729"/>
                </a:cubicBezTo>
                <a:cubicBezTo>
                  <a:pt x="541312" y="378019"/>
                  <a:pt x="538046" y="377497"/>
                  <a:pt x="534982" y="376348"/>
                </a:cubicBezTo>
                <a:cubicBezTo>
                  <a:pt x="531658" y="375102"/>
                  <a:pt x="528632" y="373173"/>
                  <a:pt x="525457" y="371585"/>
                </a:cubicBezTo>
                <a:cubicBezTo>
                  <a:pt x="511235" y="368425"/>
                  <a:pt x="500914" y="366579"/>
                  <a:pt x="487357" y="362060"/>
                </a:cubicBezTo>
                <a:cubicBezTo>
                  <a:pt x="483302" y="360708"/>
                  <a:pt x="479419" y="358885"/>
                  <a:pt x="475450" y="357298"/>
                </a:cubicBezTo>
                <a:cubicBezTo>
                  <a:pt x="470688" y="356504"/>
                  <a:pt x="465847" y="356088"/>
                  <a:pt x="461163" y="354917"/>
                </a:cubicBezTo>
                <a:cubicBezTo>
                  <a:pt x="450485" y="352247"/>
                  <a:pt x="440238" y="347309"/>
                  <a:pt x="430207" y="343010"/>
                </a:cubicBezTo>
                <a:cubicBezTo>
                  <a:pt x="425593" y="341032"/>
                  <a:pt x="420682" y="339836"/>
                  <a:pt x="415919" y="338248"/>
                </a:cubicBezTo>
                <a:lnTo>
                  <a:pt x="401632" y="333485"/>
                </a:lnTo>
                <a:cubicBezTo>
                  <a:pt x="295129" y="330888"/>
                  <a:pt x="336029" y="336927"/>
                  <a:pt x="277807" y="326342"/>
                </a:cubicBezTo>
                <a:cubicBezTo>
                  <a:pt x="274494" y="325740"/>
                  <a:pt x="273044" y="321579"/>
                  <a:pt x="270663" y="319198"/>
                </a:cubicBezTo>
                <a:cubicBezTo>
                  <a:pt x="265107" y="313642"/>
                  <a:pt x="259280" y="308343"/>
                  <a:pt x="253994" y="302529"/>
                </a:cubicBezTo>
                <a:cubicBezTo>
                  <a:pt x="242738" y="290147"/>
                  <a:pt x="250449" y="295421"/>
                  <a:pt x="239707" y="281098"/>
                </a:cubicBezTo>
                <a:cubicBezTo>
                  <a:pt x="237686" y="278404"/>
                  <a:pt x="234431" y="276756"/>
                  <a:pt x="232563" y="273954"/>
                </a:cubicBezTo>
                <a:cubicBezTo>
                  <a:pt x="231171" y="271865"/>
                  <a:pt x="231171" y="269117"/>
                  <a:pt x="230182" y="266810"/>
                </a:cubicBezTo>
                <a:cubicBezTo>
                  <a:pt x="228784" y="263547"/>
                  <a:pt x="227180" y="260367"/>
                  <a:pt x="225419" y="257285"/>
                </a:cubicBezTo>
                <a:cubicBezTo>
                  <a:pt x="222684" y="252498"/>
                  <a:pt x="219423" y="246991"/>
                  <a:pt x="213513" y="245379"/>
                </a:cubicBezTo>
                <a:cubicBezTo>
                  <a:pt x="207339" y="243695"/>
                  <a:pt x="200813" y="243792"/>
                  <a:pt x="194463" y="242998"/>
                </a:cubicBezTo>
                <a:cubicBezTo>
                  <a:pt x="181889" y="247189"/>
                  <a:pt x="189408" y="243987"/>
                  <a:pt x="173032" y="254904"/>
                </a:cubicBezTo>
                <a:cubicBezTo>
                  <a:pt x="170651" y="255698"/>
                  <a:pt x="168302" y="256595"/>
                  <a:pt x="165888" y="257285"/>
                </a:cubicBezTo>
                <a:cubicBezTo>
                  <a:pt x="162741" y="258184"/>
                  <a:pt x="158877" y="257572"/>
                  <a:pt x="156363" y="259667"/>
                </a:cubicBezTo>
                <a:cubicBezTo>
                  <a:pt x="151209" y="263962"/>
                  <a:pt x="152205" y="271109"/>
                  <a:pt x="149219" y="276335"/>
                </a:cubicBezTo>
                <a:cubicBezTo>
                  <a:pt x="147250" y="279781"/>
                  <a:pt x="145840" y="284605"/>
                  <a:pt x="142075" y="285860"/>
                </a:cubicBezTo>
                <a:cubicBezTo>
                  <a:pt x="130680" y="289658"/>
                  <a:pt x="118263" y="289035"/>
                  <a:pt x="106357" y="290623"/>
                </a:cubicBezTo>
                <a:cubicBezTo>
                  <a:pt x="90397" y="286633"/>
                  <a:pt x="102859" y="290205"/>
                  <a:pt x="84925" y="283479"/>
                </a:cubicBezTo>
                <a:cubicBezTo>
                  <a:pt x="82575" y="282598"/>
                  <a:pt x="80027" y="282220"/>
                  <a:pt x="77782" y="281098"/>
                </a:cubicBezTo>
                <a:cubicBezTo>
                  <a:pt x="75222" y="279818"/>
                  <a:pt x="73019" y="277923"/>
                  <a:pt x="70638" y="276335"/>
                </a:cubicBezTo>
                <a:cubicBezTo>
                  <a:pt x="68257" y="275541"/>
                  <a:pt x="65944" y="274498"/>
                  <a:pt x="63494" y="273954"/>
                </a:cubicBezTo>
                <a:cubicBezTo>
                  <a:pt x="38349" y="268367"/>
                  <a:pt x="58145" y="274552"/>
                  <a:pt x="42063" y="269192"/>
                </a:cubicBezTo>
                <a:cubicBezTo>
                  <a:pt x="29363" y="268398"/>
                  <a:pt x="16640" y="267912"/>
                  <a:pt x="3963" y="266810"/>
                </a:cubicBezTo>
                <a:lnTo>
                  <a:pt x="0" y="266244"/>
                </a:lnTo>
                <a:close/>
              </a:path>
            </a:pathLst>
          </a:custGeom>
          <a:blipFill>
            <a:blip r:embed="rId5">
              <a:alphaModFix amt="85000"/>
            </a:blip>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72" name="타원 71">
            <a:extLst>
              <a:ext uri="{FF2B5EF4-FFF2-40B4-BE49-F238E27FC236}">
                <a16:creationId xmlns:a16="http://schemas.microsoft.com/office/drawing/2014/main" id="{AA990F14-B91F-44B0-9BD0-82D10B571521}"/>
              </a:ext>
            </a:extLst>
          </p:cNvPr>
          <p:cNvSpPr/>
          <p:nvPr/>
        </p:nvSpPr>
        <p:spPr>
          <a:xfrm>
            <a:off x="1583453" y="1647592"/>
            <a:ext cx="108022" cy="108022"/>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3" name="타원 72">
            <a:extLst>
              <a:ext uri="{FF2B5EF4-FFF2-40B4-BE49-F238E27FC236}">
                <a16:creationId xmlns:a16="http://schemas.microsoft.com/office/drawing/2014/main" id="{0089A4DF-7261-41A5-84F5-892AD7398580}"/>
              </a:ext>
            </a:extLst>
          </p:cNvPr>
          <p:cNvSpPr/>
          <p:nvPr/>
        </p:nvSpPr>
        <p:spPr>
          <a:xfrm>
            <a:off x="1775594" y="1710366"/>
            <a:ext cx="105025" cy="105025"/>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4" name="Freeform 146">
            <a:extLst>
              <a:ext uri="{FF2B5EF4-FFF2-40B4-BE49-F238E27FC236}">
                <a16:creationId xmlns:a16="http://schemas.microsoft.com/office/drawing/2014/main" id="{48F38EA5-A7B4-4779-9217-E5E5D80FC051}"/>
              </a:ext>
            </a:extLst>
          </p:cNvPr>
          <p:cNvSpPr>
            <a:spLocks/>
          </p:cNvSpPr>
          <p:nvPr/>
        </p:nvSpPr>
        <p:spPr bwMode="auto">
          <a:xfrm>
            <a:off x="3740320" y="2835953"/>
            <a:ext cx="1744202" cy="398987"/>
          </a:xfrm>
          <a:custGeom>
            <a:avLst/>
            <a:gdLst>
              <a:gd name="T0" fmla="*/ 21 w 2174"/>
              <a:gd name="T1" fmla="*/ 448 h 498"/>
              <a:gd name="T2" fmla="*/ 65 w 2174"/>
              <a:gd name="T3" fmla="*/ 263 h 498"/>
              <a:gd name="T4" fmla="*/ 109 w 2174"/>
              <a:gd name="T5" fmla="*/ 168 h 498"/>
              <a:gd name="T6" fmla="*/ 152 w 2174"/>
              <a:gd name="T7" fmla="*/ 357 h 498"/>
              <a:gd name="T8" fmla="*/ 195 w 2174"/>
              <a:gd name="T9" fmla="*/ 491 h 498"/>
              <a:gd name="T10" fmla="*/ 239 w 2174"/>
              <a:gd name="T11" fmla="*/ 389 h 498"/>
              <a:gd name="T12" fmla="*/ 282 w 2174"/>
              <a:gd name="T13" fmla="*/ 474 h 498"/>
              <a:gd name="T14" fmla="*/ 326 w 2174"/>
              <a:gd name="T15" fmla="*/ 470 h 498"/>
              <a:gd name="T16" fmla="*/ 369 w 2174"/>
              <a:gd name="T17" fmla="*/ 419 h 498"/>
              <a:gd name="T18" fmla="*/ 413 w 2174"/>
              <a:gd name="T19" fmla="*/ 371 h 498"/>
              <a:gd name="T20" fmla="*/ 456 w 2174"/>
              <a:gd name="T21" fmla="*/ 406 h 498"/>
              <a:gd name="T22" fmla="*/ 500 w 2174"/>
              <a:gd name="T23" fmla="*/ 457 h 498"/>
              <a:gd name="T24" fmla="*/ 543 w 2174"/>
              <a:gd name="T25" fmla="*/ 421 h 498"/>
              <a:gd name="T26" fmla="*/ 587 w 2174"/>
              <a:gd name="T27" fmla="*/ 234 h 498"/>
              <a:gd name="T28" fmla="*/ 630 w 2174"/>
              <a:gd name="T29" fmla="*/ 450 h 498"/>
              <a:gd name="T30" fmla="*/ 674 w 2174"/>
              <a:gd name="T31" fmla="*/ 370 h 498"/>
              <a:gd name="T32" fmla="*/ 717 w 2174"/>
              <a:gd name="T33" fmla="*/ 328 h 498"/>
              <a:gd name="T34" fmla="*/ 761 w 2174"/>
              <a:gd name="T35" fmla="*/ 446 h 498"/>
              <a:gd name="T36" fmla="*/ 804 w 2174"/>
              <a:gd name="T37" fmla="*/ 262 h 498"/>
              <a:gd name="T38" fmla="*/ 847 w 2174"/>
              <a:gd name="T39" fmla="*/ 394 h 498"/>
              <a:gd name="T40" fmla="*/ 891 w 2174"/>
              <a:gd name="T41" fmla="*/ 333 h 498"/>
              <a:gd name="T42" fmla="*/ 935 w 2174"/>
              <a:gd name="T43" fmla="*/ 449 h 498"/>
              <a:gd name="T44" fmla="*/ 978 w 2174"/>
              <a:gd name="T45" fmla="*/ 482 h 498"/>
              <a:gd name="T46" fmla="*/ 1021 w 2174"/>
              <a:gd name="T47" fmla="*/ 297 h 498"/>
              <a:gd name="T48" fmla="*/ 1065 w 2174"/>
              <a:gd name="T49" fmla="*/ 374 h 498"/>
              <a:gd name="T50" fmla="*/ 1109 w 2174"/>
              <a:gd name="T51" fmla="*/ 368 h 498"/>
              <a:gd name="T52" fmla="*/ 1152 w 2174"/>
              <a:gd name="T53" fmla="*/ 287 h 498"/>
              <a:gd name="T54" fmla="*/ 1195 w 2174"/>
              <a:gd name="T55" fmla="*/ 283 h 498"/>
              <a:gd name="T56" fmla="*/ 1239 w 2174"/>
              <a:gd name="T57" fmla="*/ 465 h 498"/>
              <a:gd name="T58" fmla="*/ 1282 w 2174"/>
              <a:gd name="T59" fmla="*/ 495 h 498"/>
              <a:gd name="T60" fmla="*/ 1326 w 2174"/>
              <a:gd name="T61" fmla="*/ 378 h 498"/>
              <a:gd name="T62" fmla="*/ 1369 w 2174"/>
              <a:gd name="T63" fmla="*/ 472 h 498"/>
              <a:gd name="T64" fmla="*/ 1413 w 2174"/>
              <a:gd name="T65" fmla="*/ 397 h 498"/>
              <a:gd name="T66" fmla="*/ 1456 w 2174"/>
              <a:gd name="T67" fmla="*/ 0 h 498"/>
              <a:gd name="T68" fmla="*/ 1500 w 2174"/>
              <a:gd name="T69" fmla="*/ 426 h 498"/>
              <a:gd name="T70" fmla="*/ 1543 w 2174"/>
              <a:gd name="T71" fmla="*/ 360 h 498"/>
              <a:gd name="T72" fmla="*/ 1587 w 2174"/>
              <a:gd name="T73" fmla="*/ 446 h 498"/>
              <a:gd name="T74" fmla="*/ 1630 w 2174"/>
              <a:gd name="T75" fmla="*/ 447 h 498"/>
              <a:gd name="T76" fmla="*/ 1674 w 2174"/>
              <a:gd name="T77" fmla="*/ 412 h 498"/>
              <a:gd name="T78" fmla="*/ 1717 w 2174"/>
              <a:gd name="T79" fmla="*/ 498 h 498"/>
              <a:gd name="T80" fmla="*/ 1761 w 2174"/>
              <a:gd name="T81" fmla="*/ 313 h 498"/>
              <a:gd name="T82" fmla="*/ 1804 w 2174"/>
              <a:gd name="T83" fmla="*/ 409 h 498"/>
              <a:gd name="T84" fmla="*/ 1847 w 2174"/>
              <a:gd name="T85" fmla="*/ 493 h 498"/>
              <a:gd name="T86" fmla="*/ 1891 w 2174"/>
              <a:gd name="T87" fmla="*/ 400 h 498"/>
              <a:gd name="T88" fmla="*/ 1934 w 2174"/>
              <a:gd name="T89" fmla="*/ 453 h 498"/>
              <a:gd name="T90" fmla="*/ 1978 w 2174"/>
              <a:gd name="T91" fmla="*/ 416 h 498"/>
              <a:gd name="T92" fmla="*/ 2021 w 2174"/>
              <a:gd name="T93" fmla="*/ 436 h 498"/>
              <a:gd name="T94" fmla="*/ 2065 w 2174"/>
              <a:gd name="T95" fmla="*/ 388 h 498"/>
              <a:gd name="T96" fmla="*/ 2108 w 2174"/>
              <a:gd name="T97" fmla="*/ 478 h 498"/>
              <a:gd name="T98" fmla="*/ 2152 w 2174"/>
              <a:gd name="T99" fmla="*/ 306 h 498"/>
              <a:gd name="connsiteX0" fmla="*/ 0 w 10014"/>
              <a:gd name="connsiteY0" fmla="*/ 8213 h 10000"/>
              <a:gd name="connsiteX1" fmla="*/ 97 w 10014"/>
              <a:gd name="connsiteY1" fmla="*/ 8996 h 10000"/>
              <a:gd name="connsiteX2" fmla="*/ 198 w 10014"/>
              <a:gd name="connsiteY2" fmla="*/ 9699 h 10000"/>
              <a:gd name="connsiteX3" fmla="*/ 299 w 10014"/>
              <a:gd name="connsiteY3" fmla="*/ 5281 h 10000"/>
              <a:gd name="connsiteX4" fmla="*/ 400 w 10014"/>
              <a:gd name="connsiteY4" fmla="*/ 6787 h 10000"/>
              <a:gd name="connsiteX5" fmla="*/ 501 w 10014"/>
              <a:gd name="connsiteY5" fmla="*/ 3373 h 10000"/>
              <a:gd name="connsiteX6" fmla="*/ 598 w 10014"/>
              <a:gd name="connsiteY6" fmla="*/ 6546 h 10000"/>
              <a:gd name="connsiteX7" fmla="*/ 699 w 10014"/>
              <a:gd name="connsiteY7" fmla="*/ 7169 h 10000"/>
              <a:gd name="connsiteX8" fmla="*/ 800 w 10014"/>
              <a:gd name="connsiteY8" fmla="*/ 9578 h 10000"/>
              <a:gd name="connsiteX9" fmla="*/ 897 w 10014"/>
              <a:gd name="connsiteY9" fmla="*/ 9859 h 10000"/>
              <a:gd name="connsiteX10" fmla="*/ 998 w 10014"/>
              <a:gd name="connsiteY10" fmla="*/ 9116 h 10000"/>
              <a:gd name="connsiteX11" fmla="*/ 1099 w 10014"/>
              <a:gd name="connsiteY11" fmla="*/ 7811 h 10000"/>
              <a:gd name="connsiteX12" fmla="*/ 1201 w 10014"/>
              <a:gd name="connsiteY12" fmla="*/ 9137 h 10000"/>
              <a:gd name="connsiteX13" fmla="*/ 1297 w 10014"/>
              <a:gd name="connsiteY13" fmla="*/ 9518 h 10000"/>
              <a:gd name="connsiteX14" fmla="*/ 1398 w 10014"/>
              <a:gd name="connsiteY14" fmla="*/ 4920 h 10000"/>
              <a:gd name="connsiteX15" fmla="*/ 1500 w 10014"/>
              <a:gd name="connsiteY15" fmla="*/ 9438 h 10000"/>
              <a:gd name="connsiteX16" fmla="*/ 1596 w 10014"/>
              <a:gd name="connsiteY16" fmla="*/ 7952 h 10000"/>
              <a:gd name="connsiteX17" fmla="*/ 1697 w 10014"/>
              <a:gd name="connsiteY17" fmla="*/ 8414 h 10000"/>
              <a:gd name="connsiteX18" fmla="*/ 1799 w 10014"/>
              <a:gd name="connsiteY18" fmla="*/ 9217 h 10000"/>
              <a:gd name="connsiteX19" fmla="*/ 1900 w 10014"/>
              <a:gd name="connsiteY19" fmla="*/ 7450 h 10000"/>
              <a:gd name="connsiteX20" fmla="*/ 2001 w 10014"/>
              <a:gd name="connsiteY20" fmla="*/ 8876 h 10000"/>
              <a:gd name="connsiteX21" fmla="*/ 2098 w 10014"/>
              <a:gd name="connsiteY21" fmla="*/ 8153 h 10000"/>
              <a:gd name="connsiteX22" fmla="*/ 2199 w 10014"/>
              <a:gd name="connsiteY22" fmla="*/ 9177 h 10000"/>
              <a:gd name="connsiteX23" fmla="*/ 2300 w 10014"/>
              <a:gd name="connsiteY23" fmla="*/ 9177 h 10000"/>
              <a:gd name="connsiteX24" fmla="*/ 2397 w 10014"/>
              <a:gd name="connsiteY24" fmla="*/ 8494 h 10000"/>
              <a:gd name="connsiteX25" fmla="*/ 2498 w 10014"/>
              <a:gd name="connsiteY25" fmla="*/ 8454 h 10000"/>
              <a:gd name="connsiteX26" fmla="*/ 2599 w 10014"/>
              <a:gd name="connsiteY26" fmla="*/ 9819 h 10000"/>
              <a:gd name="connsiteX27" fmla="*/ 2700 w 10014"/>
              <a:gd name="connsiteY27" fmla="*/ 4699 h 10000"/>
              <a:gd name="connsiteX28" fmla="*/ 2801 w 10014"/>
              <a:gd name="connsiteY28" fmla="*/ 4880 h 10000"/>
              <a:gd name="connsiteX29" fmla="*/ 2898 w 10014"/>
              <a:gd name="connsiteY29" fmla="*/ 9036 h 10000"/>
              <a:gd name="connsiteX30" fmla="*/ 2999 w 10014"/>
              <a:gd name="connsiteY30" fmla="*/ 9418 h 10000"/>
              <a:gd name="connsiteX31" fmla="*/ 3100 w 10014"/>
              <a:gd name="connsiteY31" fmla="*/ 7430 h 10000"/>
              <a:gd name="connsiteX32" fmla="*/ 3197 w 10014"/>
              <a:gd name="connsiteY32" fmla="*/ 9438 h 10000"/>
              <a:gd name="connsiteX33" fmla="*/ 3298 w 10014"/>
              <a:gd name="connsiteY33" fmla="*/ 6586 h 10000"/>
              <a:gd name="connsiteX34" fmla="*/ 3399 w 10014"/>
              <a:gd name="connsiteY34" fmla="*/ 9016 h 10000"/>
              <a:gd name="connsiteX35" fmla="*/ 3500 w 10014"/>
              <a:gd name="connsiteY35" fmla="*/ 8956 h 10000"/>
              <a:gd name="connsiteX36" fmla="*/ 3597 w 10014"/>
              <a:gd name="connsiteY36" fmla="*/ 8474 h 10000"/>
              <a:gd name="connsiteX37" fmla="*/ 3698 w 10014"/>
              <a:gd name="connsiteY37" fmla="*/ 5261 h 10000"/>
              <a:gd name="connsiteX38" fmla="*/ 3799 w 10014"/>
              <a:gd name="connsiteY38" fmla="*/ 7992 h 10000"/>
              <a:gd name="connsiteX39" fmla="*/ 3896 w 10014"/>
              <a:gd name="connsiteY39" fmla="*/ 7912 h 10000"/>
              <a:gd name="connsiteX40" fmla="*/ 3997 w 10014"/>
              <a:gd name="connsiteY40" fmla="*/ 8534 h 10000"/>
              <a:gd name="connsiteX41" fmla="*/ 4098 w 10014"/>
              <a:gd name="connsiteY41" fmla="*/ 6687 h 10000"/>
              <a:gd name="connsiteX42" fmla="*/ 4200 w 10014"/>
              <a:gd name="connsiteY42" fmla="*/ 9217 h 10000"/>
              <a:gd name="connsiteX43" fmla="*/ 4301 w 10014"/>
              <a:gd name="connsiteY43" fmla="*/ 9016 h 10000"/>
              <a:gd name="connsiteX44" fmla="*/ 4397 w 10014"/>
              <a:gd name="connsiteY44" fmla="*/ 8655 h 10000"/>
              <a:gd name="connsiteX45" fmla="*/ 4499 w 10014"/>
              <a:gd name="connsiteY45" fmla="*/ 9679 h 10000"/>
              <a:gd name="connsiteX46" fmla="*/ 4600 w 10014"/>
              <a:gd name="connsiteY46" fmla="*/ 8333 h 10000"/>
              <a:gd name="connsiteX47" fmla="*/ 4696 w 10014"/>
              <a:gd name="connsiteY47" fmla="*/ 5964 h 10000"/>
              <a:gd name="connsiteX48" fmla="*/ 4798 w 10014"/>
              <a:gd name="connsiteY48" fmla="*/ 7711 h 10000"/>
              <a:gd name="connsiteX49" fmla="*/ 4899 w 10014"/>
              <a:gd name="connsiteY49" fmla="*/ 7510 h 10000"/>
              <a:gd name="connsiteX50" fmla="*/ 5000 w 10014"/>
              <a:gd name="connsiteY50" fmla="*/ 8795 h 10000"/>
              <a:gd name="connsiteX51" fmla="*/ 5101 w 10014"/>
              <a:gd name="connsiteY51" fmla="*/ 7390 h 10000"/>
              <a:gd name="connsiteX52" fmla="*/ 5198 w 10014"/>
              <a:gd name="connsiteY52" fmla="*/ 9137 h 10000"/>
              <a:gd name="connsiteX53" fmla="*/ 5299 w 10014"/>
              <a:gd name="connsiteY53" fmla="*/ 5763 h 10000"/>
              <a:gd name="connsiteX54" fmla="*/ 5400 w 10014"/>
              <a:gd name="connsiteY54" fmla="*/ 7871 h 10000"/>
              <a:gd name="connsiteX55" fmla="*/ 5497 w 10014"/>
              <a:gd name="connsiteY55" fmla="*/ 5683 h 10000"/>
              <a:gd name="connsiteX56" fmla="*/ 5598 w 10014"/>
              <a:gd name="connsiteY56" fmla="*/ 7329 h 10000"/>
              <a:gd name="connsiteX57" fmla="*/ 5699 w 10014"/>
              <a:gd name="connsiteY57" fmla="*/ 9337 h 10000"/>
              <a:gd name="connsiteX58" fmla="*/ 5800 w 10014"/>
              <a:gd name="connsiteY58" fmla="*/ 4960 h 10000"/>
              <a:gd name="connsiteX59" fmla="*/ 5897 w 10014"/>
              <a:gd name="connsiteY59" fmla="*/ 9940 h 10000"/>
              <a:gd name="connsiteX60" fmla="*/ 5998 w 10014"/>
              <a:gd name="connsiteY60" fmla="*/ 9538 h 10000"/>
              <a:gd name="connsiteX61" fmla="*/ 6099 w 10014"/>
              <a:gd name="connsiteY61" fmla="*/ 7590 h 10000"/>
              <a:gd name="connsiteX62" fmla="*/ 6196 w 10014"/>
              <a:gd name="connsiteY62" fmla="*/ 9839 h 10000"/>
              <a:gd name="connsiteX63" fmla="*/ 6297 w 10014"/>
              <a:gd name="connsiteY63" fmla="*/ 9478 h 10000"/>
              <a:gd name="connsiteX64" fmla="*/ 6398 w 10014"/>
              <a:gd name="connsiteY64" fmla="*/ 5161 h 10000"/>
              <a:gd name="connsiteX65" fmla="*/ 6500 w 10014"/>
              <a:gd name="connsiteY65" fmla="*/ 7972 h 10000"/>
              <a:gd name="connsiteX66" fmla="*/ 6601 w 10014"/>
              <a:gd name="connsiteY66" fmla="*/ 9558 h 10000"/>
              <a:gd name="connsiteX67" fmla="*/ 6697 w 10014"/>
              <a:gd name="connsiteY67" fmla="*/ 0 h 10000"/>
              <a:gd name="connsiteX68" fmla="*/ 6799 w 10014"/>
              <a:gd name="connsiteY68" fmla="*/ 9719 h 10000"/>
              <a:gd name="connsiteX69" fmla="*/ 6900 w 10014"/>
              <a:gd name="connsiteY69" fmla="*/ 8554 h 10000"/>
              <a:gd name="connsiteX70" fmla="*/ 6996 w 10014"/>
              <a:gd name="connsiteY70" fmla="*/ 9036 h 10000"/>
              <a:gd name="connsiteX71" fmla="*/ 7098 w 10014"/>
              <a:gd name="connsiteY71" fmla="*/ 7229 h 10000"/>
              <a:gd name="connsiteX72" fmla="*/ 7199 w 10014"/>
              <a:gd name="connsiteY72" fmla="*/ 7912 h 10000"/>
              <a:gd name="connsiteX73" fmla="*/ 7300 w 10014"/>
              <a:gd name="connsiteY73" fmla="*/ 8956 h 10000"/>
              <a:gd name="connsiteX74" fmla="*/ 7397 w 10014"/>
              <a:gd name="connsiteY74" fmla="*/ 6888 h 10000"/>
              <a:gd name="connsiteX75" fmla="*/ 7498 w 10014"/>
              <a:gd name="connsiteY75" fmla="*/ 8976 h 10000"/>
              <a:gd name="connsiteX76" fmla="*/ 7599 w 10014"/>
              <a:gd name="connsiteY76" fmla="*/ 9277 h 10000"/>
              <a:gd name="connsiteX77" fmla="*/ 7700 w 10014"/>
              <a:gd name="connsiteY77" fmla="*/ 8273 h 10000"/>
              <a:gd name="connsiteX78" fmla="*/ 7797 w 10014"/>
              <a:gd name="connsiteY78" fmla="*/ 5060 h 10000"/>
              <a:gd name="connsiteX79" fmla="*/ 7898 w 10014"/>
              <a:gd name="connsiteY79" fmla="*/ 10000 h 10000"/>
              <a:gd name="connsiteX80" fmla="*/ 7999 w 10014"/>
              <a:gd name="connsiteY80" fmla="*/ 9378 h 10000"/>
              <a:gd name="connsiteX81" fmla="*/ 8100 w 10014"/>
              <a:gd name="connsiteY81" fmla="*/ 6285 h 10000"/>
              <a:gd name="connsiteX82" fmla="*/ 8197 w 10014"/>
              <a:gd name="connsiteY82" fmla="*/ 9960 h 10000"/>
              <a:gd name="connsiteX83" fmla="*/ 8298 w 10014"/>
              <a:gd name="connsiteY83" fmla="*/ 8213 h 10000"/>
              <a:gd name="connsiteX84" fmla="*/ 8399 w 10014"/>
              <a:gd name="connsiteY84" fmla="*/ 6787 h 10000"/>
              <a:gd name="connsiteX85" fmla="*/ 8496 w 10014"/>
              <a:gd name="connsiteY85" fmla="*/ 9900 h 10000"/>
              <a:gd name="connsiteX86" fmla="*/ 8597 w 10014"/>
              <a:gd name="connsiteY86" fmla="*/ 7731 h 10000"/>
              <a:gd name="connsiteX87" fmla="*/ 8698 w 10014"/>
              <a:gd name="connsiteY87" fmla="*/ 8032 h 10000"/>
              <a:gd name="connsiteX88" fmla="*/ 8799 w 10014"/>
              <a:gd name="connsiteY88" fmla="*/ 6546 h 10000"/>
              <a:gd name="connsiteX89" fmla="*/ 8896 w 10014"/>
              <a:gd name="connsiteY89" fmla="*/ 9096 h 10000"/>
              <a:gd name="connsiteX90" fmla="*/ 8997 w 10014"/>
              <a:gd name="connsiteY90" fmla="*/ 8715 h 10000"/>
              <a:gd name="connsiteX91" fmla="*/ 9098 w 10014"/>
              <a:gd name="connsiteY91" fmla="*/ 8353 h 10000"/>
              <a:gd name="connsiteX92" fmla="*/ 9200 w 10014"/>
              <a:gd name="connsiteY92" fmla="*/ 6928 h 10000"/>
              <a:gd name="connsiteX93" fmla="*/ 9296 w 10014"/>
              <a:gd name="connsiteY93" fmla="*/ 8755 h 10000"/>
              <a:gd name="connsiteX94" fmla="*/ 9397 w 10014"/>
              <a:gd name="connsiteY94" fmla="*/ 7751 h 10000"/>
              <a:gd name="connsiteX95" fmla="*/ 9499 w 10014"/>
              <a:gd name="connsiteY95" fmla="*/ 7791 h 10000"/>
              <a:gd name="connsiteX96" fmla="*/ 9600 w 10014"/>
              <a:gd name="connsiteY96" fmla="*/ 9337 h 10000"/>
              <a:gd name="connsiteX97" fmla="*/ 9696 w 10014"/>
              <a:gd name="connsiteY97" fmla="*/ 9598 h 10000"/>
              <a:gd name="connsiteX98" fmla="*/ 9798 w 10014"/>
              <a:gd name="connsiteY98" fmla="*/ 9137 h 10000"/>
              <a:gd name="connsiteX99" fmla="*/ 9899 w 10014"/>
              <a:gd name="connsiteY99" fmla="*/ 6145 h 10000"/>
              <a:gd name="connsiteX100" fmla="*/ 10014 w 10014"/>
              <a:gd name="connsiteY100" fmla="*/ 821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0014" h="10000">
                <a:moveTo>
                  <a:pt x="0" y="8213"/>
                </a:moveTo>
                <a:cubicBezTo>
                  <a:pt x="32" y="8474"/>
                  <a:pt x="65" y="8735"/>
                  <a:pt x="97" y="8996"/>
                </a:cubicBezTo>
                <a:cubicBezTo>
                  <a:pt x="131" y="9230"/>
                  <a:pt x="164" y="9465"/>
                  <a:pt x="198" y="9699"/>
                </a:cubicBezTo>
                <a:cubicBezTo>
                  <a:pt x="232" y="8226"/>
                  <a:pt x="265" y="6754"/>
                  <a:pt x="299" y="5281"/>
                </a:cubicBezTo>
                <a:cubicBezTo>
                  <a:pt x="333" y="5783"/>
                  <a:pt x="366" y="6285"/>
                  <a:pt x="400" y="6787"/>
                </a:cubicBezTo>
                <a:cubicBezTo>
                  <a:pt x="434" y="5649"/>
                  <a:pt x="467" y="4511"/>
                  <a:pt x="501" y="3373"/>
                </a:cubicBezTo>
                <a:cubicBezTo>
                  <a:pt x="533" y="4431"/>
                  <a:pt x="566" y="5488"/>
                  <a:pt x="598" y="6546"/>
                </a:cubicBezTo>
                <a:cubicBezTo>
                  <a:pt x="632" y="6754"/>
                  <a:pt x="665" y="6961"/>
                  <a:pt x="699" y="7169"/>
                </a:cubicBezTo>
                <a:cubicBezTo>
                  <a:pt x="733" y="7972"/>
                  <a:pt x="766" y="8775"/>
                  <a:pt x="800" y="9578"/>
                </a:cubicBezTo>
                <a:cubicBezTo>
                  <a:pt x="832" y="9672"/>
                  <a:pt x="865" y="9765"/>
                  <a:pt x="897" y="9859"/>
                </a:cubicBezTo>
                <a:cubicBezTo>
                  <a:pt x="931" y="9611"/>
                  <a:pt x="964" y="9364"/>
                  <a:pt x="998" y="9116"/>
                </a:cubicBezTo>
                <a:cubicBezTo>
                  <a:pt x="1032" y="8681"/>
                  <a:pt x="1065" y="8246"/>
                  <a:pt x="1099" y="7811"/>
                </a:cubicBezTo>
                <a:lnTo>
                  <a:pt x="1201" y="9137"/>
                </a:lnTo>
                <a:lnTo>
                  <a:pt x="1297" y="9518"/>
                </a:lnTo>
                <a:cubicBezTo>
                  <a:pt x="1331" y="7985"/>
                  <a:pt x="1364" y="6453"/>
                  <a:pt x="1398" y="4920"/>
                </a:cubicBezTo>
                <a:lnTo>
                  <a:pt x="1500" y="9438"/>
                </a:lnTo>
                <a:cubicBezTo>
                  <a:pt x="1532" y="8943"/>
                  <a:pt x="1564" y="8447"/>
                  <a:pt x="1596" y="7952"/>
                </a:cubicBezTo>
                <a:cubicBezTo>
                  <a:pt x="1630" y="8106"/>
                  <a:pt x="1663" y="8260"/>
                  <a:pt x="1697" y="8414"/>
                </a:cubicBezTo>
                <a:lnTo>
                  <a:pt x="1799" y="9217"/>
                </a:lnTo>
                <a:cubicBezTo>
                  <a:pt x="1833" y="8628"/>
                  <a:pt x="1866" y="8039"/>
                  <a:pt x="1900" y="7450"/>
                </a:cubicBezTo>
                <a:cubicBezTo>
                  <a:pt x="1934" y="7925"/>
                  <a:pt x="1967" y="8401"/>
                  <a:pt x="2001" y="8876"/>
                </a:cubicBezTo>
                <a:cubicBezTo>
                  <a:pt x="2033" y="8635"/>
                  <a:pt x="2066" y="8394"/>
                  <a:pt x="2098" y="8153"/>
                </a:cubicBezTo>
                <a:cubicBezTo>
                  <a:pt x="2132" y="8494"/>
                  <a:pt x="2165" y="8836"/>
                  <a:pt x="2199" y="9177"/>
                </a:cubicBezTo>
                <a:lnTo>
                  <a:pt x="2300" y="9177"/>
                </a:lnTo>
                <a:cubicBezTo>
                  <a:pt x="2332" y="8949"/>
                  <a:pt x="2365" y="8722"/>
                  <a:pt x="2397" y="8494"/>
                </a:cubicBezTo>
                <a:cubicBezTo>
                  <a:pt x="2431" y="8481"/>
                  <a:pt x="2464" y="8467"/>
                  <a:pt x="2498" y="8454"/>
                </a:cubicBezTo>
                <a:cubicBezTo>
                  <a:pt x="2532" y="8909"/>
                  <a:pt x="2565" y="9364"/>
                  <a:pt x="2599" y="9819"/>
                </a:cubicBezTo>
                <a:cubicBezTo>
                  <a:pt x="2633" y="8112"/>
                  <a:pt x="2666" y="6406"/>
                  <a:pt x="2700" y="4699"/>
                </a:cubicBezTo>
                <a:cubicBezTo>
                  <a:pt x="2734" y="4759"/>
                  <a:pt x="2767" y="4820"/>
                  <a:pt x="2801" y="4880"/>
                </a:cubicBezTo>
                <a:cubicBezTo>
                  <a:pt x="2833" y="6265"/>
                  <a:pt x="2866" y="7651"/>
                  <a:pt x="2898" y="9036"/>
                </a:cubicBezTo>
                <a:cubicBezTo>
                  <a:pt x="2932" y="9163"/>
                  <a:pt x="2965" y="9291"/>
                  <a:pt x="2999" y="9418"/>
                </a:cubicBezTo>
                <a:cubicBezTo>
                  <a:pt x="3033" y="8755"/>
                  <a:pt x="3066" y="8093"/>
                  <a:pt x="3100" y="7430"/>
                </a:cubicBezTo>
                <a:cubicBezTo>
                  <a:pt x="3132" y="8099"/>
                  <a:pt x="3165" y="8769"/>
                  <a:pt x="3197" y="9438"/>
                </a:cubicBezTo>
                <a:cubicBezTo>
                  <a:pt x="3231" y="8487"/>
                  <a:pt x="3264" y="7537"/>
                  <a:pt x="3298" y="6586"/>
                </a:cubicBezTo>
                <a:cubicBezTo>
                  <a:pt x="3332" y="7396"/>
                  <a:pt x="3365" y="8206"/>
                  <a:pt x="3399" y="9016"/>
                </a:cubicBezTo>
                <a:lnTo>
                  <a:pt x="3500" y="8956"/>
                </a:lnTo>
                <a:cubicBezTo>
                  <a:pt x="3532" y="8795"/>
                  <a:pt x="3565" y="8635"/>
                  <a:pt x="3597" y="8474"/>
                </a:cubicBezTo>
                <a:cubicBezTo>
                  <a:pt x="3631" y="7403"/>
                  <a:pt x="3664" y="6332"/>
                  <a:pt x="3698" y="5261"/>
                </a:cubicBezTo>
                <a:cubicBezTo>
                  <a:pt x="3732" y="6171"/>
                  <a:pt x="3765" y="7082"/>
                  <a:pt x="3799" y="7992"/>
                </a:cubicBezTo>
                <a:cubicBezTo>
                  <a:pt x="3831" y="7965"/>
                  <a:pt x="3864" y="7939"/>
                  <a:pt x="3896" y="7912"/>
                </a:cubicBezTo>
                <a:cubicBezTo>
                  <a:pt x="3930" y="8119"/>
                  <a:pt x="3963" y="8327"/>
                  <a:pt x="3997" y="8534"/>
                </a:cubicBezTo>
                <a:cubicBezTo>
                  <a:pt x="4031" y="7918"/>
                  <a:pt x="4064" y="7303"/>
                  <a:pt x="4098" y="6687"/>
                </a:cubicBezTo>
                <a:lnTo>
                  <a:pt x="4200" y="9217"/>
                </a:lnTo>
                <a:cubicBezTo>
                  <a:pt x="4234" y="9150"/>
                  <a:pt x="4267" y="9083"/>
                  <a:pt x="4301" y="9016"/>
                </a:cubicBezTo>
                <a:cubicBezTo>
                  <a:pt x="4333" y="8896"/>
                  <a:pt x="4365" y="8775"/>
                  <a:pt x="4397" y="8655"/>
                </a:cubicBezTo>
                <a:lnTo>
                  <a:pt x="4499" y="9679"/>
                </a:lnTo>
                <a:cubicBezTo>
                  <a:pt x="4533" y="9230"/>
                  <a:pt x="4566" y="8782"/>
                  <a:pt x="4600" y="8333"/>
                </a:cubicBezTo>
                <a:cubicBezTo>
                  <a:pt x="4632" y="7543"/>
                  <a:pt x="4664" y="6754"/>
                  <a:pt x="4696" y="5964"/>
                </a:cubicBezTo>
                <a:lnTo>
                  <a:pt x="4798" y="7711"/>
                </a:lnTo>
                <a:cubicBezTo>
                  <a:pt x="4832" y="7644"/>
                  <a:pt x="4865" y="7577"/>
                  <a:pt x="4899" y="7510"/>
                </a:cubicBezTo>
                <a:cubicBezTo>
                  <a:pt x="4933" y="7938"/>
                  <a:pt x="4966" y="8367"/>
                  <a:pt x="5000" y="8795"/>
                </a:cubicBezTo>
                <a:cubicBezTo>
                  <a:pt x="5034" y="8327"/>
                  <a:pt x="5067" y="7858"/>
                  <a:pt x="5101" y="7390"/>
                </a:cubicBezTo>
                <a:cubicBezTo>
                  <a:pt x="5133" y="7972"/>
                  <a:pt x="5166" y="8555"/>
                  <a:pt x="5198" y="9137"/>
                </a:cubicBezTo>
                <a:cubicBezTo>
                  <a:pt x="5232" y="8012"/>
                  <a:pt x="5265" y="6888"/>
                  <a:pt x="5299" y="5763"/>
                </a:cubicBezTo>
                <a:cubicBezTo>
                  <a:pt x="5333" y="6466"/>
                  <a:pt x="5366" y="7168"/>
                  <a:pt x="5400" y="7871"/>
                </a:cubicBezTo>
                <a:cubicBezTo>
                  <a:pt x="5432" y="7142"/>
                  <a:pt x="5465" y="6412"/>
                  <a:pt x="5497" y="5683"/>
                </a:cubicBezTo>
                <a:cubicBezTo>
                  <a:pt x="5531" y="6232"/>
                  <a:pt x="5564" y="6780"/>
                  <a:pt x="5598" y="7329"/>
                </a:cubicBezTo>
                <a:cubicBezTo>
                  <a:pt x="5632" y="7998"/>
                  <a:pt x="5665" y="8668"/>
                  <a:pt x="5699" y="9337"/>
                </a:cubicBezTo>
                <a:cubicBezTo>
                  <a:pt x="5733" y="7878"/>
                  <a:pt x="5766" y="6419"/>
                  <a:pt x="5800" y="4960"/>
                </a:cubicBezTo>
                <a:cubicBezTo>
                  <a:pt x="5832" y="6620"/>
                  <a:pt x="5865" y="8280"/>
                  <a:pt x="5897" y="9940"/>
                </a:cubicBezTo>
                <a:cubicBezTo>
                  <a:pt x="5931" y="9806"/>
                  <a:pt x="5964" y="9672"/>
                  <a:pt x="5998" y="9538"/>
                </a:cubicBezTo>
                <a:cubicBezTo>
                  <a:pt x="6032" y="8889"/>
                  <a:pt x="6065" y="8239"/>
                  <a:pt x="6099" y="7590"/>
                </a:cubicBezTo>
                <a:cubicBezTo>
                  <a:pt x="6131" y="8340"/>
                  <a:pt x="6164" y="9089"/>
                  <a:pt x="6196" y="9839"/>
                </a:cubicBezTo>
                <a:cubicBezTo>
                  <a:pt x="6230" y="9719"/>
                  <a:pt x="6263" y="9598"/>
                  <a:pt x="6297" y="9478"/>
                </a:cubicBezTo>
                <a:cubicBezTo>
                  <a:pt x="6331" y="8039"/>
                  <a:pt x="6364" y="6600"/>
                  <a:pt x="6398" y="5161"/>
                </a:cubicBezTo>
                <a:lnTo>
                  <a:pt x="6500" y="7972"/>
                </a:lnTo>
                <a:cubicBezTo>
                  <a:pt x="6534" y="8501"/>
                  <a:pt x="6567" y="9029"/>
                  <a:pt x="6601" y="9558"/>
                </a:cubicBezTo>
                <a:lnTo>
                  <a:pt x="6697" y="0"/>
                </a:lnTo>
                <a:lnTo>
                  <a:pt x="6799" y="9719"/>
                </a:lnTo>
                <a:cubicBezTo>
                  <a:pt x="6833" y="9331"/>
                  <a:pt x="6866" y="8942"/>
                  <a:pt x="6900" y="8554"/>
                </a:cubicBezTo>
                <a:cubicBezTo>
                  <a:pt x="6932" y="8715"/>
                  <a:pt x="6964" y="8875"/>
                  <a:pt x="6996" y="9036"/>
                </a:cubicBezTo>
                <a:lnTo>
                  <a:pt x="7098" y="7229"/>
                </a:lnTo>
                <a:cubicBezTo>
                  <a:pt x="7132" y="7457"/>
                  <a:pt x="7165" y="7684"/>
                  <a:pt x="7199" y="7912"/>
                </a:cubicBezTo>
                <a:cubicBezTo>
                  <a:pt x="7233" y="8260"/>
                  <a:pt x="7266" y="8608"/>
                  <a:pt x="7300" y="8956"/>
                </a:cubicBezTo>
                <a:cubicBezTo>
                  <a:pt x="7332" y="8267"/>
                  <a:pt x="7365" y="7577"/>
                  <a:pt x="7397" y="6888"/>
                </a:cubicBezTo>
                <a:cubicBezTo>
                  <a:pt x="7431" y="7584"/>
                  <a:pt x="7464" y="8280"/>
                  <a:pt x="7498" y="8976"/>
                </a:cubicBezTo>
                <a:cubicBezTo>
                  <a:pt x="7532" y="9076"/>
                  <a:pt x="7565" y="9177"/>
                  <a:pt x="7599" y="9277"/>
                </a:cubicBezTo>
                <a:cubicBezTo>
                  <a:pt x="7633" y="8942"/>
                  <a:pt x="7666" y="8608"/>
                  <a:pt x="7700" y="8273"/>
                </a:cubicBezTo>
                <a:cubicBezTo>
                  <a:pt x="7732" y="7202"/>
                  <a:pt x="7765" y="6131"/>
                  <a:pt x="7797" y="5060"/>
                </a:cubicBezTo>
                <a:cubicBezTo>
                  <a:pt x="7831" y="6707"/>
                  <a:pt x="7864" y="8353"/>
                  <a:pt x="7898" y="10000"/>
                </a:cubicBezTo>
                <a:cubicBezTo>
                  <a:pt x="7932" y="9793"/>
                  <a:pt x="7965" y="9585"/>
                  <a:pt x="7999" y="9378"/>
                </a:cubicBezTo>
                <a:cubicBezTo>
                  <a:pt x="8033" y="8347"/>
                  <a:pt x="8066" y="7316"/>
                  <a:pt x="8100" y="6285"/>
                </a:cubicBezTo>
                <a:cubicBezTo>
                  <a:pt x="8132" y="7510"/>
                  <a:pt x="8165" y="8735"/>
                  <a:pt x="8197" y="9960"/>
                </a:cubicBezTo>
                <a:cubicBezTo>
                  <a:pt x="8231" y="9378"/>
                  <a:pt x="8264" y="8795"/>
                  <a:pt x="8298" y="8213"/>
                </a:cubicBezTo>
                <a:cubicBezTo>
                  <a:pt x="8332" y="7738"/>
                  <a:pt x="8365" y="7262"/>
                  <a:pt x="8399" y="6787"/>
                </a:cubicBezTo>
                <a:cubicBezTo>
                  <a:pt x="8431" y="7825"/>
                  <a:pt x="8464" y="8862"/>
                  <a:pt x="8496" y="9900"/>
                </a:cubicBezTo>
                <a:cubicBezTo>
                  <a:pt x="8530" y="9177"/>
                  <a:pt x="8563" y="8454"/>
                  <a:pt x="8597" y="7731"/>
                </a:cubicBezTo>
                <a:cubicBezTo>
                  <a:pt x="8631" y="7831"/>
                  <a:pt x="8664" y="7932"/>
                  <a:pt x="8698" y="8032"/>
                </a:cubicBezTo>
                <a:cubicBezTo>
                  <a:pt x="8732" y="7537"/>
                  <a:pt x="8765" y="7041"/>
                  <a:pt x="8799" y="6546"/>
                </a:cubicBezTo>
                <a:cubicBezTo>
                  <a:pt x="8831" y="7396"/>
                  <a:pt x="8864" y="8246"/>
                  <a:pt x="8896" y="9096"/>
                </a:cubicBezTo>
                <a:cubicBezTo>
                  <a:pt x="8930" y="8969"/>
                  <a:pt x="8963" y="8842"/>
                  <a:pt x="8997" y="8715"/>
                </a:cubicBezTo>
                <a:cubicBezTo>
                  <a:pt x="9031" y="8594"/>
                  <a:pt x="9064" y="8474"/>
                  <a:pt x="9098" y="8353"/>
                </a:cubicBezTo>
                <a:lnTo>
                  <a:pt x="9200" y="6928"/>
                </a:lnTo>
                <a:lnTo>
                  <a:pt x="9296" y="8755"/>
                </a:lnTo>
                <a:cubicBezTo>
                  <a:pt x="9330" y="8420"/>
                  <a:pt x="9363" y="8086"/>
                  <a:pt x="9397" y="7751"/>
                </a:cubicBezTo>
                <a:lnTo>
                  <a:pt x="9499" y="7791"/>
                </a:lnTo>
                <a:cubicBezTo>
                  <a:pt x="9533" y="8306"/>
                  <a:pt x="9566" y="8822"/>
                  <a:pt x="9600" y="9337"/>
                </a:cubicBezTo>
                <a:lnTo>
                  <a:pt x="9696" y="9598"/>
                </a:lnTo>
                <a:lnTo>
                  <a:pt x="9798" y="9137"/>
                </a:lnTo>
                <a:cubicBezTo>
                  <a:pt x="9832" y="8140"/>
                  <a:pt x="9865" y="7142"/>
                  <a:pt x="9899" y="6145"/>
                </a:cubicBezTo>
                <a:cubicBezTo>
                  <a:pt x="9933" y="5563"/>
                  <a:pt x="9980" y="8800"/>
                  <a:pt x="10014" y="8218"/>
                </a:cubicBezTo>
              </a:path>
            </a:pathLst>
          </a:custGeom>
          <a:noFill/>
          <a:ln w="635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dirty="0"/>
          </a:p>
        </p:txBody>
      </p:sp>
      <p:sp>
        <p:nvSpPr>
          <p:cNvPr id="75" name="Freeform 147">
            <a:extLst>
              <a:ext uri="{FF2B5EF4-FFF2-40B4-BE49-F238E27FC236}">
                <a16:creationId xmlns:a16="http://schemas.microsoft.com/office/drawing/2014/main" id="{A53CF10B-7CFD-42F3-9C57-7DD31165DDC1}"/>
              </a:ext>
            </a:extLst>
          </p:cNvPr>
          <p:cNvSpPr>
            <a:spLocks/>
          </p:cNvSpPr>
          <p:nvPr/>
        </p:nvSpPr>
        <p:spPr bwMode="auto">
          <a:xfrm>
            <a:off x="3755822" y="3657430"/>
            <a:ext cx="1750833" cy="386857"/>
          </a:xfrm>
          <a:custGeom>
            <a:avLst/>
            <a:gdLst>
              <a:gd name="T0" fmla="*/ 21 w 2174"/>
              <a:gd name="T1" fmla="*/ 272 h 483"/>
              <a:gd name="T2" fmla="*/ 65 w 2174"/>
              <a:gd name="T3" fmla="*/ 355 h 483"/>
              <a:gd name="T4" fmla="*/ 109 w 2174"/>
              <a:gd name="T5" fmla="*/ 199 h 483"/>
              <a:gd name="T6" fmla="*/ 152 w 2174"/>
              <a:gd name="T7" fmla="*/ 427 h 483"/>
              <a:gd name="T8" fmla="*/ 195 w 2174"/>
              <a:gd name="T9" fmla="*/ 421 h 483"/>
              <a:gd name="T10" fmla="*/ 239 w 2174"/>
              <a:gd name="T11" fmla="*/ 377 h 483"/>
              <a:gd name="T12" fmla="*/ 282 w 2174"/>
              <a:gd name="T13" fmla="*/ 347 h 483"/>
              <a:gd name="T14" fmla="*/ 326 w 2174"/>
              <a:gd name="T15" fmla="*/ 422 h 483"/>
              <a:gd name="T16" fmla="*/ 369 w 2174"/>
              <a:gd name="T17" fmla="*/ 343 h 483"/>
              <a:gd name="T18" fmla="*/ 413 w 2174"/>
              <a:gd name="T19" fmla="*/ 69 h 483"/>
              <a:gd name="T20" fmla="*/ 456 w 2174"/>
              <a:gd name="T21" fmla="*/ 468 h 483"/>
              <a:gd name="T22" fmla="*/ 500 w 2174"/>
              <a:gd name="T23" fmla="*/ 411 h 483"/>
              <a:gd name="T24" fmla="*/ 543 w 2174"/>
              <a:gd name="T25" fmla="*/ 461 h 483"/>
              <a:gd name="T26" fmla="*/ 587 w 2174"/>
              <a:gd name="T27" fmla="*/ 291 h 483"/>
              <a:gd name="T28" fmla="*/ 630 w 2174"/>
              <a:gd name="T29" fmla="*/ 394 h 483"/>
              <a:gd name="T30" fmla="*/ 674 w 2174"/>
              <a:gd name="T31" fmla="*/ 347 h 483"/>
              <a:gd name="T32" fmla="*/ 717 w 2174"/>
              <a:gd name="T33" fmla="*/ 336 h 483"/>
              <a:gd name="T34" fmla="*/ 761 w 2174"/>
              <a:gd name="T35" fmla="*/ 425 h 483"/>
              <a:gd name="T36" fmla="*/ 804 w 2174"/>
              <a:gd name="T37" fmla="*/ 300 h 483"/>
              <a:gd name="T38" fmla="*/ 847 w 2174"/>
              <a:gd name="T39" fmla="*/ 467 h 483"/>
              <a:gd name="T40" fmla="*/ 891 w 2174"/>
              <a:gd name="T41" fmla="*/ 0 h 483"/>
              <a:gd name="T42" fmla="*/ 935 w 2174"/>
              <a:gd name="T43" fmla="*/ 463 h 483"/>
              <a:gd name="T44" fmla="*/ 978 w 2174"/>
              <a:gd name="T45" fmla="*/ 462 h 483"/>
              <a:gd name="T46" fmla="*/ 1021 w 2174"/>
              <a:gd name="T47" fmla="*/ 336 h 483"/>
              <a:gd name="T48" fmla="*/ 1065 w 2174"/>
              <a:gd name="T49" fmla="*/ 340 h 483"/>
              <a:gd name="T50" fmla="*/ 1109 w 2174"/>
              <a:gd name="T51" fmla="*/ 183 h 483"/>
              <a:gd name="T52" fmla="*/ 1152 w 2174"/>
              <a:gd name="T53" fmla="*/ 342 h 483"/>
              <a:gd name="T54" fmla="*/ 1195 w 2174"/>
              <a:gd name="T55" fmla="*/ 415 h 483"/>
              <a:gd name="T56" fmla="*/ 1239 w 2174"/>
              <a:gd name="T57" fmla="*/ 305 h 483"/>
              <a:gd name="T58" fmla="*/ 1282 w 2174"/>
              <a:gd name="T59" fmla="*/ 470 h 483"/>
              <a:gd name="T60" fmla="*/ 1326 w 2174"/>
              <a:gd name="T61" fmla="*/ 419 h 483"/>
              <a:gd name="T62" fmla="*/ 1369 w 2174"/>
              <a:gd name="T63" fmla="*/ 468 h 483"/>
              <a:gd name="T64" fmla="*/ 1413 w 2174"/>
              <a:gd name="T65" fmla="*/ 389 h 483"/>
              <a:gd name="T66" fmla="*/ 1456 w 2174"/>
              <a:gd name="T67" fmla="*/ 312 h 483"/>
              <a:gd name="T68" fmla="*/ 1500 w 2174"/>
              <a:gd name="T69" fmla="*/ 428 h 483"/>
              <a:gd name="T70" fmla="*/ 1543 w 2174"/>
              <a:gd name="T71" fmla="*/ 217 h 483"/>
              <a:gd name="T72" fmla="*/ 1587 w 2174"/>
              <a:gd name="T73" fmla="*/ 402 h 483"/>
              <a:gd name="T74" fmla="*/ 1630 w 2174"/>
              <a:gd name="T75" fmla="*/ 463 h 483"/>
              <a:gd name="T76" fmla="*/ 1674 w 2174"/>
              <a:gd name="T77" fmla="*/ 98 h 483"/>
              <a:gd name="T78" fmla="*/ 1717 w 2174"/>
              <a:gd name="T79" fmla="*/ 445 h 483"/>
              <a:gd name="T80" fmla="*/ 1761 w 2174"/>
              <a:gd name="T81" fmla="*/ 381 h 483"/>
              <a:gd name="T82" fmla="*/ 1804 w 2174"/>
              <a:gd name="T83" fmla="*/ 310 h 483"/>
              <a:gd name="T84" fmla="*/ 1847 w 2174"/>
              <a:gd name="T85" fmla="*/ 448 h 483"/>
              <a:gd name="T86" fmla="*/ 1891 w 2174"/>
              <a:gd name="T87" fmla="*/ 233 h 483"/>
              <a:gd name="T88" fmla="*/ 1934 w 2174"/>
              <a:gd name="T89" fmla="*/ 311 h 483"/>
              <a:gd name="T90" fmla="*/ 1978 w 2174"/>
              <a:gd name="T91" fmla="*/ 412 h 483"/>
              <a:gd name="T92" fmla="*/ 2021 w 2174"/>
              <a:gd name="T93" fmla="*/ 280 h 483"/>
              <a:gd name="T94" fmla="*/ 2065 w 2174"/>
              <a:gd name="T95" fmla="*/ 425 h 483"/>
              <a:gd name="T96" fmla="*/ 2108 w 2174"/>
              <a:gd name="T97" fmla="*/ 433 h 483"/>
              <a:gd name="T98" fmla="*/ 2152 w 2174"/>
              <a:gd name="T99" fmla="*/ 396 h 483"/>
              <a:gd name="connsiteX0" fmla="*/ 0 w 10055"/>
              <a:gd name="connsiteY0" fmla="*/ 9006 h 10000"/>
              <a:gd name="connsiteX1" fmla="*/ 97 w 10055"/>
              <a:gd name="connsiteY1" fmla="*/ 5631 h 10000"/>
              <a:gd name="connsiteX2" fmla="*/ 198 w 10055"/>
              <a:gd name="connsiteY2" fmla="*/ 8861 h 10000"/>
              <a:gd name="connsiteX3" fmla="*/ 299 w 10055"/>
              <a:gd name="connsiteY3" fmla="*/ 7350 h 10000"/>
              <a:gd name="connsiteX4" fmla="*/ 400 w 10055"/>
              <a:gd name="connsiteY4" fmla="*/ 8157 h 10000"/>
              <a:gd name="connsiteX5" fmla="*/ 501 w 10055"/>
              <a:gd name="connsiteY5" fmla="*/ 4120 h 10000"/>
              <a:gd name="connsiteX6" fmla="*/ 598 w 10055"/>
              <a:gd name="connsiteY6" fmla="*/ 7930 h 10000"/>
              <a:gd name="connsiteX7" fmla="*/ 699 w 10055"/>
              <a:gd name="connsiteY7" fmla="*/ 8841 h 10000"/>
              <a:gd name="connsiteX8" fmla="*/ 800 w 10055"/>
              <a:gd name="connsiteY8" fmla="*/ 8613 h 10000"/>
              <a:gd name="connsiteX9" fmla="*/ 897 w 10055"/>
              <a:gd name="connsiteY9" fmla="*/ 8716 h 10000"/>
              <a:gd name="connsiteX10" fmla="*/ 998 w 10055"/>
              <a:gd name="connsiteY10" fmla="*/ 9151 h 10000"/>
              <a:gd name="connsiteX11" fmla="*/ 1099 w 10055"/>
              <a:gd name="connsiteY11" fmla="*/ 7805 h 10000"/>
              <a:gd name="connsiteX12" fmla="*/ 1201 w 10055"/>
              <a:gd name="connsiteY12" fmla="*/ 8509 h 10000"/>
              <a:gd name="connsiteX13" fmla="*/ 1297 w 10055"/>
              <a:gd name="connsiteY13" fmla="*/ 7184 h 10000"/>
              <a:gd name="connsiteX14" fmla="*/ 1398 w 10055"/>
              <a:gd name="connsiteY14" fmla="*/ 6356 h 10000"/>
              <a:gd name="connsiteX15" fmla="*/ 1500 w 10055"/>
              <a:gd name="connsiteY15" fmla="*/ 8737 h 10000"/>
              <a:gd name="connsiteX16" fmla="*/ 1596 w 10055"/>
              <a:gd name="connsiteY16" fmla="*/ 7702 h 10000"/>
              <a:gd name="connsiteX17" fmla="*/ 1697 w 10055"/>
              <a:gd name="connsiteY17" fmla="*/ 7101 h 10000"/>
              <a:gd name="connsiteX18" fmla="*/ 1799 w 10055"/>
              <a:gd name="connsiteY18" fmla="*/ 7950 h 10000"/>
              <a:gd name="connsiteX19" fmla="*/ 1900 w 10055"/>
              <a:gd name="connsiteY19" fmla="*/ 1429 h 10000"/>
              <a:gd name="connsiteX20" fmla="*/ 2001 w 10055"/>
              <a:gd name="connsiteY20" fmla="*/ 8965 h 10000"/>
              <a:gd name="connsiteX21" fmla="*/ 2098 w 10055"/>
              <a:gd name="connsiteY21" fmla="*/ 9689 h 10000"/>
              <a:gd name="connsiteX22" fmla="*/ 2199 w 10055"/>
              <a:gd name="connsiteY22" fmla="*/ 9752 h 10000"/>
              <a:gd name="connsiteX23" fmla="*/ 2300 w 10055"/>
              <a:gd name="connsiteY23" fmla="*/ 8509 h 10000"/>
              <a:gd name="connsiteX24" fmla="*/ 2397 w 10055"/>
              <a:gd name="connsiteY24" fmla="*/ 9689 h 10000"/>
              <a:gd name="connsiteX25" fmla="*/ 2498 w 10055"/>
              <a:gd name="connsiteY25" fmla="*/ 9545 h 10000"/>
              <a:gd name="connsiteX26" fmla="*/ 2599 w 10055"/>
              <a:gd name="connsiteY26" fmla="*/ 9524 h 10000"/>
              <a:gd name="connsiteX27" fmla="*/ 2700 w 10055"/>
              <a:gd name="connsiteY27" fmla="*/ 6025 h 10000"/>
              <a:gd name="connsiteX28" fmla="*/ 2801 w 10055"/>
              <a:gd name="connsiteY28" fmla="*/ 6046 h 10000"/>
              <a:gd name="connsiteX29" fmla="*/ 2898 w 10055"/>
              <a:gd name="connsiteY29" fmla="*/ 8157 h 10000"/>
              <a:gd name="connsiteX30" fmla="*/ 2999 w 10055"/>
              <a:gd name="connsiteY30" fmla="*/ 9151 h 10000"/>
              <a:gd name="connsiteX31" fmla="*/ 3100 w 10055"/>
              <a:gd name="connsiteY31" fmla="*/ 7184 h 10000"/>
              <a:gd name="connsiteX32" fmla="*/ 3197 w 10055"/>
              <a:gd name="connsiteY32" fmla="*/ 9710 h 10000"/>
              <a:gd name="connsiteX33" fmla="*/ 3298 w 10055"/>
              <a:gd name="connsiteY33" fmla="*/ 6957 h 10000"/>
              <a:gd name="connsiteX34" fmla="*/ 3399 w 10055"/>
              <a:gd name="connsiteY34" fmla="*/ 8199 h 10000"/>
              <a:gd name="connsiteX35" fmla="*/ 3500 w 10055"/>
              <a:gd name="connsiteY35" fmla="*/ 8799 h 10000"/>
              <a:gd name="connsiteX36" fmla="*/ 3597 w 10055"/>
              <a:gd name="connsiteY36" fmla="*/ 7826 h 10000"/>
              <a:gd name="connsiteX37" fmla="*/ 3698 w 10055"/>
              <a:gd name="connsiteY37" fmla="*/ 6211 h 10000"/>
              <a:gd name="connsiteX38" fmla="*/ 3799 w 10055"/>
              <a:gd name="connsiteY38" fmla="*/ 1408 h 10000"/>
              <a:gd name="connsiteX39" fmla="*/ 3896 w 10055"/>
              <a:gd name="connsiteY39" fmla="*/ 9669 h 10000"/>
              <a:gd name="connsiteX40" fmla="*/ 3997 w 10055"/>
              <a:gd name="connsiteY40" fmla="*/ 8861 h 10000"/>
              <a:gd name="connsiteX41" fmla="*/ 4098 w 10055"/>
              <a:gd name="connsiteY41" fmla="*/ 0 h 10000"/>
              <a:gd name="connsiteX42" fmla="*/ 4200 w 10055"/>
              <a:gd name="connsiteY42" fmla="*/ 9855 h 10000"/>
              <a:gd name="connsiteX43" fmla="*/ 4301 w 10055"/>
              <a:gd name="connsiteY43" fmla="*/ 9586 h 10000"/>
              <a:gd name="connsiteX44" fmla="*/ 4397 w 10055"/>
              <a:gd name="connsiteY44" fmla="*/ 8530 h 10000"/>
              <a:gd name="connsiteX45" fmla="*/ 4499 w 10055"/>
              <a:gd name="connsiteY45" fmla="*/ 9565 h 10000"/>
              <a:gd name="connsiteX46" fmla="*/ 4600 w 10055"/>
              <a:gd name="connsiteY46" fmla="*/ 9130 h 10000"/>
              <a:gd name="connsiteX47" fmla="*/ 4696 w 10055"/>
              <a:gd name="connsiteY47" fmla="*/ 6957 h 10000"/>
              <a:gd name="connsiteX48" fmla="*/ 4798 w 10055"/>
              <a:gd name="connsiteY48" fmla="*/ 9379 h 10000"/>
              <a:gd name="connsiteX49" fmla="*/ 4899 w 10055"/>
              <a:gd name="connsiteY49" fmla="*/ 7039 h 10000"/>
              <a:gd name="connsiteX50" fmla="*/ 5000 w 10055"/>
              <a:gd name="connsiteY50" fmla="*/ 8199 h 10000"/>
              <a:gd name="connsiteX51" fmla="*/ 5101 w 10055"/>
              <a:gd name="connsiteY51" fmla="*/ 3789 h 10000"/>
              <a:gd name="connsiteX52" fmla="*/ 5198 w 10055"/>
              <a:gd name="connsiteY52" fmla="*/ 9234 h 10000"/>
              <a:gd name="connsiteX53" fmla="*/ 5299 w 10055"/>
              <a:gd name="connsiteY53" fmla="*/ 7081 h 10000"/>
              <a:gd name="connsiteX54" fmla="*/ 5400 w 10055"/>
              <a:gd name="connsiteY54" fmla="*/ 9482 h 10000"/>
              <a:gd name="connsiteX55" fmla="*/ 5497 w 10055"/>
              <a:gd name="connsiteY55" fmla="*/ 8592 h 10000"/>
              <a:gd name="connsiteX56" fmla="*/ 5598 w 10055"/>
              <a:gd name="connsiteY56" fmla="*/ 3188 h 10000"/>
              <a:gd name="connsiteX57" fmla="*/ 5699 w 10055"/>
              <a:gd name="connsiteY57" fmla="*/ 6315 h 10000"/>
              <a:gd name="connsiteX58" fmla="*/ 5800 w 10055"/>
              <a:gd name="connsiteY58" fmla="*/ 5756 h 10000"/>
              <a:gd name="connsiteX59" fmla="*/ 5897 w 10055"/>
              <a:gd name="connsiteY59" fmla="*/ 9731 h 10000"/>
              <a:gd name="connsiteX60" fmla="*/ 5998 w 10055"/>
              <a:gd name="connsiteY60" fmla="*/ 8364 h 10000"/>
              <a:gd name="connsiteX61" fmla="*/ 6099 w 10055"/>
              <a:gd name="connsiteY61" fmla="*/ 8675 h 10000"/>
              <a:gd name="connsiteX62" fmla="*/ 6196 w 10055"/>
              <a:gd name="connsiteY62" fmla="*/ 9938 h 10000"/>
              <a:gd name="connsiteX63" fmla="*/ 6297 w 10055"/>
              <a:gd name="connsiteY63" fmla="*/ 9689 h 10000"/>
              <a:gd name="connsiteX64" fmla="*/ 6398 w 10055"/>
              <a:gd name="connsiteY64" fmla="*/ 8716 h 10000"/>
              <a:gd name="connsiteX65" fmla="*/ 6500 w 10055"/>
              <a:gd name="connsiteY65" fmla="*/ 8054 h 10000"/>
              <a:gd name="connsiteX66" fmla="*/ 6601 w 10055"/>
              <a:gd name="connsiteY66" fmla="*/ 9524 h 10000"/>
              <a:gd name="connsiteX67" fmla="*/ 6697 w 10055"/>
              <a:gd name="connsiteY67" fmla="*/ 6460 h 10000"/>
              <a:gd name="connsiteX68" fmla="*/ 6799 w 10055"/>
              <a:gd name="connsiteY68" fmla="*/ 8054 h 10000"/>
              <a:gd name="connsiteX69" fmla="*/ 6900 w 10055"/>
              <a:gd name="connsiteY69" fmla="*/ 8861 h 10000"/>
              <a:gd name="connsiteX70" fmla="*/ 6996 w 10055"/>
              <a:gd name="connsiteY70" fmla="*/ 6625 h 10000"/>
              <a:gd name="connsiteX71" fmla="*/ 7098 w 10055"/>
              <a:gd name="connsiteY71" fmla="*/ 4493 h 10000"/>
              <a:gd name="connsiteX72" fmla="*/ 7199 w 10055"/>
              <a:gd name="connsiteY72" fmla="*/ 7164 h 10000"/>
              <a:gd name="connsiteX73" fmla="*/ 7300 w 10055"/>
              <a:gd name="connsiteY73" fmla="*/ 8323 h 10000"/>
              <a:gd name="connsiteX74" fmla="*/ 7397 w 10055"/>
              <a:gd name="connsiteY74" fmla="*/ 9089 h 10000"/>
              <a:gd name="connsiteX75" fmla="*/ 7498 w 10055"/>
              <a:gd name="connsiteY75" fmla="*/ 9586 h 10000"/>
              <a:gd name="connsiteX76" fmla="*/ 7599 w 10055"/>
              <a:gd name="connsiteY76" fmla="*/ 9151 h 10000"/>
              <a:gd name="connsiteX77" fmla="*/ 7700 w 10055"/>
              <a:gd name="connsiteY77" fmla="*/ 2029 h 10000"/>
              <a:gd name="connsiteX78" fmla="*/ 7797 w 10055"/>
              <a:gd name="connsiteY78" fmla="*/ 8427 h 10000"/>
              <a:gd name="connsiteX79" fmla="*/ 7898 w 10055"/>
              <a:gd name="connsiteY79" fmla="*/ 9213 h 10000"/>
              <a:gd name="connsiteX80" fmla="*/ 7999 w 10055"/>
              <a:gd name="connsiteY80" fmla="*/ 8861 h 10000"/>
              <a:gd name="connsiteX81" fmla="*/ 8100 w 10055"/>
              <a:gd name="connsiteY81" fmla="*/ 7888 h 10000"/>
              <a:gd name="connsiteX82" fmla="*/ 8197 w 10055"/>
              <a:gd name="connsiteY82" fmla="*/ 10000 h 10000"/>
              <a:gd name="connsiteX83" fmla="*/ 8298 w 10055"/>
              <a:gd name="connsiteY83" fmla="*/ 6418 h 10000"/>
              <a:gd name="connsiteX84" fmla="*/ 8399 w 10055"/>
              <a:gd name="connsiteY84" fmla="*/ 8427 h 10000"/>
              <a:gd name="connsiteX85" fmla="*/ 8496 w 10055"/>
              <a:gd name="connsiteY85" fmla="*/ 9275 h 10000"/>
              <a:gd name="connsiteX86" fmla="*/ 8597 w 10055"/>
              <a:gd name="connsiteY86" fmla="*/ 7785 h 10000"/>
              <a:gd name="connsiteX87" fmla="*/ 8698 w 10055"/>
              <a:gd name="connsiteY87" fmla="*/ 4824 h 10000"/>
              <a:gd name="connsiteX88" fmla="*/ 8799 w 10055"/>
              <a:gd name="connsiteY88" fmla="*/ 6625 h 10000"/>
              <a:gd name="connsiteX89" fmla="*/ 8896 w 10055"/>
              <a:gd name="connsiteY89" fmla="*/ 6439 h 10000"/>
              <a:gd name="connsiteX90" fmla="*/ 8997 w 10055"/>
              <a:gd name="connsiteY90" fmla="*/ 9048 h 10000"/>
              <a:gd name="connsiteX91" fmla="*/ 9098 w 10055"/>
              <a:gd name="connsiteY91" fmla="*/ 8530 h 10000"/>
              <a:gd name="connsiteX92" fmla="*/ 9200 w 10055"/>
              <a:gd name="connsiteY92" fmla="*/ 8903 h 10000"/>
              <a:gd name="connsiteX93" fmla="*/ 9296 w 10055"/>
              <a:gd name="connsiteY93" fmla="*/ 5797 h 10000"/>
              <a:gd name="connsiteX94" fmla="*/ 9397 w 10055"/>
              <a:gd name="connsiteY94" fmla="*/ 9441 h 10000"/>
              <a:gd name="connsiteX95" fmla="*/ 9499 w 10055"/>
              <a:gd name="connsiteY95" fmla="*/ 8799 h 10000"/>
              <a:gd name="connsiteX96" fmla="*/ 9600 w 10055"/>
              <a:gd name="connsiteY96" fmla="*/ 9400 h 10000"/>
              <a:gd name="connsiteX97" fmla="*/ 9696 w 10055"/>
              <a:gd name="connsiteY97" fmla="*/ 8965 h 10000"/>
              <a:gd name="connsiteX98" fmla="*/ 9798 w 10055"/>
              <a:gd name="connsiteY98" fmla="*/ 9855 h 10000"/>
              <a:gd name="connsiteX99" fmla="*/ 9899 w 10055"/>
              <a:gd name="connsiteY99" fmla="*/ 8199 h 10000"/>
              <a:gd name="connsiteX100" fmla="*/ 10055 w 10055"/>
              <a:gd name="connsiteY100" fmla="*/ 814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0055" h="10000">
                <a:moveTo>
                  <a:pt x="0" y="9006"/>
                </a:moveTo>
                <a:cubicBezTo>
                  <a:pt x="32" y="7881"/>
                  <a:pt x="65" y="6756"/>
                  <a:pt x="97" y="5631"/>
                </a:cubicBezTo>
                <a:cubicBezTo>
                  <a:pt x="131" y="6708"/>
                  <a:pt x="164" y="7784"/>
                  <a:pt x="198" y="8861"/>
                </a:cubicBezTo>
                <a:cubicBezTo>
                  <a:pt x="232" y="8357"/>
                  <a:pt x="265" y="7854"/>
                  <a:pt x="299" y="7350"/>
                </a:cubicBezTo>
                <a:cubicBezTo>
                  <a:pt x="333" y="7619"/>
                  <a:pt x="366" y="7888"/>
                  <a:pt x="400" y="8157"/>
                </a:cubicBezTo>
                <a:cubicBezTo>
                  <a:pt x="434" y="6811"/>
                  <a:pt x="467" y="5466"/>
                  <a:pt x="501" y="4120"/>
                </a:cubicBezTo>
                <a:cubicBezTo>
                  <a:pt x="533" y="5390"/>
                  <a:pt x="566" y="6660"/>
                  <a:pt x="598" y="7930"/>
                </a:cubicBezTo>
                <a:cubicBezTo>
                  <a:pt x="632" y="8234"/>
                  <a:pt x="665" y="8537"/>
                  <a:pt x="699" y="8841"/>
                </a:cubicBezTo>
                <a:cubicBezTo>
                  <a:pt x="733" y="8765"/>
                  <a:pt x="766" y="8689"/>
                  <a:pt x="800" y="8613"/>
                </a:cubicBezTo>
                <a:lnTo>
                  <a:pt x="897" y="8716"/>
                </a:lnTo>
                <a:cubicBezTo>
                  <a:pt x="931" y="8861"/>
                  <a:pt x="964" y="9006"/>
                  <a:pt x="998" y="9151"/>
                </a:cubicBezTo>
                <a:cubicBezTo>
                  <a:pt x="1032" y="8702"/>
                  <a:pt x="1065" y="8254"/>
                  <a:pt x="1099" y="7805"/>
                </a:cubicBezTo>
                <a:lnTo>
                  <a:pt x="1201" y="8509"/>
                </a:lnTo>
                <a:cubicBezTo>
                  <a:pt x="1233" y="8067"/>
                  <a:pt x="1265" y="7626"/>
                  <a:pt x="1297" y="7184"/>
                </a:cubicBezTo>
                <a:cubicBezTo>
                  <a:pt x="1331" y="6908"/>
                  <a:pt x="1364" y="6632"/>
                  <a:pt x="1398" y="6356"/>
                </a:cubicBezTo>
                <a:lnTo>
                  <a:pt x="1500" y="8737"/>
                </a:lnTo>
                <a:lnTo>
                  <a:pt x="1596" y="7702"/>
                </a:lnTo>
                <a:cubicBezTo>
                  <a:pt x="1630" y="7502"/>
                  <a:pt x="1663" y="7301"/>
                  <a:pt x="1697" y="7101"/>
                </a:cubicBezTo>
                <a:lnTo>
                  <a:pt x="1799" y="7950"/>
                </a:lnTo>
                <a:cubicBezTo>
                  <a:pt x="1833" y="5776"/>
                  <a:pt x="1866" y="3603"/>
                  <a:pt x="1900" y="1429"/>
                </a:cubicBezTo>
                <a:cubicBezTo>
                  <a:pt x="1934" y="3941"/>
                  <a:pt x="1967" y="6453"/>
                  <a:pt x="2001" y="8965"/>
                </a:cubicBezTo>
                <a:cubicBezTo>
                  <a:pt x="2033" y="9206"/>
                  <a:pt x="2066" y="9448"/>
                  <a:pt x="2098" y="9689"/>
                </a:cubicBezTo>
                <a:lnTo>
                  <a:pt x="2199" y="9752"/>
                </a:lnTo>
                <a:cubicBezTo>
                  <a:pt x="2233" y="9338"/>
                  <a:pt x="2266" y="8923"/>
                  <a:pt x="2300" y="8509"/>
                </a:cubicBezTo>
                <a:cubicBezTo>
                  <a:pt x="2332" y="8902"/>
                  <a:pt x="2365" y="9296"/>
                  <a:pt x="2397" y="9689"/>
                </a:cubicBezTo>
                <a:cubicBezTo>
                  <a:pt x="2431" y="9641"/>
                  <a:pt x="2464" y="9593"/>
                  <a:pt x="2498" y="9545"/>
                </a:cubicBezTo>
                <a:lnTo>
                  <a:pt x="2599" y="9524"/>
                </a:lnTo>
                <a:cubicBezTo>
                  <a:pt x="2633" y="8358"/>
                  <a:pt x="2666" y="7191"/>
                  <a:pt x="2700" y="6025"/>
                </a:cubicBezTo>
                <a:lnTo>
                  <a:pt x="2801" y="6046"/>
                </a:lnTo>
                <a:cubicBezTo>
                  <a:pt x="2833" y="6750"/>
                  <a:pt x="2866" y="7453"/>
                  <a:pt x="2898" y="8157"/>
                </a:cubicBezTo>
                <a:cubicBezTo>
                  <a:pt x="2932" y="8488"/>
                  <a:pt x="2965" y="8820"/>
                  <a:pt x="2999" y="9151"/>
                </a:cubicBezTo>
                <a:cubicBezTo>
                  <a:pt x="3033" y="8495"/>
                  <a:pt x="3066" y="7840"/>
                  <a:pt x="3100" y="7184"/>
                </a:cubicBezTo>
                <a:cubicBezTo>
                  <a:pt x="3132" y="8026"/>
                  <a:pt x="3165" y="8868"/>
                  <a:pt x="3197" y="9710"/>
                </a:cubicBezTo>
                <a:cubicBezTo>
                  <a:pt x="3231" y="8792"/>
                  <a:pt x="3264" y="7875"/>
                  <a:pt x="3298" y="6957"/>
                </a:cubicBezTo>
                <a:cubicBezTo>
                  <a:pt x="3332" y="7371"/>
                  <a:pt x="3365" y="7785"/>
                  <a:pt x="3399" y="8199"/>
                </a:cubicBezTo>
                <a:cubicBezTo>
                  <a:pt x="3433" y="8399"/>
                  <a:pt x="3466" y="8599"/>
                  <a:pt x="3500" y="8799"/>
                </a:cubicBezTo>
                <a:cubicBezTo>
                  <a:pt x="3532" y="8475"/>
                  <a:pt x="3565" y="8150"/>
                  <a:pt x="3597" y="7826"/>
                </a:cubicBezTo>
                <a:cubicBezTo>
                  <a:pt x="3631" y="7288"/>
                  <a:pt x="3664" y="6749"/>
                  <a:pt x="3698" y="6211"/>
                </a:cubicBezTo>
                <a:cubicBezTo>
                  <a:pt x="3732" y="4610"/>
                  <a:pt x="3765" y="3009"/>
                  <a:pt x="3799" y="1408"/>
                </a:cubicBezTo>
                <a:cubicBezTo>
                  <a:pt x="3831" y="4162"/>
                  <a:pt x="3864" y="6915"/>
                  <a:pt x="3896" y="9669"/>
                </a:cubicBezTo>
                <a:cubicBezTo>
                  <a:pt x="3930" y="9400"/>
                  <a:pt x="3963" y="9130"/>
                  <a:pt x="3997" y="8861"/>
                </a:cubicBezTo>
                <a:cubicBezTo>
                  <a:pt x="4031" y="5907"/>
                  <a:pt x="4064" y="2954"/>
                  <a:pt x="4098" y="0"/>
                </a:cubicBezTo>
                <a:lnTo>
                  <a:pt x="4200" y="9855"/>
                </a:lnTo>
                <a:cubicBezTo>
                  <a:pt x="4234" y="9765"/>
                  <a:pt x="4267" y="9676"/>
                  <a:pt x="4301" y="9586"/>
                </a:cubicBezTo>
                <a:lnTo>
                  <a:pt x="4397" y="8530"/>
                </a:lnTo>
                <a:lnTo>
                  <a:pt x="4499" y="9565"/>
                </a:lnTo>
                <a:cubicBezTo>
                  <a:pt x="4533" y="9420"/>
                  <a:pt x="4566" y="9275"/>
                  <a:pt x="4600" y="9130"/>
                </a:cubicBezTo>
                <a:cubicBezTo>
                  <a:pt x="4632" y="8406"/>
                  <a:pt x="4664" y="7681"/>
                  <a:pt x="4696" y="6957"/>
                </a:cubicBezTo>
                <a:lnTo>
                  <a:pt x="4798" y="9379"/>
                </a:lnTo>
                <a:cubicBezTo>
                  <a:pt x="4832" y="8599"/>
                  <a:pt x="4865" y="7819"/>
                  <a:pt x="4899" y="7039"/>
                </a:cubicBezTo>
                <a:cubicBezTo>
                  <a:pt x="4933" y="7426"/>
                  <a:pt x="4966" y="7812"/>
                  <a:pt x="5000" y="8199"/>
                </a:cubicBezTo>
                <a:cubicBezTo>
                  <a:pt x="5034" y="6729"/>
                  <a:pt x="5067" y="5259"/>
                  <a:pt x="5101" y="3789"/>
                </a:cubicBezTo>
                <a:cubicBezTo>
                  <a:pt x="5133" y="5604"/>
                  <a:pt x="5166" y="7419"/>
                  <a:pt x="5198" y="9234"/>
                </a:cubicBezTo>
                <a:cubicBezTo>
                  <a:pt x="5232" y="8516"/>
                  <a:pt x="5265" y="7799"/>
                  <a:pt x="5299" y="7081"/>
                </a:cubicBezTo>
                <a:cubicBezTo>
                  <a:pt x="5333" y="7881"/>
                  <a:pt x="5366" y="8682"/>
                  <a:pt x="5400" y="9482"/>
                </a:cubicBezTo>
                <a:cubicBezTo>
                  <a:pt x="5432" y="9185"/>
                  <a:pt x="5465" y="8889"/>
                  <a:pt x="5497" y="8592"/>
                </a:cubicBezTo>
                <a:cubicBezTo>
                  <a:pt x="5531" y="6791"/>
                  <a:pt x="5564" y="4989"/>
                  <a:pt x="5598" y="3188"/>
                </a:cubicBezTo>
                <a:cubicBezTo>
                  <a:pt x="5632" y="4230"/>
                  <a:pt x="5665" y="5273"/>
                  <a:pt x="5699" y="6315"/>
                </a:cubicBezTo>
                <a:cubicBezTo>
                  <a:pt x="5733" y="6129"/>
                  <a:pt x="5766" y="5942"/>
                  <a:pt x="5800" y="5756"/>
                </a:cubicBezTo>
                <a:cubicBezTo>
                  <a:pt x="5832" y="7081"/>
                  <a:pt x="5865" y="8406"/>
                  <a:pt x="5897" y="9731"/>
                </a:cubicBezTo>
                <a:cubicBezTo>
                  <a:pt x="5931" y="9275"/>
                  <a:pt x="5964" y="8820"/>
                  <a:pt x="5998" y="8364"/>
                </a:cubicBezTo>
                <a:cubicBezTo>
                  <a:pt x="6032" y="8468"/>
                  <a:pt x="6065" y="8571"/>
                  <a:pt x="6099" y="8675"/>
                </a:cubicBezTo>
                <a:cubicBezTo>
                  <a:pt x="6131" y="9096"/>
                  <a:pt x="6164" y="9517"/>
                  <a:pt x="6196" y="9938"/>
                </a:cubicBezTo>
                <a:cubicBezTo>
                  <a:pt x="6230" y="9855"/>
                  <a:pt x="6263" y="9772"/>
                  <a:pt x="6297" y="9689"/>
                </a:cubicBezTo>
                <a:cubicBezTo>
                  <a:pt x="6331" y="9365"/>
                  <a:pt x="6364" y="9040"/>
                  <a:pt x="6398" y="8716"/>
                </a:cubicBezTo>
                <a:lnTo>
                  <a:pt x="6500" y="8054"/>
                </a:lnTo>
                <a:cubicBezTo>
                  <a:pt x="6534" y="8544"/>
                  <a:pt x="6567" y="9034"/>
                  <a:pt x="6601" y="9524"/>
                </a:cubicBezTo>
                <a:cubicBezTo>
                  <a:pt x="6633" y="8503"/>
                  <a:pt x="6665" y="7481"/>
                  <a:pt x="6697" y="6460"/>
                </a:cubicBezTo>
                <a:lnTo>
                  <a:pt x="6799" y="8054"/>
                </a:lnTo>
                <a:cubicBezTo>
                  <a:pt x="6833" y="8323"/>
                  <a:pt x="6866" y="8592"/>
                  <a:pt x="6900" y="8861"/>
                </a:cubicBezTo>
                <a:cubicBezTo>
                  <a:pt x="6932" y="8116"/>
                  <a:pt x="6964" y="7370"/>
                  <a:pt x="6996" y="6625"/>
                </a:cubicBezTo>
                <a:lnTo>
                  <a:pt x="7098" y="4493"/>
                </a:lnTo>
                <a:cubicBezTo>
                  <a:pt x="7132" y="5383"/>
                  <a:pt x="7165" y="6274"/>
                  <a:pt x="7199" y="7164"/>
                </a:cubicBezTo>
                <a:cubicBezTo>
                  <a:pt x="7233" y="7550"/>
                  <a:pt x="7266" y="7937"/>
                  <a:pt x="7300" y="8323"/>
                </a:cubicBezTo>
                <a:cubicBezTo>
                  <a:pt x="7332" y="8578"/>
                  <a:pt x="7365" y="8834"/>
                  <a:pt x="7397" y="9089"/>
                </a:cubicBezTo>
                <a:cubicBezTo>
                  <a:pt x="7431" y="9255"/>
                  <a:pt x="7464" y="9420"/>
                  <a:pt x="7498" y="9586"/>
                </a:cubicBezTo>
                <a:cubicBezTo>
                  <a:pt x="7532" y="9441"/>
                  <a:pt x="7565" y="9296"/>
                  <a:pt x="7599" y="9151"/>
                </a:cubicBezTo>
                <a:cubicBezTo>
                  <a:pt x="7633" y="6777"/>
                  <a:pt x="7666" y="4403"/>
                  <a:pt x="7700" y="2029"/>
                </a:cubicBezTo>
                <a:cubicBezTo>
                  <a:pt x="7732" y="4162"/>
                  <a:pt x="7765" y="6294"/>
                  <a:pt x="7797" y="8427"/>
                </a:cubicBezTo>
                <a:cubicBezTo>
                  <a:pt x="7831" y="8689"/>
                  <a:pt x="7864" y="8951"/>
                  <a:pt x="7898" y="9213"/>
                </a:cubicBezTo>
                <a:cubicBezTo>
                  <a:pt x="7932" y="9096"/>
                  <a:pt x="7965" y="8978"/>
                  <a:pt x="7999" y="8861"/>
                </a:cubicBezTo>
                <a:cubicBezTo>
                  <a:pt x="8033" y="8537"/>
                  <a:pt x="8066" y="8212"/>
                  <a:pt x="8100" y="7888"/>
                </a:cubicBezTo>
                <a:cubicBezTo>
                  <a:pt x="8132" y="8592"/>
                  <a:pt x="8165" y="9296"/>
                  <a:pt x="8197" y="10000"/>
                </a:cubicBezTo>
                <a:cubicBezTo>
                  <a:pt x="8231" y="8806"/>
                  <a:pt x="8264" y="7612"/>
                  <a:pt x="8298" y="6418"/>
                </a:cubicBezTo>
                <a:cubicBezTo>
                  <a:pt x="8332" y="7088"/>
                  <a:pt x="8365" y="7757"/>
                  <a:pt x="8399" y="8427"/>
                </a:cubicBezTo>
                <a:cubicBezTo>
                  <a:pt x="8431" y="8710"/>
                  <a:pt x="8464" y="8992"/>
                  <a:pt x="8496" y="9275"/>
                </a:cubicBezTo>
                <a:cubicBezTo>
                  <a:pt x="8530" y="8778"/>
                  <a:pt x="8563" y="8282"/>
                  <a:pt x="8597" y="7785"/>
                </a:cubicBezTo>
                <a:cubicBezTo>
                  <a:pt x="8631" y="6798"/>
                  <a:pt x="8664" y="5811"/>
                  <a:pt x="8698" y="4824"/>
                </a:cubicBezTo>
                <a:cubicBezTo>
                  <a:pt x="8732" y="5424"/>
                  <a:pt x="8765" y="6025"/>
                  <a:pt x="8799" y="6625"/>
                </a:cubicBezTo>
                <a:cubicBezTo>
                  <a:pt x="8831" y="6563"/>
                  <a:pt x="8864" y="6501"/>
                  <a:pt x="8896" y="6439"/>
                </a:cubicBezTo>
                <a:cubicBezTo>
                  <a:pt x="8930" y="7309"/>
                  <a:pt x="8963" y="8178"/>
                  <a:pt x="8997" y="9048"/>
                </a:cubicBezTo>
                <a:cubicBezTo>
                  <a:pt x="9031" y="8875"/>
                  <a:pt x="9064" y="8703"/>
                  <a:pt x="9098" y="8530"/>
                </a:cubicBezTo>
                <a:lnTo>
                  <a:pt x="9200" y="8903"/>
                </a:lnTo>
                <a:cubicBezTo>
                  <a:pt x="9232" y="7868"/>
                  <a:pt x="9264" y="6832"/>
                  <a:pt x="9296" y="5797"/>
                </a:cubicBezTo>
                <a:cubicBezTo>
                  <a:pt x="9330" y="7012"/>
                  <a:pt x="9363" y="8226"/>
                  <a:pt x="9397" y="9441"/>
                </a:cubicBezTo>
                <a:lnTo>
                  <a:pt x="9499" y="8799"/>
                </a:lnTo>
                <a:cubicBezTo>
                  <a:pt x="9533" y="8999"/>
                  <a:pt x="9566" y="9200"/>
                  <a:pt x="9600" y="9400"/>
                </a:cubicBezTo>
                <a:lnTo>
                  <a:pt x="9696" y="8965"/>
                </a:lnTo>
                <a:lnTo>
                  <a:pt x="9798" y="9855"/>
                </a:lnTo>
                <a:cubicBezTo>
                  <a:pt x="9832" y="9303"/>
                  <a:pt x="9865" y="8751"/>
                  <a:pt x="9899" y="8199"/>
                </a:cubicBezTo>
                <a:cubicBezTo>
                  <a:pt x="9933" y="7543"/>
                  <a:pt x="10021" y="8796"/>
                  <a:pt x="10055" y="8140"/>
                </a:cubicBezTo>
              </a:path>
            </a:pathLst>
          </a:custGeom>
          <a:noFill/>
          <a:ln w="6350" cap="flat">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6" name="Freeform 175">
            <a:extLst>
              <a:ext uri="{FF2B5EF4-FFF2-40B4-BE49-F238E27FC236}">
                <a16:creationId xmlns:a16="http://schemas.microsoft.com/office/drawing/2014/main" id="{4BAA37FA-B0FA-47F5-9A11-BD55ACEB2990}"/>
              </a:ext>
            </a:extLst>
          </p:cNvPr>
          <p:cNvSpPr>
            <a:spLocks/>
          </p:cNvSpPr>
          <p:nvPr/>
        </p:nvSpPr>
        <p:spPr bwMode="auto">
          <a:xfrm>
            <a:off x="3751059" y="3359726"/>
            <a:ext cx="1751134" cy="252119"/>
          </a:xfrm>
          <a:custGeom>
            <a:avLst/>
            <a:gdLst>
              <a:gd name="T0" fmla="*/ 21 w 2174"/>
              <a:gd name="T1" fmla="*/ 193 h 313"/>
              <a:gd name="T2" fmla="*/ 65 w 2174"/>
              <a:gd name="T3" fmla="*/ 148 h 313"/>
              <a:gd name="T4" fmla="*/ 109 w 2174"/>
              <a:gd name="T5" fmla="*/ 33 h 313"/>
              <a:gd name="T6" fmla="*/ 152 w 2174"/>
              <a:gd name="T7" fmla="*/ 224 h 313"/>
              <a:gd name="T8" fmla="*/ 195 w 2174"/>
              <a:gd name="T9" fmla="*/ 282 h 313"/>
              <a:gd name="T10" fmla="*/ 239 w 2174"/>
              <a:gd name="T11" fmla="*/ 213 h 313"/>
              <a:gd name="T12" fmla="*/ 282 w 2174"/>
              <a:gd name="T13" fmla="*/ 240 h 313"/>
              <a:gd name="T14" fmla="*/ 326 w 2174"/>
              <a:gd name="T15" fmla="*/ 274 h 313"/>
              <a:gd name="T16" fmla="*/ 369 w 2174"/>
              <a:gd name="T17" fmla="*/ 211 h 313"/>
              <a:gd name="T18" fmla="*/ 413 w 2174"/>
              <a:gd name="T19" fmla="*/ 60 h 313"/>
              <a:gd name="T20" fmla="*/ 456 w 2174"/>
              <a:gd name="T21" fmla="*/ 265 h 313"/>
              <a:gd name="T22" fmla="*/ 500 w 2174"/>
              <a:gd name="T23" fmla="*/ 261 h 313"/>
              <a:gd name="T24" fmla="*/ 543 w 2174"/>
              <a:gd name="T25" fmla="*/ 267 h 313"/>
              <a:gd name="T26" fmla="*/ 587 w 2174"/>
              <a:gd name="T27" fmla="*/ 102 h 313"/>
              <a:gd name="T28" fmla="*/ 630 w 2174"/>
              <a:gd name="T29" fmla="*/ 250 h 313"/>
              <a:gd name="T30" fmla="*/ 674 w 2174"/>
              <a:gd name="T31" fmla="*/ 190 h 313"/>
              <a:gd name="T32" fmla="*/ 717 w 2174"/>
              <a:gd name="T33" fmla="*/ 165 h 313"/>
              <a:gd name="T34" fmla="*/ 761 w 2174"/>
              <a:gd name="T35" fmla="*/ 263 h 313"/>
              <a:gd name="T36" fmla="*/ 804 w 2174"/>
              <a:gd name="T37" fmla="*/ 118 h 313"/>
              <a:gd name="T38" fmla="*/ 847 w 2174"/>
              <a:gd name="T39" fmla="*/ 258 h 313"/>
              <a:gd name="T40" fmla="*/ 891 w 2174"/>
              <a:gd name="T41" fmla="*/ 14 h 313"/>
              <a:gd name="T42" fmla="*/ 935 w 2174"/>
              <a:gd name="T43" fmla="*/ 283 h 313"/>
              <a:gd name="T44" fmla="*/ 978 w 2174"/>
              <a:gd name="T45" fmla="*/ 297 h 313"/>
              <a:gd name="T46" fmla="*/ 1021 w 2174"/>
              <a:gd name="T47" fmla="*/ 153 h 313"/>
              <a:gd name="T48" fmla="*/ 1065 w 2174"/>
              <a:gd name="T49" fmla="*/ 191 h 313"/>
              <a:gd name="T50" fmla="*/ 1109 w 2174"/>
              <a:gd name="T51" fmla="*/ 114 h 313"/>
              <a:gd name="T52" fmla="*/ 1152 w 2174"/>
              <a:gd name="T53" fmla="*/ 153 h 313"/>
              <a:gd name="T54" fmla="*/ 1195 w 2174"/>
              <a:gd name="T55" fmla="*/ 182 h 313"/>
              <a:gd name="T56" fmla="*/ 1239 w 2174"/>
              <a:gd name="T57" fmla="*/ 216 h 313"/>
              <a:gd name="T58" fmla="*/ 1282 w 2174"/>
              <a:gd name="T59" fmla="*/ 306 h 313"/>
              <a:gd name="T60" fmla="*/ 1326 w 2174"/>
              <a:gd name="T61" fmla="*/ 228 h 313"/>
              <a:gd name="T62" fmla="*/ 1369 w 2174"/>
              <a:gd name="T63" fmla="*/ 295 h 313"/>
              <a:gd name="T64" fmla="*/ 1413 w 2174"/>
              <a:gd name="T65" fmla="*/ 223 h 313"/>
              <a:gd name="T66" fmla="*/ 1456 w 2174"/>
              <a:gd name="T67" fmla="*/ 0 h 313"/>
              <a:gd name="T68" fmla="*/ 1500 w 2174"/>
              <a:gd name="T69" fmla="*/ 255 h 313"/>
              <a:gd name="T70" fmla="*/ 1543 w 2174"/>
              <a:gd name="T71" fmla="*/ 122 h 313"/>
              <a:gd name="T72" fmla="*/ 1587 w 2174"/>
              <a:gd name="T73" fmla="*/ 252 h 313"/>
              <a:gd name="T74" fmla="*/ 1630 w 2174"/>
              <a:gd name="T75" fmla="*/ 281 h 313"/>
              <a:gd name="T76" fmla="*/ 1674 w 2174"/>
              <a:gd name="T77" fmla="*/ 90 h 313"/>
              <a:gd name="T78" fmla="*/ 1717 w 2174"/>
              <a:gd name="T79" fmla="*/ 297 h 313"/>
              <a:gd name="T80" fmla="*/ 1761 w 2174"/>
              <a:gd name="T81" fmla="*/ 181 h 313"/>
              <a:gd name="T82" fmla="*/ 1804 w 2174"/>
              <a:gd name="T83" fmla="*/ 193 h 313"/>
              <a:gd name="T84" fmla="*/ 1847 w 2174"/>
              <a:gd name="T85" fmla="*/ 296 h 313"/>
              <a:gd name="T86" fmla="*/ 1891 w 2174"/>
              <a:gd name="T87" fmla="*/ 149 h 313"/>
              <a:gd name="T88" fmla="*/ 1934 w 2174"/>
              <a:gd name="T89" fmla="*/ 211 h 313"/>
              <a:gd name="T90" fmla="*/ 1978 w 2174"/>
              <a:gd name="T91" fmla="*/ 242 h 313"/>
              <a:gd name="T92" fmla="*/ 2021 w 2174"/>
              <a:gd name="T93" fmla="*/ 192 h 313"/>
              <a:gd name="T94" fmla="*/ 2065 w 2174"/>
              <a:gd name="T95" fmla="*/ 237 h 313"/>
              <a:gd name="T96" fmla="*/ 2108 w 2174"/>
              <a:gd name="T97" fmla="*/ 283 h 313"/>
              <a:gd name="T98" fmla="*/ 2152 w 2174"/>
              <a:gd name="T99" fmla="*/ 185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4" h="313">
                <a:moveTo>
                  <a:pt x="0" y="249"/>
                </a:moveTo>
                <a:lnTo>
                  <a:pt x="21" y="193"/>
                </a:lnTo>
                <a:lnTo>
                  <a:pt x="43" y="281"/>
                </a:lnTo>
                <a:lnTo>
                  <a:pt x="65" y="148"/>
                </a:lnTo>
                <a:lnTo>
                  <a:pt x="87" y="200"/>
                </a:lnTo>
                <a:lnTo>
                  <a:pt x="109" y="33"/>
                </a:lnTo>
                <a:lnTo>
                  <a:pt x="130" y="188"/>
                </a:lnTo>
                <a:lnTo>
                  <a:pt x="152" y="224"/>
                </a:lnTo>
                <a:lnTo>
                  <a:pt x="174" y="273"/>
                </a:lnTo>
                <a:lnTo>
                  <a:pt x="195" y="282"/>
                </a:lnTo>
                <a:lnTo>
                  <a:pt x="217" y="275"/>
                </a:lnTo>
                <a:lnTo>
                  <a:pt x="239" y="213"/>
                </a:lnTo>
                <a:lnTo>
                  <a:pt x="261" y="261"/>
                </a:lnTo>
                <a:lnTo>
                  <a:pt x="282" y="240"/>
                </a:lnTo>
                <a:lnTo>
                  <a:pt x="304" y="113"/>
                </a:lnTo>
                <a:lnTo>
                  <a:pt x="326" y="274"/>
                </a:lnTo>
                <a:lnTo>
                  <a:pt x="347" y="214"/>
                </a:lnTo>
                <a:lnTo>
                  <a:pt x="369" y="211"/>
                </a:lnTo>
                <a:lnTo>
                  <a:pt x="391" y="250"/>
                </a:lnTo>
                <a:lnTo>
                  <a:pt x="413" y="60"/>
                </a:lnTo>
                <a:lnTo>
                  <a:pt x="435" y="266"/>
                </a:lnTo>
                <a:lnTo>
                  <a:pt x="456" y="265"/>
                </a:lnTo>
                <a:lnTo>
                  <a:pt x="478" y="288"/>
                </a:lnTo>
                <a:lnTo>
                  <a:pt x="500" y="261"/>
                </a:lnTo>
                <a:lnTo>
                  <a:pt x="521" y="273"/>
                </a:lnTo>
                <a:lnTo>
                  <a:pt x="543" y="267"/>
                </a:lnTo>
                <a:lnTo>
                  <a:pt x="565" y="300"/>
                </a:lnTo>
                <a:lnTo>
                  <a:pt x="587" y="102"/>
                </a:lnTo>
                <a:lnTo>
                  <a:pt x="609" y="105"/>
                </a:lnTo>
                <a:lnTo>
                  <a:pt x="630" y="250"/>
                </a:lnTo>
                <a:lnTo>
                  <a:pt x="652" y="281"/>
                </a:lnTo>
                <a:lnTo>
                  <a:pt x="674" y="190"/>
                </a:lnTo>
                <a:lnTo>
                  <a:pt x="695" y="294"/>
                </a:lnTo>
                <a:lnTo>
                  <a:pt x="717" y="165"/>
                </a:lnTo>
                <a:lnTo>
                  <a:pt x="739" y="254"/>
                </a:lnTo>
                <a:lnTo>
                  <a:pt x="761" y="263"/>
                </a:lnTo>
                <a:lnTo>
                  <a:pt x="782" y="231"/>
                </a:lnTo>
                <a:lnTo>
                  <a:pt x="804" y="118"/>
                </a:lnTo>
                <a:lnTo>
                  <a:pt x="826" y="72"/>
                </a:lnTo>
                <a:lnTo>
                  <a:pt x="847" y="258"/>
                </a:lnTo>
                <a:lnTo>
                  <a:pt x="869" y="253"/>
                </a:lnTo>
                <a:lnTo>
                  <a:pt x="891" y="14"/>
                </a:lnTo>
                <a:lnTo>
                  <a:pt x="913" y="292"/>
                </a:lnTo>
                <a:lnTo>
                  <a:pt x="935" y="283"/>
                </a:lnTo>
                <a:lnTo>
                  <a:pt x="956" y="251"/>
                </a:lnTo>
                <a:lnTo>
                  <a:pt x="978" y="297"/>
                </a:lnTo>
                <a:lnTo>
                  <a:pt x="1000" y="255"/>
                </a:lnTo>
                <a:lnTo>
                  <a:pt x="1021" y="153"/>
                </a:lnTo>
                <a:lnTo>
                  <a:pt x="1043" y="247"/>
                </a:lnTo>
                <a:lnTo>
                  <a:pt x="1065" y="191"/>
                </a:lnTo>
                <a:lnTo>
                  <a:pt x="1087" y="246"/>
                </a:lnTo>
                <a:lnTo>
                  <a:pt x="1109" y="114"/>
                </a:lnTo>
                <a:lnTo>
                  <a:pt x="1130" y="278"/>
                </a:lnTo>
                <a:lnTo>
                  <a:pt x="1152" y="153"/>
                </a:lnTo>
                <a:lnTo>
                  <a:pt x="1174" y="252"/>
                </a:lnTo>
                <a:lnTo>
                  <a:pt x="1195" y="182"/>
                </a:lnTo>
                <a:lnTo>
                  <a:pt x="1217" y="98"/>
                </a:lnTo>
                <a:lnTo>
                  <a:pt x="1239" y="216"/>
                </a:lnTo>
                <a:lnTo>
                  <a:pt x="1261" y="101"/>
                </a:lnTo>
                <a:lnTo>
                  <a:pt x="1282" y="306"/>
                </a:lnTo>
                <a:lnTo>
                  <a:pt x="1304" y="268"/>
                </a:lnTo>
                <a:lnTo>
                  <a:pt x="1326" y="228"/>
                </a:lnTo>
                <a:lnTo>
                  <a:pt x="1347" y="309"/>
                </a:lnTo>
                <a:lnTo>
                  <a:pt x="1369" y="295"/>
                </a:lnTo>
                <a:lnTo>
                  <a:pt x="1391" y="170"/>
                </a:lnTo>
                <a:lnTo>
                  <a:pt x="1413" y="223"/>
                </a:lnTo>
                <a:lnTo>
                  <a:pt x="1435" y="294"/>
                </a:lnTo>
                <a:lnTo>
                  <a:pt x="1456" y="0"/>
                </a:lnTo>
                <a:lnTo>
                  <a:pt x="1478" y="263"/>
                </a:lnTo>
                <a:lnTo>
                  <a:pt x="1500" y="255"/>
                </a:lnTo>
                <a:lnTo>
                  <a:pt x="1521" y="216"/>
                </a:lnTo>
                <a:lnTo>
                  <a:pt x="1543" y="122"/>
                </a:lnTo>
                <a:lnTo>
                  <a:pt x="1565" y="204"/>
                </a:lnTo>
                <a:lnTo>
                  <a:pt x="1587" y="252"/>
                </a:lnTo>
                <a:lnTo>
                  <a:pt x="1608" y="220"/>
                </a:lnTo>
                <a:lnTo>
                  <a:pt x="1630" y="281"/>
                </a:lnTo>
                <a:lnTo>
                  <a:pt x="1652" y="278"/>
                </a:lnTo>
                <a:lnTo>
                  <a:pt x="1674" y="90"/>
                </a:lnTo>
                <a:lnTo>
                  <a:pt x="1695" y="167"/>
                </a:lnTo>
                <a:lnTo>
                  <a:pt x="1717" y="297"/>
                </a:lnTo>
                <a:lnTo>
                  <a:pt x="1739" y="273"/>
                </a:lnTo>
                <a:lnTo>
                  <a:pt x="1761" y="181"/>
                </a:lnTo>
                <a:lnTo>
                  <a:pt x="1782" y="313"/>
                </a:lnTo>
                <a:lnTo>
                  <a:pt x="1804" y="193"/>
                </a:lnTo>
                <a:lnTo>
                  <a:pt x="1826" y="204"/>
                </a:lnTo>
                <a:lnTo>
                  <a:pt x="1847" y="296"/>
                </a:lnTo>
                <a:lnTo>
                  <a:pt x="1869" y="211"/>
                </a:lnTo>
                <a:lnTo>
                  <a:pt x="1891" y="149"/>
                </a:lnTo>
                <a:lnTo>
                  <a:pt x="1913" y="156"/>
                </a:lnTo>
                <a:lnTo>
                  <a:pt x="1934" y="211"/>
                </a:lnTo>
                <a:lnTo>
                  <a:pt x="1956" y="264"/>
                </a:lnTo>
                <a:lnTo>
                  <a:pt x="1978" y="242"/>
                </a:lnTo>
                <a:lnTo>
                  <a:pt x="2000" y="218"/>
                </a:lnTo>
                <a:lnTo>
                  <a:pt x="2021" y="192"/>
                </a:lnTo>
                <a:lnTo>
                  <a:pt x="2043" y="249"/>
                </a:lnTo>
                <a:lnTo>
                  <a:pt x="2065" y="237"/>
                </a:lnTo>
                <a:lnTo>
                  <a:pt x="2087" y="286"/>
                </a:lnTo>
                <a:lnTo>
                  <a:pt x="2108" y="283"/>
                </a:lnTo>
                <a:lnTo>
                  <a:pt x="2130" y="291"/>
                </a:lnTo>
                <a:lnTo>
                  <a:pt x="2152" y="185"/>
                </a:lnTo>
                <a:lnTo>
                  <a:pt x="2174" y="103"/>
                </a:lnTo>
              </a:path>
            </a:pathLst>
          </a:custGeom>
          <a:noFill/>
          <a:ln w="6350" cap="flat">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cxnSp>
        <p:nvCxnSpPr>
          <p:cNvPr id="82" name="직선 화살표 연결선 81">
            <a:extLst>
              <a:ext uri="{FF2B5EF4-FFF2-40B4-BE49-F238E27FC236}">
                <a16:creationId xmlns:a16="http://schemas.microsoft.com/office/drawing/2014/main" id="{DB0B9A36-1DE9-4DB8-8F3A-CD9705219627}"/>
              </a:ext>
            </a:extLst>
          </p:cNvPr>
          <p:cNvCxnSpPr>
            <a:cxnSpLocks/>
          </p:cNvCxnSpPr>
          <p:nvPr/>
        </p:nvCxnSpPr>
        <p:spPr>
          <a:xfrm>
            <a:off x="3740320" y="4093689"/>
            <a:ext cx="184939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직선 화살표 연결선 84">
            <a:extLst>
              <a:ext uri="{FF2B5EF4-FFF2-40B4-BE49-F238E27FC236}">
                <a16:creationId xmlns:a16="http://schemas.microsoft.com/office/drawing/2014/main" id="{BBB99122-5B5C-46E7-89F4-9A97361C0C36}"/>
              </a:ext>
            </a:extLst>
          </p:cNvPr>
          <p:cNvCxnSpPr>
            <a:cxnSpLocks/>
          </p:cNvCxnSpPr>
          <p:nvPr/>
        </p:nvCxnSpPr>
        <p:spPr>
          <a:xfrm flipH="1" flipV="1">
            <a:off x="3733970" y="2835953"/>
            <a:ext cx="12338" cy="12577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Freeform 146">
            <a:extLst>
              <a:ext uri="{FF2B5EF4-FFF2-40B4-BE49-F238E27FC236}">
                <a16:creationId xmlns:a16="http://schemas.microsoft.com/office/drawing/2014/main" id="{9A287896-6BA8-4A16-819C-DA8F51871D12}"/>
              </a:ext>
            </a:extLst>
          </p:cNvPr>
          <p:cNvSpPr>
            <a:spLocks/>
          </p:cNvSpPr>
          <p:nvPr/>
        </p:nvSpPr>
        <p:spPr bwMode="auto">
          <a:xfrm>
            <a:off x="3730443" y="1160818"/>
            <a:ext cx="1741764" cy="398987"/>
          </a:xfrm>
          <a:custGeom>
            <a:avLst/>
            <a:gdLst>
              <a:gd name="T0" fmla="*/ 21 w 2174"/>
              <a:gd name="T1" fmla="*/ 448 h 498"/>
              <a:gd name="T2" fmla="*/ 65 w 2174"/>
              <a:gd name="T3" fmla="*/ 263 h 498"/>
              <a:gd name="T4" fmla="*/ 109 w 2174"/>
              <a:gd name="T5" fmla="*/ 168 h 498"/>
              <a:gd name="T6" fmla="*/ 152 w 2174"/>
              <a:gd name="T7" fmla="*/ 357 h 498"/>
              <a:gd name="T8" fmla="*/ 195 w 2174"/>
              <a:gd name="T9" fmla="*/ 491 h 498"/>
              <a:gd name="T10" fmla="*/ 239 w 2174"/>
              <a:gd name="T11" fmla="*/ 389 h 498"/>
              <a:gd name="T12" fmla="*/ 282 w 2174"/>
              <a:gd name="T13" fmla="*/ 474 h 498"/>
              <a:gd name="T14" fmla="*/ 326 w 2174"/>
              <a:gd name="T15" fmla="*/ 470 h 498"/>
              <a:gd name="T16" fmla="*/ 369 w 2174"/>
              <a:gd name="T17" fmla="*/ 419 h 498"/>
              <a:gd name="T18" fmla="*/ 413 w 2174"/>
              <a:gd name="T19" fmla="*/ 371 h 498"/>
              <a:gd name="T20" fmla="*/ 456 w 2174"/>
              <a:gd name="T21" fmla="*/ 406 h 498"/>
              <a:gd name="T22" fmla="*/ 500 w 2174"/>
              <a:gd name="T23" fmla="*/ 457 h 498"/>
              <a:gd name="T24" fmla="*/ 543 w 2174"/>
              <a:gd name="T25" fmla="*/ 421 h 498"/>
              <a:gd name="T26" fmla="*/ 587 w 2174"/>
              <a:gd name="T27" fmla="*/ 234 h 498"/>
              <a:gd name="T28" fmla="*/ 630 w 2174"/>
              <a:gd name="T29" fmla="*/ 450 h 498"/>
              <a:gd name="T30" fmla="*/ 674 w 2174"/>
              <a:gd name="T31" fmla="*/ 370 h 498"/>
              <a:gd name="T32" fmla="*/ 717 w 2174"/>
              <a:gd name="T33" fmla="*/ 328 h 498"/>
              <a:gd name="T34" fmla="*/ 761 w 2174"/>
              <a:gd name="T35" fmla="*/ 446 h 498"/>
              <a:gd name="T36" fmla="*/ 804 w 2174"/>
              <a:gd name="T37" fmla="*/ 262 h 498"/>
              <a:gd name="T38" fmla="*/ 847 w 2174"/>
              <a:gd name="T39" fmla="*/ 394 h 498"/>
              <a:gd name="T40" fmla="*/ 891 w 2174"/>
              <a:gd name="T41" fmla="*/ 333 h 498"/>
              <a:gd name="T42" fmla="*/ 935 w 2174"/>
              <a:gd name="T43" fmla="*/ 449 h 498"/>
              <a:gd name="T44" fmla="*/ 978 w 2174"/>
              <a:gd name="T45" fmla="*/ 482 h 498"/>
              <a:gd name="T46" fmla="*/ 1021 w 2174"/>
              <a:gd name="T47" fmla="*/ 297 h 498"/>
              <a:gd name="T48" fmla="*/ 1065 w 2174"/>
              <a:gd name="T49" fmla="*/ 374 h 498"/>
              <a:gd name="T50" fmla="*/ 1109 w 2174"/>
              <a:gd name="T51" fmla="*/ 368 h 498"/>
              <a:gd name="T52" fmla="*/ 1152 w 2174"/>
              <a:gd name="T53" fmla="*/ 287 h 498"/>
              <a:gd name="T54" fmla="*/ 1195 w 2174"/>
              <a:gd name="T55" fmla="*/ 283 h 498"/>
              <a:gd name="T56" fmla="*/ 1239 w 2174"/>
              <a:gd name="T57" fmla="*/ 465 h 498"/>
              <a:gd name="T58" fmla="*/ 1282 w 2174"/>
              <a:gd name="T59" fmla="*/ 495 h 498"/>
              <a:gd name="T60" fmla="*/ 1326 w 2174"/>
              <a:gd name="T61" fmla="*/ 378 h 498"/>
              <a:gd name="T62" fmla="*/ 1369 w 2174"/>
              <a:gd name="T63" fmla="*/ 472 h 498"/>
              <a:gd name="T64" fmla="*/ 1413 w 2174"/>
              <a:gd name="T65" fmla="*/ 397 h 498"/>
              <a:gd name="T66" fmla="*/ 1456 w 2174"/>
              <a:gd name="T67" fmla="*/ 0 h 498"/>
              <a:gd name="T68" fmla="*/ 1500 w 2174"/>
              <a:gd name="T69" fmla="*/ 426 h 498"/>
              <a:gd name="T70" fmla="*/ 1543 w 2174"/>
              <a:gd name="T71" fmla="*/ 360 h 498"/>
              <a:gd name="T72" fmla="*/ 1587 w 2174"/>
              <a:gd name="T73" fmla="*/ 446 h 498"/>
              <a:gd name="T74" fmla="*/ 1630 w 2174"/>
              <a:gd name="T75" fmla="*/ 447 h 498"/>
              <a:gd name="T76" fmla="*/ 1674 w 2174"/>
              <a:gd name="T77" fmla="*/ 412 h 498"/>
              <a:gd name="T78" fmla="*/ 1717 w 2174"/>
              <a:gd name="T79" fmla="*/ 498 h 498"/>
              <a:gd name="T80" fmla="*/ 1761 w 2174"/>
              <a:gd name="T81" fmla="*/ 313 h 498"/>
              <a:gd name="T82" fmla="*/ 1804 w 2174"/>
              <a:gd name="T83" fmla="*/ 409 h 498"/>
              <a:gd name="T84" fmla="*/ 1847 w 2174"/>
              <a:gd name="T85" fmla="*/ 493 h 498"/>
              <a:gd name="T86" fmla="*/ 1891 w 2174"/>
              <a:gd name="T87" fmla="*/ 400 h 498"/>
              <a:gd name="T88" fmla="*/ 1934 w 2174"/>
              <a:gd name="T89" fmla="*/ 453 h 498"/>
              <a:gd name="T90" fmla="*/ 1978 w 2174"/>
              <a:gd name="T91" fmla="*/ 416 h 498"/>
              <a:gd name="T92" fmla="*/ 2021 w 2174"/>
              <a:gd name="T93" fmla="*/ 436 h 498"/>
              <a:gd name="T94" fmla="*/ 2065 w 2174"/>
              <a:gd name="T95" fmla="*/ 388 h 498"/>
              <a:gd name="T96" fmla="*/ 2108 w 2174"/>
              <a:gd name="T97" fmla="*/ 478 h 498"/>
              <a:gd name="T98" fmla="*/ 2152 w 2174"/>
              <a:gd name="T99" fmla="*/ 306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4" h="498">
                <a:moveTo>
                  <a:pt x="0" y="409"/>
                </a:moveTo>
                <a:lnTo>
                  <a:pt x="21" y="448"/>
                </a:lnTo>
                <a:lnTo>
                  <a:pt x="43" y="483"/>
                </a:lnTo>
                <a:lnTo>
                  <a:pt x="65" y="263"/>
                </a:lnTo>
                <a:lnTo>
                  <a:pt x="87" y="338"/>
                </a:lnTo>
                <a:lnTo>
                  <a:pt x="109" y="168"/>
                </a:lnTo>
                <a:lnTo>
                  <a:pt x="130" y="326"/>
                </a:lnTo>
                <a:lnTo>
                  <a:pt x="152" y="357"/>
                </a:lnTo>
                <a:lnTo>
                  <a:pt x="174" y="477"/>
                </a:lnTo>
                <a:lnTo>
                  <a:pt x="195" y="491"/>
                </a:lnTo>
                <a:lnTo>
                  <a:pt x="217" y="454"/>
                </a:lnTo>
                <a:lnTo>
                  <a:pt x="239" y="389"/>
                </a:lnTo>
                <a:lnTo>
                  <a:pt x="261" y="455"/>
                </a:lnTo>
                <a:lnTo>
                  <a:pt x="282" y="474"/>
                </a:lnTo>
                <a:lnTo>
                  <a:pt x="304" y="245"/>
                </a:lnTo>
                <a:lnTo>
                  <a:pt x="326" y="470"/>
                </a:lnTo>
                <a:lnTo>
                  <a:pt x="347" y="396"/>
                </a:lnTo>
                <a:lnTo>
                  <a:pt x="369" y="419"/>
                </a:lnTo>
                <a:lnTo>
                  <a:pt x="391" y="459"/>
                </a:lnTo>
                <a:lnTo>
                  <a:pt x="413" y="371"/>
                </a:lnTo>
                <a:lnTo>
                  <a:pt x="435" y="442"/>
                </a:lnTo>
                <a:lnTo>
                  <a:pt x="456" y="406"/>
                </a:lnTo>
                <a:lnTo>
                  <a:pt x="478" y="457"/>
                </a:lnTo>
                <a:lnTo>
                  <a:pt x="500" y="457"/>
                </a:lnTo>
                <a:lnTo>
                  <a:pt x="521" y="423"/>
                </a:lnTo>
                <a:lnTo>
                  <a:pt x="543" y="421"/>
                </a:lnTo>
                <a:lnTo>
                  <a:pt x="565" y="489"/>
                </a:lnTo>
                <a:lnTo>
                  <a:pt x="587" y="234"/>
                </a:lnTo>
                <a:lnTo>
                  <a:pt x="609" y="243"/>
                </a:lnTo>
                <a:lnTo>
                  <a:pt x="630" y="450"/>
                </a:lnTo>
                <a:lnTo>
                  <a:pt x="652" y="469"/>
                </a:lnTo>
                <a:lnTo>
                  <a:pt x="674" y="370"/>
                </a:lnTo>
                <a:lnTo>
                  <a:pt x="695" y="470"/>
                </a:lnTo>
                <a:lnTo>
                  <a:pt x="717" y="328"/>
                </a:lnTo>
                <a:lnTo>
                  <a:pt x="739" y="449"/>
                </a:lnTo>
                <a:lnTo>
                  <a:pt x="761" y="446"/>
                </a:lnTo>
                <a:lnTo>
                  <a:pt x="782" y="422"/>
                </a:lnTo>
                <a:lnTo>
                  <a:pt x="804" y="262"/>
                </a:lnTo>
                <a:lnTo>
                  <a:pt x="826" y="398"/>
                </a:lnTo>
                <a:lnTo>
                  <a:pt x="847" y="394"/>
                </a:lnTo>
                <a:lnTo>
                  <a:pt x="869" y="425"/>
                </a:lnTo>
                <a:lnTo>
                  <a:pt x="891" y="333"/>
                </a:lnTo>
                <a:lnTo>
                  <a:pt x="913" y="459"/>
                </a:lnTo>
                <a:lnTo>
                  <a:pt x="935" y="449"/>
                </a:lnTo>
                <a:lnTo>
                  <a:pt x="956" y="431"/>
                </a:lnTo>
                <a:lnTo>
                  <a:pt x="978" y="482"/>
                </a:lnTo>
                <a:lnTo>
                  <a:pt x="1000" y="415"/>
                </a:lnTo>
                <a:lnTo>
                  <a:pt x="1021" y="297"/>
                </a:lnTo>
                <a:lnTo>
                  <a:pt x="1043" y="384"/>
                </a:lnTo>
                <a:lnTo>
                  <a:pt x="1065" y="374"/>
                </a:lnTo>
                <a:lnTo>
                  <a:pt x="1087" y="438"/>
                </a:lnTo>
                <a:lnTo>
                  <a:pt x="1109" y="368"/>
                </a:lnTo>
                <a:lnTo>
                  <a:pt x="1130" y="455"/>
                </a:lnTo>
                <a:lnTo>
                  <a:pt x="1152" y="287"/>
                </a:lnTo>
                <a:lnTo>
                  <a:pt x="1174" y="392"/>
                </a:lnTo>
                <a:lnTo>
                  <a:pt x="1195" y="283"/>
                </a:lnTo>
                <a:lnTo>
                  <a:pt x="1217" y="365"/>
                </a:lnTo>
                <a:lnTo>
                  <a:pt x="1239" y="465"/>
                </a:lnTo>
                <a:lnTo>
                  <a:pt x="1261" y="247"/>
                </a:lnTo>
                <a:lnTo>
                  <a:pt x="1282" y="495"/>
                </a:lnTo>
                <a:lnTo>
                  <a:pt x="1304" y="475"/>
                </a:lnTo>
                <a:lnTo>
                  <a:pt x="1326" y="378"/>
                </a:lnTo>
                <a:lnTo>
                  <a:pt x="1347" y="490"/>
                </a:lnTo>
                <a:lnTo>
                  <a:pt x="1369" y="472"/>
                </a:lnTo>
                <a:lnTo>
                  <a:pt x="1391" y="257"/>
                </a:lnTo>
                <a:lnTo>
                  <a:pt x="1413" y="397"/>
                </a:lnTo>
                <a:lnTo>
                  <a:pt x="1435" y="476"/>
                </a:lnTo>
                <a:lnTo>
                  <a:pt x="1456" y="0"/>
                </a:lnTo>
                <a:lnTo>
                  <a:pt x="1478" y="484"/>
                </a:lnTo>
                <a:lnTo>
                  <a:pt x="1500" y="426"/>
                </a:lnTo>
                <a:lnTo>
                  <a:pt x="1521" y="450"/>
                </a:lnTo>
                <a:lnTo>
                  <a:pt x="1543" y="360"/>
                </a:lnTo>
                <a:lnTo>
                  <a:pt x="1565" y="394"/>
                </a:lnTo>
                <a:lnTo>
                  <a:pt x="1587" y="446"/>
                </a:lnTo>
                <a:lnTo>
                  <a:pt x="1608" y="343"/>
                </a:lnTo>
                <a:lnTo>
                  <a:pt x="1630" y="447"/>
                </a:lnTo>
                <a:lnTo>
                  <a:pt x="1652" y="462"/>
                </a:lnTo>
                <a:lnTo>
                  <a:pt x="1674" y="412"/>
                </a:lnTo>
                <a:lnTo>
                  <a:pt x="1695" y="252"/>
                </a:lnTo>
                <a:lnTo>
                  <a:pt x="1717" y="498"/>
                </a:lnTo>
                <a:lnTo>
                  <a:pt x="1739" y="467"/>
                </a:lnTo>
                <a:lnTo>
                  <a:pt x="1761" y="313"/>
                </a:lnTo>
                <a:lnTo>
                  <a:pt x="1782" y="496"/>
                </a:lnTo>
                <a:lnTo>
                  <a:pt x="1804" y="409"/>
                </a:lnTo>
                <a:lnTo>
                  <a:pt x="1826" y="338"/>
                </a:lnTo>
                <a:lnTo>
                  <a:pt x="1847" y="493"/>
                </a:lnTo>
                <a:lnTo>
                  <a:pt x="1869" y="385"/>
                </a:lnTo>
                <a:lnTo>
                  <a:pt x="1891" y="400"/>
                </a:lnTo>
                <a:lnTo>
                  <a:pt x="1913" y="326"/>
                </a:lnTo>
                <a:lnTo>
                  <a:pt x="1934" y="453"/>
                </a:lnTo>
                <a:lnTo>
                  <a:pt x="1956" y="434"/>
                </a:lnTo>
                <a:lnTo>
                  <a:pt x="1978" y="416"/>
                </a:lnTo>
                <a:lnTo>
                  <a:pt x="2000" y="345"/>
                </a:lnTo>
                <a:lnTo>
                  <a:pt x="2021" y="436"/>
                </a:lnTo>
                <a:lnTo>
                  <a:pt x="2043" y="386"/>
                </a:lnTo>
                <a:lnTo>
                  <a:pt x="2065" y="388"/>
                </a:lnTo>
                <a:lnTo>
                  <a:pt x="2087" y="465"/>
                </a:lnTo>
                <a:lnTo>
                  <a:pt x="2108" y="478"/>
                </a:lnTo>
                <a:lnTo>
                  <a:pt x="2130" y="455"/>
                </a:lnTo>
                <a:lnTo>
                  <a:pt x="2152" y="306"/>
                </a:lnTo>
                <a:lnTo>
                  <a:pt x="2174" y="219"/>
                </a:lnTo>
              </a:path>
            </a:pathLst>
          </a:custGeom>
          <a:noFill/>
          <a:ln w="635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dirty="0"/>
          </a:p>
        </p:txBody>
      </p:sp>
      <p:cxnSp>
        <p:nvCxnSpPr>
          <p:cNvPr id="88" name="직선 화살표 연결선 87">
            <a:extLst>
              <a:ext uri="{FF2B5EF4-FFF2-40B4-BE49-F238E27FC236}">
                <a16:creationId xmlns:a16="http://schemas.microsoft.com/office/drawing/2014/main" id="{FDF4261D-59A1-4773-9D59-904CD86AFDA4}"/>
              </a:ext>
            </a:extLst>
          </p:cNvPr>
          <p:cNvCxnSpPr>
            <a:cxnSpLocks/>
          </p:cNvCxnSpPr>
          <p:nvPr/>
        </p:nvCxnSpPr>
        <p:spPr>
          <a:xfrm>
            <a:off x="3730443" y="2418554"/>
            <a:ext cx="184939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Freeform 146">
            <a:extLst>
              <a:ext uri="{FF2B5EF4-FFF2-40B4-BE49-F238E27FC236}">
                <a16:creationId xmlns:a16="http://schemas.microsoft.com/office/drawing/2014/main" id="{38B7AA24-8190-49E8-B940-313AF23862F0}"/>
              </a:ext>
            </a:extLst>
          </p:cNvPr>
          <p:cNvSpPr>
            <a:spLocks/>
          </p:cNvSpPr>
          <p:nvPr/>
        </p:nvSpPr>
        <p:spPr bwMode="auto">
          <a:xfrm>
            <a:off x="3740320" y="1571556"/>
            <a:ext cx="1741764" cy="398987"/>
          </a:xfrm>
          <a:custGeom>
            <a:avLst/>
            <a:gdLst>
              <a:gd name="T0" fmla="*/ 21 w 2174"/>
              <a:gd name="T1" fmla="*/ 448 h 498"/>
              <a:gd name="T2" fmla="*/ 65 w 2174"/>
              <a:gd name="T3" fmla="*/ 263 h 498"/>
              <a:gd name="T4" fmla="*/ 109 w 2174"/>
              <a:gd name="T5" fmla="*/ 168 h 498"/>
              <a:gd name="T6" fmla="*/ 152 w 2174"/>
              <a:gd name="T7" fmla="*/ 357 h 498"/>
              <a:gd name="T8" fmla="*/ 195 w 2174"/>
              <a:gd name="T9" fmla="*/ 491 h 498"/>
              <a:gd name="T10" fmla="*/ 239 w 2174"/>
              <a:gd name="T11" fmla="*/ 389 h 498"/>
              <a:gd name="T12" fmla="*/ 282 w 2174"/>
              <a:gd name="T13" fmla="*/ 474 h 498"/>
              <a:gd name="T14" fmla="*/ 326 w 2174"/>
              <a:gd name="T15" fmla="*/ 470 h 498"/>
              <a:gd name="T16" fmla="*/ 369 w 2174"/>
              <a:gd name="T17" fmla="*/ 419 h 498"/>
              <a:gd name="T18" fmla="*/ 413 w 2174"/>
              <a:gd name="T19" fmla="*/ 371 h 498"/>
              <a:gd name="T20" fmla="*/ 456 w 2174"/>
              <a:gd name="T21" fmla="*/ 406 h 498"/>
              <a:gd name="T22" fmla="*/ 500 w 2174"/>
              <a:gd name="T23" fmla="*/ 457 h 498"/>
              <a:gd name="T24" fmla="*/ 543 w 2174"/>
              <a:gd name="T25" fmla="*/ 421 h 498"/>
              <a:gd name="T26" fmla="*/ 587 w 2174"/>
              <a:gd name="T27" fmla="*/ 234 h 498"/>
              <a:gd name="T28" fmla="*/ 630 w 2174"/>
              <a:gd name="T29" fmla="*/ 450 h 498"/>
              <a:gd name="T30" fmla="*/ 674 w 2174"/>
              <a:gd name="T31" fmla="*/ 370 h 498"/>
              <a:gd name="T32" fmla="*/ 717 w 2174"/>
              <a:gd name="T33" fmla="*/ 328 h 498"/>
              <a:gd name="T34" fmla="*/ 761 w 2174"/>
              <a:gd name="T35" fmla="*/ 446 h 498"/>
              <a:gd name="T36" fmla="*/ 804 w 2174"/>
              <a:gd name="T37" fmla="*/ 262 h 498"/>
              <a:gd name="T38" fmla="*/ 847 w 2174"/>
              <a:gd name="T39" fmla="*/ 394 h 498"/>
              <a:gd name="T40" fmla="*/ 891 w 2174"/>
              <a:gd name="T41" fmla="*/ 333 h 498"/>
              <a:gd name="T42" fmla="*/ 935 w 2174"/>
              <a:gd name="T43" fmla="*/ 449 h 498"/>
              <a:gd name="T44" fmla="*/ 978 w 2174"/>
              <a:gd name="T45" fmla="*/ 482 h 498"/>
              <a:gd name="T46" fmla="*/ 1021 w 2174"/>
              <a:gd name="T47" fmla="*/ 297 h 498"/>
              <a:gd name="T48" fmla="*/ 1065 w 2174"/>
              <a:gd name="T49" fmla="*/ 374 h 498"/>
              <a:gd name="T50" fmla="*/ 1109 w 2174"/>
              <a:gd name="T51" fmla="*/ 368 h 498"/>
              <a:gd name="T52" fmla="*/ 1152 w 2174"/>
              <a:gd name="T53" fmla="*/ 287 h 498"/>
              <a:gd name="T54" fmla="*/ 1195 w 2174"/>
              <a:gd name="T55" fmla="*/ 283 h 498"/>
              <a:gd name="T56" fmla="*/ 1239 w 2174"/>
              <a:gd name="T57" fmla="*/ 465 h 498"/>
              <a:gd name="T58" fmla="*/ 1282 w 2174"/>
              <a:gd name="T59" fmla="*/ 495 h 498"/>
              <a:gd name="T60" fmla="*/ 1326 w 2174"/>
              <a:gd name="T61" fmla="*/ 378 h 498"/>
              <a:gd name="T62" fmla="*/ 1369 w 2174"/>
              <a:gd name="T63" fmla="*/ 472 h 498"/>
              <a:gd name="T64" fmla="*/ 1413 w 2174"/>
              <a:gd name="T65" fmla="*/ 397 h 498"/>
              <a:gd name="T66" fmla="*/ 1456 w 2174"/>
              <a:gd name="T67" fmla="*/ 0 h 498"/>
              <a:gd name="T68" fmla="*/ 1500 w 2174"/>
              <a:gd name="T69" fmla="*/ 426 h 498"/>
              <a:gd name="T70" fmla="*/ 1543 w 2174"/>
              <a:gd name="T71" fmla="*/ 360 h 498"/>
              <a:gd name="T72" fmla="*/ 1587 w 2174"/>
              <a:gd name="T73" fmla="*/ 446 h 498"/>
              <a:gd name="T74" fmla="*/ 1630 w 2174"/>
              <a:gd name="T75" fmla="*/ 447 h 498"/>
              <a:gd name="T76" fmla="*/ 1674 w 2174"/>
              <a:gd name="T77" fmla="*/ 412 h 498"/>
              <a:gd name="T78" fmla="*/ 1717 w 2174"/>
              <a:gd name="T79" fmla="*/ 498 h 498"/>
              <a:gd name="T80" fmla="*/ 1761 w 2174"/>
              <a:gd name="T81" fmla="*/ 313 h 498"/>
              <a:gd name="T82" fmla="*/ 1804 w 2174"/>
              <a:gd name="T83" fmla="*/ 409 h 498"/>
              <a:gd name="T84" fmla="*/ 1847 w 2174"/>
              <a:gd name="T85" fmla="*/ 493 h 498"/>
              <a:gd name="T86" fmla="*/ 1891 w 2174"/>
              <a:gd name="T87" fmla="*/ 400 h 498"/>
              <a:gd name="T88" fmla="*/ 1934 w 2174"/>
              <a:gd name="T89" fmla="*/ 453 h 498"/>
              <a:gd name="T90" fmla="*/ 1978 w 2174"/>
              <a:gd name="T91" fmla="*/ 416 h 498"/>
              <a:gd name="T92" fmla="*/ 2021 w 2174"/>
              <a:gd name="T93" fmla="*/ 436 h 498"/>
              <a:gd name="T94" fmla="*/ 2065 w 2174"/>
              <a:gd name="T95" fmla="*/ 388 h 498"/>
              <a:gd name="T96" fmla="*/ 2108 w 2174"/>
              <a:gd name="T97" fmla="*/ 478 h 498"/>
              <a:gd name="T98" fmla="*/ 2152 w 2174"/>
              <a:gd name="T99" fmla="*/ 306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4" h="498">
                <a:moveTo>
                  <a:pt x="0" y="409"/>
                </a:moveTo>
                <a:lnTo>
                  <a:pt x="21" y="448"/>
                </a:lnTo>
                <a:lnTo>
                  <a:pt x="43" y="483"/>
                </a:lnTo>
                <a:lnTo>
                  <a:pt x="65" y="263"/>
                </a:lnTo>
                <a:lnTo>
                  <a:pt x="87" y="338"/>
                </a:lnTo>
                <a:lnTo>
                  <a:pt x="109" y="168"/>
                </a:lnTo>
                <a:lnTo>
                  <a:pt x="130" y="326"/>
                </a:lnTo>
                <a:lnTo>
                  <a:pt x="152" y="357"/>
                </a:lnTo>
                <a:lnTo>
                  <a:pt x="174" y="477"/>
                </a:lnTo>
                <a:lnTo>
                  <a:pt x="195" y="491"/>
                </a:lnTo>
                <a:lnTo>
                  <a:pt x="217" y="454"/>
                </a:lnTo>
                <a:lnTo>
                  <a:pt x="239" y="389"/>
                </a:lnTo>
                <a:lnTo>
                  <a:pt x="261" y="455"/>
                </a:lnTo>
                <a:lnTo>
                  <a:pt x="282" y="474"/>
                </a:lnTo>
                <a:lnTo>
                  <a:pt x="304" y="245"/>
                </a:lnTo>
                <a:lnTo>
                  <a:pt x="326" y="470"/>
                </a:lnTo>
                <a:lnTo>
                  <a:pt x="347" y="396"/>
                </a:lnTo>
                <a:lnTo>
                  <a:pt x="369" y="419"/>
                </a:lnTo>
                <a:lnTo>
                  <a:pt x="391" y="459"/>
                </a:lnTo>
                <a:lnTo>
                  <a:pt x="413" y="371"/>
                </a:lnTo>
                <a:lnTo>
                  <a:pt x="435" y="442"/>
                </a:lnTo>
                <a:lnTo>
                  <a:pt x="456" y="406"/>
                </a:lnTo>
                <a:lnTo>
                  <a:pt x="478" y="457"/>
                </a:lnTo>
                <a:lnTo>
                  <a:pt x="500" y="457"/>
                </a:lnTo>
                <a:lnTo>
                  <a:pt x="521" y="423"/>
                </a:lnTo>
                <a:lnTo>
                  <a:pt x="543" y="421"/>
                </a:lnTo>
                <a:lnTo>
                  <a:pt x="565" y="489"/>
                </a:lnTo>
                <a:lnTo>
                  <a:pt x="587" y="234"/>
                </a:lnTo>
                <a:lnTo>
                  <a:pt x="609" y="243"/>
                </a:lnTo>
                <a:lnTo>
                  <a:pt x="630" y="450"/>
                </a:lnTo>
                <a:lnTo>
                  <a:pt x="652" y="469"/>
                </a:lnTo>
                <a:lnTo>
                  <a:pt x="674" y="370"/>
                </a:lnTo>
                <a:lnTo>
                  <a:pt x="695" y="470"/>
                </a:lnTo>
                <a:lnTo>
                  <a:pt x="717" y="328"/>
                </a:lnTo>
                <a:lnTo>
                  <a:pt x="739" y="449"/>
                </a:lnTo>
                <a:lnTo>
                  <a:pt x="761" y="446"/>
                </a:lnTo>
                <a:lnTo>
                  <a:pt x="782" y="422"/>
                </a:lnTo>
                <a:lnTo>
                  <a:pt x="804" y="262"/>
                </a:lnTo>
                <a:lnTo>
                  <a:pt x="826" y="398"/>
                </a:lnTo>
                <a:lnTo>
                  <a:pt x="847" y="394"/>
                </a:lnTo>
                <a:lnTo>
                  <a:pt x="869" y="425"/>
                </a:lnTo>
                <a:lnTo>
                  <a:pt x="891" y="333"/>
                </a:lnTo>
                <a:lnTo>
                  <a:pt x="913" y="459"/>
                </a:lnTo>
                <a:lnTo>
                  <a:pt x="935" y="449"/>
                </a:lnTo>
                <a:lnTo>
                  <a:pt x="956" y="431"/>
                </a:lnTo>
                <a:lnTo>
                  <a:pt x="978" y="482"/>
                </a:lnTo>
                <a:lnTo>
                  <a:pt x="1000" y="415"/>
                </a:lnTo>
                <a:lnTo>
                  <a:pt x="1021" y="297"/>
                </a:lnTo>
                <a:lnTo>
                  <a:pt x="1043" y="384"/>
                </a:lnTo>
                <a:lnTo>
                  <a:pt x="1065" y="374"/>
                </a:lnTo>
                <a:lnTo>
                  <a:pt x="1087" y="438"/>
                </a:lnTo>
                <a:lnTo>
                  <a:pt x="1109" y="368"/>
                </a:lnTo>
                <a:lnTo>
                  <a:pt x="1130" y="455"/>
                </a:lnTo>
                <a:lnTo>
                  <a:pt x="1152" y="287"/>
                </a:lnTo>
                <a:lnTo>
                  <a:pt x="1174" y="392"/>
                </a:lnTo>
                <a:lnTo>
                  <a:pt x="1195" y="283"/>
                </a:lnTo>
                <a:lnTo>
                  <a:pt x="1217" y="365"/>
                </a:lnTo>
                <a:lnTo>
                  <a:pt x="1239" y="465"/>
                </a:lnTo>
                <a:lnTo>
                  <a:pt x="1261" y="247"/>
                </a:lnTo>
                <a:lnTo>
                  <a:pt x="1282" y="495"/>
                </a:lnTo>
                <a:lnTo>
                  <a:pt x="1304" y="475"/>
                </a:lnTo>
                <a:lnTo>
                  <a:pt x="1326" y="378"/>
                </a:lnTo>
                <a:lnTo>
                  <a:pt x="1347" y="490"/>
                </a:lnTo>
                <a:lnTo>
                  <a:pt x="1369" y="472"/>
                </a:lnTo>
                <a:lnTo>
                  <a:pt x="1391" y="257"/>
                </a:lnTo>
                <a:lnTo>
                  <a:pt x="1413" y="397"/>
                </a:lnTo>
                <a:lnTo>
                  <a:pt x="1435" y="476"/>
                </a:lnTo>
                <a:lnTo>
                  <a:pt x="1456" y="0"/>
                </a:lnTo>
                <a:lnTo>
                  <a:pt x="1478" y="484"/>
                </a:lnTo>
                <a:lnTo>
                  <a:pt x="1500" y="426"/>
                </a:lnTo>
                <a:lnTo>
                  <a:pt x="1521" y="450"/>
                </a:lnTo>
                <a:lnTo>
                  <a:pt x="1543" y="360"/>
                </a:lnTo>
                <a:lnTo>
                  <a:pt x="1565" y="394"/>
                </a:lnTo>
                <a:lnTo>
                  <a:pt x="1587" y="446"/>
                </a:lnTo>
                <a:lnTo>
                  <a:pt x="1608" y="343"/>
                </a:lnTo>
                <a:lnTo>
                  <a:pt x="1630" y="447"/>
                </a:lnTo>
                <a:lnTo>
                  <a:pt x="1652" y="462"/>
                </a:lnTo>
                <a:lnTo>
                  <a:pt x="1674" y="412"/>
                </a:lnTo>
                <a:lnTo>
                  <a:pt x="1695" y="252"/>
                </a:lnTo>
                <a:lnTo>
                  <a:pt x="1717" y="498"/>
                </a:lnTo>
                <a:lnTo>
                  <a:pt x="1739" y="467"/>
                </a:lnTo>
                <a:lnTo>
                  <a:pt x="1761" y="313"/>
                </a:lnTo>
                <a:lnTo>
                  <a:pt x="1782" y="496"/>
                </a:lnTo>
                <a:lnTo>
                  <a:pt x="1804" y="409"/>
                </a:lnTo>
                <a:lnTo>
                  <a:pt x="1826" y="338"/>
                </a:lnTo>
                <a:lnTo>
                  <a:pt x="1847" y="493"/>
                </a:lnTo>
                <a:lnTo>
                  <a:pt x="1869" y="385"/>
                </a:lnTo>
                <a:lnTo>
                  <a:pt x="1891" y="400"/>
                </a:lnTo>
                <a:lnTo>
                  <a:pt x="1913" y="326"/>
                </a:lnTo>
                <a:lnTo>
                  <a:pt x="1934" y="453"/>
                </a:lnTo>
                <a:lnTo>
                  <a:pt x="1956" y="434"/>
                </a:lnTo>
                <a:lnTo>
                  <a:pt x="1978" y="416"/>
                </a:lnTo>
                <a:lnTo>
                  <a:pt x="2000" y="345"/>
                </a:lnTo>
                <a:lnTo>
                  <a:pt x="2021" y="436"/>
                </a:lnTo>
                <a:lnTo>
                  <a:pt x="2043" y="386"/>
                </a:lnTo>
                <a:lnTo>
                  <a:pt x="2065" y="388"/>
                </a:lnTo>
                <a:lnTo>
                  <a:pt x="2087" y="465"/>
                </a:lnTo>
                <a:lnTo>
                  <a:pt x="2108" y="478"/>
                </a:lnTo>
                <a:lnTo>
                  <a:pt x="2130" y="455"/>
                </a:lnTo>
                <a:lnTo>
                  <a:pt x="2152" y="306"/>
                </a:lnTo>
                <a:lnTo>
                  <a:pt x="2174" y="219"/>
                </a:lnTo>
              </a:path>
            </a:pathLst>
          </a:custGeom>
          <a:noFill/>
          <a:ln w="6350" cap="flat">
            <a:solidFill>
              <a:srgbClr val="CC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dirty="0"/>
          </a:p>
        </p:txBody>
      </p:sp>
      <p:sp>
        <p:nvSpPr>
          <p:cNvPr id="90" name="Freeform 146">
            <a:extLst>
              <a:ext uri="{FF2B5EF4-FFF2-40B4-BE49-F238E27FC236}">
                <a16:creationId xmlns:a16="http://schemas.microsoft.com/office/drawing/2014/main" id="{13EDA19E-84A5-48FD-9073-5EA308D555E1}"/>
              </a:ext>
            </a:extLst>
          </p:cNvPr>
          <p:cNvSpPr>
            <a:spLocks/>
          </p:cNvSpPr>
          <p:nvPr/>
        </p:nvSpPr>
        <p:spPr bwMode="auto">
          <a:xfrm>
            <a:off x="3740671" y="1982294"/>
            <a:ext cx="1741764" cy="398987"/>
          </a:xfrm>
          <a:custGeom>
            <a:avLst/>
            <a:gdLst>
              <a:gd name="T0" fmla="*/ 21 w 2174"/>
              <a:gd name="T1" fmla="*/ 448 h 498"/>
              <a:gd name="T2" fmla="*/ 65 w 2174"/>
              <a:gd name="T3" fmla="*/ 263 h 498"/>
              <a:gd name="T4" fmla="*/ 109 w 2174"/>
              <a:gd name="T5" fmla="*/ 168 h 498"/>
              <a:gd name="T6" fmla="*/ 152 w 2174"/>
              <a:gd name="T7" fmla="*/ 357 h 498"/>
              <a:gd name="T8" fmla="*/ 195 w 2174"/>
              <a:gd name="T9" fmla="*/ 491 h 498"/>
              <a:gd name="T10" fmla="*/ 239 w 2174"/>
              <a:gd name="T11" fmla="*/ 389 h 498"/>
              <a:gd name="T12" fmla="*/ 282 w 2174"/>
              <a:gd name="T13" fmla="*/ 474 h 498"/>
              <a:gd name="T14" fmla="*/ 326 w 2174"/>
              <a:gd name="T15" fmla="*/ 470 h 498"/>
              <a:gd name="T16" fmla="*/ 369 w 2174"/>
              <a:gd name="T17" fmla="*/ 419 h 498"/>
              <a:gd name="T18" fmla="*/ 413 w 2174"/>
              <a:gd name="T19" fmla="*/ 371 h 498"/>
              <a:gd name="T20" fmla="*/ 456 w 2174"/>
              <a:gd name="T21" fmla="*/ 406 h 498"/>
              <a:gd name="T22" fmla="*/ 500 w 2174"/>
              <a:gd name="T23" fmla="*/ 457 h 498"/>
              <a:gd name="T24" fmla="*/ 543 w 2174"/>
              <a:gd name="T25" fmla="*/ 421 h 498"/>
              <a:gd name="T26" fmla="*/ 587 w 2174"/>
              <a:gd name="T27" fmla="*/ 234 h 498"/>
              <a:gd name="T28" fmla="*/ 630 w 2174"/>
              <a:gd name="T29" fmla="*/ 450 h 498"/>
              <a:gd name="T30" fmla="*/ 674 w 2174"/>
              <a:gd name="T31" fmla="*/ 370 h 498"/>
              <a:gd name="T32" fmla="*/ 717 w 2174"/>
              <a:gd name="T33" fmla="*/ 328 h 498"/>
              <a:gd name="T34" fmla="*/ 761 w 2174"/>
              <a:gd name="T35" fmla="*/ 446 h 498"/>
              <a:gd name="T36" fmla="*/ 804 w 2174"/>
              <a:gd name="T37" fmla="*/ 262 h 498"/>
              <a:gd name="T38" fmla="*/ 847 w 2174"/>
              <a:gd name="T39" fmla="*/ 394 h 498"/>
              <a:gd name="T40" fmla="*/ 891 w 2174"/>
              <a:gd name="T41" fmla="*/ 333 h 498"/>
              <a:gd name="T42" fmla="*/ 935 w 2174"/>
              <a:gd name="T43" fmla="*/ 449 h 498"/>
              <a:gd name="T44" fmla="*/ 978 w 2174"/>
              <a:gd name="T45" fmla="*/ 482 h 498"/>
              <a:gd name="T46" fmla="*/ 1021 w 2174"/>
              <a:gd name="T47" fmla="*/ 297 h 498"/>
              <a:gd name="T48" fmla="*/ 1065 w 2174"/>
              <a:gd name="T49" fmla="*/ 374 h 498"/>
              <a:gd name="T50" fmla="*/ 1109 w 2174"/>
              <a:gd name="T51" fmla="*/ 368 h 498"/>
              <a:gd name="T52" fmla="*/ 1152 w 2174"/>
              <a:gd name="T53" fmla="*/ 287 h 498"/>
              <a:gd name="T54" fmla="*/ 1195 w 2174"/>
              <a:gd name="T55" fmla="*/ 283 h 498"/>
              <a:gd name="T56" fmla="*/ 1239 w 2174"/>
              <a:gd name="T57" fmla="*/ 465 h 498"/>
              <a:gd name="T58" fmla="*/ 1282 w 2174"/>
              <a:gd name="T59" fmla="*/ 495 h 498"/>
              <a:gd name="T60" fmla="*/ 1326 w 2174"/>
              <a:gd name="T61" fmla="*/ 378 h 498"/>
              <a:gd name="T62" fmla="*/ 1369 w 2174"/>
              <a:gd name="T63" fmla="*/ 472 h 498"/>
              <a:gd name="T64" fmla="*/ 1413 w 2174"/>
              <a:gd name="T65" fmla="*/ 397 h 498"/>
              <a:gd name="T66" fmla="*/ 1456 w 2174"/>
              <a:gd name="T67" fmla="*/ 0 h 498"/>
              <a:gd name="T68" fmla="*/ 1500 w 2174"/>
              <a:gd name="T69" fmla="*/ 426 h 498"/>
              <a:gd name="T70" fmla="*/ 1543 w 2174"/>
              <a:gd name="T71" fmla="*/ 360 h 498"/>
              <a:gd name="T72" fmla="*/ 1587 w 2174"/>
              <a:gd name="T73" fmla="*/ 446 h 498"/>
              <a:gd name="T74" fmla="*/ 1630 w 2174"/>
              <a:gd name="T75" fmla="*/ 447 h 498"/>
              <a:gd name="T76" fmla="*/ 1674 w 2174"/>
              <a:gd name="T77" fmla="*/ 412 h 498"/>
              <a:gd name="T78" fmla="*/ 1717 w 2174"/>
              <a:gd name="T79" fmla="*/ 498 h 498"/>
              <a:gd name="T80" fmla="*/ 1761 w 2174"/>
              <a:gd name="T81" fmla="*/ 313 h 498"/>
              <a:gd name="T82" fmla="*/ 1804 w 2174"/>
              <a:gd name="T83" fmla="*/ 409 h 498"/>
              <a:gd name="T84" fmla="*/ 1847 w 2174"/>
              <a:gd name="T85" fmla="*/ 493 h 498"/>
              <a:gd name="T86" fmla="*/ 1891 w 2174"/>
              <a:gd name="T87" fmla="*/ 400 h 498"/>
              <a:gd name="T88" fmla="*/ 1934 w 2174"/>
              <a:gd name="T89" fmla="*/ 453 h 498"/>
              <a:gd name="T90" fmla="*/ 1978 w 2174"/>
              <a:gd name="T91" fmla="*/ 416 h 498"/>
              <a:gd name="T92" fmla="*/ 2021 w 2174"/>
              <a:gd name="T93" fmla="*/ 436 h 498"/>
              <a:gd name="T94" fmla="*/ 2065 w 2174"/>
              <a:gd name="T95" fmla="*/ 388 h 498"/>
              <a:gd name="T96" fmla="*/ 2108 w 2174"/>
              <a:gd name="T97" fmla="*/ 478 h 498"/>
              <a:gd name="T98" fmla="*/ 2152 w 2174"/>
              <a:gd name="T99" fmla="*/ 306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4" h="498">
                <a:moveTo>
                  <a:pt x="0" y="409"/>
                </a:moveTo>
                <a:lnTo>
                  <a:pt x="21" y="448"/>
                </a:lnTo>
                <a:lnTo>
                  <a:pt x="43" y="483"/>
                </a:lnTo>
                <a:lnTo>
                  <a:pt x="65" y="263"/>
                </a:lnTo>
                <a:lnTo>
                  <a:pt x="87" y="338"/>
                </a:lnTo>
                <a:lnTo>
                  <a:pt x="109" y="168"/>
                </a:lnTo>
                <a:lnTo>
                  <a:pt x="130" y="326"/>
                </a:lnTo>
                <a:lnTo>
                  <a:pt x="152" y="357"/>
                </a:lnTo>
                <a:lnTo>
                  <a:pt x="174" y="477"/>
                </a:lnTo>
                <a:lnTo>
                  <a:pt x="195" y="491"/>
                </a:lnTo>
                <a:lnTo>
                  <a:pt x="217" y="454"/>
                </a:lnTo>
                <a:lnTo>
                  <a:pt x="239" y="389"/>
                </a:lnTo>
                <a:lnTo>
                  <a:pt x="261" y="455"/>
                </a:lnTo>
                <a:lnTo>
                  <a:pt x="282" y="474"/>
                </a:lnTo>
                <a:lnTo>
                  <a:pt x="304" y="245"/>
                </a:lnTo>
                <a:lnTo>
                  <a:pt x="326" y="470"/>
                </a:lnTo>
                <a:lnTo>
                  <a:pt x="347" y="396"/>
                </a:lnTo>
                <a:lnTo>
                  <a:pt x="369" y="419"/>
                </a:lnTo>
                <a:lnTo>
                  <a:pt x="391" y="459"/>
                </a:lnTo>
                <a:lnTo>
                  <a:pt x="413" y="371"/>
                </a:lnTo>
                <a:lnTo>
                  <a:pt x="435" y="442"/>
                </a:lnTo>
                <a:lnTo>
                  <a:pt x="456" y="406"/>
                </a:lnTo>
                <a:lnTo>
                  <a:pt x="478" y="457"/>
                </a:lnTo>
                <a:lnTo>
                  <a:pt x="500" y="457"/>
                </a:lnTo>
                <a:lnTo>
                  <a:pt x="521" y="423"/>
                </a:lnTo>
                <a:lnTo>
                  <a:pt x="543" y="421"/>
                </a:lnTo>
                <a:lnTo>
                  <a:pt x="565" y="489"/>
                </a:lnTo>
                <a:lnTo>
                  <a:pt x="587" y="234"/>
                </a:lnTo>
                <a:lnTo>
                  <a:pt x="609" y="243"/>
                </a:lnTo>
                <a:lnTo>
                  <a:pt x="630" y="450"/>
                </a:lnTo>
                <a:lnTo>
                  <a:pt x="652" y="469"/>
                </a:lnTo>
                <a:lnTo>
                  <a:pt x="674" y="370"/>
                </a:lnTo>
                <a:lnTo>
                  <a:pt x="695" y="470"/>
                </a:lnTo>
                <a:lnTo>
                  <a:pt x="717" y="328"/>
                </a:lnTo>
                <a:lnTo>
                  <a:pt x="739" y="449"/>
                </a:lnTo>
                <a:lnTo>
                  <a:pt x="761" y="446"/>
                </a:lnTo>
                <a:lnTo>
                  <a:pt x="782" y="422"/>
                </a:lnTo>
                <a:lnTo>
                  <a:pt x="804" y="262"/>
                </a:lnTo>
                <a:lnTo>
                  <a:pt x="826" y="398"/>
                </a:lnTo>
                <a:lnTo>
                  <a:pt x="847" y="394"/>
                </a:lnTo>
                <a:lnTo>
                  <a:pt x="869" y="425"/>
                </a:lnTo>
                <a:lnTo>
                  <a:pt x="891" y="333"/>
                </a:lnTo>
                <a:lnTo>
                  <a:pt x="913" y="459"/>
                </a:lnTo>
                <a:lnTo>
                  <a:pt x="935" y="449"/>
                </a:lnTo>
                <a:lnTo>
                  <a:pt x="956" y="431"/>
                </a:lnTo>
                <a:lnTo>
                  <a:pt x="978" y="482"/>
                </a:lnTo>
                <a:lnTo>
                  <a:pt x="1000" y="415"/>
                </a:lnTo>
                <a:lnTo>
                  <a:pt x="1021" y="297"/>
                </a:lnTo>
                <a:lnTo>
                  <a:pt x="1043" y="384"/>
                </a:lnTo>
                <a:lnTo>
                  <a:pt x="1065" y="374"/>
                </a:lnTo>
                <a:lnTo>
                  <a:pt x="1087" y="438"/>
                </a:lnTo>
                <a:lnTo>
                  <a:pt x="1109" y="368"/>
                </a:lnTo>
                <a:lnTo>
                  <a:pt x="1130" y="455"/>
                </a:lnTo>
                <a:lnTo>
                  <a:pt x="1152" y="287"/>
                </a:lnTo>
                <a:lnTo>
                  <a:pt x="1174" y="392"/>
                </a:lnTo>
                <a:lnTo>
                  <a:pt x="1195" y="283"/>
                </a:lnTo>
                <a:lnTo>
                  <a:pt x="1217" y="365"/>
                </a:lnTo>
                <a:lnTo>
                  <a:pt x="1239" y="465"/>
                </a:lnTo>
                <a:lnTo>
                  <a:pt x="1261" y="247"/>
                </a:lnTo>
                <a:lnTo>
                  <a:pt x="1282" y="495"/>
                </a:lnTo>
                <a:lnTo>
                  <a:pt x="1304" y="475"/>
                </a:lnTo>
                <a:lnTo>
                  <a:pt x="1326" y="378"/>
                </a:lnTo>
                <a:lnTo>
                  <a:pt x="1347" y="490"/>
                </a:lnTo>
                <a:lnTo>
                  <a:pt x="1369" y="472"/>
                </a:lnTo>
                <a:lnTo>
                  <a:pt x="1391" y="257"/>
                </a:lnTo>
                <a:lnTo>
                  <a:pt x="1413" y="397"/>
                </a:lnTo>
                <a:lnTo>
                  <a:pt x="1435" y="476"/>
                </a:lnTo>
                <a:lnTo>
                  <a:pt x="1456" y="0"/>
                </a:lnTo>
                <a:lnTo>
                  <a:pt x="1478" y="484"/>
                </a:lnTo>
                <a:lnTo>
                  <a:pt x="1500" y="426"/>
                </a:lnTo>
                <a:lnTo>
                  <a:pt x="1521" y="450"/>
                </a:lnTo>
                <a:lnTo>
                  <a:pt x="1543" y="360"/>
                </a:lnTo>
                <a:lnTo>
                  <a:pt x="1565" y="394"/>
                </a:lnTo>
                <a:lnTo>
                  <a:pt x="1587" y="446"/>
                </a:lnTo>
                <a:lnTo>
                  <a:pt x="1608" y="343"/>
                </a:lnTo>
                <a:lnTo>
                  <a:pt x="1630" y="447"/>
                </a:lnTo>
                <a:lnTo>
                  <a:pt x="1652" y="462"/>
                </a:lnTo>
                <a:lnTo>
                  <a:pt x="1674" y="412"/>
                </a:lnTo>
                <a:lnTo>
                  <a:pt x="1695" y="252"/>
                </a:lnTo>
                <a:lnTo>
                  <a:pt x="1717" y="498"/>
                </a:lnTo>
                <a:lnTo>
                  <a:pt x="1739" y="467"/>
                </a:lnTo>
                <a:lnTo>
                  <a:pt x="1761" y="313"/>
                </a:lnTo>
                <a:lnTo>
                  <a:pt x="1782" y="496"/>
                </a:lnTo>
                <a:lnTo>
                  <a:pt x="1804" y="409"/>
                </a:lnTo>
                <a:lnTo>
                  <a:pt x="1826" y="338"/>
                </a:lnTo>
                <a:lnTo>
                  <a:pt x="1847" y="493"/>
                </a:lnTo>
                <a:lnTo>
                  <a:pt x="1869" y="385"/>
                </a:lnTo>
                <a:lnTo>
                  <a:pt x="1891" y="400"/>
                </a:lnTo>
                <a:lnTo>
                  <a:pt x="1913" y="326"/>
                </a:lnTo>
                <a:lnTo>
                  <a:pt x="1934" y="453"/>
                </a:lnTo>
                <a:lnTo>
                  <a:pt x="1956" y="434"/>
                </a:lnTo>
                <a:lnTo>
                  <a:pt x="1978" y="416"/>
                </a:lnTo>
                <a:lnTo>
                  <a:pt x="2000" y="345"/>
                </a:lnTo>
                <a:lnTo>
                  <a:pt x="2021" y="436"/>
                </a:lnTo>
                <a:lnTo>
                  <a:pt x="2043" y="386"/>
                </a:lnTo>
                <a:lnTo>
                  <a:pt x="2065" y="388"/>
                </a:lnTo>
                <a:lnTo>
                  <a:pt x="2087" y="465"/>
                </a:lnTo>
                <a:lnTo>
                  <a:pt x="2108" y="478"/>
                </a:lnTo>
                <a:lnTo>
                  <a:pt x="2130" y="455"/>
                </a:lnTo>
                <a:lnTo>
                  <a:pt x="2152" y="306"/>
                </a:lnTo>
                <a:lnTo>
                  <a:pt x="2174" y="219"/>
                </a:lnTo>
              </a:path>
            </a:pathLst>
          </a:custGeom>
          <a:noFill/>
          <a:ln w="6350" cap="flat">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dirty="0"/>
          </a:p>
        </p:txBody>
      </p:sp>
      <p:sp>
        <p:nvSpPr>
          <p:cNvPr id="91" name="직사각형 90">
            <a:extLst>
              <a:ext uri="{FF2B5EF4-FFF2-40B4-BE49-F238E27FC236}">
                <a16:creationId xmlns:a16="http://schemas.microsoft.com/office/drawing/2014/main" id="{27D0FCFA-76CC-4EF5-BFCE-76942765F0A6}"/>
              </a:ext>
            </a:extLst>
          </p:cNvPr>
          <p:cNvSpPr/>
          <p:nvPr/>
        </p:nvSpPr>
        <p:spPr>
          <a:xfrm>
            <a:off x="5090938" y="2418554"/>
            <a:ext cx="911256" cy="276999"/>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Time</a:t>
            </a:r>
            <a:endParaRPr lang="ko-KR" altLang="en-US" sz="1200" dirty="0">
              <a:latin typeface="Helvetica" panose="020B0604020202020204" pitchFamily="34" charset="0"/>
              <a:cs typeface="Helvetica" panose="020B0604020202020204" pitchFamily="34" charset="0"/>
            </a:endParaRPr>
          </a:p>
        </p:txBody>
      </p:sp>
      <p:sp>
        <p:nvSpPr>
          <p:cNvPr id="92" name="직사각형 91">
            <a:extLst>
              <a:ext uri="{FF2B5EF4-FFF2-40B4-BE49-F238E27FC236}">
                <a16:creationId xmlns:a16="http://schemas.microsoft.com/office/drawing/2014/main" id="{42C4B872-11C7-4EAE-956C-54213D5E1763}"/>
              </a:ext>
            </a:extLst>
          </p:cNvPr>
          <p:cNvSpPr/>
          <p:nvPr/>
        </p:nvSpPr>
        <p:spPr>
          <a:xfrm>
            <a:off x="5109988" y="4090048"/>
            <a:ext cx="911256" cy="276999"/>
          </a:xfrm>
          <a:prstGeom prst="rect">
            <a:avLst/>
          </a:prstGeom>
          <a:noFill/>
        </p:spPr>
        <p:txBody>
          <a:bodyPr wrap="square">
            <a:spAutoFit/>
          </a:bodyPr>
          <a:lstStyle/>
          <a:p>
            <a:pPr algn="ctr"/>
            <a:r>
              <a:rPr lang="en-US" altLang="ko-KR" sz="1200" dirty="0">
                <a:latin typeface="Helvetica" panose="020B0604020202020204" pitchFamily="34" charset="0"/>
                <a:cs typeface="Helvetica" panose="020B0604020202020204" pitchFamily="34" charset="0"/>
              </a:rPr>
              <a:t>Time</a:t>
            </a:r>
            <a:endParaRPr lang="ko-KR" altLang="en-US" sz="1200" dirty="0">
              <a:latin typeface="Helvetica" panose="020B0604020202020204" pitchFamily="34" charset="0"/>
              <a:cs typeface="Helvetica" panose="020B0604020202020204" pitchFamily="34" charset="0"/>
            </a:endParaRPr>
          </a:p>
        </p:txBody>
      </p:sp>
      <p:sp>
        <p:nvSpPr>
          <p:cNvPr id="93" name="TextBox 92">
            <a:extLst>
              <a:ext uri="{FF2B5EF4-FFF2-40B4-BE49-F238E27FC236}">
                <a16:creationId xmlns:a16="http://schemas.microsoft.com/office/drawing/2014/main" id="{5DD7D11B-FE00-44E6-B470-92D503901AD3}"/>
              </a:ext>
            </a:extLst>
          </p:cNvPr>
          <p:cNvSpPr txBox="1"/>
          <p:nvPr/>
        </p:nvSpPr>
        <p:spPr>
          <a:xfrm>
            <a:off x="677168" y="671105"/>
            <a:ext cx="24760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94" name="TextBox 93">
            <a:extLst>
              <a:ext uri="{FF2B5EF4-FFF2-40B4-BE49-F238E27FC236}">
                <a16:creationId xmlns:a16="http://schemas.microsoft.com/office/drawing/2014/main" id="{DA1F0FC9-C8FF-4518-8864-61A07FB4B278}"/>
              </a:ext>
            </a:extLst>
          </p:cNvPr>
          <p:cNvSpPr txBox="1"/>
          <p:nvPr/>
        </p:nvSpPr>
        <p:spPr>
          <a:xfrm>
            <a:off x="691551" y="2730348"/>
            <a:ext cx="24760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95" name="직사각형 94">
                <a:extLst>
                  <a:ext uri="{FF2B5EF4-FFF2-40B4-BE49-F238E27FC236}">
                    <a16:creationId xmlns:a16="http://schemas.microsoft.com/office/drawing/2014/main" id="{97B77F5E-B4BC-4273-BD48-F2DB15ECDF4D}"/>
                  </a:ext>
                </a:extLst>
              </p:cNvPr>
              <p:cNvSpPr/>
              <p:nvPr/>
            </p:nvSpPr>
            <p:spPr>
              <a:xfrm>
                <a:off x="3703052" y="2700310"/>
                <a:ext cx="657592"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200" i="1">
                          <a:latin typeface="Cambria Math" panose="02040503050406030204" pitchFamily="18" charset="0"/>
                          <a:cs typeface="Times New Roman" panose="02020603050405020304" pitchFamily="18" charset="0"/>
                        </a:rPr>
                        <m:t>𝐼</m:t>
                      </m:r>
                      <m:r>
                        <a:rPr lang="en-US" altLang="ko-KR" sz="1200" i="1">
                          <a:latin typeface="Cambria Math" panose="02040503050406030204" pitchFamily="18" charset="0"/>
                          <a:cs typeface="Times New Roman" panose="02020603050405020304" pitchFamily="18" charset="0"/>
                        </a:rPr>
                        <m:t>(</m:t>
                      </m:r>
                      <m:r>
                        <a:rPr lang="en-US" altLang="ko-KR" sz="1200" b="1" i="1" smtClean="0">
                          <a:latin typeface="Cambria Math" panose="02040503050406030204" pitchFamily="18" charset="0"/>
                          <a:cs typeface="Times New Roman" panose="02020603050405020304" pitchFamily="18" charset="0"/>
                        </a:rPr>
                        <m:t>𝒓</m:t>
                      </m:r>
                      <m:r>
                        <a:rPr lang="en-US" altLang="ko-KR" sz="1200" i="1" smtClean="0">
                          <a:latin typeface="Cambria Math" panose="02040503050406030204" pitchFamily="18" charset="0"/>
                          <a:cs typeface="Times New Roman" panose="02020603050405020304" pitchFamily="18" charset="0"/>
                        </a:rPr>
                        <m:t>,</m:t>
                      </m:r>
                      <m:r>
                        <a:rPr lang="en-US" altLang="ko-KR" sz="1200" i="1" smtClean="0">
                          <a:latin typeface="Cambria Math" panose="02040503050406030204" pitchFamily="18" charset="0"/>
                          <a:cs typeface="Times New Roman" panose="02020603050405020304" pitchFamily="18" charset="0"/>
                        </a:rPr>
                        <m:t>𝑡</m:t>
                      </m:r>
                      <m:r>
                        <a:rPr lang="en-US" altLang="ko-KR" sz="1200" i="1">
                          <a:latin typeface="Cambria Math" panose="02040503050406030204" pitchFamily="18" charset="0"/>
                          <a:cs typeface="Times New Roman" panose="02020603050405020304" pitchFamily="18" charset="0"/>
                        </a:rPr>
                        <m:t>)</m:t>
                      </m:r>
                    </m:oMath>
                  </m:oMathPara>
                </a14:m>
                <a:endParaRPr lang="ko-KR" altLang="en-US" sz="1200" i="1" dirty="0">
                  <a:latin typeface="Times New Roman" panose="02020603050405020304" pitchFamily="18" charset="0"/>
                  <a:cs typeface="Times New Roman" panose="02020603050405020304" pitchFamily="18" charset="0"/>
                </a:endParaRPr>
              </a:p>
            </p:txBody>
          </p:sp>
        </mc:Choice>
        <mc:Fallback xmlns="">
          <p:sp>
            <p:nvSpPr>
              <p:cNvPr id="95" name="직사각형 94">
                <a:extLst>
                  <a:ext uri="{FF2B5EF4-FFF2-40B4-BE49-F238E27FC236}">
                    <a16:creationId xmlns:a16="http://schemas.microsoft.com/office/drawing/2014/main" id="{97B77F5E-B4BC-4273-BD48-F2DB15ECDF4D}"/>
                  </a:ext>
                </a:extLst>
              </p:cNvPr>
              <p:cNvSpPr>
                <a:spLocks noRot="1" noChangeAspect="1" noMove="1" noResize="1" noEditPoints="1" noAdjustHandles="1" noChangeArrowheads="1" noChangeShapeType="1" noTextEdit="1"/>
              </p:cNvSpPr>
              <p:nvPr/>
            </p:nvSpPr>
            <p:spPr>
              <a:xfrm>
                <a:off x="3703052" y="2700310"/>
                <a:ext cx="657592" cy="276999"/>
              </a:xfrm>
              <a:prstGeom prst="rect">
                <a:avLst/>
              </a:prstGeom>
              <a:blipFill>
                <a:blip r:embed="rId6"/>
                <a:stretch>
                  <a:fillRect b="-111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6" name="직사각형 95">
                <a:extLst>
                  <a:ext uri="{FF2B5EF4-FFF2-40B4-BE49-F238E27FC236}">
                    <a16:creationId xmlns:a16="http://schemas.microsoft.com/office/drawing/2014/main" id="{1CBEB0C3-102A-4A08-B080-9955C9CBCD37}"/>
                  </a:ext>
                </a:extLst>
              </p:cNvPr>
              <p:cNvSpPr/>
              <p:nvPr/>
            </p:nvSpPr>
            <p:spPr>
              <a:xfrm>
                <a:off x="3688214" y="1031097"/>
                <a:ext cx="657592"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ko-KR" sz="1200" i="1">
                          <a:latin typeface="Cambria Math" panose="02040503050406030204" pitchFamily="18" charset="0"/>
                          <a:cs typeface="Times New Roman" panose="02020603050405020304" pitchFamily="18" charset="0"/>
                        </a:rPr>
                        <m:t>𝐼</m:t>
                      </m:r>
                      <m:r>
                        <a:rPr lang="en-US" altLang="ko-KR" sz="1200" i="1">
                          <a:latin typeface="Cambria Math" panose="02040503050406030204" pitchFamily="18" charset="0"/>
                          <a:cs typeface="Times New Roman" panose="02020603050405020304" pitchFamily="18" charset="0"/>
                        </a:rPr>
                        <m:t>(</m:t>
                      </m:r>
                      <m:r>
                        <a:rPr lang="en-US" altLang="ko-KR" sz="1200" b="1" i="1" smtClean="0">
                          <a:latin typeface="Cambria Math" panose="02040503050406030204" pitchFamily="18" charset="0"/>
                          <a:cs typeface="Times New Roman" panose="02020603050405020304" pitchFamily="18" charset="0"/>
                        </a:rPr>
                        <m:t>𝒓</m:t>
                      </m:r>
                      <m:r>
                        <a:rPr lang="en-US" altLang="ko-KR" sz="1200" i="1" smtClean="0">
                          <a:latin typeface="Cambria Math" panose="02040503050406030204" pitchFamily="18" charset="0"/>
                          <a:cs typeface="Times New Roman" panose="02020603050405020304" pitchFamily="18" charset="0"/>
                        </a:rPr>
                        <m:t>,</m:t>
                      </m:r>
                      <m:r>
                        <a:rPr lang="en-US" altLang="ko-KR" sz="1200" i="1" smtClean="0">
                          <a:latin typeface="Cambria Math" panose="02040503050406030204" pitchFamily="18" charset="0"/>
                          <a:cs typeface="Times New Roman" panose="02020603050405020304" pitchFamily="18" charset="0"/>
                        </a:rPr>
                        <m:t>𝑡</m:t>
                      </m:r>
                      <m:r>
                        <a:rPr lang="en-US" altLang="ko-KR" sz="1200" i="1">
                          <a:latin typeface="Cambria Math" panose="02040503050406030204" pitchFamily="18" charset="0"/>
                          <a:cs typeface="Times New Roman" panose="02020603050405020304" pitchFamily="18" charset="0"/>
                        </a:rPr>
                        <m:t>)</m:t>
                      </m:r>
                    </m:oMath>
                  </m:oMathPara>
                </a14:m>
                <a:endParaRPr lang="ko-KR" altLang="en-US" sz="1200" i="1" dirty="0">
                  <a:latin typeface="Times New Roman" panose="02020603050405020304" pitchFamily="18" charset="0"/>
                  <a:cs typeface="Times New Roman" panose="02020603050405020304" pitchFamily="18" charset="0"/>
                </a:endParaRPr>
              </a:p>
            </p:txBody>
          </p:sp>
        </mc:Choice>
        <mc:Fallback xmlns="">
          <p:sp>
            <p:nvSpPr>
              <p:cNvPr id="96" name="직사각형 95">
                <a:extLst>
                  <a:ext uri="{FF2B5EF4-FFF2-40B4-BE49-F238E27FC236}">
                    <a16:creationId xmlns:a16="http://schemas.microsoft.com/office/drawing/2014/main" id="{1CBEB0C3-102A-4A08-B080-9955C9CBCD37}"/>
                  </a:ext>
                </a:extLst>
              </p:cNvPr>
              <p:cNvSpPr>
                <a:spLocks noRot="1" noChangeAspect="1" noMove="1" noResize="1" noEditPoints="1" noAdjustHandles="1" noChangeArrowheads="1" noChangeShapeType="1" noTextEdit="1"/>
              </p:cNvSpPr>
              <p:nvPr/>
            </p:nvSpPr>
            <p:spPr>
              <a:xfrm>
                <a:off x="3688214" y="1031097"/>
                <a:ext cx="657592" cy="276999"/>
              </a:xfrm>
              <a:prstGeom prst="rect">
                <a:avLst/>
              </a:prstGeom>
              <a:blipFill>
                <a:blip r:embed="rId7"/>
                <a:stretch>
                  <a:fillRect b="-8696"/>
                </a:stretch>
              </a:blipFill>
            </p:spPr>
            <p:txBody>
              <a:bodyPr/>
              <a:lstStyle/>
              <a:p>
                <a:r>
                  <a:rPr lang="ko-KR" altLang="en-US">
                    <a:noFill/>
                  </a:rPr>
                  <a:t> </a:t>
                </a:r>
              </a:p>
            </p:txBody>
          </p:sp>
        </mc:Fallback>
      </mc:AlternateContent>
      <p:cxnSp>
        <p:nvCxnSpPr>
          <p:cNvPr id="97" name="직선 화살표 연결선 96">
            <a:extLst>
              <a:ext uri="{FF2B5EF4-FFF2-40B4-BE49-F238E27FC236}">
                <a16:creationId xmlns:a16="http://schemas.microsoft.com/office/drawing/2014/main" id="{B73364C5-396F-4440-946A-5ED941BE1BFE}"/>
              </a:ext>
            </a:extLst>
          </p:cNvPr>
          <p:cNvCxnSpPr>
            <a:cxnSpLocks/>
          </p:cNvCxnSpPr>
          <p:nvPr/>
        </p:nvCxnSpPr>
        <p:spPr>
          <a:xfrm flipH="1" flipV="1">
            <a:off x="3724652" y="1165357"/>
            <a:ext cx="12338" cy="12577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직사각형 97">
            <a:extLst>
              <a:ext uri="{FF2B5EF4-FFF2-40B4-BE49-F238E27FC236}">
                <a16:creationId xmlns:a16="http://schemas.microsoft.com/office/drawing/2014/main" id="{6FE2C282-739E-48CD-A456-36C4EC945C86}"/>
              </a:ext>
            </a:extLst>
          </p:cNvPr>
          <p:cNvSpPr/>
          <p:nvPr/>
        </p:nvSpPr>
        <p:spPr>
          <a:xfrm>
            <a:off x="5453641" y="1671411"/>
            <a:ext cx="718360" cy="3693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Spurious correlation</a:t>
            </a:r>
            <a:endParaRPr lang="ko-KR" altLang="en-US" sz="900" dirty="0">
              <a:latin typeface="Helvetica" panose="020B0604020202020204" pitchFamily="34" charset="0"/>
              <a:cs typeface="Helvetica" panose="020B0604020202020204" pitchFamily="34" charset="0"/>
            </a:endParaRPr>
          </a:p>
        </p:txBody>
      </p:sp>
      <p:sp>
        <p:nvSpPr>
          <p:cNvPr id="99" name="직사각형 98">
            <a:extLst>
              <a:ext uri="{FF2B5EF4-FFF2-40B4-BE49-F238E27FC236}">
                <a16:creationId xmlns:a16="http://schemas.microsoft.com/office/drawing/2014/main" id="{68444E3A-B2A6-4516-86A9-32D6B45E69F5}"/>
              </a:ext>
            </a:extLst>
          </p:cNvPr>
          <p:cNvSpPr/>
          <p:nvPr/>
        </p:nvSpPr>
        <p:spPr>
          <a:xfrm>
            <a:off x="5462471" y="3345034"/>
            <a:ext cx="718360" cy="369332"/>
          </a:xfrm>
          <a:prstGeom prst="rect">
            <a:avLst/>
          </a:prstGeom>
          <a:noFill/>
        </p:spPr>
        <p:txBody>
          <a:bodyPr wrap="square">
            <a:spAutoFit/>
          </a:bodyPr>
          <a:lstStyle/>
          <a:p>
            <a:pPr algn="ctr"/>
            <a:r>
              <a:rPr lang="en-US" altLang="ko-KR" sz="900" dirty="0">
                <a:latin typeface="Helvetica" panose="020B0604020202020204" pitchFamily="34" charset="0"/>
                <a:cs typeface="Helvetica" panose="020B0604020202020204" pitchFamily="34" charset="0"/>
              </a:rPr>
              <a:t>Vanishing correlation</a:t>
            </a:r>
            <a:endParaRPr lang="ko-KR" altLang="en-US" sz="900" dirty="0">
              <a:latin typeface="Helvetica" panose="020B0604020202020204" pitchFamily="34" charset="0"/>
              <a:cs typeface="Helvetica" panose="020B0604020202020204" pitchFamily="34" charset="0"/>
            </a:endParaRPr>
          </a:p>
        </p:txBody>
      </p:sp>
      <p:sp>
        <p:nvSpPr>
          <p:cNvPr id="100" name="직사각형 99">
            <a:extLst>
              <a:ext uri="{FF2B5EF4-FFF2-40B4-BE49-F238E27FC236}">
                <a16:creationId xmlns:a16="http://schemas.microsoft.com/office/drawing/2014/main" id="{1F9FFCD0-7FDB-47B9-AB2C-B29ACE2CA0CB}"/>
              </a:ext>
            </a:extLst>
          </p:cNvPr>
          <p:cNvSpPr/>
          <p:nvPr/>
        </p:nvSpPr>
        <p:spPr>
          <a:xfrm>
            <a:off x="1089675" y="2778087"/>
            <a:ext cx="1327055" cy="400110"/>
          </a:xfrm>
          <a:prstGeom prst="rect">
            <a:avLst/>
          </a:prstGeom>
          <a:noFill/>
        </p:spPr>
        <p:txBody>
          <a:bodyPr wrap="square">
            <a:spAutoFit/>
          </a:bodyPr>
          <a:lstStyle/>
          <a:p>
            <a:pPr algn="ctr"/>
            <a:r>
              <a:rPr lang="en-US" altLang="ko-KR" sz="1000" dirty="0">
                <a:latin typeface="Helvetica" panose="020B0604020202020204" pitchFamily="34" charset="0"/>
                <a:cs typeface="Helvetica" panose="020B0604020202020204" pitchFamily="34" charset="0"/>
              </a:rPr>
              <a:t>Near-field </a:t>
            </a:r>
          </a:p>
          <a:p>
            <a:pPr algn="ctr"/>
            <a:r>
              <a:rPr lang="en-US" altLang="ko-KR" sz="1000" dirty="0">
                <a:latin typeface="Helvetica" panose="020B0604020202020204" pitchFamily="34" charset="0"/>
                <a:cs typeface="Helvetica" panose="020B0604020202020204" pitchFamily="34" charset="0"/>
              </a:rPr>
              <a:t>speckle illumination</a:t>
            </a:r>
            <a:endParaRPr lang="ko-KR" altLang="en-US" sz="1000" dirty="0">
              <a:latin typeface="Helvetica" panose="020B0604020202020204" pitchFamily="34" charset="0"/>
              <a:cs typeface="Helvetica" panose="020B0604020202020204" pitchFamily="34" charset="0"/>
            </a:endParaRPr>
          </a:p>
        </p:txBody>
      </p:sp>
      <p:sp>
        <p:nvSpPr>
          <p:cNvPr id="101" name="직사각형 100">
            <a:extLst>
              <a:ext uri="{FF2B5EF4-FFF2-40B4-BE49-F238E27FC236}">
                <a16:creationId xmlns:a16="http://schemas.microsoft.com/office/drawing/2014/main" id="{5D06D525-5C26-4073-BC61-5CBE121964D4}"/>
              </a:ext>
            </a:extLst>
          </p:cNvPr>
          <p:cNvSpPr/>
          <p:nvPr/>
        </p:nvSpPr>
        <p:spPr>
          <a:xfrm>
            <a:off x="1079952" y="1064466"/>
            <a:ext cx="1327055" cy="400110"/>
          </a:xfrm>
          <a:prstGeom prst="rect">
            <a:avLst/>
          </a:prstGeom>
          <a:noFill/>
        </p:spPr>
        <p:txBody>
          <a:bodyPr wrap="square">
            <a:spAutoFit/>
          </a:bodyPr>
          <a:lstStyle/>
          <a:p>
            <a:pPr algn="ctr"/>
            <a:r>
              <a:rPr lang="en-US" altLang="ko-KR" sz="1000" dirty="0">
                <a:latin typeface="Helvetica" panose="020B0604020202020204" pitchFamily="34" charset="0"/>
                <a:cs typeface="Helvetica" panose="020B0604020202020204" pitchFamily="34" charset="0"/>
              </a:rPr>
              <a:t>Far-field </a:t>
            </a:r>
          </a:p>
          <a:p>
            <a:pPr algn="ctr"/>
            <a:r>
              <a:rPr lang="en-US" altLang="ko-KR" sz="1000" dirty="0">
                <a:latin typeface="Helvetica" panose="020B0604020202020204" pitchFamily="34" charset="0"/>
                <a:cs typeface="Helvetica" panose="020B0604020202020204" pitchFamily="34" charset="0"/>
              </a:rPr>
              <a:t>speckle illumination</a:t>
            </a:r>
            <a:endParaRPr lang="ko-KR" altLang="en-US" sz="1000" dirty="0">
              <a:latin typeface="Helvetica" panose="020B0604020202020204" pitchFamily="34" charset="0"/>
              <a:cs typeface="Helvetica" panose="020B0604020202020204" pitchFamily="34" charset="0"/>
            </a:endParaRPr>
          </a:p>
        </p:txBody>
      </p:sp>
      <p:grpSp>
        <p:nvGrpSpPr>
          <p:cNvPr id="102" name="그룹 101">
            <a:extLst>
              <a:ext uri="{FF2B5EF4-FFF2-40B4-BE49-F238E27FC236}">
                <a16:creationId xmlns:a16="http://schemas.microsoft.com/office/drawing/2014/main" id="{2ED1E9A9-0C9D-4676-B060-69E26F4E2DE2}"/>
              </a:ext>
            </a:extLst>
          </p:cNvPr>
          <p:cNvGrpSpPr/>
          <p:nvPr/>
        </p:nvGrpSpPr>
        <p:grpSpPr>
          <a:xfrm>
            <a:off x="1372276" y="728955"/>
            <a:ext cx="4452227" cy="246221"/>
            <a:chOff x="1603756" y="4076159"/>
            <a:chExt cx="4452227" cy="246221"/>
          </a:xfrm>
        </p:grpSpPr>
        <p:sp>
          <p:nvSpPr>
            <p:cNvPr id="115" name="타원 114">
              <a:extLst>
                <a:ext uri="{FF2B5EF4-FFF2-40B4-BE49-F238E27FC236}">
                  <a16:creationId xmlns:a16="http://schemas.microsoft.com/office/drawing/2014/main" id="{0FF1C41E-358B-40E5-A8D7-C3A3E3E9AE9F}"/>
                </a:ext>
              </a:extLst>
            </p:cNvPr>
            <p:cNvSpPr/>
            <p:nvPr/>
          </p:nvSpPr>
          <p:spPr>
            <a:xfrm>
              <a:off x="1603756" y="4154613"/>
              <a:ext cx="108022" cy="108022"/>
            </a:xfrm>
            <a:prstGeom prst="ellipse">
              <a:avLst/>
            </a:prstGeom>
            <a:solidFill>
              <a:srgbClr val="FF0000"/>
            </a:solidFill>
            <a:ln>
              <a:noFill/>
            </a:ln>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16" name="타원 115">
              <a:extLst>
                <a:ext uri="{FF2B5EF4-FFF2-40B4-BE49-F238E27FC236}">
                  <a16:creationId xmlns:a16="http://schemas.microsoft.com/office/drawing/2014/main" id="{1E601AA9-7A3A-4882-B8AF-F4DDCAD43EB7}"/>
                </a:ext>
              </a:extLst>
            </p:cNvPr>
            <p:cNvSpPr/>
            <p:nvPr/>
          </p:nvSpPr>
          <p:spPr>
            <a:xfrm>
              <a:off x="1786445" y="4157610"/>
              <a:ext cx="105025" cy="105025"/>
            </a:xfrm>
            <a:prstGeom prst="ellipse">
              <a:avLst/>
            </a:prstGeom>
            <a:solidFill>
              <a:srgbClr val="00B0F0"/>
            </a:solidFill>
            <a:ln>
              <a:noFill/>
            </a:ln>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117" name="직사각형 116">
              <a:extLst>
                <a:ext uri="{FF2B5EF4-FFF2-40B4-BE49-F238E27FC236}">
                  <a16:creationId xmlns:a16="http://schemas.microsoft.com/office/drawing/2014/main" id="{9DEBE5B5-3EC3-4A5A-99A9-2DA1B0B865F9}"/>
                </a:ext>
              </a:extLst>
            </p:cNvPr>
            <p:cNvSpPr/>
            <p:nvPr/>
          </p:nvSpPr>
          <p:spPr>
            <a:xfrm>
              <a:off x="1840369" y="4076159"/>
              <a:ext cx="4215614" cy="246221"/>
            </a:xfrm>
            <a:prstGeom prst="rect">
              <a:avLst/>
            </a:prstGeom>
            <a:noFill/>
          </p:spPr>
          <p:txBody>
            <a:bodyPr wrap="square">
              <a:spAutoFit/>
            </a:bodyPr>
            <a:lstStyle/>
            <a:p>
              <a:pPr algn="ctr"/>
              <a:r>
                <a:rPr lang="en-US" altLang="ko-KR" sz="1000" dirty="0">
                  <a:latin typeface="Helvetica" panose="020B0604020202020204" pitchFamily="34" charset="0"/>
                  <a:cs typeface="Helvetica" panose="020B0604020202020204" pitchFamily="34" charset="0"/>
                </a:rPr>
                <a:t>: Two independent fluorophores separated within </a:t>
              </a:r>
              <a:r>
                <a:rPr lang="en-US" altLang="ko-KR" sz="1000" dirty="0" err="1">
                  <a:latin typeface="Helvetica" panose="020B0604020202020204" pitchFamily="34" charset="0"/>
                  <a:cs typeface="Helvetica" panose="020B0604020202020204" pitchFamily="34" charset="0"/>
                </a:rPr>
                <a:t>subdiffraction</a:t>
              </a:r>
              <a:r>
                <a:rPr lang="en-US" altLang="ko-KR" sz="1000" dirty="0">
                  <a:latin typeface="Helvetica" panose="020B0604020202020204" pitchFamily="34" charset="0"/>
                  <a:cs typeface="Helvetica" panose="020B0604020202020204" pitchFamily="34" charset="0"/>
                </a:rPr>
                <a:t> distance</a:t>
              </a:r>
              <a:endParaRPr lang="ko-KR" altLang="en-US" sz="1000" dirty="0">
                <a:latin typeface="Helvetica" panose="020B0604020202020204" pitchFamily="34" charset="0"/>
                <a:cs typeface="Helvetica" panose="020B0604020202020204" pitchFamily="34" charset="0"/>
              </a:endParaRPr>
            </a:p>
          </p:txBody>
        </p:sp>
      </p:grpSp>
      <p:sp>
        <p:nvSpPr>
          <p:cNvPr id="106" name="타원 105">
            <a:extLst>
              <a:ext uri="{FF2B5EF4-FFF2-40B4-BE49-F238E27FC236}">
                <a16:creationId xmlns:a16="http://schemas.microsoft.com/office/drawing/2014/main" id="{D94A7BD7-6D88-4901-B66B-79824CE0769E}"/>
              </a:ext>
            </a:extLst>
          </p:cNvPr>
          <p:cNvSpPr/>
          <p:nvPr/>
        </p:nvSpPr>
        <p:spPr>
          <a:xfrm>
            <a:off x="2951274" y="1853442"/>
            <a:ext cx="62376" cy="62376"/>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grpSp>
        <p:nvGrpSpPr>
          <p:cNvPr id="104" name="그룹 103">
            <a:extLst>
              <a:ext uri="{FF2B5EF4-FFF2-40B4-BE49-F238E27FC236}">
                <a16:creationId xmlns:a16="http://schemas.microsoft.com/office/drawing/2014/main" id="{60E85419-B20A-461B-B09C-32FE1151056E}"/>
              </a:ext>
            </a:extLst>
          </p:cNvPr>
          <p:cNvGrpSpPr/>
          <p:nvPr/>
        </p:nvGrpSpPr>
        <p:grpSpPr>
          <a:xfrm>
            <a:off x="2819947" y="1873637"/>
            <a:ext cx="510516" cy="168906"/>
            <a:chOff x="6204600" y="4165600"/>
            <a:chExt cx="2610610" cy="863729"/>
          </a:xfrm>
          <a:noFill/>
          <a:scene3d>
            <a:camera prst="isometricOffAxis1Top">
              <a:rot lat="19722016" lon="3375994" rev="17414914"/>
            </a:camera>
            <a:lightRig rig="threePt" dir="t"/>
          </a:scene3d>
        </p:grpSpPr>
        <p:sp>
          <p:nvSpPr>
            <p:cNvPr id="112" name="직사각형 111">
              <a:extLst>
                <a:ext uri="{FF2B5EF4-FFF2-40B4-BE49-F238E27FC236}">
                  <a16:creationId xmlns:a16="http://schemas.microsoft.com/office/drawing/2014/main" id="{F754B78B-F97E-4F9A-8E19-5669CEBE4F6C}"/>
                </a:ext>
              </a:extLst>
            </p:cNvPr>
            <p:cNvSpPr/>
            <p:nvPr/>
          </p:nvSpPr>
          <p:spPr>
            <a:xfrm>
              <a:off x="620460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직사각형 112">
              <a:extLst>
                <a:ext uri="{FF2B5EF4-FFF2-40B4-BE49-F238E27FC236}">
                  <a16:creationId xmlns:a16="http://schemas.microsoft.com/office/drawing/2014/main" id="{6A82A1D5-E455-450D-8BDC-2451E87FFA3D}"/>
                </a:ext>
              </a:extLst>
            </p:cNvPr>
            <p:cNvSpPr/>
            <p:nvPr/>
          </p:nvSpPr>
          <p:spPr>
            <a:xfrm>
              <a:off x="707673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4" name="직사각형 113">
              <a:extLst>
                <a:ext uri="{FF2B5EF4-FFF2-40B4-BE49-F238E27FC236}">
                  <a16:creationId xmlns:a16="http://schemas.microsoft.com/office/drawing/2014/main" id="{A81AC868-8FA0-4568-B852-FC0251FA7042}"/>
                </a:ext>
              </a:extLst>
            </p:cNvPr>
            <p:cNvSpPr/>
            <p:nvPr/>
          </p:nvSpPr>
          <p:spPr>
            <a:xfrm>
              <a:off x="7951481"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7" name="타원 106">
            <a:extLst>
              <a:ext uri="{FF2B5EF4-FFF2-40B4-BE49-F238E27FC236}">
                <a16:creationId xmlns:a16="http://schemas.microsoft.com/office/drawing/2014/main" id="{C53D5216-A114-470E-B821-0793BA81C304}"/>
              </a:ext>
            </a:extLst>
          </p:cNvPr>
          <p:cNvSpPr/>
          <p:nvPr/>
        </p:nvSpPr>
        <p:spPr>
          <a:xfrm>
            <a:off x="3141225" y="1972179"/>
            <a:ext cx="73400" cy="73400"/>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sp>
        <p:nvSpPr>
          <p:cNvPr id="79" name="타원 78">
            <a:extLst>
              <a:ext uri="{FF2B5EF4-FFF2-40B4-BE49-F238E27FC236}">
                <a16:creationId xmlns:a16="http://schemas.microsoft.com/office/drawing/2014/main" id="{317D2292-F875-4B70-88CB-E3E4C86060D8}"/>
              </a:ext>
            </a:extLst>
          </p:cNvPr>
          <p:cNvSpPr/>
          <p:nvPr/>
        </p:nvSpPr>
        <p:spPr>
          <a:xfrm>
            <a:off x="2954758" y="3490483"/>
            <a:ext cx="62376" cy="62376"/>
          </a:xfrm>
          <a:prstGeom prst="ellipse">
            <a:avLst/>
          </a:prstGeom>
          <a:solidFill>
            <a:srgbClr val="FF0000"/>
          </a:solidFill>
          <a:ln>
            <a:noFill/>
          </a:ln>
          <a:effectLst>
            <a:glow rad="228600">
              <a:schemeClr val="accent2">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grpSp>
        <p:nvGrpSpPr>
          <p:cNvPr id="77" name="그룹 76">
            <a:extLst>
              <a:ext uri="{FF2B5EF4-FFF2-40B4-BE49-F238E27FC236}">
                <a16:creationId xmlns:a16="http://schemas.microsoft.com/office/drawing/2014/main" id="{4DCDB613-F16D-4466-8101-16A9543ADB76}"/>
              </a:ext>
            </a:extLst>
          </p:cNvPr>
          <p:cNvGrpSpPr/>
          <p:nvPr/>
        </p:nvGrpSpPr>
        <p:grpSpPr>
          <a:xfrm>
            <a:off x="2823431" y="3510678"/>
            <a:ext cx="510516" cy="168906"/>
            <a:chOff x="6204600" y="4165600"/>
            <a:chExt cx="2610610" cy="863729"/>
          </a:xfrm>
          <a:noFill/>
          <a:scene3d>
            <a:camera prst="isometricOffAxis1Top">
              <a:rot lat="19722016" lon="3375994" rev="17414914"/>
            </a:camera>
            <a:lightRig rig="threePt" dir="t"/>
          </a:scene3d>
        </p:grpSpPr>
        <p:sp>
          <p:nvSpPr>
            <p:cNvPr id="118" name="직사각형 117">
              <a:extLst>
                <a:ext uri="{FF2B5EF4-FFF2-40B4-BE49-F238E27FC236}">
                  <a16:creationId xmlns:a16="http://schemas.microsoft.com/office/drawing/2014/main" id="{30D479C4-C1D3-487D-A688-F287703C4173}"/>
                </a:ext>
              </a:extLst>
            </p:cNvPr>
            <p:cNvSpPr/>
            <p:nvPr/>
          </p:nvSpPr>
          <p:spPr>
            <a:xfrm>
              <a:off x="620460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직사각형 118">
              <a:extLst>
                <a:ext uri="{FF2B5EF4-FFF2-40B4-BE49-F238E27FC236}">
                  <a16:creationId xmlns:a16="http://schemas.microsoft.com/office/drawing/2014/main" id="{ADE084EB-C77F-45E2-8FB9-59B4E140F1A2}"/>
                </a:ext>
              </a:extLst>
            </p:cNvPr>
            <p:cNvSpPr/>
            <p:nvPr/>
          </p:nvSpPr>
          <p:spPr>
            <a:xfrm>
              <a:off x="7076730"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직사각형 119">
              <a:extLst>
                <a:ext uri="{FF2B5EF4-FFF2-40B4-BE49-F238E27FC236}">
                  <a16:creationId xmlns:a16="http://schemas.microsoft.com/office/drawing/2014/main" id="{3262F5FF-E905-4333-A766-DCEE0F15DEB6}"/>
                </a:ext>
              </a:extLst>
            </p:cNvPr>
            <p:cNvSpPr/>
            <p:nvPr/>
          </p:nvSpPr>
          <p:spPr>
            <a:xfrm>
              <a:off x="7951481" y="4165600"/>
              <a:ext cx="863729" cy="8637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80" name="타원 79">
            <a:extLst>
              <a:ext uri="{FF2B5EF4-FFF2-40B4-BE49-F238E27FC236}">
                <a16:creationId xmlns:a16="http://schemas.microsoft.com/office/drawing/2014/main" id="{A156FBF8-57C1-41E8-A5DF-62CDB688E99A}"/>
              </a:ext>
            </a:extLst>
          </p:cNvPr>
          <p:cNvSpPr/>
          <p:nvPr/>
        </p:nvSpPr>
        <p:spPr>
          <a:xfrm>
            <a:off x="3144709" y="3609220"/>
            <a:ext cx="73400" cy="73400"/>
          </a:xfrm>
          <a:prstGeom prst="ellipse">
            <a:avLst/>
          </a:prstGeom>
          <a:solidFill>
            <a:srgbClr val="00B0F0"/>
          </a:solidFill>
          <a:ln>
            <a:noFill/>
          </a:ln>
          <a:effectLst>
            <a:glow rad="228600">
              <a:schemeClr val="accent5">
                <a:satMod val="175000"/>
                <a:alpha val="40000"/>
              </a:schemeClr>
            </a:glow>
          </a:effectLst>
          <a:scene3d>
            <a:camera prst="orthographicFront"/>
            <a:lightRig rig="threePt" dir="t"/>
          </a:scene3d>
          <a:sp3d>
            <a:bevelT w="63500" h="63500"/>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ko-KR" altLang="en-US" dirty="0"/>
          </a:p>
        </p:txBody>
      </p:sp>
      <p:cxnSp>
        <p:nvCxnSpPr>
          <p:cNvPr id="83" name="연결선: 꺾임 82">
            <a:extLst>
              <a:ext uri="{FF2B5EF4-FFF2-40B4-BE49-F238E27FC236}">
                <a16:creationId xmlns:a16="http://schemas.microsoft.com/office/drawing/2014/main" id="{5453719F-092D-4BC0-BC2D-978C1D168569}"/>
              </a:ext>
            </a:extLst>
          </p:cNvPr>
          <p:cNvCxnSpPr>
            <a:cxnSpLocks/>
            <a:stCxn id="79" idx="0"/>
          </p:cNvCxnSpPr>
          <p:nvPr/>
        </p:nvCxnSpPr>
        <p:spPr>
          <a:xfrm rot="5400000" flipH="1" flipV="1">
            <a:off x="3188980" y="2953167"/>
            <a:ext cx="334282" cy="740350"/>
          </a:xfrm>
          <a:prstGeom prst="bentConnector2">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4" name="연결선: 꺾임 83">
            <a:extLst>
              <a:ext uri="{FF2B5EF4-FFF2-40B4-BE49-F238E27FC236}">
                <a16:creationId xmlns:a16="http://schemas.microsoft.com/office/drawing/2014/main" id="{2E3FE5B0-2D9B-4B9D-B6D4-9C41231D00DB}"/>
              </a:ext>
            </a:extLst>
          </p:cNvPr>
          <p:cNvCxnSpPr>
            <a:cxnSpLocks/>
          </p:cNvCxnSpPr>
          <p:nvPr/>
        </p:nvCxnSpPr>
        <p:spPr>
          <a:xfrm>
            <a:off x="3180532" y="3663179"/>
            <a:ext cx="534731" cy="312137"/>
          </a:xfrm>
          <a:prstGeom prst="bentConnector3">
            <a:avLst>
              <a:gd name="adj1" fmla="val -1063"/>
            </a:avLst>
          </a:prstGeom>
          <a:ln>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6" name="연결선: 꺾임 85">
            <a:extLst>
              <a:ext uri="{FF2B5EF4-FFF2-40B4-BE49-F238E27FC236}">
                <a16:creationId xmlns:a16="http://schemas.microsoft.com/office/drawing/2014/main" id="{D35D8BBC-C9B7-44D3-ABEE-D4E677F42564}"/>
              </a:ext>
            </a:extLst>
          </p:cNvPr>
          <p:cNvCxnSpPr>
            <a:cxnSpLocks/>
          </p:cNvCxnSpPr>
          <p:nvPr/>
        </p:nvCxnSpPr>
        <p:spPr>
          <a:xfrm flipV="1">
            <a:off x="3083091" y="3489954"/>
            <a:ext cx="643205" cy="92667"/>
          </a:xfrm>
          <a:prstGeom prst="bentConnector3">
            <a:avLst>
              <a:gd name="adj1" fmla="val 638"/>
            </a:avLst>
          </a:prstGeom>
          <a:ln>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9" name="연결선: 꺾임 108">
            <a:extLst>
              <a:ext uri="{FF2B5EF4-FFF2-40B4-BE49-F238E27FC236}">
                <a16:creationId xmlns:a16="http://schemas.microsoft.com/office/drawing/2014/main" id="{2EDACA6C-1AE1-4E28-B59E-98481C846B32}"/>
              </a:ext>
            </a:extLst>
          </p:cNvPr>
          <p:cNvCxnSpPr>
            <a:cxnSpLocks/>
            <a:stCxn id="106" idx="0"/>
          </p:cNvCxnSpPr>
          <p:nvPr/>
        </p:nvCxnSpPr>
        <p:spPr>
          <a:xfrm rot="5400000" flipH="1" flipV="1">
            <a:off x="3185496" y="1316126"/>
            <a:ext cx="334282" cy="740350"/>
          </a:xfrm>
          <a:prstGeom prst="bentConnector2">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0" name="연결선: 꺾임 109">
            <a:extLst>
              <a:ext uri="{FF2B5EF4-FFF2-40B4-BE49-F238E27FC236}">
                <a16:creationId xmlns:a16="http://schemas.microsoft.com/office/drawing/2014/main" id="{40E73FB6-725C-4C58-81C7-657DF7EBA5B4}"/>
              </a:ext>
            </a:extLst>
          </p:cNvPr>
          <p:cNvCxnSpPr>
            <a:cxnSpLocks/>
          </p:cNvCxnSpPr>
          <p:nvPr/>
        </p:nvCxnSpPr>
        <p:spPr>
          <a:xfrm>
            <a:off x="3177048" y="2026138"/>
            <a:ext cx="534731" cy="312137"/>
          </a:xfrm>
          <a:prstGeom prst="bentConnector3">
            <a:avLst>
              <a:gd name="adj1" fmla="val -1063"/>
            </a:avLst>
          </a:prstGeom>
          <a:ln>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1" name="연결선: 꺾임 110">
            <a:extLst>
              <a:ext uri="{FF2B5EF4-FFF2-40B4-BE49-F238E27FC236}">
                <a16:creationId xmlns:a16="http://schemas.microsoft.com/office/drawing/2014/main" id="{007686B1-CBA2-486C-8204-2A0E118D9967}"/>
              </a:ext>
            </a:extLst>
          </p:cNvPr>
          <p:cNvCxnSpPr>
            <a:cxnSpLocks/>
          </p:cNvCxnSpPr>
          <p:nvPr/>
        </p:nvCxnSpPr>
        <p:spPr>
          <a:xfrm flipV="1">
            <a:off x="3079607" y="1852913"/>
            <a:ext cx="643205" cy="92667"/>
          </a:xfrm>
          <a:prstGeom prst="bentConnector3">
            <a:avLst>
              <a:gd name="adj1" fmla="val 638"/>
            </a:avLst>
          </a:prstGeom>
          <a:ln>
            <a:solidFill>
              <a:srgbClr val="CC00FF"/>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324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554D684F-4DCF-4391-8AB2-632D6B13FF1A}"/>
              </a:ext>
            </a:extLst>
          </p:cNvPr>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61" name="TextBox 60">
            <a:extLst>
              <a:ext uri="{FF2B5EF4-FFF2-40B4-BE49-F238E27FC236}">
                <a16:creationId xmlns:a16="http://schemas.microsoft.com/office/drawing/2014/main" id="{8A7BB964-FDFF-46F5-85BC-5A86B79DF543}"/>
              </a:ext>
            </a:extLst>
          </p:cNvPr>
          <p:cNvSpPr txBox="1"/>
          <p:nvPr/>
        </p:nvSpPr>
        <p:spPr>
          <a:xfrm>
            <a:off x="623648" y="4344273"/>
            <a:ext cx="5600884" cy="1680140"/>
          </a:xfrm>
          <a:prstGeom prst="rect">
            <a:avLst/>
          </a:prstGeom>
          <a:noFill/>
        </p:spPr>
        <p:txBody>
          <a:bodyPr wrap="square">
            <a:spAutoFit/>
          </a:bodyPr>
          <a:lstStyle/>
          <a:p>
            <a:pPr algn="just" latinLnBrk="1">
              <a:lnSpc>
                <a:spcPct val="150000"/>
              </a:lnSpc>
              <a:spcAft>
                <a:spcPts val="1000"/>
              </a:spcAft>
            </a:pP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Fig. 1</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Comparison of speckle patterns in the far- and near-field. a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Diagrams comparing far-field and near-field speckle patterns. In contrast to</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far-field speckle patterns having propagated over a distance longer than a wavelength (z </a:t>
            </a:r>
            <a:r>
              <a:rPr lang="ko-KR" altLang="ko-KR" sz="1000" b="0" kern="100" dirty="0">
                <a:effectLst/>
                <a:latin typeface="맑은 고딕" panose="020B0503020000020004" pitchFamily="34" charset="-127"/>
                <a:ea typeface="바탕" panose="02030600000101010101" pitchFamily="18" charset="-127"/>
                <a:cs typeface="바탕" panose="02030600000101010101" pitchFamily="18" charset="-127"/>
              </a:rPr>
              <a:t>≫</a:t>
            </a:r>
            <a:r>
              <a:rPr lang="ko-KR" altLang="ko-KR" sz="1000" b="0" kern="100" dirty="0">
                <a:effectLst/>
                <a:latin typeface="맑은 고딕" panose="020B0503020000020004" pitchFamily="34" charset="-127"/>
                <a:ea typeface="Times New Roman" panose="02020603050405020304" pitchFamily="18" charset="0"/>
                <a:cs typeface="Times New Roman" panose="02020603050405020304" pitchFamily="18" charset="0"/>
              </a:rPr>
              <a:t> </a:t>
            </a:r>
            <a:r>
              <a:rPr lang="ko-KR" altLang="ko-KR" sz="1000" b="0" kern="100" dirty="0" err="1">
                <a:effectLst/>
                <a:latin typeface="Times New Roman" panose="02020603050405020304" pitchFamily="18" charset="0"/>
                <a:ea typeface="맑은 고딕" panose="020B0503020000020004" pitchFamily="34" charset="-127"/>
                <a:cs typeface="Times New Roman" panose="02020603050405020304" pitchFamily="18" charset="0"/>
              </a:rPr>
              <a:t>λ</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near-field speckle patterns occur within a subwavelength (z &lt; </a:t>
            </a:r>
            <a:r>
              <a:rPr lang="ko-KR" altLang="ko-KR" sz="1000" b="0" kern="100" dirty="0" err="1">
                <a:effectLst/>
                <a:latin typeface="Times New Roman" panose="02020603050405020304" pitchFamily="18" charset="0"/>
                <a:ea typeface="맑은 고딕" panose="020B0503020000020004" pitchFamily="34" charset="-127"/>
                <a:cs typeface="Times New Roman" panose="02020603050405020304" pitchFamily="18" charset="0"/>
              </a:rPr>
              <a:t>λ</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of the exit surface of a turbid medium, preserving evanescent high spatial-frequency Fourier components. </a:t>
            </a:r>
            <a:r>
              <a:rPr lang="en-US" altLang="ko-KR" sz="1000" b="1" kern="100" dirty="0" err="1">
                <a:effectLst/>
                <a:latin typeface="Times New Roman" panose="02020603050405020304" pitchFamily="18" charset="0"/>
                <a:ea typeface="맑은 고딕" panose="020B0503020000020004" pitchFamily="34" charset="-127"/>
                <a:cs typeface="Times New Roman" panose="02020603050405020304" pitchFamily="18" charset="0"/>
              </a:rPr>
              <a:t>b,c</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Measured intensity profiles of speckle patterns in the far-field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b</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and the near-field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c</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Color bars express normalized intensity.</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d</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 cross-sectional line profile along the dashed white line in the spatial autocorrelation image (inset</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of the near-field speckle pattern</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(c)</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t>
            </a:r>
            <a:endParaRPr lang="ko-KR" altLang="ko-KR" sz="1000" kern="100" dirty="0">
              <a:effectLst/>
              <a:latin typeface="맑은 고딕" panose="020B0503020000020004" pitchFamily="34" charset="-127"/>
              <a:ea typeface="맑은 고딕" panose="020B0503020000020004" pitchFamily="34" charset="-127"/>
              <a:cs typeface="Times New Roman" panose="02020603050405020304" pitchFamily="18" charset="0"/>
            </a:endParaRPr>
          </a:p>
        </p:txBody>
      </p:sp>
      <p:grpSp>
        <p:nvGrpSpPr>
          <p:cNvPr id="3" name="그룹 2">
            <a:extLst>
              <a:ext uri="{FF2B5EF4-FFF2-40B4-BE49-F238E27FC236}">
                <a16:creationId xmlns:a16="http://schemas.microsoft.com/office/drawing/2014/main" id="{7894A259-359A-4131-8EDE-73740AE44BC4}"/>
              </a:ext>
            </a:extLst>
          </p:cNvPr>
          <p:cNvGrpSpPr/>
          <p:nvPr/>
        </p:nvGrpSpPr>
        <p:grpSpPr>
          <a:xfrm>
            <a:off x="614302" y="711957"/>
            <a:ext cx="5501921" cy="3515968"/>
            <a:chOff x="614302" y="711957"/>
            <a:chExt cx="5501921" cy="3515968"/>
          </a:xfrm>
        </p:grpSpPr>
        <p:pic>
          <p:nvPicPr>
            <p:cNvPr id="297" name="그림 296">
              <a:extLst>
                <a:ext uri="{FF2B5EF4-FFF2-40B4-BE49-F238E27FC236}">
                  <a16:creationId xmlns:a16="http://schemas.microsoft.com/office/drawing/2014/main" id="{55055D98-2D37-4FDB-A6D5-5E8AEEA16FD8}"/>
                </a:ext>
              </a:extLst>
            </p:cNvPr>
            <p:cNvPicPr>
              <a:picLocks noChangeAspect="1"/>
            </p:cNvPicPr>
            <p:nvPr/>
          </p:nvPicPr>
          <p:blipFill rotWithShape="1">
            <a:blip r:embed="rId2"/>
            <a:srcRect l="16069" t="33861" r="11890" b="11941"/>
            <a:stretch/>
          </p:blipFill>
          <p:spPr>
            <a:xfrm>
              <a:off x="826666" y="3359599"/>
              <a:ext cx="2136534" cy="798271"/>
            </a:xfrm>
            <a:prstGeom prst="rect">
              <a:avLst/>
            </a:prstGeom>
          </p:spPr>
        </p:pic>
        <p:pic>
          <p:nvPicPr>
            <p:cNvPr id="262" name="그림 261">
              <a:extLst>
                <a:ext uri="{FF2B5EF4-FFF2-40B4-BE49-F238E27FC236}">
                  <a16:creationId xmlns:a16="http://schemas.microsoft.com/office/drawing/2014/main" id="{B1216044-BF37-42A4-96DB-C1444A0C9BC5}"/>
                </a:ext>
              </a:extLst>
            </p:cNvPr>
            <p:cNvPicPr>
              <a:picLocks noChangeAspect="1"/>
            </p:cNvPicPr>
            <p:nvPr/>
          </p:nvPicPr>
          <p:blipFill rotWithShape="1">
            <a:blip r:embed="rId3"/>
            <a:srcRect r="16695"/>
            <a:stretch/>
          </p:blipFill>
          <p:spPr>
            <a:xfrm>
              <a:off x="4877744" y="797064"/>
              <a:ext cx="1235063" cy="1250928"/>
            </a:xfrm>
            <a:prstGeom prst="rect">
              <a:avLst/>
            </a:prstGeom>
          </p:spPr>
        </p:pic>
        <p:pic>
          <p:nvPicPr>
            <p:cNvPr id="264" name="그림 263">
              <a:extLst>
                <a:ext uri="{FF2B5EF4-FFF2-40B4-BE49-F238E27FC236}">
                  <a16:creationId xmlns:a16="http://schemas.microsoft.com/office/drawing/2014/main" id="{E779D853-B07D-48EF-BD5B-67272A44C831}"/>
                </a:ext>
              </a:extLst>
            </p:cNvPr>
            <p:cNvPicPr>
              <a:picLocks noChangeAspect="1"/>
            </p:cNvPicPr>
            <p:nvPr/>
          </p:nvPicPr>
          <p:blipFill rotWithShape="1">
            <a:blip r:embed="rId4"/>
            <a:srcRect l="10715" b="9279"/>
            <a:stretch/>
          </p:blipFill>
          <p:spPr>
            <a:xfrm>
              <a:off x="3684671" y="2442130"/>
              <a:ext cx="2408692" cy="1609448"/>
            </a:xfrm>
            <a:prstGeom prst="rect">
              <a:avLst/>
            </a:prstGeom>
          </p:spPr>
        </p:pic>
        <p:sp>
          <p:nvSpPr>
            <p:cNvPr id="272" name="제목 1">
              <a:extLst>
                <a:ext uri="{FF2B5EF4-FFF2-40B4-BE49-F238E27FC236}">
                  <a16:creationId xmlns:a16="http://schemas.microsoft.com/office/drawing/2014/main" id="{43245402-CFFC-43DE-ACC0-8850D41D2040}"/>
                </a:ext>
              </a:extLst>
            </p:cNvPr>
            <p:cNvSpPr txBox="1">
              <a:spLocks/>
            </p:cNvSpPr>
            <p:nvPr/>
          </p:nvSpPr>
          <p:spPr>
            <a:xfrm>
              <a:off x="3392895" y="2045272"/>
              <a:ext cx="199811" cy="203478"/>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t>0</a:t>
              </a:r>
              <a:endParaRPr lang="ko-KR" altLang="en-US" sz="800" dirty="0"/>
            </a:p>
          </p:txBody>
        </p:sp>
        <p:pic>
          <p:nvPicPr>
            <p:cNvPr id="273" name="Picture 105">
              <a:extLst>
                <a:ext uri="{FF2B5EF4-FFF2-40B4-BE49-F238E27FC236}">
                  <a16:creationId xmlns:a16="http://schemas.microsoft.com/office/drawing/2014/main" id="{42EBA2B7-831C-4DA0-81B7-7B68807AD81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4703200" y="950629"/>
              <a:ext cx="99768" cy="2370679"/>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74" name="제목 1">
              <a:extLst>
                <a:ext uri="{FF2B5EF4-FFF2-40B4-BE49-F238E27FC236}">
                  <a16:creationId xmlns:a16="http://schemas.microsoft.com/office/drawing/2014/main" id="{6DDC58DD-2C7F-4FA7-857E-2CF5C9725BAA}"/>
                </a:ext>
              </a:extLst>
            </p:cNvPr>
            <p:cNvSpPr txBox="1">
              <a:spLocks/>
            </p:cNvSpPr>
            <p:nvPr/>
          </p:nvSpPr>
          <p:spPr>
            <a:xfrm>
              <a:off x="5933298" y="2050463"/>
              <a:ext cx="182925" cy="19082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t>1</a:t>
              </a:r>
              <a:endParaRPr lang="ko-KR" altLang="en-US" sz="800" dirty="0"/>
            </a:p>
          </p:txBody>
        </p:sp>
        <p:sp>
          <p:nvSpPr>
            <p:cNvPr id="271" name="직사각형 270">
              <a:extLst>
                <a:ext uri="{FF2B5EF4-FFF2-40B4-BE49-F238E27FC236}">
                  <a16:creationId xmlns:a16="http://schemas.microsoft.com/office/drawing/2014/main" id="{4ACC0BCA-CCA8-4DDF-AA0C-7B04EA2AD0CC}"/>
                </a:ext>
              </a:extLst>
            </p:cNvPr>
            <p:cNvSpPr/>
            <p:nvPr/>
          </p:nvSpPr>
          <p:spPr>
            <a:xfrm>
              <a:off x="3702899" y="2520239"/>
              <a:ext cx="1216976" cy="1610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79" name="그룹 278">
              <a:extLst>
                <a:ext uri="{FF2B5EF4-FFF2-40B4-BE49-F238E27FC236}">
                  <a16:creationId xmlns:a16="http://schemas.microsoft.com/office/drawing/2014/main" id="{CAE1AE2E-1BDA-40E2-978A-E17685B28E40}"/>
                </a:ext>
              </a:extLst>
            </p:cNvPr>
            <p:cNvGrpSpPr/>
            <p:nvPr/>
          </p:nvGrpSpPr>
          <p:grpSpPr>
            <a:xfrm>
              <a:off x="757979" y="994036"/>
              <a:ext cx="2351671" cy="2082013"/>
              <a:chOff x="694290" y="616349"/>
              <a:chExt cx="3619132" cy="3204138"/>
            </a:xfrm>
          </p:grpSpPr>
          <p:pic>
            <p:nvPicPr>
              <p:cNvPr id="119" name="그림 118">
                <a:extLst>
                  <a:ext uri="{FF2B5EF4-FFF2-40B4-BE49-F238E27FC236}">
                    <a16:creationId xmlns:a16="http://schemas.microsoft.com/office/drawing/2014/main" id="{72432F9D-4536-422B-A32A-C8052AF69FD4}"/>
                  </a:ext>
                </a:extLst>
              </p:cNvPr>
              <p:cNvPicPr>
                <a:picLocks noChangeAspect="1"/>
              </p:cNvPicPr>
              <p:nvPr/>
            </p:nvPicPr>
            <p:blipFill rotWithShape="1">
              <a:blip r:embed="rId6"/>
              <a:srcRect l="24127" t="27158" r="6144" b="9425"/>
              <a:stretch/>
            </p:blipFill>
            <p:spPr>
              <a:xfrm>
                <a:off x="747467" y="616349"/>
                <a:ext cx="3483745" cy="1137177"/>
              </a:xfrm>
              <a:prstGeom prst="rect">
                <a:avLst/>
              </a:prstGeom>
            </p:spPr>
          </p:pic>
          <p:grpSp>
            <p:nvGrpSpPr>
              <p:cNvPr id="229" name="그룹 228">
                <a:extLst>
                  <a:ext uri="{FF2B5EF4-FFF2-40B4-BE49-F238E27FC236}">
                    <a16:creationId xmlns:a16="http://schemas.microsoft.com/office/drawing/2014/main" id="{FEA5A45B-2629-4FE4-B489-CC9F4A2620E3}"/>
                  </a:ext>
                </a:extLst>
              </p:cNvPr>
              <p:cNvGrpSpPr/>
              <p:nvPr/>
            </p:nvGrpSpPr>
            <p:grpSpPr>
              <a:xfrm>
                <a:off x="694290" y="2412281"/>
                <a:ext cx="3453699" cy="1408206"/>
                <a:chOff x="1489077" y="4481754"/>
                <a:chExt cx="3744970" cy="1526968"/>
              </a:xfrm>
            </p:grpSpPr>
            <p:sp>
              <p:nvSpPr>
                <p:cNvPr id="226" name="평행 사변형 225">
                  <a:extLst>
                    <a:ext uri="{FF2B5EF4-FFF2-40B4-BE49-F238E27FC236}">
                      <a16:creationId xmlns:a16="http://schemas.microsoft.com/office/drawing/2014/main" id="{A043530F-C9B4-4896-A2A7-A165D9D7BE98}"/>
                    </a:ext>
                  </a:extLst>
                </p:cNvPr>
                <p:cNvSpPr/>
                <p:nvPr/>
              </p:nvSpPr>
              <p:spPr>
                <a:xfrm rot="1002138">
                  <a:off x="1714095" y="4481754"/>
                  <a:ext cx="3266812" cy="954221"/>
                </a:xfrm>
                <a:prstGeom prst="parallelogram">
                  <a:avLst>
                    <a:gd name="adj" fmla="val 138091"/>
                  </a:avLst>
                </a:prstGeom>
                <a:blipFill>
                  <a:blip r:embed="rId7"/>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7" name="평행 사변형 226">
                  <a:extLst>
                    <a:ext uri="{FF2B5EF4-FFF2-40B4-BE49-F238E27FC236}">
                      <a16:creationId xmlns:a16="http://schemas.microsoft.com/office/drawing/2014/main" id="{DDF7D433-DB77-4916-BC1E-A58CE2DC70A0}"/>
                    </a:ext>
                  </a:extLst>
                </p:cNvPr>
                <p:cNvSpPr/>
                <p:nvPr/>
              </p:nvSpPr>
              <p:spPr>
                <a:xfrm rot="20442195">
                  <a:off x="3318496" y="5264516"/>
                  <a:ext cx="1915551" cy="744206"/>
                </a:xfrm>
                <a:prstGeom prst="parallelogram">
                  <a:avLst>
                    <a:gd name="adj" fmla="val 37180"/>
                  </a:avLst>
                </a:prstGeom>
                <a:blipFill>
                  <a:blip r:embed="rId7"/>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8" name="평행 사변형 227">
                  <a:extLst>
                    <a:ext uri="{FF2B5EF4-FFF2-40B4-BE49-F238E27FC236}">
                      <a16:creationId xmlns:a16="http://schemas.microsoft.com/office/drawing/2014/main" id="{C99AC6ED-D4BC-4F4E-9943-5E2D4FDCADD1}"/>
                    </a:ext>
                  </a:extLst>
                </p:cNvPr>
                <p:cNvSpPr/>
                <p:nvPr/>
              </p:nvSpPr>
              <p:spPr>
                <a:xfrm rot="1006493" flipH="1">
                  <a:off x="1489077" y="5242783"/>
                  <a:ext cx="2156026" cy="761862"/>
                </a:xfrm>
                <a:prstGeom prst="parallelogram">
                  <a:avLst>
                    <a:gd name="adj" fmla="val 28121"/>
                  </a:avLst>
                </a:prstGeom>
                <a:blipFill>
                  <a:blip r:embed="rId7"/>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38" name="자유형: 도형 237">
                <a:extLst>
                  <a:ext uri="{FF2B5EF4-FFF2-40B4-BE49-F238E27FC236}">
                    <a16:creationId xmlns:a16="http://schemas.microsoft.com/office/drawing/2014/main" id="{23CAEF22-33AD-4BC3-B359-A1AE90F273F9}"/>
                  </a:ext>
                </a:extLst>
              </p:cNvPr>
              <p:cNvSpPr/>
              <p:nvPr/>
            </p:nvSpPr>
            <p:spPr>
              <a:xfrm>
                <a:off x="767488" y="2135800"/>
                <a:ext cx="3545934" cy="1042083"/>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8">
                  <a:alphaModFix amt="85000"/>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grpSp>
          <p:nvGrpSpPr>
            <p:cNvPr id="286" name="그룹 285">
              <a:extLst>
                <a:ext uri="{FF2B5EF4-FFF2-40B4-BE49-F238E27FC236}">
                  <a16:creationId xmlns:a16="http://schemas.microsoft.com/office/drawing/2014/main" id="{0F3ADB34-7916-4246-874F-C189C15DA70D}"/>
                </a:ext>
              </a:extLst>
            </p:cNvPr>
            <p:cNvGrpSpPr/>
            <p:nvPr/>
          </p:nvGrpSpPr>
          <p:grpSpPr>
            <a:xfrm>
              <a:off x="3723298" y="2516686"/>
              <a:ext cx="874630" cy="881692"/>
              <a:chOff x="3729872" y="2340350"/>
              <a:chExt cx="1117970" cy="1126997"/>
            </a:xfrm>
          </p:grpSpPr>
          <p:pic>
            <p:nvPicPr>
              <p:cNvPr id="263" name="그림 262">
                <a:extLst>
                  <a:ext uri="{FF2B5EF4-FFF2-40B4-BE49-F238E27FC236}">
                    <a16:creationId xmlns:a16="http://schemas.microsoft.com/office/drawing/2014/main" id="{28F769C6-706E-4F71-8233-3AF76C5F12AD}"/>
                  </a:ext>
                </a:extLst>
              </p:cNvPr>
              <p:cNvPicPr>
                <a:picLocks noChangeAspect="1"/>
              </p:cNvPicPr>
              <p:nvPr/>
            </p:nvPicPr>
            <p:blipFill rotWithShape="1">
              <a:blip r:embed="rId9"/>
              <a:srcRect t="2435" r="18156"/>
              <a:stretch/>
            </p:blipFill>
            <p:spPr>
              <a:xfrm>
                <a:off x="3729872" y="2340350"/>
                <a:ext cx="1117970" cy="1126997"/>
              </a:xfrm>
              <a:prstGeom prst="rect">
                <a:avLst/>
              </a:prstGeom>
            </p:spPr>
          </p:pic>
          <p:cxnSp>
            <p:nvCxnSpPr>
              <p:cNvPr id="269" name="직선 연결선 268">
                <a:extLst>
                  <a:ext uri="{FF2B5EF4-FFF2-40B4-BE49-F238E27FC236}">
                    <a16:creationId xmlns:a16="http://schemas.microsoft.com/office/drawing/2014/main" id="{1C626623-19F5-41AF-8EC3-F45211B381A5}"/>
                  </a:ext>
                </a:extLst>
              </p:cNvPr>
              <p:cNvCxnSpPr/>
              <p:nvPr/>
            </p:nvCxnSpPr>
            <p:spPr>
              <a:xfrm>
                <a:off x="3748832" y="2903848"/>
                <a:ext cx="1080000" cy="0"/>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cxnSp>
          <p:nvCxnSpPr>
            <p:cNvPr id="288" name="직선 화살표 연결선 287">
              <a:extLst>
                <a:ext uri="{FF2B5EF4-FFF2-40B4-BE49-F238E27FC236}">
                  <a16:creationId xmlns:a16="http://schemas.microsoft.com/office/drawing/2014/main" id="{2F6DF326-A73E-40AF-83DB-8EC46518DE43}"/>
                </a:ext>
              </a:extLst>
            </p:cNvPr>
            <p:cNvCxnSpPr>
              <a:cxnSpLocks/>
            </p:cNvCxnSpPr>
            <p:nvPr/>
          </p:nvCxnSpPr>
          <p:spPr>
            <a:xfrm>
              <a:off x="817117" y="3403439"/>
              <a:ext cx="265599" cy="797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0" name="직선 화살표 연결선 289">
              <a:extLst>
                <a:ext uri="{FF2B5EF4-FFF2-40B4-BE49-F238E27FC236}">
                  <a16:creationId xmlns:a16="http://schemas.microsoft.com/office/drawing/2014/main" id="{12B17823-5EC1-422F-AA54-DD05512850E0}"/>
                </a:ext>
              </a:extLst>
            </p:cNvPr>
            <p:cNvCxnSpPr>
              <a:cxnSpLocks/>
            </p:cNvCxnSpPr>
            <p:nvPr/>
          </p:nvCxnSpPr>
          <p:spPr>
            <a:xfrm flipV="1">
              <a:off x="816143" y="3117418"/>
              <a:ext cx="0" cy="2860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직선 화살표 연결선 293">
              <a:extLst>
                <a:ext uri="{FF2B5EF4-FFF2-40B4-BE49-F238E27FC236}">
                  <a16:creationId xmlns:a16="http://schemas.microsoft.com/office/drawing/2014/main" id="{B65724B4-DF2E-414B-B327-4C0A008C4881}"/>
                </a:ext>
              </a:extLst>
            </p:cNvPr>
            <p:cNvCxnSpPr>
              <a:cxnSpLocks/>
            </p:cNvCxnSpPr>
            <p:nvPr/>
          </p:nvCxnSpPr>
          <p:spPr>
            <a:xfrm flipV="1">
              <a:off x="816099" y="3316389"/>
              <a:ext cx="275618" cy="843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8" name="Rectangle 21">
              <a:extLst>
                <a:ext uri="{FF2B5EF4-FFF2-40B4-BE49-F238E27FC236}">
                  <a16:creationId xmlns:a16="http://schemas.microsoft.com/office/drawing/2014/main" id="{B1656EEE-5B68-4D49-919D-3048C29B2777}"/>
                </a:ext>
              </a:extLst>
            </p:cNvPr>
            <p:cNvSpPr>
              <a:spLocks noChangeArrowheads="1"/>
            </p:cNvSpPr>
            <p:nvPr/>
          </p:nvSpPr>
          <p:spPr bwMode="auto">
            <a:xfrm>
              <a:off x="760507" y="2938041"/>
              <a:ext cx="12719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pPr>
              <a:r>
                <a:rPr kumimoji="0" lang="en-US" altLang="ko-KR" sz="1200" b="0" i="0" u="none" strike="noStrike" cap="none" normalizeH="0" baseline="0">
                  <a:ln>
                    <a:noFill/>
                  </a:ln>
                  <a:solidFill>
                    <a:schemeClr val="tx1"/>
                  </a:solidFill>
                  <a:effectLst/>
                  <a:latin typeface="helvetica" panose="020B0604020202020204" pitchFamily="34" charset="0"/>
                  <a:cs typeface="helvetica" panose="020B0604020202020204" pitchFamily="34" charset="0"/>
                </a:rPr>
                <a:t>z</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299" name="Rectangle 21">
              <a:extLst>
                <a:ext uri="{FF2B5EF4-FFF2-40B4-BE49-F238E27FC236}">
                  <a16:creationId xmlns:a16="http://schemas.microsoft.com/office/drawing/2014/main" id="{76514E0A-BF4B-479A-AC68-1AE24AD21F0C}"/>
                </a:ext>
              </a:extLst>
            </p:cNvPr>
            <p:cNvSpPr>
              <a:spLocks noChangeArrowheads="1"/>
            </p:cNvSpPr>
            <p:nvPr/>
          </p:nvSpPr>
          <p:spPr bwMode="auto">
            <a:xfrm>
              <a:off x="1090371" y="3180795"/>
              <a:ext cx="12719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pPr>
              <a:r>
                <a:rPr kumimoji="0" lang="en-US"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y</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00" name="Rectangle 21">
              <a:extLst>
                <a:ext uri="{FF2B5EF4-FFF2-40B4-BE49-F238E27FC236}">
                  <a16:creationId xmlns:a16="http://schemas.microsoft.com/office/drawing/2014/main" id="{37EA9F35-7686-41B5-8456-C5FC7C93D34F}"/>
                </a:ext>
              </a:extLst>
            </p:cNvPr>
            <p:cNvSpPr>
              <a:spLocks noChangeArrowheads="1"/>
            </p:cNvSpPr>
            <p:nvPr/>
          </p:nvSpPr>
          <p:spPr bwMode="auto">
            <a:xfrm>
              <a:off x="1070383" y="3413089"/>
              <a:ext cx="12719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pPr>
              <a:r>
                <a:rPr kumimoji="0" lang="en-US"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x</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01" name="TextBox 300">
              <a:extLst>
                <a:ext uri="{FF2B5EF4-FFF2-40B4-BE49-F238E27FC236}">
                  <a16:creationId xmlns:a16="http://schemas.microsoft.com/office/drawing/2014/main" id="{035FC443-051A-4AAD-BC04-3184842D8DF8}"/>
                </a:ext>
              </a:extLst>
            </p:cNvPr>
            <p:cNvSpPr txBox="1"/>
            <p:nvPr/>
          </p:nvSpPr>
          <p:spPr>
            <a:xfrm>
              <a:off x="2142680" y="3194787"/>
              <a:ext cx="1060044" cy="246221"/>
            </a:xfrm>
            <a:prstGeom prst="rect">
              <a:avLst/>
            </a:prstGeom>
            <a:noFill/>
          </p:spPr>
          <p:txBody>
            <a:bodyPr wrap="square" rtlCol="0">
              <a:spAutoFit/>
            </a:bodyPr>
            <a:lstStyle/>
            <a:p>
              <a:pPr algn="ctr"/>
              <a:r>
                <a:rPr lang="en-US" altLang="ko-KR" sz="1000" dirty="0">
                  <a:solidFill>
                    <a:prstClr val="black"/>
                  </a:solidFill>
                  <a:latin typeface="helvetica" panose="020B0604020202020204" pitchFamily="34" charset="0"/>
                  <a:cs typeface="helvetica" panose="020B0604020202020204" pitchFamily="34" charset="0"/>
                </a:rPr>
                <a:t>Turbid medium </a:t>
              </a:r>
              <a:endParaRPr lang="ko-KR" altLang="en-US" sz="1000" dirty="0">
                <a:solidFill>
                  <a:prstClr val="black"/>
                </a:solidFill>
                <a:latin typeface="helvetica" panose="020B0604020202020204" pitchFamily="34" charset="0"/>
                <a:cs typeface="helvetica" panose="020B0604020202020204" pitchFamily="34" charset="0"/>
              </a:endParaRPr>
            </a:p>
          </p:txBody>
        </p:sp>
        <p:sp>
          <p:nvSpPr>
            <p:cNvPr id="302" name="TextBox 301">
              <a:extLst>
                <a:ext uri="{FF2B5EF4-FFF2-40B4-BE49-F238E27FC236}">
                  <a16:creationId xmlns:a16="http://schemas.microsoft.com/office/drawing/2014/main" id="{9A4CD4B4-DB3F-43D7-A182-03C325CFE00C}"/>
                </a:ext>
              </a:extLst>
            </p:cNvPr>
            <p:cNvSpPr txBox="1"/>
            <p:nvPr/>
          </p:nvSpPr>
          <p:spPr>
            <a:xfrm>
              <a:off x="614302" y="71195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303" name="TextBox 302">
              <a:extLst>
                <a:ext uri="{FF2B5EF4-FFF2-40B4-BE49-F238E27FC236}">
                  <a16:creationId xmlns:a16="http://schemas.microsoft.com/office/drawing/2014/main" id="{59493A34-FEB8-4D49-81F1-71B05EA76E14}"/>
                </a:ext>
              </a:extLst>
            </p:cNvPr>
            <p:cNvSpPr txBox="1"/>
            <p:nvPr/>
          </p:nvSpPr>
          <p:spPr>
            <a:xfrm>
              <a:off x="1122977" y="765831"/>
              <a:ext cx="1621438" cy="246221"/>
            </a:xfrm>
            <a:prstGeom prst="rect">
              <a:avLst/>
            </a:prstGeom>
            <a:noFill/>
          </p:spPr>
          <p:txBody>
            <a:bodyPr wrap="square" rtlCol="0">
              <a:spAutoFit/>
            </a:bodyPr>
            <a:lstStyle/>
            <a:p>
              <a:pPr algn="ctr"/>
              <a:r>
                <a:rPr lang="en-US" altLang="ko-KR" sz="1000" dirty="0">
                  <a:solidFill>
                    <a:prstClr val="black"/>
                  </a:solidFill>
                  <a:latin typeface="helvetica" panose="020B0604020202020204" pitchFamily="34" charset="0"/>
                  <a:cs typeface="helvetica" panose="020B0604020202020204" pitchFamily="34" charset="0"/>
                </a:rPr>
                <a:t>Far-field speckle pattern</a:t>
              </a:r>
              <a:endParaRPr lang="ko-KR" altLang="en-US" sz="1000" dirty="0">
                <a:solidFill>
                  <a:prstClr val="black"/>
                </a:solidFill>
                <a:latin typeface="helvetica" panose="020B0604020202020204" pitchFamily="34" charset="0"/>
                <a:cs typeface="helvetica" panose="020B0604020202020204" pitchFamily="34" charset="0"/>
              </a:endParaRPr>
            </a:p>
          </p:txBody>
        </p:sp>
        <p:sp>
          <p:nvSpPr>
            <p:cNvPr id="304" name="TextBox 303">
              <a:extLst>
                <a:ext uri="{FF2B5EF4-FFF2-40B4-BE49-F238E27FC236}">
                  <a16:creationId xmlns:a16="http://schemas.microsoft.com/office/drawing/2014/main" id="{3C795880-C34A-444E-A08B-BDDA694D8935}"/>
                </a:ext>
              </a:extLst>
            </p:cNvPr>
            <p:cNvSpPr txBox="1"/>
            <p:nvPr/>
          </p:nvSpPr>
          <p:spPr>
            <a:xfrm>
              <a:off x="3123358" y="2390332"/>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d</a:t>
              </a:r>
              <a:endParaRPr lang="ko-KR" altLang="en-US" sz="1600" b="1" dirty="0">
                <a:latin typeface="helvetica" panose="020B0604020202020204" pitchFamily="34" charset="0"/>
                <a:cs typeface="helvetica" panose="020B0604020202020204" pitchFamily="34" charset="0"/>
              </a:endParaRPr>
            </a:p>
          </p:txBody>
        </p:sp>
        <p:cxnSp>
          <p:nvCxnSpPr>
            <p:cNvPr id="306" name="연결선: 구부러짐 305">
              <a:extLst>
                <a:ext uri="{FF2B5EF4-FFF2-40B4-BE49-F238E27FC236}">
                  <a16:creationId xmlns:a16="http://schemas.microsoft.com/office/drawing/2014/main" id="{4D56692D-9CF1-4773-998B-3C2C3F2135F0}"/>
                </a:ext>
              </a:extLst>
            </p:cNvPr>
            <p:cNvCxnSpPr>
              <a:cxnSpLocks/>
              <a:stCxn id="227" idx="3"/>
              <a:endCxn id="301" idx="0"/>
            </p:cNvCxnSpPr>
            <p:nvPr/>
          </p:nvCxnSpPr>
          <p:spPr>
            <a:xfrm rot="16200000" flipH="1">
              <a:off x="2496240" y="3018325"/>
              <a:ext cx="103868" cy="249056"/>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4" name="TextBox 313">
              <a:extLst>
                <a:ext uri="{FF2B5EF4-FFF2-40B4-BE49-F238E27FC236}">
                  <a16:creationId xmlns:a16="http://schemas.microsoft.com/office/drawing/2014/main" id="{3FB8E752-863E-4E26-9B59-24597B708158}"/>
                </a:ext>
              </a:extLst>
            </p:cNvPr>
            <p:cNvSpPr txBox="1"/>
            <p:nvPr/>
          </p:nvSpPr>
          <p:spPr>
            <a:xfrm>
              <a:off x="1029206" y="1846364"/>
              <a:ext cx="1843309" cy="246221"/>
            </a:xfrm>
            <a:prstGeom prst="rect">
              <a:avLst/>
            </a:prstGeom>
            <a:noFill/>
          </p:spPr>
          <p:txBody>
            <a:bodyPr wrap="square" rtlCol="0">
              <a:spAutoFit/>
            </a:bodyPr>
            <a:lstStyle/>
            <a:p>
              <a:pPr algn="ctr"/>
              <a:r>
                <a:rPr lang="en-US" altLang="ko-KR" sz="1000" dirty="0">
                  <a:solidFill>
                    <a:prstClr val="black"/>
                  </a:solidFill>
                  <a:latin typeface="helvetica" panose="020B0604020202020204" pitchFamily="34" charset="0"/>
                  <a:cs typeface="helvetica" panose="020B0604020202020204" pitchFamily="34" charset="0"/>
                </a:rPr>
                <a:t>Near-field speckle pattern</a:t>
              </a:r>
              <a:endParaRPr lang="ko-KR" altLang="en-US" sz="1000" dirty="0">
                <a:solidFill>
                  <a:prstClr val="black"/>
                </a:solidFill>
                <a:latin typeface="helvetica" panose="020B0604020202020204" pitchFamily="34" charset="0"/>
                <a:cs typeface="helvetica" panose="020B0604020202020204" pitchFamily="34" charset="0"/>
              </a:endParaRPr>
            </a:p>
          </p:txBody>
        </p:sp>
        <p:cxnSp>
          <p:nvCxnSpPr>
            <p:cNvPr id="316" name="직선 화살표 연결선 315">
              <a:extLst>
                <a:ext uri="{FF2B5EF4-FFF2-40B4-BE49-F238E27FC236}">
                  <a16:creationId xmlns:a16="http://schemas.microsoft.com/office/drawing/2014/main" id="{3B65D064-4462-4093-B9FF-0EF4FA619CD3}"/>
                </a:ext>
              </a:extLst>
            </p:cNvPr>
            <p:cNvCxnSpPr>
              <a:cxnSpLocks/>
            </p:cNvCxnSpPr>
            <p:nvPr/>
          </p:nvCxnSpPr>
          <p:spPr>
            <a:xfrm flipV="1">
              <a:off x="848939" y="2293144"/>
              <a:ext cx="0" cy="134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8" name="직선 화살표 연결선 317">
              <a:extLst>
                <a:ext uri="{FF2B5EF4-FFF2-40B4-BE49-F238E27FC236}">
                  <a16:creationId xmlns:a16="http://schemas.microsoft.com/office/drawing/2014/main" id="{3472F85A-E1B6-4537-BCBA-ED42081E54ED}"/>
                </a:ext>
              </a:extLst>
            </p:cNvPr>
            <p:cNvCxnSpPr>
              <a:cxnSpLocks/>
            </p:cNvCxnSpPr>
            <p:nvPr/>
          </p:nvCxnSpPr>
          <p:spPr>
            <a:xfrm flipV="1">
              <a:off x="791786" y="1485900"/>
              <a:ext cx="0" cy="9343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1" name="TextBox 320">
              <a:extLst>
                <a:ext uri="{FF2B5EF4-FFF2-40B4-BE49-F238E27FC236}">
                  <a16:creationId xmlns:a16="http://schemas.microsoft.com/office/drawing/2014/main" id="{CD4B11D0-4278-4B7D-A2AD-48B90FFED08F}"/>
                </a:ext>
              </a:extLst>
            </p:cNvPr>
            <p:cNvSpPr txBox="1"/>
            <p:nvPr/>
          </p:nvSpPr>
          <p:spPr>
            <a:xfrm>
              <a:off x="709193" y="2068132"/>
              <a:ext cx="530464" cy="246221"/>
            </a:xfrm>
            <a:prstGeom prst="rect">
              <a:avLst/>
            </a:prstGeom>
            <a:noFill/>
          </p:spPr>
          <p:txBody>
            <a:bodyPr wrap="square" rtlCol="0">
              <a:spAutoFit/>
            </a:bodyPr>
            <a:lstStyle/>
            <a:p>
              <a:pPr algn="ctr"/>
              <a:r>
                <a:rPr lang="en-US" altLang="ko-KR" sz="1000" b="1" dirty="0">
                  <a:solidFill>
                    <a:prstClr val="black"/>
                  </a:solidFill>
                  <a:latin typeface="Times New Roman" panose="02020603050405020304" pitchFamily="18" charset="0"/>
                  <a:cs typeface="Times New Roman" panose="02020603050405020304" pitchFamily="18" charset="0"/>
                </a:rPr>
                <a:t>z &lt; </a:t>
              </a:r>
              <a:r>
                <a:rPr lang="en-US" altLang="ko-KR" sz="1000" b="1" dirty="0">
                  <a:solidFill>
                    <a:prstClr val="black"/>
                  </a:solidFill>
                  <a:latin typeface="Symbol" panose="05050102010706020507" pitchFamily="18" charset="2"/>
                  <a:cs typeface="Times New Roman" panose="02020603050405020304" pitchFamily="18" charset="0"/>
                </a:rPr>
                <a:t>l</a:t>
              </a:r>
              <a:endParaRPr lang="ko-KR" altLang="en-US" sz="1000" b="1" dirty="0">
                <a:solidFill>
                  <a:prstClr val="black"/>
                </a:solidFill>
                <a:latin typeface="Symbol" panose="05050102010706020507" pitchFamily="18" charset="2"/>
                <a:cs typeface="Times New Roman" panose="02020603050405020304" pitchFamily="18" charset="0"/>
              </a:endParaRPr>
            </a:p>
          </p:txBody>
        </p:sp>
        <p:sp>
          <p:nvSpPr>
            <p:cNvPr id="322" name="TextBox 321">
              <a:extLst>
                <a:ext uri="{FF2B5EF4-FFF2-40B4-BE49-F238E27FC236}">
                  <a16:creationId xmlns:a16="http://schemas.microsoft.com/office/drawing/2014/main" id="{349FC9D0-3297-41B3-81C2-B4F571DF05DA}"/>
                </a:ext>
              </a:extLst>
            </p:cNvPr>
            <p:cNvSpPr txBox="1"/>
            <p:nvPr/>
          </p:nvSpPr>
          <p:spPr>
            <a:xfrm>
              <a:off x="692802" y="1601067"/>
              <a:ext cx="635167" cy="246221"/>
            </a:xfrm>
            <a:prstGeom prst="rect">
              <a:avLst/>
            </a:prstGeom>
            <a:noFill/>
          </p:spPr>
          <p:txBody>
            <a:bodyPr wrap="square" rtlCol="0">
              <a:spAutoFit/>
            </a:bodyPr>
            <a:lstStyle/>
            <a:p>
              <a:pPr algn="ctr"/>
              <a:r>
                <a:rPr lang="en-US" altLang="ko-KR" sz="1000" b="1" dirty="0">
                  <a:solidFill>
                    <a:prstClr val="black"/>
                  </a:solidFill>
                  <a:latin typeface="Times New Roman" panose="02020603050405020304" pitchFamily="18" charset="0"/>
                  <a:cs typeface="Times New Roman" panose="02020603050405020304" pitchFamily="18" charset="0"/>
                </a:rPr>
                <a:t>z &gt;&gt; </a:t>
              </a:r>
              <a:r>
                <a:rPr lang="en-US" altLang="ko-KR" sz="1000" b="1" dirty="0">
                  <a:solidFill>
                    <a:prstClr val="black"/>
                  </a:solidFill>
                  <a:latin typeface="Symbol" panose="05050102010706020507" pitchFamily="18" charset="2"/>
                  <a:cs typeface="Times New Roman" panose="02020603050405020304" pitchFamily="18" charset="0"/>
                </a:rPr>
                <a:t>l</a:t>
              </a:r>
              <a:endParaRPr lang="ko-KR" altLang="en-US" sz="1000" b="1" dirty="0">
                <a:solidFill>
                  <a:prstClr val="black"/>
                </a:solidFill>
                <a:latin typeface="Symbol" panose="05050102010706020507" pitchFamily="18" charset="2"/>
                <a:cs typeface="Times New Roman" panose="02020603050405020304" pitchFamily="18" charset="0"/>
              </a:endParaRPr>
            </a:p>
          </p:txBody>
        </p:sp>
        <p:cxnSp>
          <p:nvCxnSpPr>
            <p:cNvPr id="324" name="직선 연결선 323">
              <a:extLst>
                <a:ext uri="{FF2B5EF4-FFF2-40B4-BE49-F238E27FC236}">
                  <a16:creationId xmlns:a16="http://schemas.microsoft.com/office/drawing/2014/main" id="{75AF6785-624E-4076-B9C5-4F7AE67D7CE3}"/>
                </a:ext>
              </a:extLst>
            </p:cNvPr>
            <p:cNvCxnSpPr>
              <a:cxnSpLocks/>
            </p:cNvCxnSpPr>
            <p:nvPr/>
          </p:nvCxnSpPr>
          <p:spPr>
            <a:xfrm>
              <a:off x="739882" y="2405364"/>
              <a:ext cx="477687" cy="142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8" name="TextBox 327">
              <a:extLst>
                <a:ext uri="{FF2B5EF4-FFF2-40B4-BE49-F238E27FC236}">
                  <a16:creationId xmlns:a16="http://schemas.microsoft.com/office/drawing/2014/main" id="{09395411-079D-4277-AA12-26A7B515945B}"/>
                </a:ext>
              </a:extLst>
            </p:cNvPr>
            <p:cNvSpPr txBox="1"/>
            <p:nvPr/>
          </p:nvSpPr>
          <p:spPr>
            <a:xfrm>
              <a:off x="4657593" y="71195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pic>
          <p:nvPicPr>
            <p:cNvPr id="1123" name="Picture 99">
              <a:extLst>
                <a:ext uri="{FF2B5EF4-FFF2-40B4-BE49-F238E27FC236}">
                  <a16:creationId xmlns:a16="http://schemas.microsoft.com/office/drawing/2014/main" id="{8340ADE9-F701-42E0-8514-F857C75CCF2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404842" y="847671"/>
              <a:ext cx="1179618" cy="1180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5" name="직사각형 334">
              <a:extLst>
                <a:ext uri="{FF2B5EF4-FFF2-40B4-BE49-F238E27FC236}">
                  <a16:creationId xmlns:a16="http://schemas.microsoft.com/office/drawing/2014/main" id="{4DEB2F61-3EC3-41BB-9B15-44DAB0A63725}"/>
                </a:ext>
              </a:extLst>
            </p:cNvPr>
            <p:cNvSpPr/>
            <p:nvPr/>
          </p:nvSpPr>
          <p:spPr>
            <a:xfrm>
              <a:off x="3489470" y="1925399"/>
              <a:ext cx="241200" cy="3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7" name="TextBox 336">
              <a:extLst>
                <a:ext uri="{FF2B5EF4-FFF2-40B4-BE49-F238E27FC236}">
                  <a16:creationId xmlns:a16="http://schemas.microsoft.com/office/drawing/2014/main" id="{F3EC3FBA-0465-443A-83D4-178294AEF9C5}"/>
                </a:ext>
              </a:extLst>
            </p:cNvPr>
            <p:cNvSpPr txBox="1"/>
            <p:nvPr/>
          </p:nvSpPr>
          <p:spPr>
            <a:xfrm>
              <a:off x="3314134" y="1750948"/>
              <a:ext cx="633557" cy="207749"/>
            </a:xfrm>
            <a:prstGeom prst="rect">
              <a:avLst/>
            </a:prstGeom>
            <a:noFill/>
          </p:spPr>
          <p:txBody>
            <a:bodyPr wrap="square" rtlCol="0">
              <a:spAutoFit/>
            </a:bodyPr>
            <a:lstStyle/>
            <a:p>
              <a:pPr algn="ctr"/>
              <a:r>
                <a:rPr lang="en-US" altLang="ko-KR" sz="750" b="1" dirty="0">
                  <a:solidFill>
                    <a:schemeClr val="bg1"/>
                  </a:solidFill>
                  <a:latin typeface="helvetica" panose="020B0604020202020204" pitchFamily="34" charset="0"/>
                  <a:cs typeface="helvetica" panose="020B0604020202020204" pitchFamily="34" charset="0"/>
                </a:rPr>
                <a:t>500 nm</a:t>
              </a:r>
              <a:endParaRPr lang="ko-KR" altLang="en-US" sz="750" b="1" dirty="0">
                <a:solidFill>
                  <a:schemeClr val="bg1"/>
                </a:solidFill>
                <a:latin typeface="helvetica" panose="020B0604020202020204" pitchFamily="34" charset="0"/>
                <a:cs typeface="helvetica" panose="020B0604020202020204" pitchFamily="34" charset="0"/>
              </a:endParaRPr>
            </a:p>
          </p:txBody>
        </p:sp>
        <p:sp>
          <p:nvSpPr>
            <p:cNvPr id="338" name="TextBox 337">
              <a:extLst>
                <a:ext uri="{FF2B5EF4-FFF2-40B4-BE49-F238E27FC236}">
                  <a16:creationId xmlns:a16="http://schemas.microsoft.com/office/drawing/2014/main" id="{3DFB03A8-E87B-404F-84B4-5AE36B8AD112}"/>
                </a:ext>
              </a:extLst>
            </p:cNvPr>
            <p:cNvSpPr txBox="1"/>
            <p:nvPr/>
          </p:nvSpPr>
          <p:spPr>
            <a:xfrm>
              <a:off x="3123358" y="71195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7" name="줄무늬가 있는 오른쪽 화살표 6"/>
            <p:cNvSpPr/>
            <p:nvPr/>
          </p:nvSpPr>
          <p:spPr>
            <a:xfrm rot="16200000">
              <a:off x="1757846" y="3307801"/>
              <a:ext cx="249987" cy="220474"/>
            </a:xfrm>
            <a:prstGeom prst="stripedRightArrow">
              <a:avLst>
                <a:gd name="adj1" fmla="val 50000"/>
                <a:gd name="adj2" fmla="val 60801"/>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6" name="TextBox 245">
              <a:extLst>
                <a:ext uri="{FF2B5EF4-FFF2-40B4-BE49-F238E27FC236}">
                  <a16:creationId xmlns:a16="http://schemas.microsoft.com/office/drawing/2014/main" id="{19676C4F-1B20-4A20-BDCF-2CC86E51C570}"/>
                </a:ext>
              </a:extLst>
            </p:cNvPr>
            <p:cNvSpPr txBox="1"/>
            <p:nvPr/>
          </p:nvSpPr>
          <p:spPr>
            <a:xfrm>
              <a:off x="1477139" y="3487214"/>
              <a:ext cx="894486" cy="400110"/>
            </a:xfrm>
            <a:prstGeom prst="rect">
              <a:avLst/>
            </a:prstGeom>
            <a:noFill/>
          </p:spPr>
          <p:txBody>
            <a:bodyPr wrap="square" rtlCol="0">
              <a:spAutoFit/>
            </a:bodyPr>
            <a:lstStyle/>
            <a:p>
              <a:pPr algn="ctr"/>
              <a:r>
                <a:rPr lang="en-US" altLang="ko-KR" sz="1000" dirty="0">
                  <a:solidFill>
                    <a:prstClr val="black"/>
                  </a:solidFill>
                  <a:latin typeface="helvetica" panose="020B0604020202020204" pitchFamily="34" charset="0"/>
                  <a:cs typeface="helvetica" panose="020B0604020202020204" pitchFamily="34" charset="0"/>
                </a:rPr>
                <a:t>Incident Laser beam</a:t>
              </a:r>
              <a:endParaRPr lang="ko-KR" altLang="en-US" sz="1000" dirty="0">
                <a:solidFill>
                  <a:prstClr val="black"/>
                </a:solidFill>
                <a:latin typeface="helvetica" panose="020B0604020202020204" pitchFamily="34" charset="0"/>
                <a:cs typeface="helvetica" panose="020B0604020202020204" pitchFamily="34" charset="0"/>
              </a:endParaRPr>
            </a:p>
          </p:txBody>
        </p:sp>
        <p:sp>
          <p:nvSpPr>
            <p:cNvPr id="5" name="직사각형 4">
              <a:extLst>
                <a:ext uri="{FF2B5EF4-FFF2-40B4-BE49-F238E27FC236}">
                  <a16:creationId xmlns:a16="http://schemas.microsoft.com/office/drawing/2014/main" id="{AE09AB09-BACE-40D9-988A-9B2C60A23532}"/>
                </a:ext>
              </a:extLst>
            </p:cNvPr>
            <p:cNvSpPr/>
            <p:nvPr/>
          </p:nvSpPr>
          <p:spPr>
            <a:xfrm>
              <a:off x="4838700" y="3936851"/>
              <a:ext cx="128588"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0</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48" name="직사각형 47">
              <a:extLst>
                <a:ext uri="{FF2B5EF4-FFF2-40B4-BE49-F238E27FC236}">
                  <a16:creationId xmlns:a16="http://schemas.microsoft.com/office/drawing/2014/main" id="{59657727-A432-4676-ABB3-61AF5D73A4E1}"/>
                </a:ext>
              </a:extLst>
            </p:cNvPr>
            <p:cNvSpPr/>
            <p:nvPr/>
          </p:nvSpPr>
          <p:spPr>
            <a:xfrm>
              <a:off x="5001674" y="3936851"/>
              <a:ext cx="312301"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0.5</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49" name="직사각형 48">
              <a:extLst>
                <a:ext uri="{FF2B5EF4-FFF2-40B4-BE49-F238E27FC236}">
                  <a16:creationId xmlns:a16="http://schemas.microsoft.com/office/drawing/2014/main" id="{4BBF7548-7225-45FE-9A10-65886FB34707}"/>
                </a:ext>
              </a:extLst>
            </p:cNvPr>
            <p:cNvSpPr/>
            <p:nvPr/>
          </p:nvSpPr>
          <p:spPr>
            <a:xfrm>
              <a:off x="5252061" y="3936851"/>
              <a:ext cx="312301"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1.0</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50" name="직사각형 49">
              <a:extLst>
                <a:ext uri="{FF2B5EF4-FFF2-40B4-BE49-F238E27FC236}">
                  <a16:creationId xmlns:a16="http://schemas.microsoft.com/office/drawing/2014/main" id="{0099D557-BF76-4993-8B24-706C4B6CA816}"/>
                </a:ext>
              </a:extLst>
            </p:cNvPr>
            <p:cNvSpPr/>
            <p:nvPr/>
          </p:nvSpPr>
          <p:spPr>
            <a:xfrm>
              <a:off x="5500069" y="3936851"/>
              <a:ext cx="312301"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1.5</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51" name="직사각형 50">
              <a:extLst>
                <a:ext uri="{FF2B5EF4-FFF2-40B4-BE49-F238E27FC236}">
                  <a16:creationId xmlns:a16="http://schemas.microsoft.com/office/drawing/2014/main" id="{AAE67A73-7281-4EF4-BE20-2A1863653D9E}"/>
                </a:ext>
              </a:extLst>
            </p:cNvPr>
            <p:cNvSpPr/>
            <p:nvPr/>
          </p:nvSpPr>
          <p:spPr>
            <a:xfrm>
              <a:off x="5841983" y="3936851"/>
              <a:ext cx="128588"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0</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52" name="직사각형 51">
              <a:extLst>
                <a:ext uri="{FF2B5EF4-FFF2-40B4-BE49-F238E27FC236}">
                  <a16:creationId xmlns:a16="http://schemas.microsoft.com/office/drawing/2014/main" id="{8F12E62A-BE00-4030-9552-7CF8EB3BDD34}"/>
                </a:ext>
              </a:extLst>
            </p:cNvPr>
            <p:cNvSpPr/>
            <p:nvPr/>
          </p:nvSpPr>
          <p:spPr>
            <a:xfrm>
              <a:off x="5757251" y="3936851"/>
              <a:ext cx="312301"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2.0</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53" name="직사각형 52">
              <a:extLst>
                <a:ext uri="{FF2B5EF4-FFF2-40B4-BE49-F238E27FC236}">
                  <a16:creationId xmlns:a16="http://schemas.microsoft.com/office/drawing/2014/main" id="{A84918E7-4BDB-41DA-A1F8-8F58EAC6582F}"/>
                </a:ext>
              </a:extLst>
            </p:cNvPr>
            <p:cNvSpPr/>
            <p:nvPr/>
          </p:nvSpPr>
          <p:spPr>
            <a:xfrm>
              <a:off x="4465826" y="3936851"/>
              <a:ext cx="342245"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-0.5</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54" name="직사각형 53">
              <a:extLst>
                <a:ext uri="{FF2B5EF4-FFF2-40B4-BE49-F238E27FC236}">
                  <a16:creationId xmlns:a16="http://schemas.microsoft.com/office/drawing/2014/main" id="{7A36195E-3F13-4271-9548-C741ED5344CD}"/>
                </a:ext>
              </a:extLst>
            </p:cNvPr>
            <p:cNvSpPr/>
            <p:nvPr/>
          </p:nvSpPr>
          <p:spPr>
            <a:xfrm>
              <a:off x="4215722" y="3936851"/>
              <a:ext cx="342245"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-1.0</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55" name="직사각형 54">
              <a:extLst>
                <a:ext uri="{FF2B5EF4-FFF2-40B4-BE49-F238E27FC236}">
                  <a16:creationId xmlns:a16="http://schemas.microsoft.com/office/drawing/2014/main" id="{3B1102A0-89A0-4C77-B072-515F050C92FA}"/>
                </a:ext>
              </a:extLst>
            </p:cNvPr>
            <p:cNvSpPr/>
            <p:nvPr/>
          </p:nvSpPr>
          <p:spPr>
            <a:xfrm>
              <a:off x="3960271" y="3936851"/>
              <a:ext cx="342245"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-1.5</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56" name="직사각형 55">
              <a:extLst>
                <a:ext uri="{FF2B5EF4-FFF2-40B4-BE49-F238E27FC236}">
                  <a16:creationId xmlns:a16="http://schemas.microsoft.com/office/drawing/2014/main" id="{CF736F6D-48BA-4001-88DF-8FFE1BF6B62E}"/>
                </a:ext>
              </a:extLst>
            </p:cNvPr>
            <p:cNvSpPr/>
            <p:nvPr/>
          </p:nvSpPr>
          <p:spPr>
            <a:xfrm>
              <a:off x="3709582" y="3936851"/>
              <a:ext cx="342245"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-2.0</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57" name="직사각형 56">
              <a:extLst>
                <a:ext uri="{FF2B5EF4-FFF2-40B4-BE49-F238E27FC236}">
                  <a16:creationId xmlns:a16="http://schemas.microsoft.com/office/drawing/2014/main" id="{90BE3E39-D4BA-499D-BE97-D6D88E772EC1}"/>
                </a:ext>
              </a:extLst>
            </p:cNvPr>
            <p:cNvSpPr/>
            <p:nvPr/>
          </p:nvSpPr>
          <p:spPr>
            <a:xfrm>
              <a:off x="3655198" y="3936851"/>
              <a:ext cx="136416"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b="1" dirty="0">
                <a:solidFill>
                  <a:schemeClr val="tx1"/>
                </a:solidFill>
                <a:latin typeface="Arial" panose="020B0604020202020204" pitchFamily="34" charset="0"/>
                <a:cs typeface="Arial" panose="020B0604020202020204" pitchFamily="34" charset="0"/>
              </a:endParaRPr>
            </a:p>
          </p:txBody>
        </p:sp>
        <p:sp>
          <p:nvSpPr>
            <p:cNvPr id="58" name="직사각형 57">
              <a:extLst>
                <a:ext uri="{FF2B5EF4-FFF2-40B4-BE49-F238E27FC236}">
                  <a16:creationId xmlns:a16="http://schemas.microsoft.com/office/drawing/2014/main" id="{20CBD956-71E3-4AAF-8F00-AB3E38F1B549}"/>
                </a:ext>
              </a:extLst>
            </p:cNvPr>
            <p:cNvSpPr/>
            <p:nvPr/>
          </p:nvSpPr>
          <p:spPr>
            <a:xfrm>
              <a:off x="5030341" y="3234126"/>
              <a:ext cx="967860" cy="1509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helvetica" panose="020B0604020202020204" pitchFamily="34" charset="0"/>
                  <a:cs typeface="helvetica" panose="020B0604020202020204" pitchFamily="34" charset="0"/>
                </a:rPr>
                <a:t>FWHM = 150 nm</a:t>
              </a:r>
              <a:endParaRPr lang="ko-KR" altLang="en-US" sz="800" dirty="0">
                <a:solidFill>
                  <a:schemeClr val="tx1"/>
                </a:solidFill>
                <a:latin typeface="helvetica" panose="020B0604020202020204" pitchFamily="34" charset="0"/>
                <a:cs typeface="helvetica" panose="020B0604020202020204" pitchFamily="34" charset="0"/>
              </a:endParaRPr>
            </a:p>
          </p:txBody>
        </p:sp>
        <p:sp>
          <p:nvSpPr>
            <p:cNvPr id="63" name="직사각형 62">
              <a:extLst>
                <a:ext uri="{FF2B5EF4-FFF2-40B4-BE49-F238E27FC236}">
                  <a16:creationId xmlns:a16="http://schemas.microsoft.com/office/drawing/2014/main" id="{47577350-B71C-43A6-B05B-CE5B3EEC950E}"/>
                </a:ext>
              </a:extLst>
            </p:cNvPr>
            <p:cNvSpPr/>
            <p:nvPr/>
          </p:nvSpPr>
          <p:spPr>
            <a:xfrm>
              <a:off x="3549596" y="3872875"/>
              <a:ext cx="128588" cy="997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0</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64" name="직사각형 63">
              <a:extLst>
                <a:ext uri="{FF2B5EF4-FFF2-40B4-BE49-F238E27FC236}">
                  <a16:creationId xmlns:a16="http://schemas.microsoft.com/office/drawing/2014/main" id="{F9023040-F106-422D-A5F4-BFA78771F94B}"/>
                </a:ext>
              </a:extLst>
            </p:cNvPr>
            <p:cNvSpPr/>
            <p:nvPr/>
          </p:nvSpPr>
          <p:spPr>
            <a:xfrm>
              <a:off x="3444537" y="3640850"/>
              <a:ext cx="338707" cy="99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0.2</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65" name="직사각형 64">
              <a:extLst>
                <a:ext uri="{FF2B5EF4-FFF2-40B4-BE49-F238E27FC236}">
                  <a16:creationId xmlns:a16="http://schemas.microsoft.com/office/drawing/2014/main" id="{EC707FFB-9A3C-4FA8-8A5F-9F4F43F699F8}"/>
                </a:ext>
              </a:extLst>
            </p:cNvPr>
            <p:cNvSpPr/>
            <p:nvPr/>
          </p:nvSpPr>
          <p:spPr>
            <a:xfrm>
              <a:off x="3444537" y="3405653"/>
              <a:ext cx="338707" cy="99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a:solidFill>
                    <a:schemeClr val="tx1"/>
                  </a:solidFill>
                  <a:latin typeface="Arial" panose="020B0604020202020204" pitchFamily="34" charset="0"/>
                  <a:cs typeface="Arial" panose="020B0604020202020204" pitchFamily="34" charset="0"/>
                </a:rPr>
                <a:t>0.4</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66" name="직사각형 65">
              <a:extLst>
                <a:ext uri="{FF2B5EF4-FFF2-40B4-BE49-F238E27FC236}">
                  <a16:creationId xmlns:a16="http://schemas.microsoft.com/office/drawing/2014/main" id="{0E6C3605-B1A8-4806-9D0D-1172770D1BE9}"/>
                </a:ext>
              </a:extLst>
            </p:cNvPr>
            <p:cNvSpPr/>
            <p:nvPr/>
          </p:nvSpPr>
          <p:spPr>
            <a:xfrm>
              <a:off x="3444537" y="3170456"/>
              <a:ext cx="338707" cy="99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0.6</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67" name="직사각형 66">
              <a:extLst>
                <a:ext uri="{FF2B5EF4-FFF2-40B4-BE49-F238E27FC236}">
                  <a16:creationId xmlns:a16="http://schemas.microsoft.com/office/drawing/2014/main" id="{2DB0C34C-424C-432A-A5EE-F167A8B6A037}"/>
                </a:ext>
              </a:extLst>
            </p:cNvPr>
            <p:cNvSpPr/>
            <p:nvPr/>
          </p:nvSpPr>
          <p:spPr>
            <a:xfrm>
              <a:off x="3444537" y="2930497"/>
              <a:ext cx="338707" cy="99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0.8</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68" name="직사각형 67">
              <a:extLst>
                <a:ext uri="{FF2B5EF4-FFF2-40B4-BE49-F238E27FC236}">
                  <a16:creationId xmlns:a16="http://schemas.microsoft.com/office/drawing/2014/main" id="{EE70F6EE-2172-463F-AB4C-9F7648C53E9F}"/>
                </a:ext>
              </a:extLst>
            </p:cNvPr>
            <p:cNvSpPr/>
            <p:nvPr/>
          </p:nvSpPr>
          <p:spPr>
            <a:xfrm>
              <a:off x="3444537" y="2690538"/>
              <a:ext cx="338707" cy="99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1.0</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69" name="직사각형 68">
              <a:extLst>
                <a:ext uri="{FF2B5EF4-FFF2-40B4-BE49-F238E27FC236}">
                  <a16:creationId xmlns:a16="http://schemas.microsoft.com/office/drawing/2014/main" id="{06D8505D-B6E0-445F-9680-DE2BCB0355B4}"/>
                </a:ext>
              </a:extLst>
            </p:cNvPr>
            <p:cNvSpPr/>
            <p:nvPr/>
          </p:nvSpPr>
          <p:spPr>
            <a:xfrm>
              <a:off x="3444537" y="2450579"/>
              <a:ext cx="338707" cy="99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latin typeface="Arial" panose="020B0604020202020204" pitchFamily="34" charset="0"/>
                  <a:cs typeface="Arial" panose="020B0604020202020204" pitchFamily="34" charset="0"/>
                </a:rPr>
                <a:t>1.2</a:t>
              </a:r>
              <a:endParaRPr lang="ko-KR" altLang="en-US" sz="600" b="1" dirty="0">
                <a:solidFill>
                  <a:schemeClr val="tx1"/>
                </a:solidFill>
                <a:latin typeface="Arial" panose="020B0604020202020204" pitchFamily="34" charset="0"/>
                <a:cs typeface="Arial" panose="020B0604020202020204" pitchFamily="34" charset="0"/>
              </a:endParaRPr>
            </a:p>
          </p:txBody>
        </p:sp>
        <p:sp>
          <p:nvSpPr>
            <p:cNvPr id="70" name="Rectangle 21">
              <a:extLst>
                <a:ext uri="{FF2B5EF4-FFF2-40B4-BE49-F238E27FC236}">
                  <a16:creationId xmlns:a16="http://schemas.microsoft.com/office/drawing/2014/main" id="{FE4A746A-550C-494A-B9E9-C7B591198C52}"/>
                </a:ext>
              </a:extLst>
            </p:cNvPr>
            <p:cNvSpPr>
              <a:spLocks noChangeArrowheads="1"/>
            </p:cNvSpPr>
            <p:nvPr/>
          </p:nvSpPr>
          <p:spPr bwMode="auto">
            <a:xfrm>
              <a:off x="4514076" y="4074037"/>
              <a:ext cx="799899" cy="153888"/>
            </a:xfrm>
            <a:prstGeom prst="rect">
              <a:avLst/>
            </a:prstGeom>
            <a:solidFill>
              <a:schemeClr val="bg1"/>
            </a:solidFill>
            <a:ln>
              <a:noFill/>
            </a:ln>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0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1" name="Rectangle 21">
              <a:extLst>
                <a:ext uri="{FF2B5EF4-FFF2-40B4-BE49-F238E27FC236}">
                  <a16:creationId xmlns:a16="http://schemas.microsoft.com/office/drawing/2014/main" id="{F8148E58-401B-438D-8424-51A28B9BA5F2}"/>
                </a:ext>
              </a:extLst>
            </p:cNvPr>
            <p:cNvSpPr>
              <a:spLocks noChangeArrowheads="1"/>
            </p:cNvSpPr>
            <p:nvPr/>
          </p:nvSpPr>
          <p:spPr bwMode="auto">
            <a:xfrm rot="16200000">
              <a:off x="2673284" y="3133066"/>
              <a:ext cx="1527286" cy="153888"/>
            </a:xfrm>
            <a:prstGeom prst="rect">
              <a:avLst/>
            </a:prstGeom>
            <a:solidFill>
              <a:schemeClr val="bg1"/>
            </a:solidFill>
            <a:ln>
              <a:noFill/>
            </a:ln>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0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lang="en-US" altLang="ko-KR" sz="1000" dirty="0" err="1">
                  <a:solidFill>
                    <a:srgbClr val="262626"/>
                  </a:solidFill>
                  <a:latin typeface="helvetica" panose="020B0604020202020204" pitchFamily="34" charset="0"/>
                  <a:cs typeface="helvetica" panose="020B0604020202020204" pitchFamily="34" charset="0"/>
                </a:rPr>
                <a:t>a.u</a:t>
              </a:r>
              <a:r>
                <a:rPr lang="en-US" altLang="ko-KR" sz="1000" dirty="0">
                  <a:solidFill>
                    <a:srgbClr val="262626"/>
                  </a:solidFill>
                  <a:latin typeface="helvetica" panose="020B0604020202020204" pitchFamily="34" charset="0"/>
                  <a:cs typeface="helvetica" panose="020B0604020202020204" pitchFamily="34" charset="0"/>
                </a:rPr>
                <a:t>.)</a:t>
              </a:r>
              <a:r>
                <a:rPr kumimoji="0" lang="en-US" altLang="ko-KR" sz="10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64132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 name="Rectangle 21"/>
          <p:cNvSpPr>
            <a:spLocks noChangeArrowheads="1"/>
          </p:cNvSpPr>
          <p:nvPr/>
        </p:nvSpPr>
        <p:spPr bwMode="auto">
          <a:xfrm>
            <a:off x="707249" y="6207717"/>
            <a:ext cx="5472454" cy="181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latinLnBrk="1">
              <a:lnSpc>
                <a:spcPct val="150000"/>
              </a:lnSpc>
              <a:spcAft>
                <a:spcPts val="1000"/>
              </a:spcAft>
            </a:pP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Fig. 4</a:t>
            </a:r>
            <a:r>
              <a:rPr lang="en-US" altLang="ko-KR" sz="1000" b="1" kern="100" dirty="0">
                <a:effectLst/>
                <a:latin typeface="맑은 고딕" panose="020B0503020000020004" pitchFamily="34" charset="-127"/>
                <a:ea typeface="맑은 고딕" panose="020B0503020000020004" pitchFamily="34" charset="-127"/>
                <a:cs typeface="Times New Roman" panose="02020603050405020304" pitchFamily="18" charset="0"/>
              </a:rPr>
              <a:t>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NS-SOFI resolution gain tested by computational test targets.</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a</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Two diverging filaments as the ground truth for our computational resolution test.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b</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Mean image of the speckle-fluctuated image stack equivalent to a wide-field diffraction-limited image under uniform illumination.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c</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The second order S-SOFI images under far-field (left, 2</a:t>
            </a:r>
            <a:r>
              <a:rPr lang="en-US" altLang="ko-KR" sz="1000" b="0" kern="100" baseline="30000" dirty="0">
                <a:effectLst/>
                <a:latin typeface="Times New Roman" panose="02020603050405020304" pitchFamily="18" charset="0"/>
                <a:ea typeface="SimSun" panose="02010600030101010101" pitchFamily="2" charset="-122"/>
                <a:cs typeface="Times New Roman" panose="02020603050405020304" pitchFamily="18" charset="0"/>
              </a:rPr>
              <a:t>nd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S-SOFI) and near-field (right, 2</a:t>
            </a:r>
            <a:r>
              <a:rPr lang="en-US" altLang="ko-KR" sz="1000" b="0" kern="100" baseline="30000" dirty="0">
                <a:effectLst/>
                <a:latin typeface="Times New Roman" panose="02020603050405020304" pitchFamily="18" charset="0"/>
                <a:ea typeface="SimSun" panose="02010600030101010101" pitchFamily="2" charset="-122"/>
                <a:cs typeface="Times New Roman" panose="02020603050405020304" pitchFamily="18" charset="0"/>
              </a:rPr>
              <a:t>nd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NS-SOFI) speckle illumination.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Third-order S-SOFI images under far-field (left, 3</a:t>
            </a:r>
            <a:r>
              <a:rPr lang="en-US" altLang="ko-KR" sz="1000" b="0" kern="100" baseline="30000" dirty="0">
                <a:effectLst/>
                <a:latin typeface="Times New Roman" panose="02020603050405020304" pitchFamily="18" charset="0"/>
                <a:ea typeface="SimSun" panose="02010600030101010101" pitchFamily="2" charset="-122"/>
                <a:cs typeface="Times New Roman" panose="02020603050405020304" pitchFamily="18" charset="0"/>
              </a:rPr>
              <a:t>rd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S-SOFI) and near-field (right, 3</a:t>
            </a:r>
            <a:r>
              <a:rPr lang="en-US" altLang="ko-KR" sz="1000" b="0" kern="100" baseline="30000" dirty="0">
                <a:effectLst/>
                <a:latin typeface="Times New Roman" panose="02020603050405020304" pitchFamily="18" charset="0"/>
                <a:ea typeface="SimSun" panose="02010600030101010101" pitchFamily="2" charset="-122"/>
                <a:cs typeface="Times New Roman" panose="02020603050405020304" pitchFamily="18" charset="0"/>
              </a:rPr>
              <a:t>rd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NS-SOFI) speckle illumination.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e</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Cross-sectional intensity profiles along linecuts over the mean image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b</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2</a:t>
            </a:r>
            <a:r>
              <a:rPr lang="en-US" altLang="ko-KR" sz="1000" b="0" kern="100" baseline="30000" dirty="0">
                <a:effectLst/>
                <a:latin typeface="Times New Roman" panose="02020603050405020304" pitchFamily="18" charset="0"/>
                <a:ea typeface="SimSun" panose="02010600030101010101" pitchFamily="2" charset="-122"/>
                <a:cs typeface="Times New Roman" panose="02020603050405020304" pitchFamily="18" charset="0"/>
              </a:rPr>
              <a:t>nd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S-SOFI image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c</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left), and 2</a:t>
            </a:r>
            <a:r>
              <a:rPr lang="en-US" altLang="ko-KR" sz="1000" b="0" kern="100" baseline="30000" dirty="0">
                <a:effectLst/>
                <a:latin typeface="Times New Roman" panose="02020603050405020304" pitchFamily="18" charset="0"/>
                <a:ea typeface="SimSun" panose="02010600030101010101" pitchFamily="2" charset="-122"/>
                <a:cs typeface="Times New Roman" panose="02020603050405020304" pitchFamily="18" charset="0"/>
              </a:rPr>
              <a:t>nd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NS-SOFI image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c</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right).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f</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Cross-sectional intensity profiles along linecuts over the mean image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b</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3</a:t>
            </a:r>
            <a:r>
              <a:rPr lang="en-US" altLang="ko-KR" sz="1000" b="0" kern="100" baseline="30000" dirty="0">
                <a:effectLst/>
                <a:latin typeface="Times New Roman" panose="02020603050405020304" pitchFamily="18" charset="0"/>
                <a:ea typeface="SimSun" panose="02010600030101010101" pitchFamily="2" charset="-122"/>
                <a:cs typeface="Times New Roman" panose="02020603050405020304" pitchFamily="18" charset="0"/>
              </a:rPr>
              <a:t>rd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S-SOFI image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left), and 3</a:t>
            </a:r>
            <a:r>
              <a:rPr lang="en-US" altLang="ko-KR" sz="1000" b="0" kern="100" baseline="30000" dirty="0">
                <a:effectLst/>
                <a:latin typeface="Times New Roman" panose="02020603050405020304" pitchFamily="18" charset="0"/>
                <a:ea typeface="SimSun" panose="02010600030101010101" pitchFamily="2" charset="-122"/>
                <a:cs typeface="Times New Roman" panose="02020603050405020304" pitchFamily="18" charset="0"/>
              </a:rPr>
              <a:t>rd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NS-SOFI image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right). Scale bars: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a-d</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 300 nm</a:t>
            </a:r>
            <a:endParaRPr lang="ko-KR" altLang="ko-KR" sz="1000" b="1" kern="100" dirty="0">
              <a:effectLst/>
              <a:latin typeface="맑은 고딕" panose="020B0503020000020004" pitchFamily="34" charset="-127"/>
              <a:ea typeface="맑은 고딕" panose="020B0503020000020004" pitchFamily="34" charset="-127"/>
              <a:cs typeface="Times New Roman" panose="02020603050405020304" pitchFamily="18" charset="0"/>
            </a:endParaRPr>
          </a:p>
        </p:txBody>
      </p:sp>
      <p:sp>
        <p:nvSpPr>
          <p:cNvPr id="1364" name="직사각형 1363"/>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grpSp>
        <p:nvGrpSpPr>
          <p:cNvPr id="2" name="그룹 1">
            <a:extLst>
              <a:ext uri="{FF2B5EF4-FFF2-40B4-BE49-F238E27FC236}">
                <a16:creationId xmlns:a16="http://schemas.microsoft.com/office/drawing/2014/main" id="{75E63D10-FF40-40E9-8302-86B973870CE7}"/>
              </a:ext>
            </a:extLst>
          </p:cNvPr>
          <p:cNvGrpSpPr/>
          <p:nvPr/>
        </p:nvGrpSpPr>
        <p:grpSpPr>
          <a:xfrm>
            <a:off x="628545" y="1115686"/>
            <a:ext cx="5600906" cy="4880821"/>
            <a:chOff x="628545" y="1115686"/>
            <a:chExt cx="5600906" cy="4880821"/>
          </a:xfrm>
        </p:grpSpPr>
        <p:sp>
          <p:nvSpPr>
            <p:cNvPr id="148" name="제목 1"/>
            <p:cNvSpPr txBox="1">
              <a:spLocks/>
            </p:cNvSpPr>
            <p:nvPr/>
          </p:nvSpPr>
          <p:spPr>
            <a:xfrm>
              <a:off x="994729" y="1128443"/>
              <a:ext cx="517278" cy="219924"/>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Object</a:t>
              </a:r>
              <a:endParaRPr lang="ko-KR" altLang="en-US" sz="800" dirty="0">
                <a:latin typeface="helvetica" panose="020B0604020202020204" pitchFamily="34" charset="0"/>
                <a:cs typeface="helvetica" panose="020B0604020202020204" pitchFamily="34" charset="0"/>
              </a:endParaRPr>
            </a:p>
          </p:txBody>
        </p:sp>
        <p:sp>
          <p:nvSpPr>
            <p:cNvPr id="149" name="제목 1"/>
            <p:cNvSpPr txBox="1">
              <a:spLocks/>
            </p:cNvSpPr>
            <p:nvPr/>
          </p:nvSpPr>
          <p:spPr>
            <a:xfrm>
              <a:off x="1901929" y="1151148"/>
              <a:ext cx="541809" cy="174515"/>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Mean</a:t>
              </a:r>
              <a:endParaRPr lang="ko-KR" altLang="en-US" sz="800" dirty="0">
                <a:latin typeface="helvetica" panose="020B0604020202020204" pitchFamily="34" charset="0"/>
                <a:cs typeface="helvetica" panose="020B0604020202020204" pitchFamily="34" charset="0"/>
              </a:endParaRPr>
            </a:p>
          </p:txBody>
        </p:sp>
        <p:sp>
          <p:nvSpPr>
            <p:cNvPr id="150" name="제목 1"/>
            <p:cNvSpPr txBox="1">
              <a:spLocks/>
            </p:cNvSpPr>
            <p:nvPr/>
          </p:nvSpPr>
          <p:spPr>
            <a:xfrm>
              <a:off x="2768885" y="1115686"/>
              <a:ext cx="813421" cy="245437"/>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2</a:t>
              </a:r>
              <a:r>
                <a:rPr lang="en-US" altLang="ko-KR" sz="800" baseline="30000" dirty="0">
                  <a:latin typeface="helvetica" panose="020B0604020202020204" pitchFamily="34" charset="0"/>
                  <a:cs typeface="helvetica" panose="020B0604020202020204" pitchFamily="34" charset="0"/>
                </a:rPr>
                <a:t>nd</a:t>
              </a:r>
              <a:r>
                <a:rPr lang="en-US" altLang="ko-KR" sz="800" dirty="0">
                  <a:latin typeface="helvetica" panose="020B0604020202020204" pitchFamily="34" charset="0"/>
                  <a:cs typeface="helvetica" panose="020B0604020202020204" pitchFamily="34" charset="0"/>
                </a:rPr>
                <a:t> S-SOFI</a:t>
              </a:r>
              <a:endParaRPr lang="ko-KR" altLang="en-US" sz="800" dirty="0">
                <a:latin typeface="helvetica" panose="020B0604020202020204" pitchFamily="34" charset="0"/>
                <a:cs typeface="helvetica" panose="020B0604020202020204" pitchFamily="34" charset="0"/>
              </a:endParaRPr>
            </a:p>
          </p:txBody>
        </p:sp>
        <p:sp>
          <p:nvSpPr>
            <p:cNvPr id="388" name="제목 1"/>
            <p:cNvSpPr txBox="1">
              <a:spLocks/>
            </p:cNvSpPr>
            <p:nvPr/>
          </p:nvSpPr>
          <p:spPr>
            <a:xfrm>
              <a:off x="4437793" y="1145840"/>
              <a:ext cx="813421" cy="185129"/>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3</a:t>
              </a:r>
              <a:r>
                <a:rPr lang="en-US" altLang="ko-KR" sz="800" baseline="30000" dirty="0">
                  <a:latin typeface="helvetica" panose="020B0604020202020204" pitchFamily="34" charset="0"/>
                  <a:cs typeface="helvetica" panose="020B0604020202020204" pitchFamily="34" charset="0"/>
                </a:rPr>
                <a:t>rd</a:t>
              </a:r>
              <a:r>
                <a:rPr lang="en-US" altLang="ko-KR" sz="800" dirty="0">
                  <a:latin typeface="helvetica" panose="020B0604020202020204" pitchFamily="34" charset="0"/>
                  <a:cs typeface="helvetica" panose="020B0604020202020204" pitchFamily="34" charset="0"/>
                </a:rPr>
                <a:t> S-SOFI</a:t>
              </a:r>
              <a:endParaRPr lang="ko-KR" altLang="en-US" sz="800" dirty="0">
                <a:latin typeface="helvetica" panose="020B0604020202020204" pitchFamily="34" charset="0"/>
                <a:cs typeface="helvetica" panose="020B0604020202020204" pitchFamily="34" charset="0"/>
              </a:endParaRPr>
            </a:p>
          </p:txBody>
        </p:sp>
        <p:sp>
          <p:nvSpPr>
            <p:cNvPr id="514" name="제목 1"/>
            <p:cNvSpPr txBox="1">
              <a:spLocks/>
            </p:cNvSpPr>
            <p:nvPr/>
          </p:nvSpPr>
          <p:spPr>
            <a:xfrm>
              <a:off x="3482729" y="1117974"/>
              <a:ext cx="813421" cy="240861"/>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2</a:t>
              </a:r>
              <a:r>
                <a:rPr lang="en-US" altLang="ko-KR" sz="800" baseline="30000" dirty="0">
                  <a:latin typeface="helvetica" panose="020B0604020202020204" pitchFamily="34" charset="0"/>
                  <a:cs typeface="helvetica" panose="020B0604020202020204" pitchFamily="34" charset="0"/>
                </a:rPr>
                <a:t>nd</a:t>
              </a:r>
              <a:r>
                <a:rPr lang="en-US" altLang="ko-KR" sz="800" dirty="0">
                  <a:latin typeface="helvetica" panose="020B0604020202020204" pitchFamily="34" charset="0"/>
                  <a:cs typeface="helvetica" panose="020B0604020202020204" pitchFamily="34" charset="0"/>
                </a:rPr>
                <a:t> NS-SOFI</a:t>
              </a:r>
              <a:endParaRPr lang="ko-KR" altLang="en-US" sz="800" dirty="0">
                <a:latin typeface="helvetica" panose="020B0604020202020204" pitchFamily="34" charset="0"/>
                <a:cs typeface="helvetica" panose="020B0604020202020204" pitchFamily="34" charset="0"/>
              </a:endParaRPr>
            </a:p>
          </p:txBody>
        </p:sp>
        <p:sp>
          <p:nvSpPr>
            <p:cNvPr id="833" name="제목 1"/>
            <p:cNvSpPr txBox="1">
              <a:spLocks/>
            </p:cNvSpPr>
            <p:nvPr/>
          </p:nvSpPr>
          <p:spPr>
            <a:xfrm>
              <a:off x="5151770" y="1145840"/>
              <a:ext cx="813421" cy="185129"/>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3</a:t>
              </a:r>
              <a:r>
                <a:rPr lang="en-US" altLang="ko-KR" sz="800" baseline="30000" dirty="0">
                  <a:latin typeface="helvetica" panose="020B0604020202020204" pitchFamily="34" charset="0"/>
                  <a:cs typeface="helvetica" panose="020B0604020202020204" pitchFamily="34" charset="0"/>
                </a:rPr>
                <a:t>rd</a:t>
              </a:r>
              <a:r>
                <a:rPr lang="en-US" altLang="ko-KR" sz="800" dirty="0">
                  <a:latin typeface="helvetica" panose="020B0604020202020204" pitchFamily="34" charset="0"/>
                  <a:cs typeface="helvetica" panose="020B0604020202020204" pitchFamily="34" charset="0"/>
                </a:rPr>
                <a:t> NS-SOFI</a:t>
              </a:r>
              <a:endParaRPr lang="ko-KR" altLang="en-US" sz="800" dirty="0">
                <a:latin typeface="helvetica" panose="020B0604020202020204" pitchFamily="34" charset="0"/>
                <a:cs typeface="helvetica" panose="020B0604020202020204" pitchFamily="34" charset="0"/>
              </a:endParaRPr>
            </a:p>
          </p:txBody>
        </p:sp>
        <p:grpSp>
          <p:nvGrpSpPr>
            <p:cNvPr id="1860" name="그룹 1859"/>
            <p:cNvGrpSpPr/>
            <p:nvPr/>
          </p:nvGrpSpPr>
          <p:grpSpPr>
            <a:xfrm>
              <a:off x="909847" y="1306615"/>
              <a:ext cx="671498" cy="2122265"/>
              <a:chOff x="1235432" y="3065625"/>
              <a:chExt cx="731531" cy="2312000"/>
            </a:xfrm>
          </p:grpSpPr>
          <p:pic>
            <p:nvPicPr>
              <p:cNvPr id="151"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5432" y="3065625"/>
                <a:ext cx="731531" cy="231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13" name="직선 연결선 912"/>
              <p:cNvCxnSpPr/>
              <p:nvPr/>
            </p:nvCxnSpPr>
            <p:spPr>
              <a:xfrm>
                <a:off x="1621426" y="5310333"/>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861" name="그룹 1860"/>
            <p:cNvGrpSpPr/>
            <p:nvPr/>
          </p:nvGrpSpPr>
          <p:grpSpPr>
            <a:xfrm>
              <a:off x="2842296" y="1307432"/>
              <a:ext cx="673080" cy="2127265"/>
              <a:chOff x="2098714" y="3060441"/>
              <a:chExt cx="733255" cy="2317447"/>
            </a:xfrm>
          </p:grpSpPr>
          <p:grpSp>
            <p:nvGrpSpPr>
              <p:cNvPr id="829" name="그룹 828"/>
              <p:cNvGrpSpPr/>
              <p:nvPr/>
            </p:nvGrpSpPr>
            <p:grpSpPr>
              <a:xfrm>
                <a:off x="2098714" y="3060441"/>
                <a:ext cx="733255" cy="2317447"/>
                <a:chOff x="2098714" y="3060441"/>
                <a:chExt cx="733255" cy="2317447"/>
              </a:xfrm>
            </p:grpSpPr>
            <p:pic>
              <p:nvPicPr>
                <p:cNvPr id="1537" name="Picture 5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714" y="3060441"/>
                  <a:ext cx="733255" cy="231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34" name="직선 연결선 533"/>
                <p:cNvCxnSpPr/>
                <p:nvPr/>
              </p:nvCxnSpPr>
              <p:spPr>
                <a:xfrm>
                  <a:off x="2133600" y="4075478"/>
                  <a:ext cx="474133" cy="0"/>
                </a:xfrm>
                <a:prstGeom prst="line">
                  <a:avLst/>
                </a:prstGeom>
                <a:ln w="19050">
                  <a:solidFill>
                    <a:srgbClr val="00B0F0"/>
                  </a:solidFill>
                  <a:prstDash val="sysDash"/>
                </a:ln>
              </p:spPr>
              <p:style>
                <a:lnRef idx="1">
                  <a:schemeClr val="accent1"/>
                </a:lnRef>
                <a:fillRef idx="0">
                  <a:schemeClr val="accent1"/>
                </a:fillRef>
                <a:effectRef idx="0">
                  <a:schemeClr val="accent1"/>
                </a:effectRef>
                <a:fontRef idx="minor">
                  <a:schemeClr val="tx1"/>
                </a:fontRef>
              </p:style>
            </p:cxnSp>
          </p:grpSp>
          <p:cxnSp>
            <p:nvCxnSpPr>
              <p:cNvPr id="915" name="직선 연결선 914"/>
              <p:cNvCxnSpPr/>
              <p:nvPr/>
            </p:nvCxnSpPr>
            <p:spPr>
              <a:xfrm>
                <a:off x="2497726" y="5310333"/>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862" name="그룹 1861"/>
            <p:cNvGrpSpPr/>
            <p:nvPr/>
          </p:nvGrpSpPr>
          <p:grpSpPr>
            <a:xfrm>
              <a:off x="3568919" y="1307044"/>
              <a:ext cx="672133" cy="2124272"/>
              <a:chOff x="2934300" y="3063438"/>
              <a:chExt cx="732223" cy="2314187"/>
            </a:xfrm>
          </p:grpSpPr>
          <p:grpSp>
            <p:nvGrpSpPr>
              <p:cNvPr id="828" name="그룹 827"/>
              <p:cNvGrpSpPr/>
              <p:nvPr/>
            </p:nvGrpSpPr>
            <p:grpSpPr>
              <a:xfrm>
                <a:off x="2934300" y="3063438"/>
                <a:ext cx="732223" cy="2314187"/>
                <a:chOff x="2934300" y="3063438"/>
                <a:chExt cx="732223" cy="2314187"/>
              </a:xfrm>
            </p:grpSpPr>
            <p:pic>
              <p:nvPicPr>
                <p:cNvPr id="1691" name="Picture 6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4300" y="3063438"/>
                  <a:ext cx="732223" cy="231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32" name="직선 연결선 831"/>
                <p:cNvCxnSpPr/>
                <p:nvPr/>
              </p:nvCxnSpPr>
              <p:spPr>
                <a:xfrm>
                  <a:off x="2974446" y="3986422"/>
                  <a:ext cx="474133" cy="0"/>
                </a:xfrm>
                <a:prstGeom prst="line">
                  <a:avLst/>
                </a:prstGeom>
                <a:ln w="19050">
                  <a:solidFill>
                    <a:srgbClr val="0000FF"/>
                  </a:solidFill>
                  <a:prstDash val="sysDash"/>
                </a:ln>
              </p:spPr>
              <p:style>
                <a:lnRef idx="1">
                  <a:schemeClr val="accent1"/>
                </a:lnRef>
                <a:fillRef idx="0">
                  <a:schemeClr val="accent1"/>
                </a:fillRef>
                <a:effectRef idx="0">
                  <a:schemeClr val="accent1"/>
                </a:effectRef>
                <a:fontRef idx="minor">
                  <a:schemeClr val="tx1"/>
                </a:fontRef>
              </p:style>
            </p:cxnSp>
          </p:grpSp>
          <p:cxnSp>
            <p:nvCxnSpPr>
              <p:cNvPr id="916" name="직선 연결선 915"/>
              <p:cNvCxnSpPr/>
              <p:nvPr/>
            </p:nvCxnSpPr>
            <p:spPr>
              <a:xfrm>
                <a:off x="3332629" y="5310333"/>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865" name="그룹 1864"/>
            <p:cNvGrpSpPr/>
            <p:nvPr/>
          </p:nvGrpSpPr>
          <p:grpSpPr>
            <a:xfrm>
              <a:off x="1824691" y="1293901"/>
              <a:ext cx="705221" cy="2134979"/>
              <a:chOff x="1244431" y="5622657"/>
              <a:chExt cx="732223" cy="2314187"/>
            </a:xfrm>
          </p:grpSpPr>
          <p:grpSp>
            <p:nvGrpSpPr>
              <p:cNvPr id="1859" name="그룹 1858"/>
              <p:cNvGrpSpPr/>
              <p:nvPr/>
            </p:nvGrpSpPr>
            <p:grpSpPr>
              <a:xfrm>
                <a:off x="1244431" y="5622657"/>
                <a:ext cx="732223" cy="2314187"/>
                <a:chOff x="1244431" y="5622657"/>
                <a:chExt cx="732223" cy="2314187"/>
              </a:xfrm>
            </p:grpSpPr>
            <p:pic>
              <p:nvPicPr>
                <p:cNvPr id="1841" name="Picture 8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4431" y="5622657"/>
                  <a:ext cx="732223" cy="231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09" name="직선 연결선 908"/>
                <p:cNvCxnSpPr/>
                <p:nvPr/>
              </p:nvCxnSpPr>
              <p:spPr>
                <a:xfrm>
                  <a:off x="1247791" y="7368352"/>
                  <a:ext cx="727639" cy="0"/>
                </a:xfrm>
                <a:prstGeom prst="line">
                  <a:avLst/>
                </a:prstGeom>
                <a:ln w="19050">
                  <a:solidFill>
                    <a:srgbClr val="7030A0"/>
                  </a:solidFill>
                  <a:prstDash val="sysDash"/>
                </a:ln>
              </p:spPr>
              <p:style>
                <a:lnRef idx="1">
                  <a:schemeClr val="accent1"/>
                </a:lnRef>
                <a:fillRef idx="0">
                  <a:schemeClr val="accent1"/>
                </a:fillRef>
                <a:effectRef idx="0">
                  <a:schemeClr val="accent1"/>
                </a:effectRef>
                <a:fontRef idx="minor">
                  <a:schemeClr val="tx1"/>
                </a:fontRef>
              </p:style>
            </p:cxnSp>
          </p:grpSp>
          <p:cxnSp>
            <p:nvCxnSpPr>
              <p:cNvPr id="917" name="직선 연결선 916"/>
              <p:cNvCxnSpPr/>
              <p:nvPr/>
            </p:nvCxnSpPr>
            <p:spPr>
              <a:xfrm>
                <a:off x="1621426" y="7859858"/>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864" name="그룹 1863"/>
            <p:cNvGrpSpPr/>
            <p:nvPr/>
          </p:nvGrpSpPr>
          <p:grpSpPr>
            <a:xfrm>
              <a:off x="4517801" y="1308129"/>
              <a:ext cx="661387" cy="2124272"/>
              <a:chOff x="2105901" y="5622658"/>
              <a:chExt cx="720516" cy="2314187"/>
            </a:xfrm>
          </p:grpSpPr>
          <p:grpSp>
            <p:nvGrpSpPr>
              <p:cNvPr id="1857" name="그룹 1856"/>
              <p:cNvGrpSpPr/>
              <p:nvPr/>
            </p:nvGrpSpPr>
            <p:grpSpPr>
              <a:xfrm>
                <a:off x="2105901" y="5622658"/>
                <a:ext cx="720516" cy="2314187"/>
                <a:chOff x="2105901" y="5622658"/>
                <a:chExt cx="720516" cy="2314187"/>
              </a:xfrm>
            </p:grpSpPr>
            <p:pic>
              <p:nvPicPr>
                <p:cNvPr id="1620" name="Picture 59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05901" y="5622658"/>
                  <a:ext cx="720516" cy="231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77" name="직선 연결선 676"/>
                <p:cNvCxnSpPr/>
                <p:nvPr/>
              </p:nvCxnSpPr>
              <p:spPr>
                <a:xfrm>
                  <a:off x="2134579" y="6637329"/>
                  <a:ext cx="474133" cy="0"/>
                </a:xfrm>
                <a:prstGeom prst="line">
                  <a:avLst/>
                </a:prstGeom>
                <a:ln w="19050">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cxnSp>
            <p:nvCxnSpPr>
              <p:cNvPr id="918" name="직선 연결선 917"/>
              <p:cNvCxnSpPr/>
              <p:nvPr/>
            </p:nvCxnSpPr>
            <p:spPr>
              <a:xfrm>
                <a:off x="2497726" y="7859858"/>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863" name="그룹 1862"/>
            <p:cNvGrpSpPr/>
            <p:nvPr/>
          </p:nvGrpSpPr>
          <p:grpSpPr>
            <a:xfrm>
              <a:off x="5236257" y="1308129"/>
              <a:ext cx="661389" cy="2124272"/>
              <a:chOff x="2940744" y="5622658"/>
              <a:chExt cx="720519" cy="2314187"/>
            </a:xfrm>
          </p:grpSpPr>
          <p:grpSp>
            <p:nvGrpSpPr>
              <p:cNvPr id="1856" name="그룹 1855"/>
              <p:cNvGrpSpPr/>
              <p:nvPr/>
            </p:nvGrpSpPr>
            <p:grpSpPr>
              <a:xfrm>
                <a:off x="2940744" y="5622658"/>
                <a:ext cx="720519" cy="2314187"/>
                <a:chOff x="2940744" y="5622658"/>
                <a:chExt cx="720519" cy="2314187"/>
              </a:xfrm>
            </p:grpSpPr>
            <p:pic>
              <p:nvPicPr>
                <p:cNvPr id="1772" name="Picture 74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40744" y="5622658"/>
                  <a:ext cx="720519" cy="231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31" name="직선 연결선 830"/>
                <p:cNvCxnSpPr/>
                <p:nvPr/>
              </p:nvCxnSpPr>
              <p:spPr>
                <a:xfrm>
                  <a:off x="2961746" y="6273510"/>
                  <a:ext cx="474133" cy="0"/>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cxnSp>
            <p:nvCxnSpPr>
              <p:cNvPr id="919" name="직선 연결선 918"/>
              <p:cNvCxnSpPr/>
              <p:nvPr/>
            </p:nvCxnSpPr>
            <p:spPr>
              <a:xfrm>
                <a:off x="3332629" y="7859858"/>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sp>
          <p:nvSpPr>
            <p:cNvPr id="926" name="제목 1"/>
            <p:cNvSpPr txBox="1">
              <a:spLocks/>
            </p:cNvSpPr>
            <p:nvPr/>
          </p:nvSpPr>
          <p:spPr>
            <a:xfrm>
              <a:off x="5978031" y="3326354"/>
              <a:ext cx="219886" cy="20620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latin typeface="helvetica" panose="020B0604020202020204" pitchFamily="34" charset="0"/>
                  <a:cs typeface="helvetica" panose="020B0604020202020204" pitchFamily="34" charset="0"/>
                </a:rPr>
                <a:t>0</a:t>
              </a:r>
              <a:endParaRPr lang="ko-KR" altLang="en-US" sz="1200" dirty="0">
                <a:latin typeface="helvetica" panose="020B0604020202020204" pitchFamily="34" charset="0"/>
                <a:cs typeface="helvetica" panose="020B0604020202020204" pitchFamily="34" charset="0"/>
              </a:endParaRPr>
            </a:p>
          </p:txBody>
        </p:sp>
        <p:pic>
          <p:nvPicPr>
            <p:cNvPr id="927" name="Picture 10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18197" y="1447641"/>
              <a:ext cx="137369" cy="18402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928" name="제목 1"/>
            <p:cNvSpPr txBox="1">
              <a:spLocks/>
            </p:cNvSpPr>
            <p:nvPr/>
          </p:nvSpPr>
          <p:spPr>
            <a:xfrm>
              <a:off x="5976939" y="1278357"/>
              <a:ext cx="219886" cy="206686"/>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latin typeface="helvetica" panose="020B0604020202020204" pitchFamily="34" charset="0"/>
                  <a:cs typeface="helvetica" panose="020B0604020202020204" pitchFamily="34" charset="0"/>
                </a:rPr>
                <a:t>1</a:t>
              </a:r>
              <a:endParaRPr lang="ko-KR" altLang="en-US" sz="1200" dirty="0">
                <a:latin typeface="helvetica" panose="020B0604020202020204" pitchFamily="34" charset="0"/>
                <a:cs typeface="helvetica" panose="020B0604020202020204" pitchFamily="34" charset="0"/>
              </a:endParaRPr>
            </a:p>
          </p:txBody>
        </p:sp>
        <p:sp>
          <p:nvSpPr>
            <p:cNvPr id="929" name="TextBox 928"/>
            <p:cNvSpPr txBox="1"/>
            <p:nvPr/>
          </p:nvSpPr>
          <p:spPr>
            <a:xfrm>
              <a:off x="636024" y="1191311"/>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930" name="TextBox 929"/>
            <p:cNvSpPr txBox="1"/>
            <p:nvPr/>
          </p:nvSpPr>
          <p:spPr>
            <a:xfrm>
              <a:off x="1565937" y="1191311"/>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931" name="TextBox 930"/>
            <p:cNvSpPr txBox="1"/>
            <p:nvPr/>
          </p:nvSpPr>
          <p:spPr>
            <a:xfrm>
              <a:off x="2590581" y="1191311"/>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sp>
          <p:nvSpPr>
            <p:cNvPr id="932" name="TextBox 931"/>
            <p:cNvSpPr txBox="1"/>
            <p:nvPr/>
          </p:nvSpPr>
          <p:spPr>
            <a:xfrm>
              <a:off x="4251216" y="1191311"/>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d</a:t>
              </a:r>
              <a:endParaRPr lang="ko-KR" altLang="en-US" sz="1600" b="1" dirty="0">
                <a:latin typeface="helvetica" panose="020B0604020202020204" pitchFamily="34" charset="0"/>
                <a:cs typeface="helvetica" panose="020B0604020202020204" pitchFamily="34" charset="0"/>
              </a:endParaRPr>
            </a:p>
          </p:txBody>
        </p:sp>
        <p:sp>
          <p:nvSpPr>
            <p:cNvPr id="1870" name="AutoShape 883"/>
            <p:cNvSpPr>
              <a:spLocks noChangeAspect="1" noChangeArrowheads="1" noTextEdit="1"/>
            </p:cNvSpPr>
            <p:nvPr/>
          </p:nvSpPr>
          <p:spPr bwMode="auto">
            <a:xfrm>
              <a:off x="801301" y="3699256"/>
              <a:ext cx="5428150" cy="215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73" name="Line 887"/>
            <p:cNvSpPr>
              <a:spLocks noChangeShapeType="1"/>
            </p:cNvSpPr>
            <p:nvPr/>
          </p:nvSpPr>
          <p:spPr bwMode="auto">
            <a:xfrm flipV="1">
              <a:off x="1385117" y="5580979"/>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74" name="Line 888"/>
            <p:cNvSpPr>
              <a:spLocks noChangeShapeType="1"/>
            </p:cNvSpPr>
            <p:nvPr/>
          </p:nvSpPr>
          <p:spPr bwMode="auto">
            <a:xfrm flipV="1">
              <a:off x="1986950" y="5580979"/>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75" name="Line 889"/>
            <p:cNvSpPr>
              <a:spLocks noChangeShapeType="1"/>
            </p:cNvSpPr>
            <p:nvPr/>
          </p:nvSpPr>
          <p:spPr bwMode="auto">
            <a:xfrm flipV="1">
              <a:off x="2598983" y="5580979"/>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76" name="Line 890"/>
            <p:cNvSpPr>
              <a:spLocks noChangeShapeType="1"/>
            </p:cNvSpPr>
            <p:nvPr/>
          </p:nvSpPr>
          <p:spPr bwMode="auto">
            <a:xfrm flipV="1">
              <a:off x="3200550" y="5580979"/>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77" name="Rectangle 891"/>
            <p:cNvSpPr>
              <a:spLocks noChangeArrowheads="1"/>
            </p:cNvSpPr>
            <p:nvPr/>
          </p:nvSpPr>
          <p:spPr bwMode="auto">
            <a:xfrm>
              <a:off x="1269993"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878" name="Rectangle 892"/>
            <p:cNvSpPr>
              <a:spLocks noChangeArrowheads="1"/>
            </p:cNvSpPr>
            <p:nvPr/>
          </p:nvSpPr>
          <p:spPr bwMode="auto">
            <a:xfrm>
              <a:off x="1871617"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879" name="Rectangle 893"/>
            <p:cNvSpPr>
              <a:spLocks noChangeArrowheads="1"/>
            </p:cNvSpPr>
            <p:nvPr/>
          </p:nvSpPr>
          <p:spPr bwMode="auto">
            <a:xfrm>
              <a:off x="2521750"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880" name="Rectangle 894"/>
            <p:cNvSpPr>
              <a:spLocks noChangeArrowheads="1"/>
            </p:cNvSpPr>
            <p:nvPr/>
          </p:nvSpPr>
          <p:spPr bwMode="auto">
            <a:xfrm>
              <a:off x="3138126"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883" name="Line 895"/>
            <p:cNvSpPr>
              <a:spLocks noChangeShapeType="1"/>
            </p:cNvSpPr>
            <p:nvPr/>
          </p:nvSpPr>
          <p:spPr bwMode="auto">
            <a:xfrm flipV="1">
              <a:off x="1385117" y="3593516"/>
              <a:ext cx="0" cy="2002789"/>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84" name="Line 896"/>
            <p:cNvSpPr>
              <a:spLocks noChangeShapeType="1"/>
            </p:cNvSpPr>
            <p:nvPr/>
          </p:nvSpPr>
          <p:spPr bwMode="auto">
            <a:xfrm>
              <a:off x="1385117" y="5596307"/>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85" name="Line 897"/>
            <p:cNvSpPr>
              <a:spLocks noChangeShapeType="1"/>
            </p:cNvSpPr>
            <p:nvPr/>
          </p:nvSpPr>
          <p:spPr bwMode="auto">
            <a:xfrm>
              <a:off x="1385117" y="5304187"/>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86" name="Line 898"/>
            <p:cNvSpPr>
              <a:spLocks noChangeShapeType="1"/>
            </p:cNvSpPr>
            <p:nvPr/>
          </p:nvSpPr>
          <p:spPr bwMode="auto">
            <a:xfrm>
              <a:off x="1385117" y="5011167"/>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87" name="Line 899"/>
            <p:cNvSpPr>
              <a:spLocks noChangeShapeType="1"/>
            </p:cNvSpPr>
            <p:nvPr/>
          </p:nvSpPr>
          <p:spPr bwMode="auto">
            <a:xfrm>
              <a:off x="1385117" y="4718145"/>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88" name="Line 900"/>
            <p:cNvSpPr>
              <a:spLocks noChangeShapeType="1"/>
            </p:cNvSpPr>
            <p:nvPr/>
          </p:nvSpPr>
          <p:spPr bwMode="auto">
            <a:xfrm>
              <a:off x="1385117" y="4426026"/>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89" name="Line 901"/>
            <p:cNvSpPr>
              <a:spLocks noChangeShapeType="1"/>
            </p:cNvSpPr>
            <p:nvPr/>
          </p:nvSpPr>
          <p:spPr bwMode="auto">
            <a:xfrm>
              <a:off x="1385117" y="4133005"/>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90" name="Line 902"/>
            <p:cNvSpPr>
              <a:spLocks noChangeShapeType="1"/>
            </p:cNvSpPr>
            <p:nvPr/>
          </p:nvSpPr>
          <p:spPr bwMode="auto">
            <a:xfrm>
              <a:off x="1385117" y="3839984"/>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91" name="Rectangle 903"/>
            <p:cNvSpPr>
              <a:spLocks noChangeArrowheads="1"/>
            </p:cNvSpPr>
            <p:nvPr/>
          </p:nvSpPr>
          <p:spPr bwMode="auto">
            <a:xfrm>
              <a:off x="1278741" y="5523435"/>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892" name="Rectangle 904"/>
            <p:cNvSpPr>
              <a:spLocks noChangeArrowheads="1"/>
            </p:cNvSpPr>
            <p:nvPr/>
          </p:nvSpPr>
          <p:spPr bwMode="auto">
            <a:xfrm>
              <a:off x="1181106" y="5230414"/>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0.2</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893" name="Rectangle 905"/>
            <p:cNvSpPr>
              <a:spLocks noChangeArrowheads="1"/>
            </p:cNvSpPr>
            <p:nvPr/>
          </p:nvSpPr>
          <p:spPr bwMode="auto">
            <a:xfrm>
              <a:off x="1181106" y="4937393"/>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0.4</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894" name="Rectangle 906"/>
            <p:cNvSpPr>
              <a:spLocks noChangeArrowheads="1"/>
            </p:cNvSpPr>
            <p:nvPr/>
          </p:nvSpPr>
          <p:spPr bwMode="auto">
            <a:xfrm>
              <a:off x="1181106" y="4645273"/>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0.6</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895" name="Rectangle 907"/>
            <p:cNvSpPr>
              <a:spLocks noChangeArrowheads="1"/>
            </p:cNvSpPr>
            <p:nvPr/>
          </p:nvSpPr>
          <p:spPr bwMode="auto">
            <a:xfrm>
              <a:off x="1181106" y="4352252"/>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0.8</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896" name="Rectangle 908"/>
            <p:cNvSpPr>
              <a:spLocks noChangeArrowheads="1"/>
            </p:cNvSpPr>
            <p:nvPr/>
          </p:nvSpPr>
          <p:spPr bwMode="auto">
            <a:xfrm>
              <a:off x="1278741" y="4059232"/>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897" name="Rectangle 909"/>
            <p:cNvSpPr>
              <a:spLocks noChangeArrowheads="1"/>
            </p:cNvSpPr>
            <p:nvPr/>
          </p:nvSpPr>
          <p:spPr bwMode="auto">
            <a:xfrm>
              <a:off x="1181106" y="3766210"/>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898" name="Freeform 910"/>
            <p:cNvSpPr>
              <a:spLocks/>
            </p:cNvSpPr>
            <p:nvPr/>
          </p:nvSpPr>
          <p:spPr bwMode="auto">
            <a:xfrm>
              <a:off x="1394641" y="4133005"/>
              <a:ext cx="1815698" cy="1022418"/>
            </a:xfrm>
            <a:custGeom>
              <a:avLst/>
              <a:gdLst>
                <a:gd name="T0" fmla="*/ 0 w 1246"/>
                <a:gd name="T1" fmla="*/ 1134 h 1134"/>
                <a:gd name="T2" fmla="*/ 20 w 1246"/>
                <a:gd name="T3" fmla="*/ 1071 h 1134"/>
                <a:gd name="T4" fmla="*/ 40 w 1246"/>
                <a:gd name="T5" fmla="*/ 997 h 1134"/>
                <a:gd name="T6" fmla="*/ 60 w 1246"/>
                <a:gd name="T7" fmla="*/ 917 h 1134"/>
                <a:gd name="T8" fmla="*/ 87 w 1246"/>
                <a:gd name="T9" fmla="*/ 832 h 1134"/>
                <a:gd name="T10" fmla="*/ 107 w 1246"/>
                <a:gd name="T11" fmla="*/ 746 h 1134"/>
                <a:gd name="T12" fmla="*/ 127 w 1246"/>
                <a:gd name="T13" fmla="*/ 661 h 1134"/>
                <a:gd name="T14" fmla="*/ 147 w 1246"/>
                <a:gd name="T15" fmla="*/ 570 h 1134"/>
                <a:gd name="T16" fmla="*/ 167 w 1246"/>
                <a:gd name="T17" fmla="*/ 478 h 1134"/>
                <a:gd name="T18" fmla="*/ 187 w 1246"/>
                <a:gd name="T19" fmla="*/ 393 h 1134"/>
                <a:gd name="T20" fmla="*/ 207 w 1246"/>
                <a:gd name="T21" fmla="*/ 313 h 1134"/>
                <a:gd name="T22" fmla="*/ 227 w 1246"/>
                <a:gd name="T23" fmla="*/ 239 h 1134"/>
                <a:gd name="T24" fmla="*/ 247 w 1246"/>
                <a:gd name="T25" fmla="*/ 177 h 1134"/>
                <a:gd name="T26" fmla="*/ 273 w 1246"/>
                <a:gd name="T27" fmla="*/ 120 h 1134"/>
                <a:gd name="T28" fmla="*/ 293 w 1246"/>
                <a:gd name="T29" fmla="*/ 74 h 1134"/>
                <a:gd name="T30" fmla="*/ 313 w 1246"/>
                <a:gd name="T31" fmla="*/ 40 h 1134"/>
                <a:gd name="T32" fmla="*/ 333 w 1246"/>
                <a:gd name="T33" fmla="*/ 17 h 1134"/>
                <a:gd name="T34" fmla="*/ 353 w 1246"/>
                <a:gd name="T35" fmla="*/ 0 h 1134"/>
                <a:gd name="T36" fmla="*/ 373 w 1246"/>
                <a:gd name="T37" fmla="*/ 0 h 1134"/>
                <a:gd name="T38" fmla="*/ 393 w 1246"/>
                <a:gd name="T39" fmla="*/ 6 h 1134"/>
                <a:gd name="T40" fmla="*/ 413 w 1246"/>
                <a:gd name="T41" fmla="*/ 28 h 1134"/>
                <a:gd name="T42" fmla="*/ 440 w 1246"/>
                <a:gd name="T43" fmla="*/ 51 h 1134"/>
                <a:gd name="T44" fmla="*/ 460 w 1246"/>
                <a:gd name="T45" fmla="*/ 85 h 1134"/>
                <a:gd name="T46" fmla="*/ 480 w 1246"/>
                <a:gd name="T47" fmla="*/ 120 h 1134"/>
                <a:gd name="T48" fmla="*/ 500 w 1246"/>
                <a:gd name="T49" fmla="*/ 159 h 1134"/>
                <a:gd name="T50" fmla="*/ 520 w 1246"/>
                <a:gd name="T51" fmla="*/ 194 h 1134"/>
                <a:gd name="T52" fmla="*/ 540 w 1246"/>
                <a:gd name="T53" fmla="*/ 228 h 1134"/>
                <a:gd name="T54" fmla="*/ 560 w 1246"/>
                <a:gd name="T55" fmla="*/ 262 h 1134"/>
                <a:gd name="T56" fmla="*/ 580 w 1246"/>
                <a:gd name="T57" fmla="*/ 285 h 1134"/>
                <a:gd name="T58" fmla="*/ 600 w 1246"/>
                <a:gd name="T59" fmla="*/ 308 h 1134"/>
                <a:gd name="T60" fmla="*/ 626 w 1246"/>
                <a:gd name="T61" fmla="*/ 313 h 1134"/>
                <a:gd name="T62" fmla="*/ 646 w 1246"/>
                <a:gd name="T63" fmla="*/ 319 h 1134"/>
                <a:gd name="T64" fmla="*/ 666 w 1246"/>
                <a:gd name="T65" fmla="*/ 313 h 1134"/>
                <a:gd name="T66" fmla="*/ 686 w 1246"/>
                <a:gd name="T67" fmla="*/ 302 h 1134"/>
                <a:gd name="T68" fmla="*/ 706 w 1246"/>
                <a:gd name="T69" fmla="*/ 279 h 1134"/>
                <a:gd name="T70" fmla="*/ 726 w 1246"/>
                <a:gd name="T71" fmla="*/ 256 h 1134"/>
                <a:gd name="T72" fmla="*/ 746 w 1246"/>
                <a:gd name="T73" fmla="*/ 228 h 1134"/>
                <a:gd name="T74" fmla="*/ 766 w 1246"/>
                <a:gd name="T75" fmla="*/ 194 h 1134"/>
                <a:gd name="T76" fmla="*/ 786 w 1246"/>
                <a:gd name="T77" fmla="*/ 159 h 1134"/>
                <a:gd name="T78" fmla="*/ 813 w 1246"/>
                <a:gd name="T79" fmla="*/ 131 h 1134"/>
                <a:gd name="T80" fmla="*/ 833 w 1246"/>
                <a:gd name="T81" fmla="*/ 103 h 1134"/>
                <a:gd name="T82" fmla="*/ 853 w 1246"/>
                <a:gd name="T83" fmla="*/ 74 h 1134"/>
                <a:gd name="T84" fmla="*/ 873 w 1246"/>
                <a:gd name="T85" fmla="*/ 63 h 1134"/>
                <a:gd name="T86" fmla="*/ 893 w 1246"/>
                <a:gd name="T87" fmla="*/ 51 h 1134"/>
                <a:gd name="T88" fmla="*/ 913 w 1246"/>
                <a:gd name="T89" fmla="*/ 51 h 1134"/>
                <a:gd name="T90" fmla="*/ 933 w 1246"/>
                <a:gd name="T91" fmla="*/ 68 h 1134"/>
                <a:gd name="T92" fmla="*/ 953 w 1246"/>
                <a:gd name="T93" fmla="*/ 91 h 1134"/>
                <a:gd name="T94" fmla="*/ 979 w 1246"/>
                <a:gd name="T95" fmla="*/ 120 h 1134"/>
                <a:gd name="T96" fmla="*/ 999 w 1246"/>
                <a:gd name="T97" fmla="*/ 171 h 1134"/>
                <a:gd name="T98" fmla="*/ 1019 w 1246"/>
                <a:gd name="T99" fmla="*/ 222 h 1134"/>
                <a:gd name="T100" fmla="*/ 1039 w 1246"/>
                <a:gd name="T101" fmla="*/ 285 h 1134"/>
                <a:gd name="T102" fmla="*/ 1059 w 1246"/>
                <a:gd name="T103" fmla="*/ 353 h 1134"/>
                <a:gd name="T104" fmla="*/ 1079 w 1246"/>
                <a:gd name="T105" fmla="*/ 427 h 1134"/>
                <a:gd name="T106" fmla="*/ 1099 w 1246"/>
                <a:gd name="T107" fmla="*/ 513 h 1134"/>
                <a:gd name="T108" fmla="*/ 1119 w 1246"/>
                <a:gd name="T109" fmla="*/ 592 h 1134"/>
                <a:gd name="T110" fmla="*/ 1139 w 1246"/>
                <a:gd name="T111" fmla="*/ 678 h 1134"/>
                <a:gd name="T112" fmla="*/ 1166 w 1246"/>
                <a:gd name="T113" fmla="*/ 763 h 1134"/>
                <a:gd name="T114" fmla="*/ 1186 w 1246"/>
                <a:gd name="T115" fmla="*/ 849 h 1134"/>
                <a:gd name="T116" fmla="*/ 1206 w 1246"/>
                <a:gd name="T117" fmla="*/ 923 h 1134"/>
                <a:gd name="T118" fmla="*/ 1226 w 1246"/>
                <a:gd name="T119" fmla="*/ 1003 h 1134"/>
                <a:gd name="T120" fmla="*/ 1246 w 1246"/>
                <a:gd name="T121" fmla="*/ 1071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46" h="1134">
                  <a:moveTo>
                    <a:pt x="0" y="1134"/>
                  </a:moveTo>
                  <a:lnTo>
                    <a:pt x="20" y="1071"/>
                  </a:lnTo>
                  <a:lnTo>
                    <a:pt x="40" y="997"/>
                  </a:lnTo>
                  <a:lnTo>
                    <a:pt x="60" y="917"/>
                  </a:lnTo>
                  <a:lnTo>
                    <a:pt x="87" y="832"/>
                  </a:lnTo>
                  <a:lnTo>
                    <a:pt x="107" y="746"/>
                  </a:lnTo>
                  <a:lnTo>
                    <a:pt x="127" y="661"/>
                  </a:lnTo>
                  <a:lnTo>
                    <a:pt x="147" y="570"/>
                  </a:lnTo>
                  <a:lnTo>
                    <a:pt x="167" y="478"/>
                  </a:lnTo>
                  <a:lnTo>
                    <a:pt x="187" y="393"/>
                  </a:lnTo>
                  <a:lnTo>
                    <a:pt x="207" y="313"/>
                  </a:lnTo>
                  <a:lnTo>
                    <a:pt x="227" y="239"/>
                  </a:lnTo>
                  <a:lnTo>
                    <a:pt x="247" y="177"/>
                  </a:lnTo>
                  <a:lnTo>
                    <a:pt x="273" y="120"/>
                  </a:lnTo>
                  <a:lnTo>
                    <a:pt x="293" y="74"/>
                  </a:lnTo>
                  <a:lnTo>
                    <a:pt x="313" y="40"/>
                  </a:lnTo>
                  <a:lnTo>
                    <a:pt x="333" y="17"/>
                  </a:lnTo>
                  <a:lnTo>
                    <a:pt x="353" y="0"/>
                  </a:lnTo>
                  <a:lnTo>
                    <a:pt x="373" y="0"/>
                  </a:lnTo>
                  <a:lnTo>
                    <a:pt x="393" y="6"/>
                  </a:lnTo>
                  <a:lnTo>
                    <a:pt x="413" y="28"/>
                  </a:lnTo>
                  <a:lnTo>
                    <a:pt x="440" y="51"/>
                  </a:lnTo>
                  <a:lnTo>
                    <a:pt x="460" y="85"/>
                  </a:lnTo>
                  <a:lnTo>
                    <a:pt x="480" y="120"/>
                  </a:lnTo>
                  <a:lnTo>
                    <a:pt x="500" y="159"/>
                  </a:lnTo>
                  <a:lnTo>
                    <a:pt x="520" y="194"/>
                  </a:lnTo>
                  <a:lnTo>
                    <a:pt x="540" y="228"/>
                  </a:lnTo>
                  <a:lnTo>
                    <a:pt x="560" y="262"/>
                  </a:lnTo>
                  <a:lnTo>
                    <a:pt x="580" y="285"/>
                  </a:lnTo>
                  <a:lnTo>
                    <a:pt x="600" y="308"/>
                  </a:lnTo>
                  <a:lnTo>
                    <a:pt x="626" y="313"/>
                  </a:lnTo>
                  <a:lnTo>
                    <a:pt x="646" y="319"/>
                  </a:lnTo>
                  <a:lnTo>
                    <a:pt x="666" y="313"/>
                  </a:lnTo>
                  <a:lnTo>
                    <a:pt x="686" y="302"/>
                  </a:lnTo>
                  <a:lnTo>
                    <a:pt x="706" y="279"/>
                  </a:lnTo>
                  <a:lnTo>
                    <a:pt x="726" y="256"/>
                  </a:lnTo>
                  <a:lnTo>
                    <a:pt x="746" y="228"/>
                  </a:lnTo>
                  <a:lnTo>
                    <a:pt x="766" y="194"/>
                  </a:lnTo>
                  <a:lnTo>
                    <a:pt x="786" y="159"/>
                  </a:lnTo>
                  <a:lnTo>
                    <a:pt x="813" y="131"/>
                  </a:lnTo>
                  <a:lnTo>
                    <a:pt x="833" y="103"/>
                  </a:lnTo>
                  <a:lnTo>
                    <a:pt x="853" y="74"/>
                  </a:lnTo>
                  <a:lnTo>
                    <a:pt x="873" y="63"/>
                  </a:lnTo>
                  <a:lnTo>
                    <a:pt x="893" y="51"/>
                  </a:lnTo>
                  <a:lnTo>
                    <a:pt x="913" y="51"/>
                  </a:lnTo>
                  <a:lnTo>
                    <a:pt x="933" y="68"/>
                  </a:lnTo>
                  <a:lnTo>
                    <a:pt x="953" y="91"/>
                  </a:lnTo>
                  <a:lnTo>
                    <a:pt x="979" y="120"/>
                  </a:lnTo>
                  <a:lnTo>
                    <a:pt x="999" y="171"/>
                  </a:lnTo>
                  <a:lnTo>
                    <a:pt x="1019" y="222"/>
                  </a:lnTo>
                  <a:lnTo>
                    <a:pt x="1039" y="285"/>
                  </a:lnTo>
                  <a:lnTo>
                    <a:pt x="1059" y="353"/>
                  </a:lnTo>
                  <a:lnTo>
                    <a:pt x="1079" y="427"/>
                  </a:lnTo>
                  <a:lnTo>
                    <a:pt x="1099" y="513"/>
                  </a:lnTo>
                  <a:lnTo>
                    <a:pt x="1119" y="592"/>
                  </a:lnTo>
                  <a:lnTo>
                    <a:pt x="1139" y="678"/>
                  </a:lnTo>
                  <a:lnTo>
                    <a:pt x="1166" y="763"/>
                  </a:lnTo>
                  <a:lnTo>
                    <a:pt x="1186" y="849"/>
                  </a:lnTo>
                  <a:lnTo>
                    <a:pt x="1206" y="923"/>
                  </a:lnTo>
                  <a:lnTo>
                    <a:pt x="1226" y="1003"/>
                  </a:lnTo>
                  <a:lnTo>
                    <a:pt x="1246" y="1071"/>
                  </a:lnTo>
                </a:path>
              </a:pathLst>
            </a:custGeom>
            <a:noFill/>
            <a:ln w="11113">
              <a:solidFill>
                <a:srgbClr val="CC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99" name="Freeform 911"/>
            <p:cNvSpPr>
              <a:spLocks/>
            </p:cNvSpPr>
            <p:nvPr/>
          </p:nvSpPr>
          <p:spPr bwMode="auto">
            <a:xfrm>
              <a:off x="1385117" y="4133005"/>
              <a:ext cx="1815698" cy="1463302"/>
            </a:xfrm>
            <a:custGeom>
              <a:avLst/>
              <a:gdLst>
                <a:gd name="T0" fmla="*/ 14 w 1246"/>
                <a:gd name="T1" fmla="*/ 1623 h 1623"/>
                <a:gd name="T2" fmla="*/ 34 w 1246"/>
                <a:gd name="T3" fmla="*/ 1623 h 1623"/>
                <a:gd name="T4" fmla="*/ 54 w 1246"/>
                <a:gd name="T5" fmla="*/ 1623 h 1623"/>
                <a:gd name="T6" fmla="*/ 74 w 1246"/>
                <a:gd name="T7" fmla="*/ 1623 h 1623"/>
                <a:gd name="T8" fmla="*/ 93 w 1246"/>
                <a:gd name="T9" fmla="*/ 1623 h 1623"/>
                <a:gd name="T10" fmla="*/ 113 w 1246"/>
                <a:gd name="T11" fmla="*/ 1618 h 1623"/>
                <a:gd name="T12" fmla="*/ 133 w 1246"/>
                <a:gd name="T13" fmla="*/ 1612 h 1623"/>
                <a:gd name="T14" fmla="*/ 153 w 1246"/>
                <a:gd name="T15" fmla="*/ 1606 h 1623"/>
                <a:gd name="T16" fmla="*/ 180 w 1246"/>
                <a:gd name="T17" fmla="*/ 1595 h 1623"/>
                <a:gd name="T18" fmla="*/ 200 w 1246"/>
                <a:gd name="T19" fmla="*/ 1578 h 1623"/>
                <a:gd name="T20" fmla="*/ 220 w 1246"/>
                <a:gd name="T21" fmla="*/ 1544 h 1623"/>
                <a:gd name="T22" fmla="*/ 240 w 1246"/>
                <a:gd name="T23" fmla="*/ 1504 h 1623"/>
                <a:gd name="T24" fmla="*/ 260 w 1246"/>
                <a:gd name="T25" fmla="*/ 1441 h 1623"/>
                <a:gd name="T26" fmla="*/ 280 w 1246"/>
                <a:gd name="T27" fmla="*/ 1361 h 1623"/>
                <a:gd name="T28" fmla="*/ 300 w 1246"/>
                <a:gd name="T29" fmla="*/ 1259 h 1623"/>
                <a:gd name="T30" fmla="*/ 320 w 1246"/>
                <a:gd name="T31" fmla="*/ 1128 h 1623"/>
                <a:gd name="T32" fmla="*/ 340 w 1246"/>
                <a:gd name="T33" fmla="*/ 980 h 1623"/>
                <a:gd name="T34" fmla="*/ 367 w 1246"/>
                <a:gd name="T35" fmla="*/ 809 h 1623"/>
                <a:gd name="T36" fmla="*/ 387 w 1246"/>
                <a:gd name="T37" fmla="*/ 632 h 1623"/>
                <a:gd name="T38" fmla="*/ 407 w 1246"/>
                <a:gd name="T39" fmla="*/ 461 h 1623"/>
                <a:gd name="T40" fmla="*/ 427 w 1246"/>
                <a:gd name="T41" fmla="*/ 302 h 1623"/>
                <a:gd name="T42" fmla="*/ 447 w 1246"/>
                <a:gd name="T43" fmla="*/ 171 h 1623"/>
                <a:gd name="T44" fmla="*/ 466 w 1246"/>
                <a:gd name="T45" fmla="*/ 74 h 1623"/>
                <a:gd name="T46" fmla="*/ 486 w 1246"/>
                <a:gd name="T47" fmla="*/ 23 h 1623"/>
                <a:gd name="T48" fmla="*/ 506 w 1246"/>
                <a:gd name="T49" fmla="*/ 17 h 1623"/>
                <a:gd name="T50" fmla="*/ 533 w 1246"/>
                <a:gd name="T51" fmla="*/ 46 h 1623"/>
                <a:gd name="T52" fmla="*/ 553 w 1246"/>
                <a:gd name="T53" fmla="*/ 103 h 1623"/>
                <a:gd name="T54" fmla="*/ 573 w 1246"/>
                <a:gd name="T55" fmla="*/ 171 h 1623"/>
                <a:gd name="T56" fmla="*/ 593 w 1246"/>
                <a:gd name="T57" fmla="*/ 239 h 1623"/>
                <a:gd name="T58" fmla="*/ 613 w 1246"/>
                <a:gd name="T59" fmla="*/ 285 h 1623"/>
                <a:gd name="T60" fmla="*/ 633 w 1246"/>
                <a:gd name="T61" fmla="*/ 302 h 1623"/>
                <a:gd name="T62" fmla="*/ 653 w 1246"/>
                <a:gd name="T63" fmla="*/ 285 h 1623"/>
                <a:gd name="T64" fmla="*/ 673 w 1246"/>
                <a:gd name="T65" fmla="*/ 245 h 1623"/>
                <a:gd name="T66" fmla="*/ 693 w 1246"/>
                <a:gd name="T67" fmla="*/ 182 h 1623"/>
                <a:gd name="T68" fmla="*/ 720 w 1246"/>
                <a:gd name="T69" fmla="*/ 108 h 1623"/>
                <a:gd name="T70" fmla="*/ 740 w 1246"/>
                <a:gd name="T71" fmla="*/ 46 h 1623"/>
                <a:gd name="T72" fmla="*/ 760 w 1246"/>
                <a:gd name="T73" fmla="*/ 6 h 1623"/>
                <a:gd name="T74" fmla="*/ 780 w 1246"/>
                <a:gd name="T75" fmla="*/ 6 h 1623"/>
                <a:gd name="T76" fmla="*/ 800 w 1246"/>
                <a:gd name="T77" fmla="*/ 40 h 1623"/>
                <a:gd name="T78" fmla="*/ 819 w 1246"/>
                <a:gd name="T79" fmla="*/ 125 h 1623"/>
                <a:gd name="T80" fmla="*/ 839 w 1246"/>
                <a:gd name="T81" fmla="*/ 245 h 1623"/>
                <a:gd name="T82" fmla="*/ 859 w 1246"/>
                <a:gd name="T83" fmla="*/ 399 h 1623"/>
                <a:gd name="T84" fmla="*/ 886 w 1246"/>
                <a:gd name="T85" fmla="*/ 570 h 1623"/>
                <a:gd name="T86" fmla="*/ 906 w 1246"/>
                <a:gd name="T87" fmla="*/ 746 h 1623"/>
                <a:gd name="T88" fmla="*/ 926 w 1246"/>
                <a:gd name="T89" fmla="*/ 917 h 1623"/>
                <a:gd name="T90" fmla="*/ 946 w 1246"/>
                <a:gd name="T91" fmla="*/ 1077 h 1623"/>
                <a:gd name="T92" fmla="*/ 966 w 1246"/>
                <a:gd name="T93" fmla="*/ 1213 h 1623"/>
                <a:gd name="T94" fmla="*/ 986 w 1246"/>
                <a:gd name="T95" fmla="*/ 1322 h 1623"/>
                <a:gd name="T96" fmla="*/ 1006 w 1246"/>
                <a:gd name="T97" fmla="*/ 1413 h 1623"/>
                <a:gd name="T98" fmla="*/ 1026 w 1246"/>
                <a:gd name="T99" fmla="*/ 1481 h 1623"/>
                <a:gd name="T100" fmla="*/ 1046 w 1246"/>
                <a:gd name="T101" fmla="*/ 1532 h 1623"/>
                <a:gd name="T102" fmla="*/ 1073 w 1246"/>
                <a:gd name="T103" fmla="*/ 1566 h 1623"/>
                <a:gd name="T104" fmla="*/ 1093 w 1246"/>
                <a:gd name="T105" fmla="*/ 1589 h 1623"/>
                <a:gd name="T106" fmla="*/ 1113 w 1246"/>
                <a:gd name="T107" fmla="*/ 1601 h 1623"/>
                <a:gd name="T108" fmla="*/ 1133 w 1246"/>
                <a:gd name="T109" fmla="*/ 1612 h 1623"/>
                <a:gd name="T110" fmla="*/ 1153 w 1246"/>
                <a:gd name="T111" fmla="*/ 1618 h 1623"/>
                <a:gd name="T112" fmla="*/ 1173 w 1246"/>
                <a:gd name="T113" fmla="*/ 1618 h 1623"/>
                <a:gd name="T114" fmla="*/ 1192 w 1246"/>
                <a:gd name="T115" fmla="*/ 1623 h 1623"/>
                <a:gd name="T116" fmla="*/ 1212 w 1246"/>
                <a:gd name="T117" fmla="*/ 1623 h 1623"/>
                <a:gd name="T118" fmla="*/ 1239 w 1246"/>
                <a:gd name="T119" fmla="*/ 1623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46" h="1623">
                  <a:moveTo>
                    <a:pt x="0" y="1623"/>
                  </a:moveTo>
                  <a:lnTo>
                    <a:pt x="14" y="1623"/>
                  </a:lnTo>
                  <a:lnTo>
                    <a:pt x="20" y="1623"/>
                  </a:lnTo>
                  <a:lnTo>
                    <a:pt x="34" y="1623"/>
                  </a:lnTo>
                  <a:lnTo>
                    <a:pt x="40" y="1623"/>
                  </a:lnTo>
                  <a:lnTo>
                    <a:pt x="54" y="1623"/>
                  </a:lnTo>
                  <a:lnTo>
                    <a:pt x="60" y="1623"/>
                  </a:lnTo>
                  <a:lnTo>
                    <a:pt x="74" y="1623"/>
                  </a:lnTo>
                  <a:lnTo>
                    <a:pt x="87" y="1623"/>
                  </a:lnTo>
                  <a:lnTo>
                    <a:pt x="93" y="1623"/>
                  </a:lnTo>
                  <a:lnTo>
                    <a:pt x="107" y="1618"/>
                  </a:lnTo>
                  <a:lnTo>
                    <a:pt x="113" y="1618"/>
                  </a:lnTo>
                  <a:lnTo>
                    <a:pt x="127" y="1618"/>
                  </a:lnTo>
                  <a:lnTo>
                    <a:pt x="133" y="1612"/>
                  </a:lnTo>
                  <a:lnTo>
                    <a:pt x="147" y="1612"/>
                  </a:lnTo>
                  <a:lnTo>
                    <a:pt x="153" y="1606"/>
                  </a:lnTo>
                  <a:lnTo>
                    <a:pt x="167" y="1601"/>
                  </a:lnTo>
                  <a:lnTo>
                    <a:pt x="180" y="1595"/>
                  </a:lnTo>
                  <a:lnTo>
                    <a:pt x="187" y="1584"/>
                  </a:lnTo>
                  <a:lnTo>
                    <a:pt x="200" y="1578"/>
                  </a:lnTo>
                  <a:lnTo>
                    <a:pt x="207" y="1561"/>
                  </a:lnTo>
                  <a:lnTo>
                    <a:pt x="220" y="1544"/>
                  </a:lnTo>
                  <a:lnTo>
                    <a:pt x="227" y="1527"/>
                  </a:lnTo>
                  <a:lnTo>
                    <a:pt x="240" y="1504"/>
                  </a:lnTo>
                  <a:lnTo>
                    <a:pt x="247" y="1475"/>
                  </a:lnTo>
                  <a:lnTo>
                    <a:pt x="260" y="1441"/>
                  </a:lnTo>
                  <a:lnTo>
                    <a:pt x="273" y="1407"/>
                  </a:lnTo>
                  <a:lnTo>
                    <a:pt x="280" y="1361"/>
                  </a:lnTo>
                  <a:lnTo>
                    <a:pt x="293" y="1310"/>
                  </a:lnTo>
                  <a:lnTo>
                    <a:pt x="300" y="1259"/>
                  </a:lnTo>
                  <a:lnTo>
                    <a:pt x="313" y="1196"/>
                  </a:lnTo>
                  <a:lnTo>
                    <a:pt x="320" y="1128"/>
                  </a:lnTo>
                  <a:lnTo>
                    <a:pt x="333" y="1054"/>
                  </a:lnTo>
                  <a:lnTo>
                    <a:pt x="340" y="980"/>
                  </a:lnTo>
                  <a:lnTo>
                    <a:pt x="353" y="894"/>
                  </a:lnTo>
                  <a:lnTo>
                    <a:pt x="367" y="809"/>
                  </a:lnTo>
                  <a:lnTo>
                    <a:pt x="373" y="723"/>
                  </a:lnTo>
                  <a:lnTo>
                    <a:pt x="387" y="632"/>
                  </a:lnTo>
                  <a:lnTo>
                    <a:pt x="393" y="547"/>
                  </a:lnTo>
                  <a:lnTo>
                    <a:pt x="407" y="461"/>
                  </a:lnTo>
                  <a:lnTo>
                    <a:pt x="413" y="376"/>
                  </a:lnTo>
                  <a:lnTo>
                    <a:pt x="427" y="302"/>
                  </a:lnTo>
                  <a:lnTo>
                    <a:pt x="440" y="234"/>
                  </a:lnTo>
                  <a:lnTo>
                    <a:pt x="447" y="171"/>
                  </a:lnTo>
                  <a:lnTo>
                    <a:pt x="460" y="120"/>
                  </a:lnTo>
                  <a:lnTo>
                    <a:pt x="466" y="74"/>
                  </a:lnTo>
                  <a:lnTo>
                    <a:pt x="480" y="46"/>
                  </a:lnTo>
                  <a:lnTo>
                    <a:pt x="486" y="23"/>
                  </a:lnTo>
                  <a:lnTo>
                    <a:pt x="500" y="17"/>
                  </a:lnTo>
                  <a:lnTo>
                    <a:pt x="506" y="17"/>
                  </a:lnTo>
                  <a:lnTo>
                    <a:pt x="520" y="28"/>
                  </a:lnTo>
                  <a:lnTo>
                    <a:pt x="533" y="46"/>
                  </a:lnTo>
                  <a:lnTo>
                    <a:pt x="540" y="74"/>
                  </a:lnTo>
                  <a:lnTo>
                    <a:pt x="553" y="103"/>
                  </a:lnTo>
                  <a:lnTo>
                    <a:pt x="560" y="137"/>
                  </a:lnTo>
                  <a:lnTo>
                    <a:pt x="573" y="171"/>
                  </a:lnTo>
                  <a:lnTo>
                    <a:pt x="580" y="205"/>
                  </a:lnTo>
                  <a:lnTo>
                    <a:pt x="593" y="239"/>
                  </a:lnTo>
                  <a:lnTo>
                    <a:pt x="600" y="262"/>
                  </a:lnTo>
                  <a:lnTo>
                    <a:pt x="613" y="285"/>
                  </a:lnTo>
                  <a:lnTo>
                    <a:pt x="626" y="296"/>
                  </a:lnTo>
                  <a:lnTo>
                    <a:pt x="633" y="302"/>
                  </a:lnTo>
                  <a:lnTo>
                    <a:pt x="646" y="296"/>
                  </a:lnTo>
                  <a:lnTo>
                    <a:pt x="653" y="285"/>
                  </a:lnTo>
                  <a:lnTo>
                    <a:pt x="666" y="268"/>
                  </a:lnTo>
                  <a:lnTo>
                    <a:pt x="673" y="245"/>
                  </a:lnTo>
                  <a:lnTo>
                    <a:pt x="686" y="211"/>
                  </a:lnTo>
                  <a:lnTo>
                    <a:pt x="693" y="182"/>
                  </a:lnTo>
                  <a:lnTo>
                    <a:pt x="706" y="142"/>
                  </a:lnTo>
                  <a:lnTo>
                    <a:pt x="720" y="108"/>
                  </a:lnTo>
                  <a:lnTo>
                    <a:pt x="726" y="74"/>
                  </a:lnTo>
                  <a:lnTo>
                    <a:pt x="740" y="46"/>
                  </a:lnTo>
                  <a:lnTo>
                    <a:pt x="746" y="23"/>
                  </a:lnTo>
                  <a:lnTo>
                    <a:pt x="760" y="6"/>
                  </a:lnTo>
                  <a:lnTo>
                    <a:pt x="766" y="0"/>
                  </a:lnTo>
                  <a:lnTo>
                    <a:pt x="780" y="6"/>
                  </a:lnTo>
                  <a:lnTo>
                    <a:pt x="786" y="17"/>
                  </a:lnTo>
                  <a:lnTo>
                    <a:pt x="800" y="40"/>
                  </a:lnTo>
                  <a:lnTo>
                    <a:pt x="813" y="80"/>
                  </a:lnTo>
                  <a:lnTo>
                    <a:pt x="819" y="125"/>
                  </a:lnTo>
                  <a:lnTo>
                    <a:pt x="833" y="182"/>
                  </a:lnTo>
                  <a:lnTo>
                    <a:pt x="839" y="245"/>
                  </a:lnTo>
                  <a:lnTo>
                    <a:pt x="853" y="319"/>
                  </a:lnTo>
                  <a:lnTo>
                    <a:pt x="859" y="399"/>
                  </a:lnTo>
                  <a:lnTo>
                    <a:pt x="873" y="484"/>
                  </a:lnTo>
                  <a:lnTo>
                    <a:pt x="886" y="570"/>
                  </a:lnTo>
                  <a:lnTo>
                    <a:pt x="893" y="655"/>
                  </a:lnTo>
                  <a:lnTo>
                    <a:pt x="906" y="746"/>
                  </a:lnTo>
                  <a:lnTo>
                    <a:pt x="913" y="832"/>
                  </a:lnTo>
                  <a:lnTo>
                    <a:pt x="926" y="917"/>
                  </a:lnTo>
                  <a:lnTo>
                    <a:pt x="933" y="997"/>
                  </a:lnTo>
                  <a:lnTo>
                    <a:pt x="946" y="1077"/>
                  </a:lnTo>
                  <a:lnTo>
                    <a:pt x="953" y="1145"/>
                  </a:lnTo>
                  <a:lnTo>
                    <a:pt x="966" y="1213"/>
                  </a:lnTo>
                  <a:lnTo>
                    <a:pt x="979" y="1270"/>
                  </a:lnTo>
                  <a:lnTo>
                    <a:pt x="986" y="1322"/>
                  </a:lnTo>
                  <a:lnTo>
                    <a:pt x="999" y="1373"/>
                  </a:lnTo>
                  <a:lnTo>
                    <a:pt x="1006" y="1413"/>
                  </a:lnTo>
                  <a:lnTo>
                    <a:pt x="1019" y="1447"/>
                  </a:lnTo>
                  <a:lnTo>
                    <a:pt x="1026" y="1481"/>
                  </a:lnTo>
                  <a:lnTo>
                    <a:pt x="1039" y="1510"/>
                  </a:lnTo>
                  <a:lnTo>
                    <a:pt x="1046" y="1532"/>
                  </a:lnTo>
                  <a:lnTo>
                    <a:pt x="1059" y="1549"/>
                  </a:lnTo>
                  <a:lnTo>
                    <a:pt x="1073" y="1566"/>
                  </a:lnTo>
                  <a:lnTo>
                    <a:pt x="1079" y="1578"/>
                  </a:lnTo>
                  <a:lnTo>
                    <a:pt x="1093" y="1589"/>
                  </a:lnTo>
                  <a:lnTo>
                    <a:pt x="1099" y="1595"/>
                  </a:lnTo>
                  <a:lnTo>
                    <a:pt x="1113" y="1601"/>
                  </a:lnTo>
                  <a:lnTo>
                    <a:pt x="1119" y="1606"/>
                  </a:lnTo>
                  <a:lnTo>
                    <a:pt x="1133" y="1612"/>
                  </a:lnTo>
                  <a:lnTo>
                    <a:pt x="1139" y="1612"/>
                  </a:lnTo>
                  <a:lnTo>
                    <a:pt x="1153" y="1618"/>
                  </a:lnTo>
                  <a:lnTo>
                    <a:pt x="1166" y="1618"/>
                  </a:lnTo>
                  <a:lnTo>
                    <a:pt x="1173" y="1618"/>
                  </a:lnTo>
                  <a:lnTo>
                    <a:pt x="1186" y="1623"/>
                  </a:lnTo>
                  <a:lnTo>
                    <a:pt x="1192" y="1623"/>
                  </a:lnTo>
                  <a:lnTo>
                    <a:pt x="1206" y="1623"/>
                  </a:lnTo>
                  <a:lnTo>
                    <a:pt x="1212" y="1623"/>
                  </a:lnTo>
                  <a:lnTo>
                    <a:pt x="1226" y="1623"/>
                  </a:lnTo>
                  <a:lnTo>
                    <a:pt x="1239" y="1623"/>
                  </a:lnTo>
                  <a:lnTo>
                    <a:pt x="1246" y="1623"/>
                  </a:lnTo>
                </a:path>
              </a:pathLst>
            </a:custGeom>
            <a:noFill/>
            <a:ln w="11113">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0" name="Freeform 912"/>
            <p:cNvSpPr>
              <a:spLocks/>
            </p:cNvSpPr>
            <p:nvPr/>
          </p:nvSpPr>
          <p:spPr bwMode="auto">
            <a:xfrm>
              <a:off x="1411308" y="4133005"/>
              <a:ext cx="1815698" cy="1463302"/>
            </a:xfrm>
            <a:custGeom>
              <a:avLst/>
              <a:gdLst>
                <a:gd name="T0" fmla="*/ 14 w 1246"/>
                <a:gd name="T1" fmla="*/ 1623 h 1623"/>
                <a:gd name="T2" fmla="*/ 34 w 1246"/>
                <a:gd name="T3" fmla="*/ 1623 h 1623"/>
                <a:gd name="T4" fmla="*/ 54 w 1246"/>
                <a:gd name="T5" fmla="*/ 1623 h 1623"/>
                <a:gd name="T6" fmla="*/ 74 w 1246"/>
                <a:gd name="T7" fmla="*/ 1623 h 1623"/>
                <a:gd name="T8" fmla="*/ 93 w 1246"/>
                <a:gd name="T9" fmla="*/ 1618 h 1623"/>
                <a:gd name="T10" fmla="*/ 113 w 1246"/>
                <a:gd name="T11" fmla="*/ 1618 h 1623"/>
                <a:gd name="T12" fmla="*/ 133 w 1246"/>
                <a:gd name="T13" fmla="*/ 1606 h 1623"/>
                <a:gd name="T14" fmla="*/ 153 w 1246"/>
                <a:gd name="T15" fmla="*/ 1601 h 1623"/>
                <a:gd name="T16" fmla="*/ 180 w 1246"/>
                <a:gd name="T17" fmla="*/ 1578 h 1623"/>
                <a:gd name="T18" fmla="*/ 200 w 1246"/>
                <a:gd name="T19" fmla="*/ 1555 h 1623"/>
                <a:gd name="T20" fmla="*/ 220 w 1246"/>
                <a:gd name="T21" fmla="*/ 1515 h 1623"/>
                <a:gd name="T22" fmla="*/ 240 w 1246"/>
                <a:gd name="T23" fmla="*/ 1458 h 1623"/>
                <a:gd name="T24" fmla="*/ 260 w 1246"/>
                <a:gd name="T25" fmla="*/ 1379 h 1623"/>
                <a:gd name="T26" fmla="*/ 280 w 1246"/>
                <a:gd name="T27" fmla="*/ 1276 h 1623"/>
                <a:gd name="T28" fmla="*/ 300 w 1246"/>
                <a:gd name="T29" fmla="*/ 1151 h 1623"/>
                <a:gd name="T30" fmla="*/ 320 w 1246"/>
                <a:gd name="T31" fmla="*/ 1003 h 1623"/>
                <a:gd name="T32" fmla="*/ 340 w 1246"/>
                <a:gd name="T33" fmla="*/ 837 h 1623"/>
                <a:gd name="T34" fmla="*/ 367 w 1246"/>
                <a:gd name="T35" fmla="*/ 661 h 1623"/>
                <a:gd name="T36" fmla="*/ 387 w 1246"/>
                <a:gd name="T37" fmla="*/ 478 h 1623"/>
                <a:gd name="T38" fmla="*/ 407 w 1246"/>
                <a:gd name="T39" fmla="*/ 313 h 1623"/>
                <a:gd name="T40" fmla="*/ 427 w 1246"/>
                <a:gd name="T41" fmla="*/ 177 h 1623"/>
                <a:gd name="T42" fmla="*/ 447 w 1246"/>
                <a:gd name="T43" fmla="*/ 74 h 1623"/>
                <a:gd name="T44" fmla="*/ 466 w 1246"/>
                <a:gd name="T45" fmla="*/ 11 h 1623"/>
                <a:gd name="T46" fmla="*/ 486 w 1246"/>
                <a:gd name="T47" fmla="*/ 0 h 1623"/>
                <a:gd name="T48" fmla="*/ 506 w 1246"/>
                <a:gd name="T49" fmla="*/ 28 h 1623"/>
                <a:gd name="T50" fmla="*/ 533 w 1246"/>
                <a:gd name="T51" fmla="*/ 85 h 1623"/>
                <a:gd name="T52" fmla="*/ 553 w 1246"/>
                <a:gd name="T53" fmla="*/ 159 h 1623"/>
                <a:gd name="T54" fmla="*/ 573 w 1246"/>
                <a:gd name="T55" fmla="*/ 239 h 1623"/>
                <a:gd name="T56" fmla="*/ 593 w 1246"/>
                <a:gd name="T57" fmla="*/ 302 h 1623"/>
                <a:gd name="T58" fmla="*/ 613 w 1246"/>
                <a:gd name="T59" fmla="*/ 336 h 1623"/>
                <a:gd name="T60" fmla="*/ 633 w 1246"/>
                <a:gd name="T61" fmla="*/ 342 h 1623"/>
                <a:gd name="T62" fmla="*/ 653 w 1246"/>
                <a:gd name="T63" fmla="*/ 313 h 1623"/>
                <a:gd name="T64" fmla="*/ 673 w 1246"/>
                <a:gd name="T65" fmla="*/ 268 h 1623"/>
                <a:gd name="T66" fmla="*/ 693 w 1246"/>
                <a:gd name="T67" fmla="*/ 205 h 1623"/>
                <a:gd name="T68" fmla="*/ 720 w 1246"/>
                <a:gd name="T69" fmla="*/ 148 h 1623"/>
                <a:gd name="T70" fmla="*/ 740 w 1246"/>
                <a:gd name="T71" fmla="*/ 114 h 1623"/>
                <a:gd name="T72" fmla="*/ 760 w 1246"/>
                <a:gd name="T73" fmla="*/ 103 h 1623"/>
                <a:gd name="T74" fmla="*/ 780 w 1246"/>
                <a:gd name="T75" fmla="*/ 131 h 1623"/>
                <a:gd name="T76" fmla="*/ 800 w 1246"/>
                <a:gd name="T77" fmla="*/ 205 h 1623"/>
                <a:gd name="T78" fmla="*/ 819 w 1246"/>
                <a:gd name="T79" fmla="*/ 313 h 1623"/>
                <a:gd name="T80" fmla="*/ 839 w 1246"/>
                <a:gd name="T81" fmla="*/ 450 h 1623"/>
                <a:gd name="T82" fmla="*/ 859 w 1246"/>
                <a:gd name="T83" fmla="*/ 610 h 1623"/>
                <a:gd name="T84" fmla="*/ 886 w 1246"/>
                <a:gd name="T85" fmla="*/ 775 h 1623"/>
                <a:gd name="T86" fmla="*/ 906 w 1246"/>
                <a:gd name="T87" fmla="*/ 940 h 1623"/>
                <a:gd name="T88" fmla="*/ 926 w 1246"/>
                <a:gd name="T89" fmla="*/ 1088 h 1623"/>
                <a:gd name="T90" fmla="*/ 946 w 1246"/>
                <a:gd name="T91" fmla="*/ 1219 h 1623"/>
                <a:gd name="T92" fmla="*/ 966 w 1246"/>
                <a:gd name="T93" fmla="*/ 1327 h 1623"/>
                <a:gd name="T94" fmla="*/ 986 w 1246"/>
                <a:gd name="T95" fmla="*/ 1413 h 1623"/>
                <a:gd name="T96" fmla="*/ 1006 w 1246"/>
                <a:gd name="T97" fmla="*/ 1481 h 1623"/>
                <a:gd name="T98" fmla="*/ 1026 w 1246"/>
                <a:gd name="T99" fmla="*/ 1532 h 1623"/>
                <a:gd name="T100" fmla="*/ 1046 w 1246"/>
                <a:gd name="T101" fmla="*/ 1566 h 1623"/>
                <a:gd name="T102" fmla="*/ 1073 w 1246"/>
                <a:gd name="T103" fmla="*/ 1589 h 1623"/>
                <a:gd name="T104" fmla="*/ 1093 w 1246"/>
                <a:gd name="T105" fmla="*/ 1601 h 1623"/>
                <a:gd name="T106" fmla="*/ 1113 w 1246"/>
                <a:gd name="T107" fmla="*/ 1612 h 1623"/>
                <a:gd name="T108" fmla="*/ 1133 w 1246"/>
                <a:gd name="T109" fmla="*/ 1618 h 1623"/>
                <a:gd name="T110" fmla="*/ 1153 w 1246"/>
                <a:gd name="T111" fmla="*/ 1618 h 1623"/>
                <a:gd name="T112" fmla="*/ 1173 w 1246"/>
                <a:gd name="T113" fmla="*/ 1623 h 1623"/>
                <a:gd name="T114" fmla="*/ 1192 w 1246"/>
                <a:gd name="T115" fmla="*/ 1623 h 1623"/>
                <a:gd name="T116" fmla="*/ 1212 w 1246"/>
                <a:gd name="T117" fmla="*/ 1623 h 1623"/>
                <a:gd name="T118" fmla="*/ 1239 w 1246"/>
                <a:gd name="T119" fmla="*/ 1623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46" h="1623">
                  <a:moveTo>
                    <a:pt x="0" y="1623"/>
                  </a:moveTo>
                  <a:lnTo>
                    <a:pt x="14" y="1623"/>
                  </a:lnTo>
                  <a:lnTo>
                    <a:pt x="20" y="1623"/>
                  </a:lnTo>
                  <a:lnTo>
                    <a:pt x="34" y="1623"/>
                  </a:lnTo>
                  <a:lnTo>
                    <a:pt x="40" y="1623"/>
                  </a:lnTo>
                  <a:lnTo>
                    <a:pt x="54" y="1623"/>
                  </a:lnTo>
                  <a:lnTo>
                    <a:pt x="60" y="1623"/>
                  </a:lnTo>
                  <a:lnTo>
                    <a:pt x="74" y="1623"/>
                  </a:lnTo>
                  <a:lnTo>
                    <a:pt x="87" y="1623"/>
                  </a:lnTo>
                  <a:lnTo>
                    <a:pt x="93" y="1618"/>
                  </a:lnTo>
                  <a:lnTo>
                    <a:pt x="107" y="1618"/>
                  </a:lnTo>
                  <a:lnTo>
                    <a:pt x="113" y="1618"/>
                  </a:lnTo>
                  <a:lnTo>
                    <a:pt x="127" y="1612"/>
                  </a:lnTo>
                  <a:lnTo>
                    <a:pt x="133" y="1606"/>
                  </a:lnTo>
                  <a:lnTo>
                    <a:pt x="147" y="1606"/>
                  </a:lnTo>
                  <a:lnTo>
                    <a:pt x="153" y="1601"/>
                  </a:lnTo>
                  <a:lnTo>
                    <a:pt x="167" y="1589"/>
                  </a:lnTo>
                  <a:lnTo>
                    <a:pt x="180" y="1578"/>
                  </a:lnTo>
                  <a:lnTo>
                    <a:pt x="187" y="1566"/>
                  </a:lnTo>
                  <a:lnTo>
                    <a:pt x="200" y="1555"/>
                  </a:lnTo>
                  <a:lnTo>
                    <a:pt x="207" y="1532"/>
                  </a:lnTo>
                  <a:lnTo>
                    <a:pt x="220" y="1515"/>
                  </a:lnTo>
                  <a:lnTo>
                    <a:pt x="227" y="1487"/>
                  </a:lnTo>
                  <a:lnTo>
                    <a:pt x="240" y="1458"/>
                  </a:lnTo>
                  <a:lnTo>
                    <a:pt x="247" y="1418"/>
                  </a:lnTo>
                  <a:lnTo>
                    <a:pt x="260" y="1379"/>
                  </a:lnTo>
                  <a:lnTo>
                    <a:pt x="273" y="1333"/>
                  </a:lnTo>
                  <a:lnTo>
                    <a:pt x="280" y="1276"/>
                  </a:lnTo>
                  <a:lnTo>
                    <a:pt x="293" y="1219"/>
                  </a:lnTo>
                  <a:lnTo>
                    <a:pt x="300" y="1151"/>
                  </a:lnTo>
                  <a:lnTo>
                    <a:pt x="313" y="1082"/>
                  </a:lnTo>
                  <a:lnTo>
                    <a:pt x="320" y="1003"/>
                  </a:lnTo>
                  <a:lnTo>
                    <a:pt x="333" y="923"/>
                  </a:lnTo>
                  <a:lnTo>
                    <a:pt x="340" y="837"/>
                  </a:lnTo>
                  <a:lnTo>
                    <a:pt x="353" y="746"/>
                  </a:lnTo>
                  <a:lnTo>
                    <a:pt x="367" y="661"/>
                  </a:lnTo>
                  <a:lnTo>
                    <a:pt x="373" y="570"/>
                  </a:lnTo>
                  <a:lnTo>
                    <a:pt x="387" y="478"/>
                  </a:lnTo>
                  <a:lnTo>
                    <a:pt x="393" y="399"/>
                  </a:lnTo>
                  <a:lnTo>
                    <a:pt x="407" y="313"/>
                  </a:lnTo>
                  <a:lnTo>
                    <a:pt x="413" y="239"/>
                  </a:lnTo>
                  <a:lnTo>
                    <a:pt x="427" y="177"/>
                  </a:lnTo>
                  <a:lnTo>
                    <a:pt x="440" y="120"/>
                  </a:lnTo>
                  <a:lnTo>
                    <a:pt x="447" y="74"/>
                  </a:lnTo>
                  <a:lnTo>
                    <a:pt x="460" y="40"/>
                  </a:lnTo>
                  <a:lnTo>
                    <a:pt x="466" y="11"/>
                  </a:lnTo>
                  <a:lnTo>
                    <a:pt x="480" y="0"/>
                  </a:lnTo>
                  <a:lnTo>
                    <a:pt x="486" y="0"/>
                  </a:lnTo>
                  <a:lnTo>
                    <a:pt x="500" y="11"/>
                  </a:lnTo>
                  <a:lnTo>
                    <a:pt x="506" y="28"/>
                  </a:lnTo>
                  <a:lnTo>
                    <a:pt x="520" y="57"/>
                  </a:lnTo>
                  <a:lnTo>
                    <a:pt x="533" y="85"/>
                  </a:lnTo>
                  <a:lnTo>
                    <a:pt x="540" y="125"/>
                  </a:lnTo>
                  <a:lnTo>
                    <a:pt x="553" y="159"/>
                  </a:lnTo>
                  <a:lnTo>
                    <a:pt x="560" y="199"/>
                  </a:lnTo>
                  <a:lnTo>
                    <a:pt x="573" y="239"/>
                  </a:lnTo>
                  <a:lnTo>
                    <a:pt x="580" y="273"/>
                  </a:lnTo>
                  <a:lnTo>
                    <a:pt x="593" y="302"/>
                  </a:lnTo>
                  <a:lnTo>
                    <a:pt x="600" y="319"/>
                  </a:lnTo>
                  <a:lnTo>
                    <a:pt x="613" y="336"/>
                  </a:lnTo>
                  <a:lnTo>
                    <a:pt x="626" y="342"/>
                  </a:lnTo>
                  <a:lnTo>
                    <a:pt x="633" y="342"/>
                  </a:lnTo>
                  <a:lnTo>
                    <a:pt x="646" y="330"/>
                  </a:lnTo>
                  <a:lnTo>
                    <a:pt x="653" y="313"/>
                  </a:lnTo>
                  <a:lnTo>
                    <a:pt x="666" y="296"/>
                  </a:lnTo>
                  <a:lnTo>
                    <a:pt x="673" y="268"/>
                  </a:lnTo>
                  <a:lnTo>
                    <a:pt x="686" y="239"/>
                  </a:lnTo>
                  <a:lnTo>
                    <a:pt x="693" y="205"/>
                  </a:lnTo>
                  <a:lnTo>
                    <a:pt x="706" y="177"/>
                  </a:lnTo>
                  <a:lnTo>
                    <a:pt x="720" y="148"/>
                  </a:lnTo>
                  <a:lnTo>
                    <a:pt x="726" y="125"/>
                  </a:lnTo>
                  <a:lnTo>
                    <a:pt x="740" y="114"/>
                  </a:lnTo>
                  <a:lnTo>
                    <a:pt x="746" y="103"/>
                  </a:lnTo>
                  <a:lnTo>
                    <a:pt x="760" y="103"/>
                  </a:lnTo>
                  <a:lnTo>
                    <a:pt x="766" y="114"/>
                  </a:lnTo>
                  <a:lnTo>
                    <a:pt x="780" y="131"/>
                  </a:lnTo>
                  <a:lnTo>
                    <a:pt x="786" y="165"/>
                  </a:lnTo>
                  <a:lnTo>
                    <a:pt x="800" y="205"/>
                  </a:lnTo>
                  <a:lnTo>
                    <a:pt x="813" y="256"/>
                  </a:lnTo>
                  <a:lnTo>
                    <a:pt x="819" y="313"/>
                  </a:lnTo>
                  <a:lnTo>
                    <a:pt x="833" y="376"/>
                  </a:lnTo>
                  <a:lnTo>
                    <a:pt x="839" y="450"/>
                  </a:lnTo>
                  <a:lnTo>
                    <a:pt x="853" y="530"/>
                  </a:lnTo>
                  <a:lnTo>
                    <a:pt x="859" y="610"/>
                  </a:lnTo>
                  <a:lnTo>
                    <a:pt x="873" y="689"/>
                  </a:lnTo>
                  <a:lnTo>
                    <a:pt x="886" y="775"/>
                  </a:lnTo>
                  <a:lnTo>
                    <a:pt x="893" y="860"/>
                  </a:lnTo>
                  <a:lnTo>
                    <a:pt x="906" y="940"/>
                  </a:lnTo>
                  <a:lnTo>
                    <a:pt x="913" y="1014"/>
                  </a:lnTo>
                  <a:lnTo>
                    <a:pt x="926" y="1088"/>
                  </a:lnTo>
                  <a:lnTo>
                    <a:pt x="933" y="1156"/>
                  </a:lnTo>
                  <a:lnTo>
                    <a:pt x="946" y="1219"/>
                  </a:lnTo>
                  <a:lnTo>
                    <a:pt x="953" y="1276"/>
                  </a:lnTo>
                  <a:lnTo>
                    <a:pt x="966" y="1327"/>
                  </a:lnTo>
                  <a:lnTo>
                    <a:pt x="979" y="1373"/>
                  </a:lnTo>
                  <a:lnTo>
                    <a:pt x="986" y="1413"/>
                  </a:lnTo>
                  <a:lnTo>
                    <a:pt x="999" y="1453"/>
                  </a:lnTo>
                  <a:lnTo>
                    <a:pt x="1006" y="1481"/>
                  </a:lnTo>
                  <a:lnTo>
                    <a:pt x="1019" y="1510"/>
                  </a:lnTo>
                  <a:lnTo>
                    <a:pt x="1026" y="1532"/>
                  </a:lnTo>
                  <a:lnTo>
                    <a:pt x="1039" y="1549"/>
                  </a:lnTo>
                  <a:lnTo>
                    <a:pt x="1046" y="1566"/>
                  </a:lnTo>
                  <a:lnTo>
                    <a:pt x="1059" y="1578"/>
                  </a:lnTo>
                  <a:lnTo>
                    <a:pt x="1073" y="1589"/>
                  </a:lnTo>
                  <a:lnTo>
                    <a:pt x="1079" y="1595"/>
                  </a:lnTo>
                  <a:lnTo>
                    <a:pt x="1093" y="1601"/>
                  </a:lnTo>
                  <a:lnTo>
                    <a:pt x="1099" y="1606"/>
                  </a:lnTo>
                  <a:lnTo>
                    <a:pt x="1113" y="1612"/>
                  </a:lnTo>
                  <a:lnTo>
                    <a:pt x="1119" y="1612"/>
                  </a:lnTo>
                  <a:lnTo>
                    <a:pt x="1133" y="1618"/>
                  </a:lnTo>
                  <a:lnTo>
                    <a:pt x="1139" y="1618"/>
                  </a:lnTo>
                  <a:lnTo>
                    <a:pt x="1153" y="1618"/>
                  </a:lnTo>
                  <a:lnTo>
                    <a:pt x="1166" y="1623"/>
                  </a:lnTo>
                  <a:lnTo>
                    <a:pt x="1173" y="1623"/>
                  </a:lnTo>
                  <a:lnTo>
                    <a:pt x="1186" y="1623"/>
                  </a:lnTo>
                  <a:lnTo>
                    <a:pt x="1192" y="1623"/>
                  </a:lnTo>
                  <a:lnTo>
                    <a:pt x="1206" y="1623"/>
                  </a:lnTo>
                  <a:lnTo>
                    <a:pt x="1212" y="1623"/>
                  </a:lnTo>
                  <a:lnTo>
                    <a:pt x="1226" y="1623"/>
                  </a:lnTo>
                  <a:lnTo>
                    <a:pt x="1239" y="1623"/>
                  </a:lnTo>
                  <a:lnTo>
                    <a:pt x="1246" y="1623"/>
                  </a:lnTo>
                </a:path>
              </a:pathLst>
            </a:custGeom>
            <a:noFill/>
            <a:ln w="11113">
              <a:solidFill>
                <a:srgbClr val="00B0F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1" name="Rectangle 913"/>
            <p:cNvSpPr>
              <a:spLocks noChangeArrowheads="1"/>
            </p:cNvSpPr>
            <p:nvPr/>
          </p:nvSpPr>
          <p:spPr bwMode="auto">
            <a:xfrm>
              <a:off x="3957166" y="3855312"/>
              <a:ext cx="1824441" cy="17563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3" name="Line 915"/>
            <p:cNvSpPr>
              <a:spLocks noChangeShapeType="1"/>
            </p:cNvSpPr>
            <p:nvPr/>
          </p:nvSpPr>
          <p:spPr bwMode="auto">
            <a:xfrm flipV="1">
              <a:off x="3955578" y="5599482"/>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4" name="Line 916"/>
            <p:cNvSpPr>
              <a:spLocks noChangeShapeType="1"/>
            </p:cNvSpPr>
            <p:nvPr/>
          </p:nvSpPr>
          <p:spPr bwMode="auto">
            <a:xfrm flipV="1">
              <a:off x="4562978" y="5596303"/>
              <a:ext cx="0" cy="15331"/>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5" name="Line 917"/>
            <p:cNvSpPr>
              <a:spLocks noChangeShapeType="1"/>
            </p:cNvSpPr>
            <p:nvPr/>
          </p:nvSpPr>
          <p:spPr bwMode="auto">
            <a:xfrm flipV="1">
              <a:off x="5177511" y="5596307"/>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6" name="Line 918"/>
            <p:cNvSpPr>
              <a:spLocks noChangeShapeType="1"/>
            </p:cNvSpPr>
            <p:nvPr/>
          </p:nvSpPr>
          <p:spPr bwMode="auto">
            <a:xfrm flipV="1">
              <a:off x="5776844" y="5596307"/>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7" name="Rectangle 919"/>
            <p:cNvSpPr>
              <a:spLocks noChangeArrowheads="1"/>
            </p:cNvSpPr>
            <p:nvPr/>
          </p:nvSpPr>
          <p:spPr bwMode="auto">
            <a:xfrm>
              <a:off x="3835151"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908" name="Rectangle 920"/>
            <p:cNvSpPr>
              <a:spLocks noChangeArrowheads="1"/>
            </p:cNvSpPr>
            <p:nvPr/>
          </p:nvSpPr>
          <p:spPr bwMode="auto">
            <a:xfrm>
              <a:off x="4442882"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909" name="Rectangle 921"/>
            <p:cNvSpPr>
              <a:spLocks noChangeArrowheads="1"/>
            </p:cNvSpPr>
            <p:nvPr/>
          </p:nvSpPr>
          <p:spPr bwMode="auto">
            <a:xfrm>
              <a:off x="5097103"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910" name="Rectangle 922"/>
            <p:cNvSpPr>
              <a:spLocks noChangeArrowheads="1"/>
            </p:cNvSpPr>
            <p:nvPr/>
          </p:nvSpPr>
          <p:spPr bwMode="auto">
            <a:xfrm>
              <a:off x="5693261"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911" name="Line 923"/>
            <p:cNvSpPr>
              <a:spLocks noChangeShapeType="1"/>
            </p:cNvSpPr>
            <p:nvPr/>
          </p:nvSpPr>
          <p:spPr bwMode="auto">
            <a:xfrm flipV="1">
              <a:off x="3953991" y="3593515"/>
              <a:ext cx="0" cy="2018119"/>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2" name="Line 924"/>
            <p:cNvSpPr>
              <a:spLocks noChangeShapeType="1"/>
            </p:cNvSpPr>
            <p:nvPr/>
          </p:nvSpPr>
          <p:spPr bwMode="auto">
            <a:xfrm>
              <a:off x="3955578" y="5614810"/>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3" name="Line 925"/>
            <p:cNvSpPr>
              <a:spLocks noChangeShapeType="1"/>
            </p:cNvSpPr>
            <p:nvPr/>
          </p:nvSpPr>
          <p:spPr bwMode="auto">
            <a:xfrm>
              <a:off x="3957166" y="5319515"/>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4" name="Line 926"/>
            <p:cNvSpPr>
              <a:spLocks noChangeShapeType="1"/>
            </p:cNvSpPr>
            <p:nvPr/>
          </p:nvSpPr>
          <p:spPr bwMode="auto">
            <a:xfrm>
              <a:off x="3957166" y="5026494"/>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5" name="Line 927"/>
            <p:cNvSpPr>
              <a:spLocks noChangeShapeType="1"/>
            </p:cNvSpPr>
            <p:nvPr/>
          </p:nvSpPr>
          <p:spPr bwMode="auto">
            <a:xfrm>
              <a:off x="3957166" y="4733473"/>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6" name="Line 928"/>
            <p:cNvSpPr>
              <a:spLocks noChangeShapeType="1"/>
            </p:cNvSpPr>
            <p:nvPr/>
          </p:nvSpPr>
          <p:spPr bwMode="auto">
            <a:xfrm>
              <a:off x="3957166" y="4441353"/>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7" name="Line 929"/>
            <p:cNvSpPr>
              <a:spLocks noChangeShapeType="1"/>
            </p:cNvSpPr>
            <p:nvPr/>
          </p:nvSpPr>
          <p:spPr bwMode="auto">
            <a:xfrm>
              <a:off x="3957166" y="4148333"/>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8" name="Line 930"/>
            <p:cNvSpPr>
              <a:spLocks noChangeShapeType="1"/>
            </p:cNvSpPr>
            <p:nvPr/>
          </p:nvSpPr>
          <p:spPr bwMode="auto">
            <a:xfrm>
              <a:off x="3957166" y="3855312"/>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9" name="Rectangle 931"/>
            <p:cNvSpPr>
              <a:spLocks noChangeArrowheads="1"/>
            </p:cNvSpPr>
            <p:nvPr/>
          </p:nvSpPr>
          <p:spPr bwMode="auto">
            <a:xfrm>
              <a:off x="3849331" y="554828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834" name="Rectangle 932"/>
            <p:cNvSpPr>
              <a:spLocks noChangeArrowheads="1"/>
            </p:cNvSpPr>
            <p:nvPr/>
          </p:nvSpPr>
          <p:spPr bwMode="auto">
            <a:xfrm>
              <a:off x="3753155" y="5255266"/>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0.2</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835" name="Rectangle 933"/>
            <p:cNvSpPr>
              <a:spLocks noChangeArrowheads="1"/>
            </p:cNvSpPr>
            <p:nvPr/>
          </p:nvSpPr>
          <p:spPr bwMode="auto">
            <a:xfrm>
              <a:off x="3753155" y="4962246"/>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0.4</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36" name="Rectangle 934"/>
            <p:cNvSpPr>
              <a:spLocks noChangeArrowheads="1"/>
            </p:cNvSpPr>
            <p:nvPr/>
          </p:nvSpPr>
          <p:spPr bwMode="auto">
            <a:xfrm>
              <a:off x="3753155" y="4670126"/>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0.6</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837" name="Rectangle 935"/>
            <p:cNvSpPr>
              <a:spLocks noChangeArrowheads="1"/>
            </p:cNvSpPr>
            <p:nvPr/>
          </p:nvSpPr>
          <p:spPr bwMode="auto">
            <a:xfrm>
              <a:off x="3753155" y="437710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0.8</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838" name="Rectangle 936"/>
            <p:cNvSpPr>
              <a:spLocks noChangeArrowheads="1"/>
            </p:cNvSpPr>
            <p:nvPr/>
          </p:nvSpPr>
          <p:spPr bwMode="auto">
            <a:xfrm>
              <a:off x="3849331" y="4084084"/>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839" name="Rectangle 937"/>
            <p:cNvSpPr>
              <a:spLocks noChangeArrowheads="1"/>
            </p:cNvSpPr>
            <p:nvPr/>
          </p:nvSpPr>
          <p:spPr bwMode="auto">
            <a:xfrm>
              <a:off x="3753155" y="3791063"/>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1.2</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840" name="Freeform 938"/>
            <p:cNvSpPr>
              <a:spLocks/>
            </p:cNvSpPr>
            <p:nvPr/>
          </p:nvSpPr>
          <p:spPr bwMode="auto">
            <a:xfrm>
              <a:off x="3957166" y="4148333"/>
              <a:ext cx="1824441" cy="1022418"/>
            </a:xfrm>
            <a:custGeom>
              <a:avLst/>
              <a:gdLst>
                <a:gd name="T0" fmla="*/ 0 w 1252"/>
                <a:gd name="T1" fmla="*/ 1134 h 1134"/>
                <a:gd name="T2" fmla="*/ 20 w 1252"/>
                <a:gd name="T3" fmla="*/ 1071 h 1134"/>
                <a:gd name="T4" fmla="*/ 40 w 1252"/>
                <a:gd name="T5" fmla="*/ 997 h 1134"/>
                <a:gd name="T6" fmla="*/ 60 w 1252"/>
                <a:gd name="T7" fmla="*/ 917 h 1134"/>
                <a:gd name="T8" fmla="*/ 86 w 1252"/>
                <a:gd name="T9" fmla="*/ 832 h 1134"/>
                <a:gd name="T10" fmla="*/ 106 w 1252"/>
                <a:gd name="T11" fmla="*/ 746 h 1134"/>
                <a:gd name="T12" fmla="*/ 126 w 1252"/>
                <a:gd name="T13" fmla="*/ 661 h 1134"/>
                <a:gd name="T14" fmla="*/ 146 w 1252"/>
                <a:gd name="T15" fmla="*/ 570 h 1134"/>
                <a:gd name="T16" fmla="*/ 166 w 1252"/>
                <a:gd name="T17" fmla="*/ 478 h 1134"/>
                <a:gd name="T18" fmla="*/ 186 w 1252"/>
                <a:gd name="T19" fmla="*/ 393 h 1134"/>
                <a:gd name="T20" fmla="*/ 206 w 1252"/>
                <a:gd name="T21" fmla="*/ 313 h 1134"/>
                <a:gd name="T22" fmla="*/ 233 w 1252"/>
                <a:gd name="T23" fmla="*/ 239 h 1134"/>
                <a:gd name="T24" fmla="*/ 253 w 1252"/>
                <a:gd name="T25" fmla="*/ 177 h 1134"/>
                <a:gd name="T26" fmla="*/ 273 w 1252"/>
                <a:gd name="T27" fmla="*/ 120 h 1134"/>
                <a:gd name="T28" fmla="*/ 293 w 1252"/>
                <a:gd name="T29" fmla="*/ 74 h 1134"/>
                <a:gd name="T30" fmla="*/ 313 w 1252"/>
                <a:gd name="T31" fmla="*/ 40 h 1134"/>
                <a:gd name="T32" fmla="*/ 333 w 1252"/>
                <a:gd name="T33" fmla="*/ 17 h 1134"/>
                <a:gd name="T34" fmla="*/ 353 w 1252"/>
                <a:gd name="T35" fmla="*/ 0 h 1134"/>
                <a:gd name="T36" fmla="*/ 373 w 1252"/>
                <a:gd name="T37" fmla="*/ 0 h 1134"/>
                <a:gd name="T38" fmla="*/ 399 w 1252"/>
                <a:gd name="T39" fmla="*/ 6 h 1134"/>
                <a:gd name="T40" fmla="*/ 419 w 1252"/>
                <a:gd name="T41" fmla="*/ 28 h 1134"/>
                <a:gd name="T42" fmla="*/ 439 w 1252"/>
                <a:gd name="T43" fmla="*/ 51 h 1134"/>
                <a:gd name="T44" fmla="*/ 459 w 1252"/>
                <a:gd name="T45" fmla="*/ 85 h 1134"/>
                <a:gd name="T46" fmla="*/ 479 w 1252"/>
                <a:gd name="T47" fmla="*/ 120 h 1134"/>
                <a:gd name="T48" fmla="*/ 499 w 1252"/>
                <a:gd name="T49" fmla="*/ 159 h 1134"/>
                <a:gd name="T50" fmla="*/ 519 w 1252"/>
                <a:gd name="T51" fmla="*/ 194 h 1134"/>
                <a:gd name="T52" fmla="*/ 546 w 1252"/>
                <a:gd name="T53" fmla="*/ 228 h 1134"/>
                <a:gd name="T54" fmla="*/ 566 w 1252"/>
                <a:gd name="T55" fmla="*/ 262 h 1134"/>
                <a:gd name="T56" fmla="*/ 586 w 1252"/>
                <a:gd name="T57" fmla="*/ 285 h 1134"/>
                <a:gd name="T58" fmla="*/ 606 w 1252"/>
                <a:gd name="T59" fmla="*/ 308 h 1134"/>
                <a:gd name="T60" fmla="*/ 626 w 1252"/>
                <a:gd name="T61" fmla="*/ 313 h 1134"/>
                <a:gd name="T62" fmla="*/ 646 w 1252"/>
                <a:gd name="T63" fmla="*/ 319 h 1134"/>
                <a:gd name="T64" fmla="*/ 666 w 1252"/>
                <a:gd name="T65" fmla="*/ 313 h 1134"/>
                <a:gd name="T66" fmla="*/ 686 w 1252"/>
                <a:gd name="T67" fmla="*/ 302 h 1134"/>
                <a:gd name="T68" fmla="*/ 712 w 1252"/>
                <a:gd name="T69" fmla="*/ 279 h 1134"/>
                <a:gd name="T70" fmla="*/ 732 w 1252"/>
                <a:gd name="T71" fmla="*/ 256 h 1134"/>
                <a:gd name="T72" fmla="*/ 752 w 1252"/>
                <a:gd name="T73" fmla="*/ 228 h 1134"/>
                <a:gd name="T74" fmla="*/ 772 w 1252"/>
                <a:gd name="T75" fmla="*/ 194 h 1134"/>
                <a:gd name="T76" fmla="*/ 792 w 1252"/>
                <a:gd name="T77" fmla="*/ 159 h 1134"/>
                <a:gd name="T78" fmla="*/ 812 w 1252"/>
                <a:gd name="T79" fmla="*/ 131 h 1134"/>
                <a:gd name="T80" fmla="*/ 832 w 1252"/>
                <a:gd name="T81" fmla="*/ 103 h 1134"/>
                <a:gd name="T82" fmla="*/ 859 w 1252"/>
                <a:gd name="T83" fmla="*/ 74 h 1134"/>
                <a:gd name="T84" fmla="*/ 879 w 1252"/>
                <a:gd name="T85" fmla="*/ 63 h 1134"/>
                <a:gd name="T86" fmla="*/ 899 w 1252"/>
                <a:gd name="T87" fmla="*/ 51 h 1134"/>
                <a:gd name="T88" fmla="*/ 919 w 1252"/>
                <a:gd name="T89" fmla="*/ 51 h 1134"/>
                <a:gd name="T90" fmla="*/ 939 w 1252"/>
                <a:gd name="T91" fmla="*/ 68 h 1134"/>
                <a:gd name="T92" fmla="*/ 959 w 1252"/>
                <a:gd name="T93" fmla="*/ 91 h 1134"/>
                <a:gd name="T94" fmla="*/ 979 w 1252"/>
                <a:gd name="T95" fmla="*/ 120 h 1134"/>
                <a:gd name="T96" fmla="*/ 999 w 1252"/>
                <a:gd name="T97" fmla="*/ 171 h 1134"/>
                <a:gd name="T98" fmla="*/ 1025 w 1252"/>
                <a:gd name="T99" fmla="*/ 222 h 1134"/>
                <a:gd name="T100" fmla="*/ 1045 w 1252"/>
                <a:gd name="T101" fmla="*/ 285 h 1134"/>
                <a:gd name="T102" fmla="*/ 1065 w 1252"/>
                <a:gd name="T103" fmla="*/ 353 h 1134"/>
                <a:gd name="T104" fmla="*/ 1085 w 1252"/>
                <a:gd name="T105" fmla="*/ 427 h 1134"/>
                <a:gd name="T106" fmla="*/ 1105 w 1252"/>
                <a:gd name="T107" fmla="*/ 513 h 1134"/>
                <a:gd name="T108" fmla="*/ 1125 w 1252"/>
                <a:gd name="T109" fmla="*/ 592 h 1134"/>
                <a:gd name="T110" fmla="*/ 1145 w 1252"/>
                <a:gd name="T111" fmla="*/ 678 h 1134"/>
                <a:gd name="T112" fmla="*/ 1172 w 1252"/>
                <a:gd name="T113" fmla="*/ 763 h 1134"/>
                <a:gd name="T114" fmla="*/ 1192 w 1252"/>
                <a:gd name="T115" fmla="*/ 849 h 1134"/>
                <a:gd name="T116" fmla="*/ 1212 w 1252"/>
                <a:gd name="T117" fmla="*/ 923 h 1134"/>
                <a:gd name="T118" fmla="*/ 1232 w 1252"/>
                <a:gd name="T119" fmla="*/ 1003 h 1134"/>
                <a:gd name="T120" fmla="*/ 1252 w 1252"/>
                <a:gd name="T121" fmla="*/ 1071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2" h="1134">
                  <a:moveTo>
                    <a:pt x="0" y="1134"/>
                  </a:moveTo>
                  <a:lnTo>
                    <a:pt x="20" y="1071"/>
                  </a:lnTo>
                  <a:lnTo>
                    <a:pt x="40" y="997"/>
                  </a:lnTo>
                  <a:lnTo>
                    <a:pt x="60" y="917"/>
                  </a:lnTo>
                  <a:lnTo>
                    <a:pt x="86" y="832"/>
                  </a:lnTo>
                  <a:lnTo>
                    <a:pt x="106" y="746"/>
                  </a:lnTo>
                  <a:lnTo>
                    <a:pt x="126" y="661"/>
                  </a:lnTo>
                  <a:lnTo>
                    <a:pt x="146" y="570"/>
                  </a:lnTo>
                  <a:lnTo>
                    <a:pt x="166" y="478"/>
                  </a:lnTo>
                  <a:lnTo>
                    <a:pt x="186" y="393"/>
                  </a:lnTo>
                  <a:lnTo>
                    <a:pt x="206" y="313"/>
                  </a:lnTo>
                  <a:lnTo>
                    <a:pt x="233" y="239"/>
                  </a:lnTo>
                  <a:lnTo>
                    <a:pt x="253" y="177"/>
                  </a:lnTo>
                  <a:lnTo>
                    <a:pt x="273" y="120"/>
                  </a:lnTo>
                  <a:lnTo>
                    <a:pt x="293" y="74"/>
                  </a:lnTo>
                  <a:lnTo>
                    <a:pt x="313" y="40"/>
                  </a:lnTo>
                  <a:lnTo>
                    <a:pt x="333" y="17"/>
                  </a:lnTo>
                  <a:lnTo>
                    <a:pt x="353" y="0"/>
                  </a:lnTo>
                  <a:lnTo>
                    <a:pt x="373" y="0"/>
                  </a:lnTo>
                  <a:lnTo>
                    <a:pt x="399" y="6"/>
                  </a:lnTo>
                  <a:lnTo>
                    <a:pt x="419" y="28"/>
                  </a:lnTo>
                  <a:lnTo>
                    <a:pt x="439" y="51"/>
                  </a:lnTo>
                  <a:lnTo>
                    <a:pt x="459" y="85"/>
                  </a:lnTo>
                  <a:lnTo>
                    <a:pt x="479" y="120"/>
                  </a:lnTo>
                  <a:lnTo>
                    <a:pt x="499" y="159"/>
                  </a:lnTo>
                  <a:lnTo>
                    <a:pt x="519" y="194"/>
                  </a:lnTo>
                  <a:lnTo>
                    <a:pt x="546" y="228"/>
                  </a:lnTo>
                  <a:lnTo>
                    <a:pt x="566" y="262"/>
                  </a:lnTo>
                  <a:lnTo>
                    <a:pt x="586" y="285"/>
                  </a:lnTo>
                  <a:lnTo>
                    <a:pt x="606" y="308"/>
                  </a:lnTo>
                  <a:lnTo>
                    <a:pt x="626" y="313"/>
                  </a:lnTo>
                  <a:lnTo>
                    <a:pt x="646" y="319"/>
                  </a:lnTo>
                  <a:lnTo>
                    <a:pt x="666" y="313"/>
                  </a:lnTo>
                  <a:lnTo>
                    <a:pt x="686" y="302"/>
                  </a:lnTo>
                  <a:lnTo>
                    <a:pt x="712" y="279"/>
                  </a:lnTo>
                  <a:lnTo>
                    <a:pt x="732" y="256"/>
                  </a:lnTo>
                  <a:lnTo>
                    <a:pt x="752" y="228"/>
                  </a:lnTo>
                  <a:lnTo>
                    <a:pt x="772" y="194"/>
                  </a:lnTo>
                  <a:lnTo>
                    <a:pt x="792" y="159"/>
                  </a:lnTo>
                  <a:lnTo>
                    <a:pt x="812" y="131"/>
                  </a:lnTo>
                  <a:lnTo>
                    <a:pt x="832" y="103"/>
                  </a:lnTo>
                  <a:lnTo>
                    <a:pt x="859" y="74"/>
                  </a:lnTo>
                  <a:lnTo>
                    <a:pt x="879" y="63"/>
                  </a:lnTo>
                  <a:lnTo>
                    <a:pt x="899" y="51"/>
                  </a:lnTo>
                  <a:lnTo>
                    <a:pt x="919" y="51"/>
                  </a:lnTo>
                  <a:lnTo>
                    <a:pt x="939" y="68"/>
                  </a:lnTo>
                  <a:lnTo>
                    <a:pt x="959" y="91"/>
                  </a:lnTo>
                  <a:lnTo>
                    <a:pt x="979" y="120"/>
                  </a:lnTo>
                  <a:lnTo>
                    <a:pt x="999" y="171"/>
                  </a:lnTo>
                  <a:lnTo>
                    <a:pt x="1025" y="222"/>
                  </a:lnTo>
                  <a:lnTo>
                    <a:pt x="1045" y="285"/>
                  </a:lnTo>
                  <a:lnTo>
                    <a:pt x="1065" y="353"/>
                  </a:lnTo>
                  <a:lnTo>
                    <a:pt x="1085" y="427"/>
                  </a:lnTo>
                  <a:lnTo>
                    <a:pt x="1105" y="513"/>
                  </a:lnTo>
                  <a:lnTo>
                    <a:pt x="1125" y="592"/>
                  </a:lnTo>
                  <a:lnTo>
                    <a:pt x="1145" y="678"/>
                  </a:lnTo>
                  <a:lnTo>
                    <a:pt x="1172" y="763"/>
                  </a:lnTo>
                  <a:lnTo>
                    <a:pt x="1192" y="849"/>
                  </a:lnTo>
                  <a:lnTo>
                    <a:pt x="1212" y="923"/>
                  </a:lnTo>
                  <a:lnTo>
                    <a:pt x="1232" y="1003"/>
                  </a:lnTo>
                  <a:lnTo>
                    <a:pt x="1252" y="1071"/>
                  </a:lnTo>
                </a:path>
              </a:pathLst>
            </a:custGeom>
            <a:noFill/>
            <a:ln w="11113">
              <a:solidFill>
                <a:srgbClr val="CC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841" name="Freeform 939"/>
            <p:cNvSpPr>
              <a:spLocks/>
            </p:cNvSpPr>
            <p:nvPr/>
          </p:nvSpPr>
          <p:spPr bwMode="auto">
            <a:xfrm>
              <a:off x="3957166" y="4148333"/>
              <a:ext cx="1824441" cy="1463302"/>
            </a:xfrm>
            <a:custGeom>
              <a:avLst/>
              <a:gdLst>
                <a:gd name="T0" fmla="*/ 13 w 1252"/>
                <a:gd name="T1" fmla="*/ 1623 h 1623"/>
                <a:gd name="T2" fmla="*/ 33 w 1252"/>
                <a:gd name="T3" fmla="*/ 1623 h 1623"/>
                <a:gd name="T4" fmla="*/ 53 w 1252"/>
                <a:gd name="T5" fmla="*/ 1623 h 1623"/>
                <a:gd name="T6" fmla="*/ 80 w 1252"/>
                <a:gd name="T7" fmla="*/ 1623 h 1623"/>
                <a:gd name="T8" fmla="*/ 100 w 1252"/>
                <a:gd name="T9" fmla="*/ 1623 h 1623"/>
                <a:gd name="T10" fmla="*/ 120 w 1252"/>
                <a:gd name="T11" fmla="*/ 1623 h 1623"/>
                <a:gd name="T12" fmla="*/ 140 w 1252"/>
                <a:gd name="T13" fmla="*/ 1623 h 1623"/>
                <a:gd name="T14" fmla="*/ 160 w 1252"/>
                <a:gd name="T15" fmla="*/ 1623 h 1623"/>
                <a:gd name="T16" fmla="*/ 180 w 1252"/>
                <a:gd name="T17" fmla="*/ 1623 h 1623"/>
                <a:gd name="T18" fmla="*/ 200 w 1252"/>
                <a:gd name="T19" fmla="*/ 1623 h 1623"/>
                <a:gd name="T20" fmla="*/ 220 w 1252"/>
                <a:gd name="T21" fmla="*/ 1618 h 1623"/>
                <a:gd name="T22" fmla="*/ 246 w 1252"/>
                <a:gd name="T23" fmla="*/ 1606 h 1623"/>
                <a:gd name="T24" fmla="*/ 266 w 1252"/>
                <a:gd name="T25" fmla="*/ 1589 h 1623"/>
                <a:gd name="T26" fmla="*/ 286 w 1252"/>
                <a:gd name="T27" fmla="*/ 1561 h 1623"/>
                <a:gd name="T28" fmla="*/ 306 w 1252"/>
                <a:gd name="T29" fmla="*/ 1504 h 1623"/>
                <a:gd name="T30" fmla="*/ 326 w 1252"/>
                <a:gd name="T31" fmla="*/ 1418 h 1623"/>
                <a:gd name="T32" fmla="*/ 346 w 1252"/>
                <a:gd name="T33" fmla="*/ 1299 h 1623"/>
                <a:gd name="T34" fmla="*/ 366 w 1252"/>
                <a:gd name="T35" fmla="*/ 1134 h 1623"/>
                <a:gd name="T36" fmla="*/ 393 w 1252"/>
                <a:gd name="T37" fmla="*/ 928 h 1623"/>
                <a:gd name="T38" fmla="*/ 413 w 1252"/>
                <a:gd name="T39" fmla="*/ 706 h 1623"/>
                <a:gd name="T40" fmla="*/ 433 w 1252"/>
                <a:gd name="T41" fmla="*/ 478 h 1623"/>
                <a:gd name="T42" fmla="*/ 453 w 1252"/>
                <a:gd name="T43" fmla="*/ 279 h 1623"/>
                <a:gd name="T44" fmla="*/ 473 w 1252"/>
                <a:gd name="T45" fmla="*/ 120 h 1623"/>
                <a:gd name="T46" fmla="*/ 493 w 1252"/>
                <a:gd name="T47" fmla="*/ 28 h 1623"/>
                <a:gd name="T48" fmla="*/ 513 w 1252"/>
                <a:gd name="T49" fmla="*/ 0 h 1623"/>
                <a:gd name="T50" fmla="*/ 533 w 1252"/>
                <a:gd name="T51" fmla="*/ 34 h 1623"/>
                <a:gd name="T52" fmla="*/ 559 w 1252"/>
                <a:gd name="T53" fmla="*/ 108 h 1623"/>
                <a:gd name="T54" fmla="*/ 579 w 1252"/>
                <a:gd name="T55" fmla="*/ 199 h 1623"/>
                <a:gd name="T56" fmla="*/ 599 w 1252"/>
                <a:gd name="T57" fmla="*/ 285 h 1623"/>
                <a:gd name="T58" fmla="*/ 619 w 1252"/>
                <a:gd name="T59" fmla="*/ 347 h 1623"/>
                <a:gd name="T60" fmla="*/ 639 w 1252"/>
                <a:gd name="T61" fmla="*/ 365 h 1623"/>
                <a:gd name="T62" fmla="*/ 659 w 1252"/>
                <a:gd name="T63" fmla="*/ 336 h 1623"/>
                <a:gd name="T64" fmla="*/ 679 w 1252"/>
                <a:gd name="T65" fmla="*/ 279 h 1623"/>
                <a:gd name="T66" fmla="*/ 706 w 1252"/>
                <a:gd name="T67" fmla="*/ 199 h 1623"/>
                <a:gd name="T68" fmla="*/ 726 w 1252"/>
                <a:gd name="T69" fmla="*/ 131 h 1623"/>
                <a:gd name="T70" fmla="*/ 746 w 1252"/>
                <a:gd name="T71" fmla="*/ 97 h 1623"/>
                <a:gd name="T72" fmla="*/ 766 w 1252"/>
                <a:gd name="T73" fmla="*/ 108 h 1623"/>
                <a:gd name="T74" fmla="*/ 786 w 1252"/>
                <a:gd name="T75" fmla="*/ 188 h 1623"/>
                <a:gd name="T76" fmla="*/ 806 w 1252"/>
                <a:gd name="T77" fmla="*/ 319 h 1623"/>
                <a:gd name="T78" fmla="*/ 826 w 1252"/>
                <a:gd name="T79" fmla="*/ 501 h 1623"/>
                <a:gd name="T80" fmla="*/ 846 w 1252"/>
                <a:gd name="T81" fmla="*/ 712 h 1623"/>
                <a:gd name="T82" fmla="*/ 872 w 1252"/>
                <a:gd name="T83" fmla="*/ 923 h 1623"/>
                <a:gd name="T84" fmla="*/ 892 w 1252"/>
                <a:gd name="T85" fmla="*/ 1122 h 1623"/>
                <a:gd name="T86" fmla="*/ 912 w 1252"/>
                <a:gd name="T87" fmla="*/ 1282 h 1623"/>
                <a:gd name="T88" fmla="*/ 932 w 1252"/>
                <a:gd name="T89" fmla="*/ 1407 h 1623"/>
                <a:gd name="T90" fmla="*/ 952 w 1252"/>
                <a:gd name="T91" fmla="*/ 1498 h 1623"/>
                <a:gd name="T92" fmla="*/ 972 w 1252"/>
                <a:gd name="T93" fmla="*/ 1555 h 1623"/>
                <a:gd name="T94" fmla="*/ 992 w 1252"/>
                <a:gd name="T95" fmla="*/ 1589 h 1623"/>
                <a:gd name="T96" fmla="*/ 1019 w 1252"/>
                <a:gd name="T97" fmla="*/ 1606 h 1623"/>
                <a:gd name="T98" fmla="*/ 1039 w 1252"/>
                <a:gd name="T99" fmla="*/ 1618 h 1623"/>
                <a:gd name="T100" fmla="*/ 1059 w 1252"/>
                <a:gd name="T101" fmla="*/ 1618 h 1623"/>
                <a:gd name="T102" fmla="*/ 1079 w 1252"/>
                <a:gd name="T103" fmla="*/ 1623 h 1623"/>
                <a:gd name="T104" fmla="*/ 1099 w 1252"/>
                <a:gd name="T105" fmla="*/ 1623 h 1623"/>
                <a:gd name="T106" fmla="*/ 1119 w 1252"/>
                <a:gd name="T107" fmla="*/ 1623 h 1623"/>
                <a:gd name="T108" fmla="*/ 1139 w 1252"/>
                <a:gd name="T109" fmla="*/ 1623 h 1623"/>
                <a:gd name="T110" fmla="*/ 1159 w 1252"/>
                <a:gd name="T111" fmla="*/ 1623 h 1623"/>
                <a:gd name="T112" fmla="*/ 1185 w 1252"/>
                <a:gd name="T113" fmla="*/ 1623 h 1623"/>
                <a:gd name="T114" fmla="*/ 1205 w 1252"/>
                <a:gd name="T115" fmla="*/ 1623 h 1623"/>
                <a:gd name="T116" fmla="*/ 1225 w 1252"/>
                <a:gd name="T117" fmla="*/ 1623 h 1623"/>
                <a:gd name="T118" fmla="*/ 1245 w 1252"/>
                <a:gd name="T119" fmla="*/ 1623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52" h="1623">
                  <a:moveTo>
                    <a:pt x="0" y="1623"/>
                  </a:moveTo>
                  <a:lnTo>
                    <a:pt x="6" y="1623"/>
                  </a:lnTo>
                  <a:lnTo>
                    <a:pt x="13" y="1623"/>
                  </a:lnTo>
                  <a:lnTo>
                    <a:pt x="20" y="1623"/>
                  </a:lnTo>
                  <a:lnTo>
                    <a:pt x="26" y="1623"/>
                  </a:lnTo>
                  <a:lnTo>
                    <a:pt x="33" y="1623"/>
                  </a:lnTo>
                  <a:lnTo>
                    <a:pt x="40" y="1623"/>
                  </a:lnTo>
                  <a:lnTo>
                    <a:pt x="46" y="1623"/>
                  </a:lnTo>
                  <a:lnTo>
                    <a:pt x="53" y="1623"/>
                  </a:lnTo>
                  <a:lnTo>
                    <a:pt x="60" y="1623"/>
                  </a:lnTo>
                  <a:lnTo>
                    <a:pt x="73" y="1623"/>
                  </a:lnTo>
                  <a:lnTo>
                    <a:pt x="80" y="1623"/>
                  </a:lnTo>
                  <a:lnTo>
                    <a:pt x="86" y="1623"/>
                  </a:lnTo>
                  <a:lnTo>
                    <a:pt x="93" y="1623"/>
                  </a:lnTo>
                  <a:lnTo>
                    <a:pt x="100" y="1623"/>
                  </a:lnTo>
                  <a:lnTo>
                    <a:pt x="106" y="1623"/>
                  </a:lnTo>
                  <a:lnTo>
                    <a:pt x="113" y="1623"/>
                  </a:lnTo>
                  <a:lnTo>
                    <a:pt x="120" y="1623"/>
                  </a:lnTo>
                  <a:lnTo>
                    <a:pt x="126" y="1623"/>
                  </a:lnTo>
                  <a:lnTo>
                    <a:pt x="133" y="1623"/>
                  </a:lnTo>
                  <a:lnTo>
                    <a:pt x="140" y="1623"/>
                  </a:lnTo>
                  <a:lnTo>
                    <a:pt x="146" y="1623"/>
                  </a:lnTo>
                  <a:lnTo>
                    <a:pt x="153" y="1623"/>
                  </a:lnTo>
                  <a:lnTo>
                    <a:pt x="160" y="1623"/>
                  </a:lnTo>
                  <a:lnTo>
                    <a:pt x="166" y="1623"/>
                  </a:lnTo>
                  <a:lnTo>
                    <a:pt x="173" y="1623"/>
                  </a:lnTo>
                  <a:lnTo>
                    <a:pt x="180" y="1623"/>
                  </a:lnTo>
                  <a:lnTo>
                    <a:pt x="186" y="1623"/>
                  </a:lnTo>
                  <a:lnTo>
                    <a:pt x="193" y="1623"/>
                  </a:lnTo>
                  <a:lnTo>
                    <a:pt x="200" y="1623"/>
                  </a:lnTo>
                  <a:lnTo>
                    <a:pt x="206" y="1618"/>
                  </a:lnTo>
                  <a:lnTo>
                    <a:pt x="213" y="1618"/>
                  </a:lnTo>
                  <a:lnTo>
                    <a:pt x="220" y="1618"/>
                  </a:lnTo>
                  <a:lnTo>
                    <a:pt x="233" y="1618"/>
                  </a:lnTo>
                  <a:lnTo>
                    <a:pt x="240" y="1612"/>
                  </a:lnTo>
                  <a:lnTo>
                    <a:pt x="246" y="1606"/>
                  </a:lnTo>
                  <a:lnTo>
                    <a:pt x="253" y="1606"/>
                  </a:lnTo>
                  <a:lnTo>
                    <a:pt x="260" y="1601"/>
                  </a:lnTo>
                  <a:lnTo>
                    <a:pt x="266" y="1589"/>
                  </a:lnTo>
                  <a:lnTo>
                    <a:pt x="273" y="1584"/>
                  </a:lnTo>
                  <a:lnTo>
                    <a:pt x="279" y="1572"/>
                  </a:lnTo>
                  <a:lnTo>
                    <a:pt x="286" y="1561"/>
                  </a:lnTo>
                  <a:lnTo>
                    <a:pt x="293" y="1544"/>
                  </a:lnTo>
                  <a:lnTo>
                    <a:pt x="299" y="1527"/>
                  </a:lnTo>
                  <a:lnTo>
                    <a:pt x="306" y="1504"/>
                  </a:lnTo>
                  <a:lnTo>
                    <a:pt x="313" y="1481"/>
                  </a:lnTo>
                  <a:lnTo>
                    <a:pt x="319" y="1453"/>
                  </a:lnTo>
                  <a:lnTo>
                    <a:pt x="326" y="1418"/>
                  </a:lnTo>
                  <a:lnTo>
                    <a:pt x="333" y="1384"/>
                  </a:lnTo>
                  <a:lnTo>
                    <a:pt x="339" y="1344"/>
                  </a:lnTo>
                  <a:lnTo>
                    <a:pt x="346" y="1299"/>
                  </a:lnTo>
                  <a:lnTo>
                    <a:pt x="353" y="1247"/>
                  </a:lnTo>
                  <a:lnTo>
                    <a:pt x="359" y="1191"/>
                  </a:lnTo>
                  <a:lnTo>
                    <a:pt x="366" y="1134"/>
                  </a:lnTo>
                  <a:lnTo>
                    <a:pt x="373" y="1065"/>
                  </a:lnTo>
                  <a:lnTo>
                    <a:pt x="386" y="1003"/>
                  </a:lnTo>
                  <a:lnTo>
                    <a:pt x="393" y="928"/>
                  </a:lnTo>
                  <a:lnTo>
                    <a:pt x="399" y="854"/>
                  </a:lnTo>
                  <a:lnTo>
                    <a:pt x="406" y="780"/>
                  </a:lnTo>
                  <a:lnTo>
                    <a:pt x="413" y="706"/>
                  </a:lnTo>
                  <a:lnTo>
                    <a:pt x="419" y="627"/>
                  </a:lnTo>
                  <a:lnTo>
                    <a:pt x="426" y="553"/>
                  </a:lnTo>
                  <a:lnTo>
                    <a:pt x="433" y="478"/>
                  </a:lnTo>
                  <a:lnTo>
                    <a:pt x="439" y="410"/>
                  </a:lnTo>
                  <a:lnTo>
                    <a:pt x="446" y="342"/>
                  </a:lnTo>
                  <a:lnTo>
                    <a:pt x="453" y="279"/>
                  </a:lnTo>
                  <a:lnTo>
                    <a:pt x="459" y="222"/>
                  </a:lnTo>
                  <a:lnTo>
                    <a:pt x="466" y="165"/>
                  </a:lnTo>
                  <a:lnTo>
                    <a:pt x="473" y="120"/>
                  </a:lnTo>
                  <a:lnTo>
                    <a:pt x="479" y="85"/>
                  </a:lnTo>
                  <a:lnTo>
                    <a:pt x="486" y="51"/>
                  </a:lnTo>
                  <a:lnTo>
                    <a:pt x="493" y="28"/>
                  </a:lnTo>
                  <a:lnTo>
                    <a:pt x="499" y="11"/>
                  </a:lnTo>
                  <a:lnTo>
                    <a:pt x="506" y="0"/>
                  </a:lnTo>
                  <a:lnTo>
                    <a:pt x="513" y="0"/>
                  </a:lnTo>
                  <a:lnTo>
                    <a:pt x="519" y="6"/>
                  </a:lnTo>
                  <a:lnTo>
                    <a:pt x="526" y="17"/>
                  </a:lnTo>
                  <a:lnTo>
                    <a:pt x="533" y="34"/>
                  </a:lnTo>
                  <a:lnTo>
                    <a:pt x="546" y="51"/>
                  </a:lnTo>
                  <a:lnTo>
                    <a:pt x="553" y="80"/>
                  </a:lnTo>
                  <a:lnTo>
                    <a:pt x="559" y="108"/>
                  </a:lnTo>
                  <a:lnTo>
                    <a:pt x="566" y="137"/>
                  </a:lnTo>
                  <a:lnTo>
                    <a:pt x="573" y="171"/>
                  </a:lnTo>
                  <a:lnTo>
                    <a:pt x="579" y="199"/>
                  </a:lnTo>
                  <a:lnTo>
                    <a:pt x="586" y="228"/>
                  </a:lnTo>
                  <a:lnTo>
                    <a:pt x="593" y="262"/>
                  </a:lnTo>
                  <a:lnTo>
                    <a:pt x="599" y="285"/>
                  </a:lnTo>
                  <a:lnTo>
                    <a:pt x="606" y="308"/>
                  </a:lnTo>
                  <a:lnTo>
                    <a:pt x="613" y="330"/>
                  </a:lnTo>
                  <a:lnTo>
                    <a:pt x="619" y="347"/>
                  </a:lnTo>
                  <a:lnTo>
                    <a:pt x="626" y="359"/>
                  </a:lnTo>
                  <a:lnTo>
                    <a:pt x="632" y="365"/>
                  </a:lnTo>
                  <a:lnTo>
                    <a:pt x="639" y="365"/>
                  </a:lnTo>
                  <a:lnTo>
                    <a:pt x="646" y="359"/>
                  </a:lnTo>
                  <a:lnTo>
                    <a:pt x="652" y="353"/>
                  </a:lnTo>
                  <a:lnTo>
                    <a:pt x="659" y="336"/>
                  </a:lnTo>
                  <a:lnTo>
                    <a:pt x="666" y="319"/>
                  </a:lnTo>
                  <a:lnTo>
                    <a:pt x="672" y="302"/>
                  </a:lnTo>
                  <a:lnTo>
                    <a:pt x="679" y="279"/>
                  </a:lnTo>
                  <a:lnTo>
                    <a:pt x="686" y="251"/>
                  </a:lnTo>
                  <a:lnTo>
                    <a:pt x="699" y="228"/>
                  </a:lnTo>
                  <a:lnTo>
                    <a:pt x="706" y="199"/>
                  </a:lnTo>
                  <a:lnTo>
                    <a:pt x="712" y="177"/>
                  </a:lnTo>
                  <a:lnTo>
                    <a:pt x="719" y="154"/>
                  </a:lnTo>
                  <a:lnTo>
                    <a:pt x="726" y="131"/>
                  </a:lnTo>
                  <a:lnTo>
                    <a:pt x="732" y="114"/>
                  </a:lnTo>
                  <a:lnTo>
                    <a:pt x="739" y="103"/>
                  </a:lnTo>
                  <a:lnTo>
                    <a:pt x="746" y="97"/>
                  </a:lnTo>
                  <a:lnTo>
                    <a:pt x="752" y="97"/>
                  </a:lnTo>
                  <a:lnTo>
                    <a:pt x="759" y="97"/>
                  </a:lnTo>
                  <a:lnTo>
                    <a:pt x="766" y="108"/>
                  </a:lnTo>
                  <a:lnTo>
                    <a:pt x="772" y="131"/>
                  </a:lnTo>
                  <a:lnTo>
                    <a:pt x="779" y="154"/>
                  </a:lnTo>
                  <a:lnTo>
                    <a:pt x="786" y="188"/>
                  </a:lnTo>
                  <a:lnTo>
                    <a:pt x="792" y="222"/>
                  </a:lnTo>
                  <a:lnTo>
                    <a:pt x="799" y="268"/>
                  </a:lnTo>
                  <a:lnTo>
                    <a:pt x="806" y="319"/>
                  </a:lnTo>
                  <a:lnTo>
                    <a:pt x="812" y="376"/>
                  </a:lnTo>
                  <a:lnTo>
                    <a:pt x="819" y="439"/>
                  </a:lnTo>
                  <a:lnTo>
                    <a:pt x="826" y="501"/>
                  </a:lnTo>
                  <a:lnTo>
                    <a:pt x="832" y="570"/>
                  </a:lnTo>
                  <a:lnTo>
                    <a:pt x="839" y="644"/>
                  </a:lnTo>
                  <a:lnTo>
                    <a:pt x="846" y="712"/>
                  </a:lnTo>
                  <a:lnTo>
                    <a:pt x="859" y="786"/>
                  </a:lnTo>
                  <a:lnTo>
                    <a:pt x="866" y="854"/>
                  </a:lnTo>
                  <a:lnTo>
                    <a:pt x="872" y="923"/>
                  </a:lnTo>
                  <a:lnTo>
                    <a:pt x="879" y="991"/>
                  </a:lnTo>
                  <a:lnTo>
                    <a:pt x="886" y="1060"/>
                  </a:lnTo>
                  <a:lnTo>
                    <a:pt x="892" y="1122"/>
                  </a:lnTo>
                  <a:lnTo>
                    <a:pt x="899" y="1179"/>
                  </a:lnTo>
                  <a:lnTo>
                    <a:pt x="906" y="1236"/>
                  </a:lnTo>
                  <a:lnTo>
                    <a:pt x="912" y="1282"/>
                  </a:lnTo>
                  <a:lnTo>
                    <a:pt x="919" y="1327"/>
                  </a:lnTo>
                  <a:lnTo>
                    <a:pt x="926" y="1373"/>
                  </a:lnTo>
                  <a:lnTo>
                    <a:pt x="932" y="1407"/>
                  </a:lnTo>
                  <a:lnTo>
                    <a:pt x="939" y="1441"/>
                  </a:lnTo>
                  <a:lnTo>
                    <a:pt x="946" y="1470"/>
                  </a:lnTo>
                  <a:lnTo>
                    <a:pt x="952" y="1498"/>
                  </a:lnTo>
                  <a:lnTo>
                    <a:pt x="959" y="1521"/>
                  </a:lnTo>
                  <a:lnTo>
                    <a:pt x="966" y="1538"/>
                  </a:lnTo>
                  <a:lnTo>
                    <a:pt x="972" y="1555"/>
                  </a:lnTo>
                  <a:lnTo>
                    <a:pt x="979" y="1566"/>
                  </a:lnTo>
                  <a:lnTo>
                    <a:pt x="986" y="1578"/>
                  </a:lnTo>
                  <a:lnTo>
                    <a:pt x="992" y="1589"/>
                  </a:lnTo>
                  <a:lnTo>
                    <a:pt x="999" y="1595"/>
                  </a:lnTo>
                  <a:lnTo>
                    <a:pt x="1012" y="1601"/>
                  </a:lnTo>
                  <a:lnTo>
                    <a:pt x="1019" y="1606"/>
                  </a:lnTo>
                  <a:lnTo>
                    <a:pt x="1025" y="1612"/>
                  </a:lnTo>
                  <a:lnTo>
                    <a:pt x="1032" y="1612"/>
                  </a:lnTo>
                  <a:lnTo>
                    <a:pt x="1039" y="1618"/>
                  </a:lnTo>
                  <a:lnTo>
                    <a:pt x="1045" y="1618"/>
                  </a:lnTo>
                  <a:lnTo>
                    <a:pt x="1052" y="1618"/>
                  </a:lnTo>
                  <a:lnTo>
                    <a:pt x="1059" y="1618"/>
                  </a:lnTo>
                  <a:lnTo>
                    <a:pt x="1065" y="1623"/>
                  </a:lnTo>
                  <a:lnTo>
                    <a:pt x="1072" y="1623"/>
                  </a:lnTo>
                  <a:lnTo>
                    <a:pt x="1079" y="1623"/>
                  </a:lnTo>
                  <a:lnTo>
                    <a:pt x="1085" y="1623"/>
                  </a:lnTo>
                  <a:lnTo>
                    <a:pt x="1092" y="1623"/>
                  </a:lnTo>
                  <a:lnTo>
                    <a:pt x="1099" y="1623"/>
                  </a:lnTo>
                  <a:lnTo>
                    <a:pt x="1105" y="1623"/>
                  </a:lnTo>
                  <a:lnTo>
                    <a:pt x="1112" y="1623"/>
                  </a:lnTo>
                  <a:lnTo>
                    <a:pt x="1119" y="1623"/>
                  </a:lnTo>
                  <a:lnTo>
                    <a:pt x="1125" y="1623"/>
                  </a:lnTo>
                  <a:lnTo>
                    <a:pt x="1132" y="1623"/>
                  </a:lnTo>
                  <a:lnTo>
                    <a:pt x="1139" y="1623"/>
                  </a:lnTo>
                  <a:lnTo>
                    <a:pt x="1145" y="1623"/>
                  </a:lnTo>
                  <a:lnTo>
                    <a:pt x="1152" y="1623"/>
                  </a:lnTo>
                  <a:lnTo>
                    <a:pt x="1159" y="1623"/>
                  </a:lnTo>
                  <a:lnTo>
                    <a:pt x="1172" y="1623"/>
                  </a:lnTo>
                  <a:lnTo>
                    <a:pt x="1179" y="1623"/>
                  </a:lnTo>
                  <a:lnTo>
                    <a:pt x="1185" y="1623"/>
                  </a:lnTo>
                  <a:lnTo>
                    <a:pt x="1192" y="1623"/>
                  </a:lnTo>
                  <a:lnTo>
                    <a:pt x="1199" y="1623"/>
                  </a:lnTo>
                  <a:lnTo>
                    <a:pt x="1205" y="1623"/>
                  </a:lnTo>
                  <a:lnTo>
                    <a:pt x="1212" y="1623"/>
                  </a:lnTo>
                  <a:lnTo>
                    <a:pt x="1219" y="1623"/>
                  </a:lnTo>
                  <a:lnTo>
                    <a:pt x="1225" y="1623"/>
                  </a:lnTo>
                  <a:lnTo>
                    <a:pt x="1232" y="1623"/>
                  </a:lnTo>
                  <a:lnTo>
                    <a:pt x="1239" y="1623"/>
                  </a:lnTo>
                  <a:lnTo>
                    <a:pt x="1245" y="1623"/>
                  </a:lnTo>
                  <a:lnTo>
                    <a:pt x="1252" y="1623"/>
                  </a:lnTo>
                </a:path>
              </a:pathLst>
            </a:custGeom>
            <a:noFill/>
            <a:ln w="11113">
              <a:solidFill>
                <a:srgbClr val="FFC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842" name="Freeform 940"/>
            <p:cNvSpPr>
              <a:spLocks/>
            </p:cNvSpPr>
            <p:nvPr/>
          </p:nvSpPr>
          <p:spPr bwMode="auto">
            <a:xfrm>
              <a:off x="3957166" y="4148333"/>
              <a:ext cx="1824441" cy="1463302"/>
            </a:xfrm>
            <a:custGeom>
              <a:avLst/>
              <a:gdLst>
                <a:gd name="T0" fmla="*/ 13 w 1252"/>
                <a:gd name="T1" fmla="*/ 1623 h 1623"/>
                <a:gd name="T2" fmla="*/ 33 w 1252"/>
                <a:gd name="T3" fmla="*/ 1623 h 1623"/>
                <a:gd name="T4" fmla="*/ 53 w 1252"/>
                <a:gd name="T5" fmla="*/ 1623 h 1623"/>
                <a:gd name="T6" fmla="*/ 80 w 1252"/>
                <a:gd name="T7" fmla="*/ 1623 h 1623"/>
                <a:gd name="T8" fmla="*/ 100 w 1252"/>
                <a:gd name="T9" fmla="*/ 1623 h 1623"/>
                <a:gd name="T10" fmla="*/ 120 w 1252"/>
                <a:gd name="T11" fmla="*/ 1623 h 1623"/>
                <a:gd name="T12" fmla="*/ 140 w 1252"/>
                <a:gd name="T13" fmla="*/ 1623 h 1623"/>
                <a:gd name="T14" fmla="*/ 160 w 1252"/>
                <a:gd name="T15" fmla="*/ 1623 h 1623"/>
                <a:gd name="T16" fmla="*/ 180 w 1252"/>
                <a:gd name="T17" fmla="*/ 1623 h 1623"/>
                <a:gd name="T18" fmla="*/ 200 w 1252"/>
                <a:gd name="T19" fmla="*/ 1623 h 1623"/>
                <a:gd name="T20" fmla="*/ 220 w 1252"/>
                <a:gd name="T21" fmla="*/ 1623 h 1623"/>
                <a:gd name="T22" fmla="*/ 246 w 1252"/>
                <a:gd name="T23" fmla="*/ 1623 h 1623"/>
                <a:gd name="T24" fmla="*/ 266 w 1252"/>
                <a:gd name="T25" fmla="*/ 1618 h 1623"/>
                <a:gd name="T26" fmla="*/ 286 w 1252"/>
                <a:gd name="T27" fmla="*/ 1618 h 1623"/>
                <a:gd name="T28" fmla="*/ 306 w 1252"/>
                <a:gd name="T29" fmla="*/ 1606 h 1623"/>
                <a:gd name="T30" fmla="*/ 326 w 1252"/>
                <a:gd name="T31" fmla="*/ 1584 h 1623"/>
                <a:gd name="T32" fmla="*/ 346 w 1252"/>
                <a:gd name="T33" fmla="*/ 1544 h 1623"/>
                <a:gd name="T34" fmla="*/ 366 w 1252"/>
                <a:gd name="T35" fmla="*/ 1470 h 1623"/>
                <a:gd name="T36" fmla="*/ 393 w 1252"/>
                <a:gd name="T37" fmla="*/ 1361 h 1623"/>
                <a:gd name="T38" fmla="*/ 413 w 1252"/>
                <a:gd name="T39" fmla="*/ 1208 h 1623"/>
                <a:gd name="T40" fmla="*/ 433 w 1252"/>
                <a:gd name="T41" fmla="*/ 1003 h 1623"/>
                <a:gd name="T42" fmla="*/ 453 w 1252"/>
                <a:gd name="T43" fmla="*/ 775 h 1623"/>
                <a:gd name="T44" fmla="*/ 473 w 1252"/>
                <a:gd name="T45" fmla="*/ 535 h 1623"/>
                <a:gd name="T46" fmla="*/ 493 w 1252"/>
                <a:gd name="T47" fmla="*/ 330 h 1623"/>
                <a:gd name="T48" fmla="*/ 513 w 1252"/>
                <a:gd name="T49" fmla="*/ 194 h 1623"/>
                <a:gd name="T50" fmla="*/ 533 w 1252"/>
                <a:gd name="T51" fmla="*/ 137 h 1623"/>
                <a:gd name="T52" fmla="*/ 559 w 1252"/>
                <a:gd name="T53" fmla="*/ 159 h 1623"/>
                <a:gd name="T54" fmla="*/ 579 w 1252"/>
                <a:gd name="T55" fmla="*/ 234 h 1623"/>
                <a:gd name="T56" fmla="*/ 599 w 1252"/>
                <a:gd name="T57" fmla="*/ 319 h 1623"/>
                <a:gd name="T58" fmla="*/ 619 w 1252"/>
                <a:gd name="T59" fmla="*/ 370 h 1623"/>
                <a:gd name="T60" fmla="*/ 639 w 1252"/>
                <a:gd name="T61" fmla="*/ 359 h 1623"/>
                <a:gd name="T62" fmla="*/ 659 w 1252"/>
                <a:gd name="T63" fmla="*/ 285 h 1623"/>
                <a:gd name="T64" fmla="*/ 679 w 1252"/>
                <a:gd name="T65" fmla="*/ 171 h 1623"/>
                <a:gd name="T66" fmla="*/ 706 w 1252"/>
                <a:gd name="T67" fmla="*/ 63 h 1623"/>
                <a:gd name="T68" fmla="*/ 726 w 1252"/>
                <a:gd name="T69" fmla="*/ 0 h 1623"/>
                <a:gd name="T70" fmla="*/ 746 w 1252"/>
                <a:gd name="T71" fmla="*/ 28 h 1623"/>
                <a:gd name="T72" fmla="*/ 766 w 1252"/>
                <a:gd name="T73" fmla="*/ 148 h 1623"/>
                <a:gd name="T74" fmla="*/ 786 w 1252"/>
                <a:gd name="T75" fmla="*/ 347 h 1623"/>
                <a:gd name="T76" fmla="*/ 806 w 1252"/>
                <a:gd name="T77" fmla="*/ 592 h 1623"/>
                <a:gd name="T78" fmla="*/ 826 w 1252"/>
                <a:gd name="T79" fmla="*/ 854 h 1623"/>
                <a:gd name="T80" fmla="*/ 846 w 1252"/>
                <a:gd name="T81" fmla="*/ 1088 h 1623"/>
                <a:gd name="T82" fmla="*/ 872 w 1252"/>
                <a:gd name="T83" fmla="*/ 1276 h 1623"/>
                <a:gd name="T84" fmla="*/ 892 w 1252"/>
                <a:gd name="T85" fmla="*/ 1413 h 1623"/>
                <a:gd name="T86" fmla="*/ 912 w 1252"/>
                <a:gd name="T87" fmla="*/ 1504 h 1623"/>
                <a:gd name="T88" fmla="*/ 932 w 1252"/>
                <a:gd name="T89" fmla="*/ 1561 h 1623"/>
                <a:gd name="T90" fmla="*/ 952 w 1252"/>
                <a:gd name="T91" fmla="*/ 1595 h 1623"/>
                <a:gd name="T92" fmla="*/ 972 w 1252"/>
                <a:gd name="T93" fmla="*/ 1612 h 1623"/>
                <a:gd name="T94" fmla="*/ 992 w 1252"/>
                <a:gd name="T95" fmla="*/ 1618 h 1623"/>
                <a:gd name="T96" fmla="*/ 1019 w 1252"/>
                <a:gd name="T97" fmla="*/ 1623 h 1623"/>
                <a:gd name="T98" fmla="*/ 1039 w 1252"/>
                <a:gd name="T99" fmla="*/ 1623 h 1623"/>
                <a:gd name="T100" fmla="*/ 1059 w 1252"/>
                <a:gd name="T101" fmla="*/ 1623 h 1623"/>
                <a:gd name="T102" fmla="*/ 1079 w 1252"/>
                <a:gd name="T103" fmla="*/ 1623 h 1623"/>
                <a:gd name="T104" fmla="*/ 1099 w 1252"/>
                <a:gd name="T105" fmla="*/ 1623 h 1623"/>
                <a:gd name="T106" fmla="*/ 1119 w 1252"/>
                <a:gd name="T107" fmla="*/ 1623 h 1623"/>
                <a:gd name="T108" fmla="*/ 1139 w 1252"/>
                <a:gd name="T109" fmla="*/ 1623 h 1623"/>
                <a:gd name="T110" fmla="*/ 1159 w 1252"/>
                <a:gd name="T111" fmla="*/ 1623 h 1623"/>
                <a:gd name="T112" fmla="*/ 1185 w 1252"/>
                <a:gd name="T113" fmla="*/ 1623 h 1623"/>
                <a:gd name="T114" fmla="*/ 1205 w 1252"/>
                <a:gd name="T115" fmla="*/ 1623 h 1623"/>
                <a:gd name="T116" fmla="*/ 1225 w 1252"/>
                <a:gd name="T117" fmla="*/ 1623 h 1623"/>
                <a:gd name="T118" fmla="*/ 1245 w 1252"/>
                <a:gd name="T119" fmla="*/ 1623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52" h="1623">
                  <a:moveTo>
                    <a:pt x="0" y="1623"/>
                  </a:moveTo>
                  <a:lnTo>
                    <a:pt x="6" y="1623"/>
                  </a:lnTo>
                  <a:lnTo>
                    <a:pt x="13" y="1623"/>
                  </a:lnTo>
                  <a:lnTo>
                    <a:pt x="20" y="1623"/>
                  </a:lnTo>
                  <a:lnTo>
                    <a:pt x="26" y="1623"/>
                  </a:lnTo>
                  <a:lnTo>
                    <a:pt x="33" y="1623"/>
                  </a:lnTo>
                  <a:lnTo>
                    <a:pt x="40" y="1623"/>
                  </a:lnTo>
                  <a:lnTo>
                    <a:pt x="46" y="1623"/>
                  </a:lnTo>
                  <a:lnTo>
                    <a:pt x="53" y="1623"/>
                  </a:lnTo>
                  <a:lnTo>
                    <a:pt x="60" y="1623"/>
                  </a:lnTo>
                  <a:lnTo>
                    <a:pt x="73" y="1623"/>
                  </a:lnTo>
                  <a:lnTo>
                    <a:pt x="80" y="1623"/>
                  </a:lnTo>
                  <a:lnTo>
                    <a:pt x="86" y="1623"/>
                  </a:lnTo>
                  <a:lnTo>
                    <a:pt x="93" y="1623"/>
                  </a:lnTo>
                  <a:lnTo>
                    <a:pt x="100" y="1623"/>
                  </a:lnTo>
                  <a:lnTo>
                    <a:pt x="106" y="1623"/>
                  </a:lnTo>
                  <a:lnTo>
                    <a:pt x="113" y="1623"/>
                  </a:lnTo>
                  <a:lnTo>
                    <a:pt x="120" y="1623"/>
                  </a:lnTo>
                  <a:lnTo>
                    <a:pt x="126" y="1623"/>
                  </a:lnTo>
                  <a:lnTo>
                    <a:pt x="133" y="1623"/>
                  </a:lnTo>
                  <a:lnTo>
                    <a:pt x="140" y="1623"/>
                  </a:lnTo>
                  <a:lnTo>
                    <a:pt x="146" y="1623"/>
                  </a:lnTo>
                  <a:lnTo>
                    <a:pt x="153" y="1623"/>
                  </a:lnTo>
                  <a:lnTo>
                    <a:pt x="160" y="1623"/>
                  </a:lnTo>
                  <a:lnTo>
                    <a:pt x="166" y="1623"/>
                  </a:lnTo>
                  <a:lnTo>
                    <a:pt x="173" y="1623"/>
                  </a:lnTo>
                  <a:lnTo>
                    <a:pt x="180" y="1623"/>
                  </a:lnTo>
                  <a:lnTo>
                    <a:pt x="186" y="1623"/>
                  </a:lnTo>
                  <a:lnTo>
                    <a:pt x="193" y="1623"/>
                  </a:lnTo>
                  <a:lnTo>
                    <a:pt x="200" y="1623"/>
                  </a:lnTo>
                  <a:lnTo>
                    <a:pt x="206" y="1623"/>
                  </a:lnTo>
                  <a:lnTo>
                    <a:pt x="213" y="1623"/>
                  </a:lnTo>
                  <a:lnTo>
                    <a:pt x="220" y="1623"/>
                  </a:lnTo>
                  <a:lnTo>
                    <a:pt x="233" y="1623"/>
                  </a:lnTo>
                  <a:lnTo>
                    <a:pt x="240" y="1623"/>
                  </a:lnTo>
                  <a:lnTo>
                    <a:pt x="246" y="1623"/>
                  </a:lnTo>
                  <a:lnTo>
                    <a:pt x="253" y="1623"/>
                  </a:lnTo>
                  <a:lnTo>
                    <a:pt x="260" y="1623"/>
                  </a:lnTo>
                  <a:lnTo>
                    <a:pt x="266" y="1618"/>
                  </a:lnTo>
                  <a:lnTo>
                    <a:pt x="273" y="1618"/>
                  </a:lnTo>
                  <a:lnTo>
                    <a:pt x="279" y="1618"/>
                  </a:lnTo>
                  <a:lnTo>
                    <a:pt x="286" y="1618"/>
                  </a:lnTo>
                  <a:lnTo>
                    <a:pt x="293" y="1612"/>
                  </a:lnTo>
                  <a:lnTo>
                    <a:pt x="299" y="1612"/>
                  </a:lnTo>
                  <a:lnTo>
                    <a:pt x="306" y="1606"/>
                  </a:lnTo>
                  <a:lnTo>
                    <a:pt x="313" y="1601"/>
                  </a:lnTo>
                  <a:lnTo>
                    <a:pt x="319" y="1589"/>
                  </a:lnTo>
                  <a:lnTo>
                    <a:pt x="326" y="1584"/>
                  </a:lnTo>
                  <a:lnTo>
                    <a:pt x="333" y="1572"/>
                  </a:lnTo>
                  <a:lnTo>
                    <a:pt x="339" y="1561"/>
                  </a:lnTo>
                  <a:lnTo>
                    <a:pt x="346" y="1544"/>
                  </a:lnTo>
                  <a:lnTo>
                    <a:pt x="353" y="1521"/>
                  </a:lnTo>
                  <a:lnTo>
                    <a:pt x="359" y="1498"/>
                  </a:lnTo>
                  <a:lnTo>
                    <a:pt x="366" y="1470"/>
                  </a:lnTo>
                  <a:lnTo>
                    <a:pt x="373" y="1441"/>
                  </a:lnTo>
                  <a:lnTo>
                    <a:pt x="386" y="1401"/>
                  </a:lnTo>
                  <a:lnTo>
                    <a:pt x="393" y="1361"/>
                  </a:lnTo>
                  <a:lnTo>
                    <a:pt x="399" y="1316"/>
                  </a:lnTo>
                  <a:lnTo>
                    <a:pt x="406" y="1265"/>
                  </a:lnTo>
                  <a:lnTo>
                    <a:pt x="413" y="1208"/>
                  </a:lnTo>
                  <a:lnTo>
                    <a:pt x="419" y="1145"/>
                  </a:lnTo>
                  <a:lnTo>
                    <a:pt x="426" y="1077"/>
                  </a:lnTo>
                  <a:lnTo>
                    <a:pt x="433" y="1003"/>
                  </a:lnTo>
                  <a:lnTo>
                    <a:pt x="439" y="928"/>
                  </a:lnTo>
                  <a:lnTo>
                    <a:pt x="446" y="854"/>
                  </a:lnTo>
                  <a:lnTo>
                    <a:pt x="453" y="775"/>
                  </a:lnTo>
                  <a:lnTo>
                    <a:pt x="459" y="695"/>
                  </a:lnTo>
                  <a:lnTo>
                    <a:pt x="466" y="615"/>
                  </a:lnTo>
                  <a:lnTo>
                    <a:pt x="473" y="535"/>
                  </a:lnTo>
                  <a:lnTo>
                    <a:pt x="479" y="461"/>
                  </a:lnTo>
                  <a:lnTo>
                    <a:pt x="486" y="393"/>
                  </a:lnTo>
                  <a:lnTo>
                    <a:pt x="493" y="330"/>
                  </a:lnTo>
                  <a:lnTo>
                    <a:pt x="499" y="279"/>
                  </a:lnTo>
                  <a:lnTo>
                    <a:pt x="506" y="228"/>
                  </a:lnTo>
                  <a:lnTo>
                    <a:pt x="513" y="194"/>
                  </a:lnTo>
                  <a:lnTo>
                    <a:pt x="519" y="165"/>
                  </a:lnTo>
                  <a:lnTo>
                    <a:pt x="526" y="142"/>
                  </a:lnTo>
                  <a:lnTo>
                    <a:pt x="533" y="137"/>
                  </a:lnTo>
                  <a:lnTo>
                    <a:pt x="546" y="137"/>
                  </a:lnTo>
                  <a:lnTo>
                    <a:pt x="553" y="142"/>
                  </a:lnTo>
                  <a:lnTo>
                    <a:pt x="559" y="159"/>
                  </a:lnTo>
                  <a:lnTo>
                    <a:pt x="566" y="177"/>
                  </a:lnTo>
                  <a:lnTo>
                    <a:pt x="573" y="205"/>
                  </a:lnTo>
                  <a:lnTo>
                    <a:pt x="579" y="234"/>
                  </a:lnTo>
                  <a:lnTo>
                    <a:pt x="586" y="262"/>
                  </a:lnTo>
                  <a:lnTo>
                    <a:pt x="593" y="291"/>
                  </a:lnTo>
                  <a:lnTo>
                    <a:pt x="599" y="319"/>
                  </a:lnTo>
                  <a:lnTo>
                    <a:pt x="606" y="342"/>
                  </a:lnTo>
                  <a:lnTo>
                    <a:pt x="613" y="359"/>
                  </a:lnTo>
                  <a:lnTo>
                    <a:pt x="619" y="370"/>
                  </a:lnTo>
                  <a:lnTo>
                    <a:pt x="626" y="376"/>
                  </a:lnTo>
                  <a:lnTo>
                    <a:pt x="632" y="370"/>
                  </a:lnTo>
                  <a:lnTo>
                    <a:pt x="639" y="359"/>
                  </a:lnTo>
                  <a:lnTo>
                    <a:pt x="646" y="342"/>
                  </a:lnTo>
                  <a:lnTo>
                    <a:pt x="652" y="319"/>
                  </a:lnTo>
                  <a:lnTo>
                    <a:pt x="659" y="285"/>
                  </a:lnTo>
                  <a:lnTo>
                    <a:pt x="666" y="251"/>
                  </a:lnTo>
                  <a:lnTo>
                    <a:pt x="672" y="211"/>
                  </a:lnTo>
                  <a:lnTo>
                    <a:pt x="679" y="171"/>
                  </a:lnTo>
                  <a:lnTo>
                    <a:pt x="686" y="131"/>
                  </a:lnTo>
                  <a:lnTo>
                    <a:pt x="699" y="97"/>
                  </a:lnTo>
                  <a:lnTo>
                    <a:pt x="706" y="63"/>
                  </a:lnTo>
                  <a:lnTo>
                    <a:pt x="712" y="34"/>
                  </a:lnTo>
                  <a:lnTo>
                    <a:pt x="719" y="17"/>
                  </a:lnTo>
                  <a:lnTo>
                    <a:pt x="726" y="0"/>
                  </a:lnTo>
                  <a:lnTo>
                    <a:pt x="732" y="0"/>
                  </a:lnTo>
                  <a:lnTo>
                    <a:pt x="739" y="6"/>
                  </a:lnTo>
                  <a:lnTo>
                    <a:pt x="746" y="28"/>
                  </a:lnTo>
                  <a:lnTo>
                    <a:pt x="752" y="57"/>
                  </a:lnTo>
                  <a:lnTo>
                    <a:pt x="759" y="97"/>
                  </a:lnTo>
                  <a:lnTo>
                    <a:pt x="766" y="148"/>
                  </a:lnTo>
                  <a:lnTo>
                    <a:pt x="772" y="205"/>
                  </a:lnTo>
                  <a:lnTo>
                    <a:pt x="779" y="273"/>
                  </a:lnTo>
                  <a:lnTo>
                    <a:pt x="786" y="347"/>
                  </a:lnTo>
                  <a:lnTo>
                    <a:pt x="792" y="427"/>
                  </a:lnTo>
                  <a:lnTo>
                    <a:pt x="799" y="507"/>
                  </a:lnTo>
                  <a:lnTo>
                    <a:pt x="806" y="592"/>
                  </a:lnTo>
                  <a:lnTo>
                    <a:pt x="812" y="684"/>
                  </a:lnTo>
                  <a:lnTo>
                    <a:pt x="819" y="769"/>
                  </a:lnTo>
                  <a:lnTo>
                    <a:pt x="826" y="854"/>
                  </a:lnTo>
                  <a:lnTo>
                    <a:pt x="832" y="934"/>
                  </a:lnTo>
                  <a:lnTo>
                    <a:pt x="839" y="1014"/>
                  </a:lnTo>
                  <a:lnTo>
                    <a:pt x="846" y="1088"/>
                  </a:lnTo>
                  <a:lnTo>
                    <a:pt x="859" y="1156"/>
                  </a:lnTo>
                  <a:lnTo>
                    <a:pt x="866" y="1219"/>
                  </a:lnTo>
                  <a:lnTo>
                    <a:pt x="872" y="1276"/>
                  </a:lnTo>
                  <a:lnTo>
                    <a:pt x="879" y="1327"/>
                  </a:lnTo>
                  <a:lnTo>
                    <a:pt x="886" y="1373"/>
                  </a:lnTo>
                  <a:lnTo>
                    <a:pt x="892" y="1413"/>
                  </a:lnTo>
                  <a:lnTo>
                    <a:pt x="899" y="1447"/>
                  </a:lnTo>
                  <a:lnTo>
                    <a:pt x="906" y="1481"/>
                  </a:lnTo>
                  <a:lnTo>
                    <a:pt x="912" y="1504"/>
                  </a:lnTo>
                  <a:lnTo>
                    <a:pt x="919" y="1527"/>
                  </a:lnTo>
                  <a:lnTo>
                    <a:pt x="926" y="1549"/>
                  </a:lnTo>
                  <a:lnTo>
                    <a:pt x="932" y="1561"/>
                  </a:lnTo>
                  <a:lnTo>
                    <a:pt x="939" y="1578"/>
                  </a:lnTo>
                  <a:lnTo>
                    <a:pt x="946" y="1584"/>
                  </a:lnTo>
                  <a:lnTo>
                    <a:pt x="952" y="1595"/>
                  </a:lnTo>
                  <a:lnTo>
                    <a:pt x="959" y="1601"/>
                  </a:lnTo>
                  <a:lnTo>
                    <a:pt x="966" y="1606"/>
                  </a:lnTo>
                  <a:lnTo>
                    <a:pt x="972" y="1612"/>
                  </a:lnTo>
                  <a:lnTo>
                    <a:pt x="979" y="1612"/>
                  </a:lnTo>
                  <a:lnTo>
                    <a:pt x="986" y="1618"/>
                  </a:lnTo>
                  <a:lnTo>
                    <a:pt x="992" y="1618"/>
                  </a:lnTo>
                  <a:lnTo>
                    <a:pt x="999" y="1618"/>
                  </a:lnTo>
                  <a:lnTo>
                    <a:pt x="1012" y="1623"/>
                  </a:lnTo>
                  <a:lnTo>
                    <a:pt x="1019" y="1623"/>
                  </a:lnTo>
                  <a:lnTo>
                    <a:pt x="1025" y="1623"/>
                  </a:lnTo>
                  <a:lnTo>
                    <a:pt x="1032" y="1623"/>
                  </a:lnTo>
                  <a:lnTo>
                    <a:pt x="1039" y="1623"/>
                  </a:lnTo>
                  <a:lnTo>
                    <a:pt x="1045" y="1623"/>
                  </a:lnTo>
                  <a:lnTo>
                    <a:pt x="1052" y="1623"/>
                  </a:lnTo>
                  <a:lnTo>
                    <a:pt x="1059" y="1623"/>
                  </a:lnTo>
                  <a:lnTo>
                    <a:pt x="1065" y="1623"/>
                  </a:lnTo>
                  <a:lnTo>
                    <a:pt x="1072" y="1623"/>
                  </a:lnTo>
                  <a:lnTo>
                    <a:pt x="1079" y="1623"/>
                  </a:lnTo>
                  <a:lnTo>
                    <a:pt x="1085" y="1623"/>
                  </a:lnTo>
                  <a:lnTo>
                    <a:pt x="1092" y="1623"/>
                  </a:lnTo>
                  <a:lnTo>
                    <a:pt x="1099" y="1623"/>
                  </a:lnTo>
                  <a:lnTo>
                    <a:pt x="1105" y="1623"/>
                  </a:lnTo>
                  <a:lnTo>
                    <a:pt x="1112" y="1623"/>
                  </a:lnTo>
                  <a:lnTo>
                    <a:pt x="1119" y="1623"/>
                  </a:lnTo>
                  <a:lnTo>
                    <a:pt x="1125" y="1623"/>
                  </a:lnTo>
                  <a:lnTo>
                    <a:pt x="1132" y="1623"/>
                  </a:lnTo>
                  <a:lnTo>
                    <a:pt x="1139" y="1623"/>
                  </a:lnTo>
                  <a:lnTo>
                    <a:pt x="1145" y="1623"/>
                  </a:lnTo>
                  <a:lnTo>
                    <a:pt x="1152" y="1623"/>
                  </a:lnTo>
                  <a:lnTo>
                    <a:pt x="1159" y="1623"/>
                  </a:lnTo>
                  <a:lnTo>
                    <a:pt x="1172" y="1623"/>
                  </a:lnTo>
                  <a:lnTo>
                    <a:pt x="1179" y="1623"/>
                  </a:lnTo>
                  <a:lnTo>
                    <a:pt x="1185" y="1623"/>
                  </a:lnTo>
                  <a:lnTo>
                    <a:pt x="1192" y="1623"/>
                  </a:lnTo>
                  <a:lnTo>
                    <a:pt x="1199" y="1623"/>
                  </a:lnTo>
                  <a:lnTo>
                    <a:pt x="1205" y="1623"/>
                  </a:lnTo>
                  <a:lnTo>
                    <a:pt x="1212" y="1623"/>
                  </a:lnTo>
                  <a:lnTo>
                    <a:pt x="1219" y="1623"/>
                  </a:lnTo>
                  <a:lnTo>
                    <a:pt x="1225" y="1623"/>
                  </a:lnTo>
                  <a:lnTo>
                    <a:pt x="1232" y="1623"/>
                  </a:lnTo>
                  <a:lnTo>
                    <a:pt x="1239" y="1623"/>
                  </a:lnTo>
                  <a:lnTo>
                    <a:pt x="1245" y="1623"/>
                  </a:lnTo>
                  <a:lnTo>
                    <a:pt x="1252" y="1623"/>
                  </a:lnTo>
                </a:path>
              </a:pathLst>
            </a:custGeom>
            <a:noFill/>
            <a:ln w="11113">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994" name="Line 886"/>
            <p:cNvSpPr>
              <a:spLocks noChangeShapeType="1"/>
            </p:cNvSpPr>
            <p:nvPr/>
          </p:nvSpPr>
          <p:spPr bwMode="auto">
            <a:xfrm>
              <a:off x="1385117" y="3593516"/>
              <a:ext cx="1841888"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995" name="Line 895"/>
            <p:cNvSpPr>
              <a:spLocks noChangeShapeType="1"/>
            </p:cNvSpPr>
            <p:nvPr/>
          </p:nvSpPr>
          <p:spPr bwMode="auto">
            <a:xfrm flipV="1">
              <a:off x="3224215" y="3598279"/>
              <a:ext cx="0" cy="1995127"/>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996" name="Line 886"/>
            <p:cNvSpPr>
              <a:spLocks noChangeShapeType="1"/>
            </p:cNvSpPr>
            <p:nvPr/>
          </p:nvSpPr>
          <p:spPr bwMode="auto">
            <a:xfrm>
              <a:off x="3948548" y="3593516"/>
              <a:ext cx="1829415"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997" name="Line 895"/>
            <p:cNvSpPr>
              <a:spLocks noChangeShapeType="1"/>
            </p:cNvSpPr>
            <p:nvPr/>
          </p:nvSpPr>
          <p:spPr bwMode="auto">
            <a:xfrm flipV="1">
              <a:off x="5777964" y="3593515"/>
              <a:ext cx="0" cy="2010456"/>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999" name="Rectangle 21"/>
            <p:cNvSpPr>
              <a:spLocks noChangeArrowheads="1"/>
            </p:cNvSpPr>
            <p:nvPr/>
          </p:nvSpPr>
          <p:spPr bwMode="auto">
            <a:xfrm>
              <a:off x="1853858" y="5807284"/>
              <a:ext cx="9585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2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000" name="Rectangle 21"/>
            <p:cNvSpPr>
              <a:spLocks noChangeArrowheads="1"/>
            </p:cNvSpPr>
            <p:nvPr/>
          </p:nvSpPr>
          <p:spPr bwMode="auto">
            <a:xfrm rot="16200000">
              <a:off x="81727" y="4508232"/>
              <a:ext cx="178389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lang="en-US" altLang="ko-KR" sz="1200" dirty="0" err="1">
                  <a:solidFill>
                    <a:srgbClr val="262626"/>
                  </a:solidFill>
                  <a:latin typeface="helvetica" panose="020B0604020202020204" pitchFamily="34" charset="0"/>
                  <a:cs typeface="helvetica" panose="020B0604020202020204" pitchFamily="34" charset="0"/>
                </a:rPr>
                <a:t>a.u</a:t>
              </a:r>
              <a:r>
                <a:rPr lang="en-US" altLang="ko-KR" sz="1200" dirty="0">
                  <a:solidFill>
                    <a:srgbClr val="262626"/>
                  </a:solidFill>
                  <a:latin typeface="helvetica" panose="020B0604020202020204" pitchFamily="34" charset="0"/>
                  <a:cs typeface="helvetica" panose="020B0604020202020204" pitchFamily="34" charset="0"/>
                </a:rPr>
                <a:t>.)</a:t>
              </a: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001" name="Rectangle 21"/>
            <p:cNvSpPr>
              <a:spLocks noChangeArrowheads="1"/>
            </p:cNvSpPr>
            <p:nvPr/>
          </p:nvSpPr>
          <p:spPr bwMode="auto">
            <a:xfrm>
              <a:off x="4449157" y="5811841"/>
              <a:ext cx="9585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2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003" name="TextBox 1002"/>
            <p:cNvSpPr txBox="1"/>
            <p:nvPr/>
          </p:nvSpPr>
          <p:spPr>
            <a:xfrm>
              <a:off x="628545" y="3470958"/>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e</a:t>
              </a:r>
              <a:endParaRPr lang="ko-KR" altLang="en-US" sz="1600" b="1" dirty="0">
                <a:latin typeface="helvetica" panose="020B0604020202020204" pitchFamily="34" charset="0"/>
                <a:cs typeface="helvetica" panose="020B0604020202020204" pitchFamily="34" charset="0"/>
              </a:endParaRPr>
            </a:p>
          </p:txBody>
        </p:sp>
        <p:sp>
          <p:nvSpPr>
            <p:cNvPr id="1004" name="TextBox 1003"/>
            <p:cNvSpPr txBox="1"/>
            <p:nvPr/>
          </p:nvSpPr>
          <p:spPr>
            <a:xfrm>
              <a:off x="3296747" y="3470958"/>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f</a:t>
              </a:r>
              <a:endParaRPr lang="ko-KR" altLang="en-US" sz="1600" b="1" dirty="0">
                <a:latin typeface="helvetica" panose="020B0604020202020204" pitchFamily="34" charset="0"/>
                <a:cs typeface="helvetica" panose="020B0604020202020204" pitchFamily="34" charset="0"/>
              </a:endParaRPr>
            </a:p>
          </p:txBody>
        </p:sp>
        <p:cxnSp>
          <p:nvCxnSpPr>
            <p:cNvPr id="846" name="직선 연결선 845"/>
            <p:cNvCxnSpPr>
              <a:stCxn id="1900" idx="23"/>
            </p:cNvCxnSpPr>
            <p:nvPr/>
          </p:nvCxnSpPr>
          <p:spPr>
            <a:xfrm>
              <a:off x="2119518" y="4133005"/>
              <a:ext cx="0" cy="746979"/>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009" name="직선 연결선 1008"/>
            <p:cNvCxnSpPr/>
            <p:nvPr/>
          </p:nvCxnSpPr>
          <p:spPr>
            <a:xfrm>
              <a:off x="2511538" y="4228064"/>
              <a:ext cx="0" cy="65192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012" name="직선 연결선 1011"/>
            <p:cNvCxnSpPr/>
            <p:nvPr/>
          </p:nvCxnSpPr>
          <p:spPr>
            <a:xfrm>
              <a:off x="2120348" y="3974631"/>
              <a:ext cx="0" cy="173702"/>
            </a:xfrm>
            <a:prstGeom prst="line">
              <a:avLst/>
            </a:prstGeom>
            <a:ln w="1270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1015" name="직선 연결선 1014"/>
            <p:cNvCxnSpPr/>
            <p:nvPr/>
          </p:nvCxnSpPr>
          <p:spPr>
            <a:xfrm>
              <a:off x="2498560" y="3974631"/>
              <a:ext cx="0" cy="164092"/>
            </a:xfrm>
            <a:prstGeom prst="line">
              <a:avLst/>
            </a:prstGeom>
            <a:ln w="1270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1017" name="직선 연결선 1016"/>
            <p:cNvCxnSpPr/>
            <p:nvPr/>
          </p:nvCxnSpPr>
          <p:spPr>
            <a:xfrm>
              <a:off x="4760763" y="4050875"/>
              <a:ext cx="0" cy="223708"/>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018" name="직선 연결선 1017"/>
            <p:cNvCxnSpPr/>
            <p:nvPr/>
          </p:nvCxnSpPr>
          <p:spPr>
            <a:xfrm>
              <a:off x="5020208" y="4033345"/>
              <a:ext cx="0" cy="113101"/>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019" name="직선 연결선 1018"/>
            <p:cNvCxnSpPr/>
            <p:nvPr/>
          </p:nvCxnSpPr>
          <p:spPr>
            <a:xfrm>
              <a:off x="4692421" y="4151800"/>
              <a:ext cx="0" cy="654544"/>
            </a:xfrm>
            <a:prstGeom prst="line">
              <a:avLst/>
            </a:prstGeom>
            <a:ln w="127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1020" name="직선 연결선 1019"/>
            <p:cNvCxnSpPr/>
            <p:nvPr/>
          </p:nvCxnSpPr>
          <p:spPr>
            <a:xfrm>
              <a:off x="5060661" y="4235787"/>
              <a:ext cx="0" cy="570557"/>
            </a:xfrm>
            <a:prstGeom prst="line">
              <a:avLst/>
            </a:prstGeom>
            <a:ln w="127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1346" name="직선 화살표 연결선 1345"/>
            <p:cNvCxnSpPr/>
            <p:nvPr/>
          </p:nvCxnSpPr>
          <p:spPr>
            <a:xfrm>
              <a:off x="2127709" y="4088427"/>
              <a:ext cx="35722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47" name="TextBox 1346"/>
            <p:cNvSpPr txBox="1"/>
            <p:nvPr/>
          </p:nvSpPr>
          <p:spPr>
            <a:xfrm>
              <a:off x="2045121" y="3881263"/>
              <a:ext cx="551673"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150 nm</a:t>
              </a:r>
              <a:endParaRPr lang="ko-KR" altLang="en-US" sz="800" dirty="0">
                <a:latin typeface="helvetica" panose="020B0604020202020204" pitchFamily="34" charset="0"/>
                <a:cs typeface="helvetica" panose="020B0604020202020204" pitchFamily="34" charset="0"/>
              </a:endParaRPr>
            </a:p>
          </p:txBody>
        </p:sp>
        <p:cxnSp>
          <p:nvCxnSpPr>
            <p:cNvPr id="1348" name="직선 화살표 연결선 1347"/>
            <p:cNvCxnSpPr/>
            <p:nvPr/>
          </p:nvCxnSpPr>
          <p:spPr>
            <a:xfrm>
              <a:off x="2124282" y="4806344"/>
              <a:ext cx="38249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49" name="TextBox 1348"/>
            <p:cNvSpPr txBox="1"/>
            <p:nvPr/>
          </p:nvSpPr>
          <p:spPr>
            <a:xfrm>
              <a:off x="2045122" y="4600917"/>
              <a:ext cx="552330"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160 nm</a:t>
              </a:r>
              <a:endParaRPr lang="ko-KR" altLang="en-US" sz="800" dirty="0">
                <a:latin typeface="helvetica" panose="020B0604020202020204" pitchFamily="34" charset="0"/>
                <a:cs typeface="helvetica" panose="020B0604020202020204" pitchFamily="34" charset="0"/>
              </a:endParaRPr>
            </a:p>
          </p:txBody>
        </p:sp>
        <p:cxnSp>
          <p:nvCxnSpPr>
            <p:cNvPr id="1350" name="직선 연결선 1349"/>
            <p:cNvCxnSpPr/>
            <p:nvPr/>
          </p:nvCxnSpPr>
          <p:spPr>
            <a:xfrm>
              <a:off x="1913778" y="4128557"/>
              <a:ext cx="0" cy="1136107"/>
            </a:xfrm>
            <a:prstGeom prst="line">
              <a:avLst/>
            </a:prstGeom>
            <a:ln w="12700">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1351" name="직선 연결선 1350"/>
            <p:cNvCxnSpPr>
              <a:stCxn id="1898" idx="44"/>
            </p:cNvCxnSpPr>
            <p:nvPr/>
          </p:nvCxnSpPr>
          <p:spPr>
            <a:xfrm>
              <a:off x="2725085" y="4178987"/>
              <a:ext cx="1273" cy="1114875"/>
            </a:xfrm>
            <a:prstGeom prst="line">
              <a:avLst/>
            </a:prstGeom>
            <a:ln w="12700">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1352" name="직선 연결선 1351"/>
            <p:cNvCxnSpPr/>
            <p:nvPr/>
          </p:nvCxnSpPr>
          <p:spPr>
            <a:xfrm>
              <a:off x="4469929" y="4159210"/>
              <a:ext cx="0" cy="996213"/>
            </a:xfrm>
            <a:prstGeom prst="line">
              <a:avLst/>
            </a:prstGeom>
            <a:ln w="12700">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1353" name="직선 연결선 1352"/>
            <p:cNvCxnSpPr/>
            <p:nvPr/>
          </p:nvCxnSpPr>
          <p:spPr>
            <a:xfrm>
              <a:off x="5282508" y="4188409"/>
              <a:ext cx="0" cy="967014"/>
            </a:xfrm>
            <a:prstGeom prst="line">
              <a:avLst/>
            </a:prstGeom>
            <a:ln w="12700">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1354" name="직선 화살표 연결선 1353"/>
            <p:cNvCxnSpPr/>
            <p:nvPr/>
          </p:nvCxnSpPr>
          <p:spPr>
            <a:xfrm>
              <a:off x="4758130" y="4083001"/>
              <a:ext cx="26207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55" name="직선 화살표 연결선 1354"/>
            <p:cNvCxnSpPr/>
            <p:nvPr/>
          </p:nvCxnSpPr>
          <p:spPr>
            <a:xfrm>
              <a:off x="1914717" y="5155423"/>
              <a:ext cx="80211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56" name="TextBox 1355"/>
            <p:cNvSpPr txBox="1"/>
            <p:nvPr/>
          </p:nvSpPr>
          <p:spPr>
            <a:xfrm>
              <a:off x="2054079" y="4985020"/>
              <a:ext cx="544904"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280 nm</a:t>
              </a:r>
              <a:endParaRPr lang="ko-KR" altLang="en-US" sz="800" dirty="0">
                <a:latin typeface="helvetica" panose="020B0604020202020204" pitchFamily="34" charset="0"/>
                <a:cs typeface="helvetica" panose="020B0604020202020204" pitchFamily="34" charset="0"/>
              </a:endParaRPr>
            </a:p>
          </p:txBody>
        </p:sp>
        <p:cxnSp>
          <p:nvCxnSpPr>
            <p:cNvPr id="1357" name="직선 화살표 연결선 1356"/>
            <p:cNvCxnSpPr/>
            <p:nvPr/>
          </p:nvCxnSpPr>
          <p:spPr>
            <a:xfrm>
              <a:off x="4689966" y="4729494"/>
              <a:ext cx="370695"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58" name="직선 화살표 연결선 1357"/>
            <p:cNvCxnSpPr/>
            <p:nvPr/>
          </p:nvCxnSpPr>
          <p:spPr>
            <a:xfrm>
              <a:off x="4469914" y="5079223"/>
              <a:ext cx="81259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59" name="TextBox 1358"/>
            <p:cNvSpPr txBox="1"/>
            <p:nvPr/>
          </p:nvSpPr>
          <p:spPr>
            <a:xfrm>
              <a:off x="4620102" y="4884437"/>
              <a:ext cx="559082"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280 nm</a:t>
              </a:r>
              <a:endParaRPr lang="ko-KR" altLang="en-US" sz="800" dirty="0">
                <a:latin typeface="helvetica" panose="020B0604020202020204" pitchFamily="34" charset="0"/>
                <a:cs typeface="helvetica" panose="020B0604020202020204" pitchFamily="34" charset="0"/>
              </a:endParaRPr>
            </a:p>
          </p:txBody>
        </p:sp>
        <p:sp>
          <p:nvSpPr>
            <p:cNvPr id="1361" name="TextBox 1360"/>
            <p:cNvSpPr txBox="1"/>
            <p:nvPr/>
          </p:nvSpPr>
          <p:spPr>
            <a:xfrm>
              <a:off x="4613867" y="4511677"/>
              <a:ext cx="565319"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160 nm</a:t>
              </a:r>
              <a:endParaRPr lang="ko-KR" altLang="en-US" sz="800" dirty="0">
                <a:latin typeface="helvetica" panose="020B0604020202020204" pitchFamily="34" charset="0"/>
                <a:cs typeface="helvetica" panose="020B0604020202020204" pitchFamily="34" charset="0"/>
              </a:endParaRPr>
            </a:p>
          </p:txBody>
        </p:sp>
        <p:sp>
          <p:nvSpPr>
            <p:cNvPr id="1362" name="TextBox 1361"/>
            <p:cNvSpPr txBox="1"/>
            <p:nvPr/>
          </p:nvSpPr>
          <p:spPr>
            <a:xfrm>
              <a:off x="4613867" y="3872331"/>
              <a:ext cx="565319"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100 nm</a:t>
              </a:r>
              <a:endParaRPr lang="ko-KR" altLang="en-US" sz="800" dirty="0">
                <a:latin typeface="helvetica" panose="020B0604020202020204" pitchFamily="34" charset="0"/>
                <a:cs typeface="helvetica" panose="020B0604020202020204" pitchFamily="34" charset="0"/>
              </a:endParaRPr>
            </a:p>
          </p:txBody>
        </p:sp>
        <p:sp>
          <p:nvSpPr>
            <p:cNvPr id="138" name="Rectangle 104"/>
            <p:cNvSpPr>
              <a:spLocks noChangeArrowheads="1"/>
            </p:cNvSpPr>
            <p:nvPr/>
          </p:nvSpPr>
          <p:spPr bwMode="auto">
            <a:xfrm>
              <a:off x="2733768" y="3636600"/>
              <a:ext cx="300759" cy="5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9" name="Rectangle 105"/>
            <p:cNvSpPr>
              <a:spLocks noChangeArrowheads="1"/>
            </p:cNvSpPr>
            <p:nvPr/>
          </p:nvSpPr>
          <p:spPr bwMode="auto">
            <a:xfrm>
              <a:off x="2648347" y="3615787"/>
              <a:ext cx="37421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Mean</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40" name="Rectangle 106"/>
            <p:cNvSpPr>
              <a:spLocks noChangeArrowheads="1"/>
            </p:cNvSpPr>
            <p:nvPr/>
          </p:nvSpPr>
          <p:spPr bwMode="auto">
            <a:xfrm>
              <a:off x="2409563" y="3658369"/>
              <a:ext cx="214149" cy="28770"/>
            </a:xfrm>
            <a:prstGeom prst="rect">
              <a:avLst/>
            </a:prstGeom>
            <a:solidFill>
              <a:srgbClr val="CC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1" name="Rectangle 111"/>
            <p:cNvSpPr>
              <a:spLocks noChangeArrowheads="1"/>
            </p:cNvSpPr>
            <p:nvPr/>
          </p:nvSpPr>
          <p:spPr bwMode="auto">
            <a:xfrm>
              <a:off x="2371907" y="3610628"/>
              <a:ext cx="808077" cy="314714"/>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2" name="Rectangle 106"/>
            <p:cNvSpPr>
              <a:spLocks noChangeArrowheads="1"/>
            </p:cNvSpPr>
            <p:nvPr/>
          </p:nvSpPr>
          <p:spPr bwMode="auto">
            <a:xfrm>
              <a:off x="2410907" y="3755924"/>
              <a:ext cx="214149" cy="28770"/>
            </a:xfrm>
            <a:prstGeom prst="rect">
              <a:avLst/>
            </a:prstGeom>
            <a:solidFill>
              <a:srgbClr val="00B0F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3" name="Rectangle 106"/>
            <p:cNvSpPr>
              <a:spLocks noChangeArrowheads="1"/>
            </p:cNvSpPr>
            <p:nvPr/>
          </p:nvSpPr>
          <p:spPr bwMode="auto">
            <a:xfrm>
              <a:off x="2412250" y="3855864"/>
              <a:ext cx="214149" cy="28770"/>
            </a:xfrm>
            <a:prstGeom prst="rect">
              <a:avLst/>
            </a:prstGeom>
            <a:solidFill>
              <a:srgbClr val="00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4" name="Rectangle 105"/>
            <p:cNvSpPr>
              <a:spLocks noChangeArrowheads="1"/>
            </p:cNvSpPr>
            <p:nvPr/>
          </p:nvSpPr>
          <p:spPr bwMode="auto">
            <a:xfrm>
              <a:off x="2650522" y="3711584"/>
              <a:ext cx="44242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700" dirty="0">
                  <a:solidFill>
                    <a:srgbClr val="000000"/>
                  </a:solidFill>
                  <a:latin typeface="helvetica" panose="020B0604020202020204" pitchFamily="34" charset="0"/>
                  <a:cs typeface="helvetica" panose="020B0604020202020204" pitchFamily="34" charset="0"/>
                </a:rPr>
                <a:t>2</a:t>
              </a:r>
              <a:r>
                <a:rPr lang="en-US" altLang="ko-KR" sz="700" baseline="30000" dirty="0">
                  <a:solidFill>
                    <a:srgbClr val="000000"/>
                  </a:solidFill>
                  <a:latin typeface="helvetica" panose="020B0604020202020204" pitchFamily="34" charset="0"/>
                  <a:cs typeface="helvetica" panose="020B0604020202020204" pitchFamily="34" charset="0"/>
                </a:rPr>
                <a:t>nd</a:t>
              </a:r>
              <a:r>
                <a:rPr lang="en-US" altLang="ko-KR" sz="700" dirty="0">
                  <a:solidFill>
                    <a:srgbClr val="000000"/>
                  </a:solidFill>
                  <a:latin typeface="helvetica" panose="020B0604020202020204" pitchFamily="34" charset="0"/>
                  <a:cs typeface="helvetica" panose="020B0604020202020204" pitchFamily="34" charset="0"/>
                </a:rPr>
                <a:t> </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S-SOFI</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45" name="Rectangle 105"/>
            <p:cNvSpPr>
              <a:spLocks noChangeArrowheads="1"/>
            </p:cNvSpPr>
            <p:nvPr/>
          </p:nvSpPr>
          <p:spPr bwMode="auto">
            <a:xfrm>
              <a:off x="2647623" y="3812689"/>
              <a:ext cx="50654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2</a:t>
              </a:r>
              <a:r>
                <a:rPr kumimoji="0" lang="en-US" altLang="ko-KR" sz="700" b="0" i="0" u="none" strike="noStrike" cap="none" normalizeH="0" baseline="30000" dirty="0">
                  <a:ln>
                    <a:noFill/>
                  </a:ln>
                  <a:solidFill>
                    <a:srgbClr val="000000"/>
                  </a:solidFill>
                  <a:effectLst/>
                  <a:latin typeface="helvetica" panose="020B0604020202020204" pitchFamily="34" charset="0"/>
                  <a:cs typeface="helvetica" panose="020B0604020202020204" pitchFamily="34" charset="0"/>
                </a:rPr>
                <a:t>nd</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NS-SOFI</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46" name="Rectangle 104"/>
            <p:cNvSpPr>
              <a:spLocks noChangeArrowheads="1"/>
            </p:cNvSpPr>
            <p:nvPr/>
          </p:nvSpPr>
          <p:spPr bwMode="auto">
            <a:xfrm>
              <a:off x="5325439" y="3641363"/>
              <a:ext cx="300759" cy="5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7" name="Rectangle 105"/>
            <p:cNvSpPr>
              <a:spLocks noChangeArrowheads="1"/>
            </p:cNvSpPr>
            <p:nvPr/>
          </p:nvSpPr>
          <p:spPr bwMode="auto">
            <a:xfrm>
              <a:off x="5240018" y="3620550"/>
              <a:ext cx="37421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Mean</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52" name="Rectangle 106"/>
            <p:cNvSpPr>
              <a:spLocks noChangeArrowheads="1"/>
            </p:cNvSpPr>
            <p:nvPr/>
          </p:nvSpPr>
          <p:spPr bwMode="auto">
            <a:xfrm>
              <a:off x="5001234" y="3663132"/>
              <a:ext cx="214149" cy="28770"/>
            </a:xfrm>
            <a:prstGeom prst="rect">
              <a:avLst/>
            </a:prstGeom>
            <a:solidFill>
              <a:srgbClr val="CC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3" name="Rectangle 111"/>
            <p:cNvSpPr>
              <a:spLocks noChangeArrowheads="1"/>
            </p:cNvSpPr>
            <p:nvPr/>
          </p:nvSpPr>
          <p:spPr bwMode="auto">
            <a:xfrm>
              <a:off x="4967473" y="3615391"/>
              <a:ext cx="782235" cy="314714"/>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4" name="Rectangle 106"/>
            <p:cNvSpPr>
              <a:spLocks noChangeArrowheads="1"/>
            </p:cNvSpPr>
            <p:nvPr/>
          </p:nvSpPr>
          <p:spPr bwMode="auto">
            <a:xfrm>
              <a:off x="5002578" y="3760687"/>
              <a:ext cx="214149" cy="28770"/>
            </a:xfrm>
            <a:prstGeom prst="rect">
              <a:avLst/>
            </a:prstGeom>
            <a:solidFill>
              <a:srgbClr val="FFC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5" name="Rectangle 106"/>
            <p:cNvSpPr>
              <a:spLocks noChangeArrowheads="1"/>
            </p:cNvSpPr>
            <p:nvPr/>
          </p:nvSpPr>
          <p:spPr bwMode="auto">
            <a:xfrm>
              <a:off x="5003921" y="3860627"/>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6" name="Rectangle 105"/>
            <p:cNvSpPr>
              <a:spLocks noChangeArrowheads="1"/>
            </p:cNvSpPr>
            <p:nvPr/>
          </p:nvSpPr>
          <p:spPr bwMode="auto">
            <a:xfrm>
              <a:off x="5242193" y="3716347"/>
              <a:ext cx="42800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700" dirty="0">
                  <a:solidFill>
                    <a:srgbClr val="000000"/>
                  </a:solidFill>
                  <a:latin typeface="helvetica" panose="020B0604020202020204" pitchFamily="34" charset="0"/>
                  <a:cs typeface="helvetica" panose="020B0604020202020204" pitchFamily="34" charset="0"/>
                </a:rPr>
                <a:t>3</a:t>
              </a:r>
              <a:r>
                <a:rPr lang="en-US" altLang="ko-KR" sz="700" baseline="30000" dirty="0">
                  <a:solidFill>
                    <a:srgbClr val="000000"/>
                  </a:solidFill>
                  <a:latin typeface="helvetica" panose="020B0604020202020204" pitchFamily="34" charset="0"/>
                  <a:cs typeface="helvetica" panose="020B0604020202020204" pitchFamily="34" charset="0"/>
                </a:rPr>
                <a:t>rd</a:t>
              </a:r>
              <a:r>
                <a:rPr lang="en-US" altLang="ko-KR" sz="700" dirty="0">
                  <a:solidFill>
                    <a:srgbClr val="000000"/>
                  </a:solidFill>
                  <a:latin typeface="helvetica" panose="020B0604020202020204" pitchFamily="34" charset="0"/>
                  <a:cs typeface="helvetica" panose="020B0604020202020204" pitchFamily="34" charset="0"/>
                </a:rPr>
                <a:t> </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S-SOFI</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57" name="Rectangle 105"/>
            <p:cNvSpPr>
              <a:spLocks noChangeArrowheads="1"/>
            </p:cNvSpPr>
            <p:nvPr/>
          </p:nvSpPr>
          <p:spPr bwMode="auto">
            <a:xfrm>
              <a:off x="5239294" y="3817452"/>
              <a:ext cx="49212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3</a:t>
              </a:r>
              <a:r>
                <a:rPr kumimoji="0" lang="en-US" altLang="ko-KR" sz="700" b="0" i="0" u="none" strike="noStrike" cap="none" normalizeH="0" baseline="30000" dirty="0">
                  <a:ln>
                    <a:noFill/>
                  </a:ln>
                  <a:solidFill>
                    <a:srgbClr val="000000"/>
                  </a:solidFill>
                  <a:effectLst/>
                  <a:latin typeface="helvetica" panose="020B0604020202020204" pitchFamily="34" charset="0"/>
                  <a:cs typeface="helvetica" panose="020B0604020202020204" pitchFamily="34" charset="0"/>
                </a:rPr>
                <a:t>rd</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NS-SOFI</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58" name="Rectangle 21">
              <a:extLst>
                <a:ext uri="{FF2B5EF4-FFF2-40B4-BE49-F238E27FC236}">
                  <a16:creationId xmlns:a16="http://schemas.microsoft.com/office/drawing/2014/main" id="{AF0E39AA-1C7B-41BC-AC5B-BF8478EE83A1}"/>
                </a:ext>
              </a:extLst>
            </p:cNvPr>
            <p:cNvSpPr>
              <a:spLocks noChangeArrowheads="1"/>
            </p:cNvSpPr>
            <p:nvPr/>
          </p:nvSpPr>
          <p:spPr bwMode="auto">
            <a:xfrm rot="16200000">
              <a:off x="2704675" y="4501345"/>
              <a:ext cx="178389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lang="en-US" altLang="ko-KR" sz="1200" dirty="0" err="1">
                  <a:solidFill>
                    <a:srgbClr val="262626"/>
                  </a:solidFill>
                  <a:latin typeface="helvetica" panose="020B0604020202020204" pitchFamily="34" charset="0"/>
                  <a:cs typeface="helvetica" panose="020B0604020202020204" pitchFamily="34" charset="0"/>
                </a:rPr>
                <a:t>a.u</a:t>
              </a:r>
              <a:r>
                <a:rPr lang="en-US" altLang="ko-KR" sz="1200" dirty="0">
                  <a:solidFill>
                    <a:srgbClr val="262626"/>
                  </a:solidFill>
                  <a:latin typeface="helvetica" panose="020B0604020202020204" pitchFamily="34" charset="0"/>
                  <a:cs typeface="helvetica" panose="020B0604020202020204" pitchFamily="34" charset="0"/>
                </a:rPr>
                <a:t>.)</a:t>
              </a: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61" name="Line 888">
              <a:extLst>
                <a:ext uri="{FF2B5EF4-FFF2-40B4-BE49-F238E27FC236}">
                  <a16:creationId xmlns:a16="http://schemas.microsoft.com/office/drawing/2014/main" id="{0858D075-1BF8-4A76-BEFC-26BF8CCD55C3}"/>
                </a:ext>
              </a:extLst>
            </p:cNvPr>
            <p:cNvSpPr>
              <a:spLocks noChangeShapeType="1"/>
            </p:cNvSpPr>
            <p:nvPr/>
          </p:nvSpPr>
          <p:spPr bwMode="auto">
            <a:xfrm flipV="1">
              <a:off x="1684532" y="5580979"/>
              <a:ext cx="0" cy="15326"/>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3" name="Line 888">
              <a:extLst>
                <a:ext uri="{FF2B5EF4-FFF2-40B4-BE49-F238E27FC236}">
                  <a16:creationId xmlns:a16="http://schemas.microsoft.com/office/drawing/2014/main" id="{51448BE5-70D6-42BE-B3C6-88EAA3406452}"/>
                </a:ext>
              </a:extLst>
            </p:cNvPr>
            <p:cNvSpPr>
              <a:spLocks noChangeShapeType="1"/>
            </p:cNvSpPr>
            <p:nvPr/>
          </p:nvSpPr>
          <p:spPr bwMode="auto">
            <a:xfrm flipV="1">
              <a:off x="2298894" y="5580979"/>
              <a:ext cx="0" cy="15326"/>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4" name="Line 888">
              <a:extLst>
                <a:ext uri="{FF2B5EF4-FFF2-40B4-BE49-F238E27FC236}">
                  <a16:creationId xmlns:a16="http://schemas.microsoft.com/office/drawing/2014/main" id="{943F9B6E-8F34-4658-9E7C-F9F60BE5A99C}"/>
                </a:ext>
              </a:extLst>
            </p:cNvPr>
            <p:cNvSpPr>
              <a:spLocks noChangeShapeType="1"/>
            </p:cNvSpPr>
            <p:nvPr/>
          </p:nvSpPr>
          <p:spPr bwMode="auto">
            <a:xfrm flipV="1">
              <a:off x="2913256" y="5580979"/>
              <a:ext cx="0" cy="15326"/>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5" name="Rectangle 892">
              <a:extLst>
                <a:ext uri="{FF2B5EF4-FFF2-40B4-BE49-F238E27FC236}">
                  <a16:creationId xmlns:a16="http://schemas.microsoft.com/office/drawing/2014/main" id="{34326EB5-3EAD-4A41-8395-B07C6624A5D1}"/>
                </a:ext>
              </a:extLst>
            </p:cNvPr>
            <p:cNvSpPr>
              <a:spLocks noChangeArrowheads="1"/>
            </p:cNvSpPr>
            <p:nvPr/>
          </p:nvSpPr>
          <p:spPr bwMode="auto">
            <a:xfrm>
              <a:off x="1565747"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66" name="Rectangle 892">
              <a:extLst>
                <a:ext uri="{FF2B5EF4-FFF2-40B4-BE49-F238E27FC236}">
                  <a16:creationId xmlns:a16="http://schemas.microsoft.com/office/drawing/2014/main" id="{29FCC48D-C036-43F4-8ACE-46DA845B8E54}"/>
                </a:ext>
              </a:extLst>
            </p:cNvPr>
            <p:cNvSpPr>
              <a:spLocks noChangeArrowheads="1"/>
            </p:cNvSpPr>
            <p:nvPr/>
          </p:nvSpPr>
          <p:spPr bwMode="auto">
            <a:xfrm>
              <a:off x="2270430" y="5639385"/>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67" name="Rectangle 892">
              <a:extLst>
                <a:ext uri="{FF2B5EF4-FFF2-40B4-BE49-F238E27FC236}">
                  <a16:creationId xmlns:a16="http://schemas.microsoft.com/office/drawing/2014/main" id="{8D112BBB-0E27-40A9-BAE8-F3563C0D873E}"/>
                </a:ext>
              </a:extLst>
            </p:cNvPr>
            <p:cNvSpPr>
              <a:spLocks noChangeArrowheads="1"/>
            </p:cNvSpPr>
            <p:nvPr/>
          </p:nvSpPr>
          <p:spPr bwMode="auto">
            <a:xfrm>
              <a:off x="2827957"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68" name="Line 916">
              <a:extLst>
                <a:ext uri="{FF2B5EF4-FFF2-40B4-BE49-F238E27FC236}">
                  <a16:creationId xmlns:a16="http://schemas.microsoft.com/office/drawing/2014/main" id="{A2EFDCC9-B592-46C8-AFD7-7E919AEB2C24}"/>
                </a:ext>
              </a:extLst>
            </p:cNvPr>
            <p:cNvSpPr>
              <a:spLocks noChangeShapeType="1"/>
            </p:cNvSpPr>
            <p:nvPr/>
          </p:nvSpPr>
          <p:spPr bwMode="auto">
            <a:xfrm flipV="1">
              <a:off x="4260560" y="5596304"/>
              <a:ext cx="0" cy="15329"/>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9" name="Rectangle 920">
              <a:extLst>
                <a:ext uri="{FF2B5EF4-FFF2-40B4-BE49-F238E27FC236}">
                  <a16:creationId xmlns:a16="http://schemas.microsoft.com/office/drawing/2014/main" id="{A41EDE05-C8E2-402C-B26B-17B01E027998}"/>
                </a:ext>
              </a:extLst>
            </p:cNvPr>
            <p:cNvSpPr>
              <a:spLocks noChangeArrowheads="1"/>
            </p:cNvSpPr>
            <p:nvPr/>
          </p:nvSpPr>
          <p:spPr bwMode="auto">
            <a:xfrm>
              <a:off x="4140170"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70" name="Rectangle 920">
              <a:extLst>
                <a:ext uri="{FF2B5EF4-FFF2-40B4-BE49-F238E27FC236}">
                  <a16:creationId xmlns:a16="http://schemas.microsoft.com/office/drawing/2014/main" id="{AA8F05B6-649C-4829-AEBE-71B5C32D9803}"/>
                </a:ext>
              </a:extLst>
            </p:cNvPr>
            <p:cNvSpPr>
              <a:spLocks noChangeArrowheads="1"/>
            </p:cNvSpPr>
            <p:nvPr/>
          </p:nvSpPr>
          <p:spPr bwMode="auto">
            <a:xfrm>
              <a:off x="4850707" y="5639385"/>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71" name="Rectangle 920">
              <a:extLst>
                <a:ext uri="{FF2B5EF4-FFF2-40B4-BE49-F238E27FC236}">
                  <a16:creationId xmlns:a16="http://schemas.microsoft.com/office/drawing/2014/main" id="{2F337E34-B06A-410A-B14D-A6BD054065A0}"/>
                </a:ext>
              </a:extLst>
            </p:cNvPr>
            <p:cNvSpPr>
              <a:spLocks noChangeArrowheads="1"/>
            </p:cNvSpPr>
            <p:nvPr/>
          </p:nvSpPr>
          <p:spPr bwMode="auto">
            <a:xfrm>
              <a:off x="5398550"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72" name="Line 916">
              <a:extLst>
                <a:ext uri="{FF2B5EF4-FFF2-40B4-BE49-F238E27FC236}">
                  <a16:creationId xmlns:a16="http://schemas.microsoft.com/office/drawing/2014/main" id="{12E53049-630B-4265-875E-BBCA72219830}"/>
                </a:ext>
              </a:extLst>
            </p:cNvPr>
            <p:cNvSpPr>
              <a:spLocks noChangeShapeType="1"/>
            </p:cNvSpPr>
            <p:nvPr/>
          </p:nvSpPr>
          <p:spPr bwMode="auto">
            <a:xfrm flipV="1">
              <a:off x="4880389" y="5596302"/>
              <a:ext cx="0" cy="15331"/>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3" name="Line 916">
              <a:extLst>
                <a:ext uri="{FF2B5EF4-FFF2-40B4-BE49-F238E27FC236}">
                  <a16:creationId xmlns:a16="http://schemas.microsoft.com/office/drawing/2014/main" id="{AD758BA4-E818-4C66-A0FB-0AAED6530EDC}"/>
                </a:ext>
              </a:extLst>
            </p:cNvPr>
            <p:cNvSpPr>
              <a:spLocks noChangeShapeType="1"/>
            </p:cNvSpPr>
            <p:nvPr/>
          </p:nvSpPr>
          <p:spPr bwMode="auto">
            <a:xfrm flipV="1">
              <a:off x="5473146" y="5596301"/>
              <a:ext cx="0" cy="15335"/>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2" name="Line 914"/>
            <p:cNvSpPr>
              <a:spLocks noChangeShapeType="1"/>
            </p:cNvSpPr>
            <p:nvPr/>
          </p:nvSpPr>
          <p:spPr bwMode="auto">
            <a:xfrm>
              <a:off x="3952403" y="5614810"/>
              <a:ext cx="1824441"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72" name="Line 886"/>
            <p:cNvSpPr>
              <a:spLocks noChangeShapeType="1"/>
            </p:cNvSpPr>
            <p:nvPr/>
          </p:nvSpPr>
          <p:spPr bwMode="auto">
            <a:xfrm>
              <a:off x="1385116" y="5596307"/>
              <a:ext cx="1841889"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64317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33F3C35E-324B-4503-9681-5BFB51B3FA84}"/>
              </a:ext>
            </a:extLst>
          </p:cNvPr>
          <p:cNvGrpSpPr/>
          <p:nvPr/>
        </p:nvGrpSpPr>
        <p:grpSpPr>
          <a:xfrm>
            <a:off x="628545" y="1115686"/>
            <a:ext cx="5600906" cy="4880821"/>
            <a:chOff x="628545" y="1115686"/>
            <a:chExt cx="5600906" cy="4880821"/>
          </a:xfrm>
        </p:grpSpPr>
        <p:sp>
          <p:nvSpPr>
            <p:cNvPr id="3" name="제목 1">
              <a:extLst>
                <a:ext uri="{FF2B5EF4-FFF2-40B4-BE49-F238E27FC236}">
                  <a16:creationId xmlns:a16="http://schemas.microsoft.com/office/drawing/2014/main" id="{2FED23AA-1E3A-4840-B98C-D62579528909}"/>
                </a:ext>
              </a:extLst>
            </p:cNvPr>
            <p:cNvSpPr txBox="1">
              <a:spLocks/>
            </p:cNvSpPr>
            <p:nvPr/>
          </p:nvSpPr>
          <p:spPr>
            <a:xfrm>
              <a:off x="994729" y="1128443"/>
              <a:ext cx="517278" cy="219924"/>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Object</a:t>
              </a:r>
              <a:endParaRPr lang="ko-KR" altLang="en-US" sz="800" dirty="0">
                <a:latin typeface="helvetica" panose="020B0604020202020204" pitchFamily="34" charset="0"/>
                <a:cs typeface="helvetica" panose="020B0604020202020204" pitchFamily="34" charset="0"/>
              </a:endParaRPr>
            </a:p>
          </p:txBody>
        </p:sp>
        <p:sp>
          <p:nvSpPr>
            <p:cNvPr id="4" name="제목 1">
              <a:extLst>
                <a:ext uri="{FF2B5EF4-FFF2-40B4-BE49-F238E27FC236}">
                  <a16:creationId xmlns:a16="http://schemas.microsoft.com/office/drawing/2014/main" id="{53585633-B5C0-4AB7-9D84-3B2C890A8938}"/>
                </a:ext>
              </a:extLst>
            </p:cNvPr>
            <p:cNvSpPr txBox="1">
              <a:spLocks/>
            </p:cNvSpPr>
            <p:nvPr/>
          </p:nvSpPr>
          <p:spPr>
            <a:xfrm>
              <a:off x="1901929" y="1151148"/>
              <a:ext cx="541809" cy="174515"/>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Mean</a:t>
              </a:r>
              <a:endParaRPr lang="ko-KR" altLang="en-US" sz="800" dirty="0">
                <a:latin typeface="helvetica" panose="020B0604020202020204" pitchFamily="34" charset="0"/>
                <a:cs typeface="helvetica" panose="020B0604020202020204" pitchFamily="34" charset="0"/>
              </a:endParaRPr>
            </a:p>
          </p:txBody>
        </p:sp>
        <p:sp>
          <p:nvSpPr>
            <p:cNvPr id="5" name="제목 1">
              <a:extLst>
                <a:ext uri="{FF2B5EF4-FFF2-40B4-BE49-F238E27FC236}">
                  <a16:creationId xmlns:a16="http://schemas.microsoft.com/office/drawing/2014/main" id="{7237592E-449F-46AB-A3BA-E10A773872EF}"/>
                </a:ext>
              </a:extLst>
            </p:cNvPr>
            <p:cNvSpPr txBox="1">
              <a:spLocks/>
            </p:cNvSpPr>
            <p:nvPr/>
          </p:nvSpPr>
          <p:spPr>
            <a:xfrm>
              <a:off x="2768885" y="1115686"/>
              <a:ext cx="813421" cy="245437"/>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2</a:t>
              </a:r>
              <a:r>
                <a:rPr lang="en-US" altLang="ko-KR" sz="800" baseline="30000" dirty="0">
                  <a:latin typeface="helvetica" panose="020B0604020202020204" pitchFamily="34" charset="0"/>
                  <a:cs typeface="helvetica" panose="020B0604020202020204" pitchFamily="34" charset="0"/>
                </a:rPr>
                <a:t>nd</a:t>
              </a:r>
              <a:r>
                <a:rPr lang="en-US" altLang="ko-KR" sz="800" dirty="0">
                  <a:latin typeface="helvetica" panose="020B0604020202020204" pitchFamily="34" charset="0"/>
                  <a:cs typeface="helvetica" panose="020B0604020202020204" pitchFamily="34" charset="0"/>
                </a:rPr>
                <a:t> S-SOFI</a:t>
              </a:r>
              <a:endParaRPr lang="ko-KR" altLang="en-US" sz="800" dirty="0">
                <a:latin typeface="helvetica" panose="020B0604020202020204" pitchFamily="34" charset="0"/>
                <a:cs typeface="helvetica" panose="020B0604020202020204" pitchFamily="34" charset="0"/>
              </a:endParaRPr>
            </a:p>
          </p:txBody>
        </p:sp>
        <p:sp>
          <p:nvSpPr>
            <p:cNvPr id="6" name="제목 1">
              <a:extLst>
                <a:ext uri="{FF2B5EF4-FFF2-40B4-BE49-F238E27FC236}">
                  <a16:creationId xmlns:a16="http://schemas.microsoft.com/office/drawing/2014/main" id="{A666FF30-9F8B-42A6-99BF-DBBD42D5AEFD}"/>
                </a:ext>
              </a:extLst>
            </p:cNvPr>
            <p:cNvSpPr txBox="1">
              <a:spLocks/>
            </p:cNvSpPr>
            <p:nvPr/>
          </p:nvSpPr>
          <p:spPr>
            <a:xfrm>
              <a:off x="4437793" y="1145840"/>
              <a:ext cx="813421" cy="185129"/>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3</a:t>
              </a:r>
              <a:r>
                <a:rPr lang="en-US" altLang="ko-KR" sz="800" baseline="30000" dirty="0">
                  <a:latin typeface="helvetica" panose="020B0604020202020204" pitchFamily="34" charset="0"/>
                  <a:cs typeface="helvetica" panose="020B0604020202020204" pitchFamily="34" charset="0"/>
                </a:rPr>
                <a:t>rd</a:t>
              </a:r>
              <a:r>
                <a:rPr lang="en-US" altLang="ko-KR" sz="800" dirty="0">
                  <a:latin typeface="helvetica" panose="020B0604020202020204" pitchFamily="34" charset="0"/>
                  <a:cs typeface="helvetica" panose="020B0604020202020204" pitchFamily="34" charset="0"/>
                </a:rPr>
                <a:t> S-SOFI</a:t>
              </a:r>
              <a:endParaRPr lang="ko-KR" altLang="en-US" sz="800" dirty="0">
                <a:latin typeface="helvetica" panose="020B0604020202020204" pitchFamily="34" charset="0"/>
                <a:cs typeface="helvetica" panose="020B0604020202020204" pitchFamily="34" charset="0"/>
              </a:endParaRPr>
            </a:p>
          </p:txBody>
        </p:sp>
        <p:sp>
          <p:nvSpPr>
            <p:cNvPr id="7" name="제목 1">
              <a:extLst>
                <a:ext uri="{FF2B5EF4-FFF2-40B4-BE49-F238E27FC236}">
                  <a16:creationId xmlns:a16="http://schemas.microsoft.com/office/drawing/2014/main" id="{30A5B255-D721-400C-BFED-301910A02C00}"/>
                </a:ext>
              </a:extLst>
            </p:cNvPr>
            <p:cNvSpPr txBox="1">
              <a:spLocks/>
            </p:cNvSpPr>
            <p:nvPr/>
          </p:nvSpPr>
          <p:spPr>
            <a:xfrm>
              <a:off x="3482729" y="1117974"/>
              <a:ext cx="813421" cy="240861"/>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2</a:t>
              </a:r>
              <a:r>
                <a:rPr lang="en-US" altLang="ko-KR" sz="800" baseline="30000" dirty="0">
                  <a:latin typeface="helvetica" panose="020B0604020202020204" pitchFamily="34" charset="0"/>
                  <a:cs typeface="helvetica" panose="020B0604020202020204" pitchFamily="34" charset="0"/>
                </a:rPr>
                <a:t>nd</a:t>
              </a:r>
              <a:r>
                <a:rPr lang="en-US" altLang="ko-KR" sz="800" dirty="0">
                  <a:latin typeface="helvetica" panose="020B0604020202020204" pitchFamily="34" charset="0"/>
                  <a:cs typeface="helvetica" panose="020B0604020202020204" pitchFamily="34" charset="0"/>
                </a:rPr>
                <a:t> NS-SOFI</a:t>
              </a:r>
              <a:endParaRPr lang="ko-KR" altLang="en-US" sz="800" dirty="0">
                <a:latin typeface="helvetica" panose="020B0604020202020204" pitchFamily="34" charset="0"/>
                <a:cs typeface="helvetica" panose="020B0604020202020204" pitchFamily="34" charset="0"/>
              </a:endParaRPr>
            </a:p>
          </p:txBody>
        </p:sp>
        <p:sp>
          <p:nvSpPr>
            <p:cNvPr id="8" name="제목 1">
              <a:extLst>
                <a:ext uri="{FF2B5EF4-FFF2-40B4-BE49-F238E27FC236}">
                  <a16:creationId xmlns:a16="http://schemas.microsoft.com/office/drawing/2014/main" id="{D55AF89B-A2CE-486A-9D84-0FE7469650A5}"/>
                </a:ext>
              </a:extLst>
            </p:cNvPr>
            <p:cNvSpPr txBox="1">
              <a:spLocks/>
            </p:cNvSpPr>
            <p:nvPr/>
          </p:nvSpPr>
          <p:spPr>
            <a:xfrm>
              <a:off x="5151770" y="1145840"/>
              <a:ext cx="813421" cy="185129"/>
            </a:xfrm>
            <a:prstGeom prst="rect">
              <a:avLst/>
            </a:prstGeom>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3</a:t>
              </a:r>
              <a:r>
                <a:rPr lang="en-US" altLang="ko-KR" sz="800" baseline="30000" dirty="0">
                  <a:latin typeface="helvetica" panose="020B0604020202020204" pitchFamily="34" charset="0"/>
                  <a:cs typeface="helvetica" panose="020B0604020202020204" pitchFamily="34" charset="0"/>
                </a:rPr>
                <a:t>rd</a:t>
              </a:r>
              <a:r>
                <a:rPr lang="en-US" altLang="ko-KR" sz="800" dirty="0">
                  <a:latin typeface="helvetica" panose="020B0604020202020204" pitchFamily="34" charset="0"/>
                  <a:cs typeface="helvetica" panose="020B0604020202020204" pitchFamily="34" charset="0"/>
                </a:rPr>
                <a:t> NS-SOFI</a:t>
              </a:r>
              <a:endParaRPr lang="ko-KR" altLang="en-US" sz="800" dirty="0">
                <a:latin typeface="helvetica" panose="020B0604020202020204" pitchFamily="34" charset="0"/>
                <a:cs typeface="helvetica" panose="020B0604020202020204" pitchFamily="34" charset="0"/>
              </a:endParaRPr>
            </a:p>
          </p:txBody>
        </p:sp>
        <p:grpSp>
          <p:nvGrpSpPr>
            <p:cNvPr id="9" name="그룹 8">
              <a:extLst>
                <a:ext uri="{FF2B5EF4-FFF2-40B4-BE49-F238E27FC236}">
                  <a16:creationId xmlns:a16="http://schemas.microsoft.com/office/drawing/2014/main" id="{CC513F22-2558-412E-BEB3-40CCB54A0D3B}"/>
                </a:ext>
              </a:extLst>
            </p:cNvPr>
            <p:cNvGrpSpPr/>
            <p:nvPr/>
          </p:nvGrpSpPr>
          <p:grpSpPr>
            <a:xfrm>
              <a:off x="909847" y="1306615"/>
              <a:ext cx="671498" cy="2122265"/>
              <a:chOff x="1235432" y="3065625"/>
              <a:chExt cx="731531" cy="2312000"/>
            </a:xfrm>
          </p:grpSpPr>
          <p:pic>
            <p:nvPicPr>
              <p:cNvPr id="160" name="Picture 6">
                <a:extLst>
                  <a:ext uri="{FF2B5EF4-FFF2-40B4-BE49-F238E27FC236}">
                    <a16:creationId xmlns:a16="http://schemas.microsoft.com/office/drawing/2014/main" id="{30B84CCF-52F8-4EF0-841F-73579EE143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5432" y="3065625"/>
                <a:ext cx="731531" cy="231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1" name="직선 연결선 160">
                <a:extLst>
                  <a:ext uri="{FF2B5EF4-FFF2-40B4-BE49-F238E27FC236}">
                    <a16:creationId xmlns:a16="http://schemas.microsoft.com/office/drawing/2014/main" id="{AD5F526D-536D-4D4A-B5D0-3364B439E164}"/>
                  </a:ext>
                </a:extLst>
              </p:cNvPr>
              <p:cNvCxnSpPr/>
              <p:nvPr/>
            </p:nvCxnSpPr>
            <p:spPr>
              <a:xfrm>
                <a:off x="1621426" y="5310333"/>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A312F739-A750-42CB-BAE7-349BF4902C4E}"/>
                </a:ext>
              </a:extLst>
            </p:cNvPr>
            <p:cNvGrpSpPr/>
            <p:nvPr/>
          </p:nvGrpSpPr>
          <p:grpSpPr>
            <a:xfrm>
              <a:off x="2842296" y="1307432"/>
              <a:ext cx="673080" cy="2127265"/>
              <a:chOff x="2098714" y="3060441"/>
              <a:chExt cx="733255" cy="2317447"/>
            </a:xfrm>
          </p:grpSpPr>
          <p:grpSp>
            <p:nvGrpSpPr>
              <p:cNvPr id="156" name="그룹 155">
                <a:extLst>
                  <a:ext uri="{FF2B5EF4-FFF2-40B4-BE49-F238E27FC236}">
                    <a16:creationId xmlns:a16="http://schemas.microsoft.com/office/drawing/2014/main" id="{258B7951-42DF-443D-B939-9FE135860CD1}"/>
                  </a:ext>
                </a:extLst>
              </p:cNvPr>
              <p:cNvGrpSpPr/>
              <p:nvPr/>
            </p:nvGrpSpPr>
            <p:grpSpPr>
              <a:xfrm>
                <a:off x="2098714" y="3060441"/>
                <a:ext cx="733255" cy="2317447"/>
                <a:chOff x="2098714" y="3060441"/>
                <a:chExt cx="733255" cy="2317447"/>
              </a:xfrm>
            </p:grpSpPr>
            <p:pic>
              <p:nvPicPr>
                <p:cNvPr id="158" name="Picture 513">
                  <a:extLst>
                    <a:ext uri="{FF2B5EF4-FFF2-40B4-BE49-F238E27FC236}">
                      <a16:creationId xmlns:a16="http://schemas.microsoft.com/office/drawing/2014/main" id="{E6C654C1-BD8B-49B7-8FC3-37181E318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714" y="3060441"/>
                  <a:ext cx="733255" cy="231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9" name="직선 연결선 158">
                  <a:extLst>
                    <a:ext uri="{FF2B5EF4-FFF2-40B4-BE49-F238E27FC236}">
                      <a16:creationId xmlns:a16="http://schemas.microsoft.com/office/drawing/2014/main" id="{E6ADC99C-BC22-4329-84E5-ABEB96D41C37}"/>
                    </a:ext>
                  </a:extLst>
                </p:cNvPr>
                <p:cNvCxnSpPr/>
                <p:nvPr/>
              </p:nvCxnSpPr>
              <p:spPr>
                <a:xfrm>
                  <a:off x="2133600" y="4075478"/>
                  <a:ext cx="474133" cy="0"/>
                </a:xfrm>
                <a:prstGeom prst="line">
                  <a:avLst/>
                </a:prstGeom>
                <a:ln w="19050">
                  <a:solidFill>
                    <a:srgbClr val="00B0F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57" name="직선 연결선 156">
                <a:extLst>
                  <a:ext uri="{FF2B5EF4-FFF2-40B4-BE49-F238E27FC236}">
                    <a16:creationId xmlns:a16="http://schemas.microsoft.com/office/drawing/2014/main" id="{BDAEC336-D55C-487F-BFA2-AF1AEC5C2B97}"/>
                  </a:ext>
                </a:extLst>
              </p:cNvPr>
              <p:cNvCxnSpPr/>
              <p:nvPr/>
            </p:nvCxnSpPr>
            <p:spPr>
              <a:xfrm>
                <a:off x="2497726" y="5310333"/>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1" name="그룹 10">
              <a:extLst>
                <a:ext uri="{FF2B5EF4-FFF2-40B4-BE49-F238E27FC236}">
                  <a16:creationId xmlns:a16="http://schemas.microsoft.com/office/drawing/2014/main" id="{04E9EA9C-1463-4C2D-B63F-69517CBB2E09}"/>
                </a:ext>
              </a:extLst>
            </p:cNvPr>
            <p:cNvGrpSpPr/>
            <p:nvPr/>
          </p:nvGrpSpPr>
          <p:grpSpPr>
            <a:xfrm>
              <a:off x="3568919" y="1307044"/>
              <a:ext cx="672133" cy="2124272"/>
              <a:chOff x="2934300" y="3063438"/>
              <a:chExt cx="732223" cy="2314187"/>
            </a:xfrm>
          </p:grpSpPr>
          <p:grpSp>
            <p:nvGrpSpPr>
              <p:cNvPr id="152" name="그룹 151">
                <a:extLst>
                  <a:ext uri="{FF2B5EF4-FFF2-40B4-BE49-F238E27FC236}">
                    <a16:creationId xmlns:a16="http://schemas.microsoft.com/office/drawing/2014/main" id="{F3A16AA2-9022-4EC6-A438-C6F4F2D94484}"/>
                  </a:ext>
                </a:extLst>
              </p:cNvPr>
              <p:cNvGrpSpPr/>
              <p:nvPr/>
            </p:nvGrpSpPr>
            <p:grpSpPr>
              <a:xfrm>
                <a:off x="2934300" y="3063438"/>
                <a:ext cx="732223" cy="2314187"/>
                <a:chOff x="2934300" y="3063438"/>
                <a:chExt cx="732223" cy="2314187"/>
              </a:xfrm>
            </p:grpSpPr>
            <p:pic>
              <p:nvPicPr>
                <p:cNvPr id="154" name="Picture 667">
                  <a:extLst>
                    <a:ext uri="{FF2B5EF4-FFF2-40B4-BE49-F238E27FC236}">
                      <a16:creationId xmlns:a16="http://schemas.microsoft.com/office/drawing/2014/main" id="{16630BBA-EEB8-4568-9344-000061E804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4300" y="3063438"/>
                  <a:ext cx="732223" cy="231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5" name="직선 연결선 154">
                  <a:extLst>
                    <a:ext uri="{FF2B5EF4-FFF2-40B4-BE49-F238E27FC236}">
                      <a16:creationId xmlns:a16="http://schemas.microsoft.com/office/drawing/2014/main" id="{704BFE81-9C28-494F-8022-2FC12540773F}"/>
                    </a:ext>
                  </a:extLst>
                </p:cNvPr>
                <p:cNvCxnSpPr/>
                <p:nvPr/>
              </p:nvCxnSpPr>
              <p:spPr>
                <a:xfrm>
                  <a:off x="2974446" y="3986422"/>
                  <a:ext cx="474133" cy="0"/>
                </a:xfrm>
                <a:prstGeom prst="line">
                  <a:avLst/>
                </a:prstGeom>
                <a:ln w="19050">
                  <a:solidFill>
                    <a:srgbClr val="0000FF"/>
                  </a:solidFill>
                  <a:prstDash val="sysDash"/>
                </a:ln>
              </p:spPr>
              <p:style>
                <a:lnRef idx="1">
                  <a:schemeClr val="accent1"/>
                </a:lnRef>
                <a:fillRef idx="0">
                  <a:schemeClr val="accent1"/>
                </a:fillRef>
                <a:effectRef idx="0">
                  <a:schemeClr val="accent1"/>
                </a:effectRef>
                <a:fontRef idx="minor">
                  <a:schemeClr val="tx1"/>
                </a:fontRef>
              </p:style>
            </p:cxnSp>
          </p:grpSp>
          <p:cxnSp>
            <p:nvCxnSpPr>
              <p:cNvPr id="153" name="직선 연결선 152">
                <a:extLst>
                  <a:ext uri="{FF2B5EF4-FFF2-40B4-BE49-F238E27FC236}">
                    <a16:creationId xmlns:a16="http://schemas.microsoft.com/office/drawing/2014/main" id="{3CEE04CE-BBEC-4DD7-AAAF-283AE43E12E9}"/>
                  </a:ext>
                </a:extLst>
              </p:cNvPr>
              <p:cNvCxnSpPr/>
              <p:nvPr/>
            </p:nvCxnSpPr>
            <p:spPr>
              <a:xfrm>
                <a:off x="3332629" y="5310333"/>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2" name="그룹 11">
              <a:extLst>
                <a:ext uri="{FF2B5EF4-FFF2-40B4-BE49-F238E27FC236}">
                  <a16:creationId xmlns:a16="http://schemas.microsoft.com/office/drawing/2014/main" id="{19F1EE75-7A8E-4A13-9694-D5D30842F854}"/>
                </a:ext>
              </a:extLst>
            </p:cNvPr>
            <p:cNvGrpSpPr/>
            <p:nvPr/>
          </p:nvGrpSpPr>
          <p:grpSpPr>
            <a:xfrm>
              <a:off x="1824691" y="1293901"/>
              <a:ext cx="705221" cy="2134979"/>
              <a:chOff x="1244431" y="5622657"/>
              <a:chExt cx="732223" cy="2314187"/>
            </a:xfrm>
          </p:grpSpPr>
          <p:grpSp>
            <p:nvGrpSpPr>
              <p:cNvPr id="148" name="그룹 147">
                <a:extLst>
                  <a:ext uri="{FF2B5EF4-FFF2-40B4-BE49-F238E27FC236}">
                    <a16:creationId xmlns:a16="http://schemas.microsoft.com/office/drawing/2014/main" id="{999F4616-5E01-46E8-AC04-2C2095758204}"/>
                  </a:ext>
                </a:extLst>
              </p:cNvPr>
              <p:cNvGrpSpPr/>
              <p:nvPr/>
            </p:nvGrpSpPr>
            <p:grpSpPr>
              <a:xfrm>
                <a:off x="1244431" y="5622657"/>
                <a:ext cx="732223" cy="2314187"/>
                <a:chOff x="1244431" y="5622657"/>
                <a:chExt cx="732223" cy="2314187"/>
              </a:xfrm>
            </p:grpSpPr>
            <p:pic>
              <p:nvPicPr>
                <p:cNvPr id="150" name="Picture 817">
                  <a:extLst>
                    <a:ext uri="{FF2B5EF4-FFF2-40B4-BE49-F238E27FC236}">
                      <a16:creationId xmlns:a16="http://schemas.microsoft.com/office/drawing/2014/main" id="{0FD3564E-75C6-449B-ADF4-DD97A6160E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4431" y="5622657"/>
                  <a:ext cx="732223" cy="231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1" name="직선 연결선 150">
                  <a:extLst>
                    <a:ext uri="{FF2B5EF4-FFF2-40B4-BE49-F238E27FC236}">
                      <a16:creationId xmlns:a16="http://schemas.microsoft.com/office/drawing/2014/main" id="{D35AF603-7609-4D9B-A33E-3AC526C77F92}"/>
                    </a:ext>
                  </a:extLst>
                </p:cNvPr>
                <p:cNvCxnSpPr/>
                <p:nvPr/>
              </p:nvCxnSpPr>
              <p:spPr>
                <a:xfrm>
                  <a:off x="1247791" y="7368352"/>
                  <a:ext cx="727639" cy="0"/>
                </a:xfrm>
                <a:prstGeom prst="line">
                  <a:avLst/>
                </a:prstGeom>
                <a:ln w="19050">
                  <a:solidFill>
                    <a:srgbClr val="7030A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9" name="직선 연결선 148">
                <a:extLst>
                  <a:ext uri="{FF2B5EF4-FFF2-40B4-BE49-F238E27FC236}">
                    <a16:creationId xmlns:a16="http://schemas.microsoft.com/office/drawing/2014/main" id="{EE6432FD-CBC0-444E-A408-382A940B8A38}"/>
                  </a:ext>
                </a:extLst>
              </p:cNvPr>
              <p:cNvCxnSpPr/>
              <p:nvPr/>
            </p:nvCxnSpPr>
            <p:spPr>
              <a:xfrm>
                <a:off x="1621426" y="7859858"/>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3" name="그룹 12">
              <a:extLst>
                <a:ext uri="{FF2B5EF4-FFF2-40B4-BE49-F238E27FC236}">
                  <a16:creationId xmlns:a16="http://schemas.microsoft.com/office/drawing/2014/main" id="{B378A597-5E4D-4676-9FD4-D99FF57E7874}"/>
                </a:ext>
              </a:extLst>
            </p:cNvPr>
            <p:cNvGrpSpPr/>
            <p:nvPr/>
          </p:nvGrpSpPr>
          <p:grpSpPr>
            <a:xfrm>
              <a:off x="4517801" y="1308129"/>
              <a:ext cx="661387" cy="2124272"/>
              <a:chOff x="2105901" y="5622658"/>
              <a:chExt cx="720516" cy="2314187"/>
            </a:xfrm>
          </p:grpSpPr>
          <p:grpSp>
            <p:nvGrpSpPr>
              <p:cNvPr id="144" name="그룹 143">
                <a:extLst>
                  <a:ext uri="{FF2B5EF4-FFF2-40B4-BE49-F238E27FC236}">
                    <a16:creationId xmlns:a16="http://schemas.microsoft.com/office/drawing/2014/main" id="{B1CE0D46-A2B7-48B9-B165-4ABC5B426916}"/>
                  </a:ext>
                </a:extLst>
              </p:cNvPr>
              <p:cNvGrpSpPr/>
              <p:nvPr/>
            </p:nvGrpSpPr>
            <p:grpSpPr>
              <a:xfrm>
                <a:off x="2105901" y="5622658"/>
                <a:ext cx="720516" cy="2314187"/>
                <a:chOff x="2105901" y="5622658"/>
                <a:chExt cx="720516" cy="2314187"/>
              </a:xfrm>
            </p:grpSpPr>
            <p:pic>
              <p:nvPicPr>
                <p:cNvPr id="146" name="Picture 596">
                  <a:extLst>
                    <a:ext uri="{FF2B5EF4-FFF2-40B4-BE49-F238E27FC236}">
                      <a16:creationId xmlns:a16="http://schemas.microsoft.com/office/drawing/2014/main" id="{588CAD4C-2609-41C9-A0AF-29182229191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05901" y="5622658"/>
                  <a:ext cx="720516" cy="231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7" name="직선 연결선 146">
                  <a:extLst>
                    <a:ext uri="{FF2B5EF4-FFF2-40B4-BE49-F238E27FC236}">
                      <a16:creationId xmlns:a16="http://schemas.microsoft.com/office/drawing/2014/main" id="{DF5ADF91-EF8A-435D-B149-9F2557FD9F7B}"/>
                    </a:ext>
                  </a:extLst>
                </p:cNvPr>
                <p:cNvCxnSpPr/>
                <p:nvPr/>
              </p:nvCxnSpPr>
              <p:spPr>
                <a:xfrm>
                  <a:off x="2134579" y="6637329"/>
                  <a:ext cx="474133" cy="0"/>
                </a:xfrm>
                <a:prstGeom prst="line">
                  <a:avLst/>
                </a:prstGeom>
                <a:ln w="19050">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5" name="직선 연결선 144">
                <a:extLst>
                  <a:ext uri="{FF2B5EF4-FFF2-40B4-BE49-F238E27FC236}">
                    <a16:creationId xmlns:a16="http://schemas.microsoft.com/office/drawing/2014/main" id="{354D5D07-D283-4B16-9799-92858C2379BE}"/>
                  </a:ext>
                </a:extLst>
              </p:cNvPr>
              <p:cNvCxnSpPr/>
              <p:nvPr/>
            </p:nvCxnSpPr>
            <p:spPr>
              <a:xfrm>
                <a:off x="2497726" y="7859858"/>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grpSp>
          <p:nvGrpSpPr>
            <p:cNvPr id="14" name="그룹 13">
              <a:extLst>
                <a:ext uri="{FF2B5EF4-FFF2-40B4-BE49-F238E27FC236}">
                  <a16:creationId xmlns:a16="http://schemas.microsoft.com/office/drawing/2014/main" id="{8ACDD606-D438-43AE-AD50-727892D2DEF2}"/>
                </a:ext>
              </a:extLst>
            </p:cNvPr>
            <p:cNvGrpSpPr/>
            <p:nvPr/>
          </p:nvGrpSpPr>
          <p:grpSpPr>
            <a:xfrm>
              <a:off x="5236257" y="1308129"/>
              <a:ext cx="661389" cy="2124272"/>
              <a:chOff x="2940744" y="5622658"/>
              <a:chExt cx="720519" cy="2314187"/>
            </a:xfrm>
          </p:grpSpPr>
          <p:grpSp>
            <p:nvGrpSpPr>
              <p:cNvPr id="140" name="그룹 139">
                <a:extLst>
                  <a:ext uri="{FF2B5EF4-FFF2-40B4-BE49-F238E27FC236}">
                    <a16:creationId xmlns:a16="http://schemas.microsoft.com/office/drawing/2014/main" id="{A345DE4F-7A09-4F0F-B42B-B3626A68DBB6}"/>
                  </a:ext>
                </a:extLst>
              </p:cNvPr>
              <p:cNvGrpSpPr/>
              <p:nvPr/>
            </p:nvGrpSpPr>
            <p:grpSpPr>
              <a:xfrm>
                <a:off x="2940744" y="5622658"/>
                <a:ext cx="720519" cy="2314187"/>
                <a:chOff x="2940744" y="5622658"/>
                <a:chExt cx="720519" cy="2314187"/>
              </a:xfrm>
            </p:grpSpPr>
            <p:pic>
              <p:nvPicPr>
                <p:cNvPr id="142" name="Picture 748">
                  <a:extLst>
                    <a:ext uri="{FF2B5EF4-FFF2-40B4-BE49-F238E27FC236}">
                      <a16:creationId xmlns:a16="http://schemas.microsoft.com/office/drawing/2014/main" id="{B69CE4B4-85AC-4F08-A92F-76E3204281F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40744" y="5622658"/>
                  <a:ext cx="720519" cy="231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3" name="직선 연결선 142">
                  <a:extLst>
                    <a:ext uri="{FF2B5EF4-FFF2-40B4-BE49-F238E27FC236}">
                      <a16:creationId xmlns:a16="http://schemas.microsoft.com/office/drawing/2014/main" id="{5820A9CD-803F-4F6D-ABC2-8795DF1C30CD}"/>
                    </a:ext>
                  </a:extLst>
                </p:cNvPr>
                <p:cNvCxnSpPr/>
                <p:nvPr/>
              </p:nvCxnSpPr>
              <p:spPr>
                <a:xfrm>
                  <a:off x="2961746" y="6273510"/>
                  <a:ext cx="474133" cy="0"/>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1" name="직선 연결선 140">
                <a:extLst>
                  <a:ext uri="{FF2B5EF4-FFF2-40B4-BE49-F238E27FC236}">
                    <a16:creationId xmlns:a16="http://schemas.microsoft.com/office/drawing/2014/main" id="{0090E129-9FB7-4740-9CC7-37603628A866}"/>
                  </a:ext>
                </a:extLst>
              </p:cNvPr>
              <p:cNvCxnSpPr/>
              <p:nvPr/>
            </p:nvCxnSpPr>
            <p:spPr>
              <a:xfrm>
                <a:off x="3332629" y="7859858"/>
                <a:ext cx="270000"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grpSp>
        <p:sp>
          <p:nvSpPr>
            <p:cNvPr id="15" name="제목 1">
              <a:extLst>
                <a:ext uri="{FF2B5EF4-FFF2-40B4-BE49-F238E27FC236}">
                  <a16:creationId xmlns:a16="http://schemas.microsoft.com/office/drawing/2014/main" id="{33D7CD53-69AE-40E0-8C94-09F7BAD66D80}"/>
                </a:ext>
              </a:extLst>
            </p:cNvPr>
            <p:cNvSpPr txBox="1">
              <a:spLocks/>
            </p:cNvSpPr>
            <p:nvPr/>
          </p:nvSpPr>
          <p:spPr>
            <a:xfrm>
              <a:off x="5978031" y="3326354"/>
              <a:ext cx="219886" cy="20620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latin typeface="helvetica" panose="020B0604020202020204" pitchFamily="34" charset="0"/>
                  <a:cs typeface="helvetica" panose="020B0604020202020204" pitchFamily="34" charset="0"/>
                </a:rPr>
                <a:t>0</a:t>
              </a:r>
              <a:endParaRPr lang="ko-KR" altLang="en-US" sz="1200" dirty="0">
                <a:latin typeface="helvetica" panose="020B0604020202020204" pitchFamily="34" charset="0"/>
                <a:cs typeface="helvetica" panose="020B0604020202020204" pitchFamily="34" charset="0"/>
              </a:endParaRPr>
            </a:p>
          </p:txBody>
        </p:sp>
        <p:pic>
          <p:nvPicPr>
            <p:cNvPr id="16" name="Picture 105">
              <a:extLst>
                <a:ext uri="{FF2B5EF4-FFF2-40B4-BE49-F238E27FC236}">
                  <a16:creationId xmlns:a16="http://schemas.microsoft.com/office/drawing/2014/main" id="{B9DA9AA4-0B1D-44BC-BE40-E3232CBEBF7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18197" y="1447641"/>
              <a:ext cx="137369" cy="18402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7" name="제목 1">
              <a:extLst>
                <a:ext uri="{FF2B5EF4-FFF2-40B4-BE49-F238E27FC236}">
                  <a16:creationId xmlns:a16="http://schemas.microsoft.com/office/drawing/2014/main" id="{E258478F-A840-47FA-BF53-42204927E45D}"/>
                </a:ext>
              </a:extLst>
            </p:cNvPr>
            <p:cNvSpPr txBox="1">
              <a:spLocks/>
            </p:cNvSpPr>
            <p:nvPr/>
          </p:nvSpPr>
          <p:spPr>
            <a:xfrm>
              <a:off x="5976939" y="1278357"/>
              <a:ext cx="219886" cy="206686"/>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latin typeface="helvetica" panose="020B0604020202020204" pitchFamily="34" charset="0"/>
                  <a:cs typeface="helvetica" panose="020B0604020202020204" pitchFamily="34" charset="0"/>
                </a:rPr>
                <a:t>1</a:t>
              </a:r>
              <a:endParaRPr lang="ko-KR" altLang="en-US" sz="1200" dirty="0">
                <a:latin typeface="helvetica" panose="020B0604020202020204" pitchFamily="34" charset="0"/>
                <a:cs typeface="helvetica" panose="020B0604020202020204" pitchFamily="34" charset="0"/>
              </a:endParaRPr>
            </a:p>
          </p:txBody>
        </p:sp>
        <p:sp>
          <p:nvSpPr>
            <p:cNvPr id="18" name="TextBox 17">
              <a:extLst>
                <a:ext uri="{FF2B5EF4-FFF2-40B4-BE49-F238E27FC236}">
                  <a16:creationId xmlns:a16="http://schemas.microsoft.com/office/drawing/2014/main" id="{99C105E6-0278-48CA-AD52-E74B0E118320}"/>
                </a:ext>
              </a:extLst>
            </p:cNvPr>
            <p:cNvSpPr txBox="1"/>
            <p:nvPr/>
          </p:nvSpPr>
          <p:spPr>
            <a:xfrm>
              <a:off x="636024" y="1191311"/>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19" name="TextBox 18">
              <a:extLst>
                <a:ext uri="{FF2B5EF4-FFF2-40B4-BE49-F238E27FC236}">
                  <a16:creationId xmlns:a16="http://schemas.microsoft.com/office/drawing/2014/main" id="{8E9ABAFB-F38C-4570-BFBA-0E038E8BCBA5}"/>
                </a:ext>
              </a:extLst>
            </p:cNvPr>
            <p:cNvSpPr txBox="1"/>
            <p:nvPr/>
          </p:nvSpPr>
          <p:spPr>
            <a:xfrm>
              <a:off x="1565937" y="1191311"/>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20" name="TextBox 19">
              <a:extLst>
                <a:ext uri="{FF2B5EF4-FFF2-40B4-BE49-F238E27FC236}">
                  <a16:creationId xmlns:a16="http://schemas.microsoft.com/office/drawing/2014/main" id="{C76D87EF-0AD5-49BC-9A6D-BDCE285D6137}"/>
                </a:ext>
              </a:extLst>
            </p:cNvPr>
            <p:cNvSpPr txBox="1"/>
            <p:nvPr/>
          </p:nvSpPr>
          <p:spPr>
            <a:xfrm>
              <a:off x="2590581" y="1191311"/>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sp>
          <p:nvSpPr>
            <p:cNvPr id="21" name="TextBox 20">
              <a:extLst>
                <a:ext uri="{FF2B5EF4-FFF2-40B4-BE49-F238E27FC236}">
                  <a16:creationId xmlns:a16="http://schemas.microsoft.com/office/drawing/2014/main" id="{FE11965E-3205-4C58-96C7-83483D931AB3}"/>
                </a:ext>
              </a:extLst>
            </p:cNvPr>
            <p:cNvSpPr txBox="1"/>
            <p:nvPr/>
          </p:nvSpPr>
          <p:spPr>
            <a:xfrm>
              <a:off x="4251216" y="1191311"/>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d</a:t>
              </a:r>
              <a:endParaRPr lang="ko-KR" altLang="en-US" sz="1600" b="1" dirty="0">
                <a:latin typeface="helvetica" panose="020B0604020202020204" pitchFamily="34" charset="0"/>
                <a:cs typeface="helvetica" panose="020B0604020202020204" pitchFamily="34" charset="0"/>
              </a:endParaRPr>
            </a:p>
          </p:txBody>
        </p:sp>
        <p:sp>
          <p:nvSpPr>
            <p:cNvPr id="22" name="AutoShape 883">
              <a:extLst>
                <a:ext uri="{FF2B5EF4-FFF2-40B4-BE49-F238E27FC236}">
                  <a16:creationId xmlns:a16="http://schemas.microsoft.com/office/drawing/2014/main" id="{7E2CF2EA-4274-4A30-B325-875AD5227CCA}"/>
                </a:ext>
              </a:extLst>
            </p:cNvPr>
            <p:cNvSpPr>
              <a:spLocks noChangeAspect="1" noChangeArrowheads="1" noTextEdit="1"/>
            </p:cNvSpPr>
            <p:nvPr/>
          </p:nvSpPr>
          <p:spPr bwMode="auto">
            <a:xfrm>
              <a:off x="801301" y="3699256"/>
              <a:ext cx="5428150" cy="215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 name="Line 887">
              <a:extLst>
                <a:ext uri="{FF2B5EF4-FFF2-40B4-BE49-F238E27FC236}">
                  <a16:creationId xmlns:a16="http://schemas.microsoft.com/office/drawing/2014/main" id="{7950CC33-7EC6-4BE8-9D14-6D6270C35EBA}"/>
                </a:ext>
              </a:extLst>
            </p:cNvPr>
            <p:cNvSpPr>
              <a:spLocks noChangeShapeType="1"/>
            </p:cNvSpPr>
            <p:nvPr/>
          </p:nvSpPr>
          <p:spPr bwMode="auto">
            <a:xfrm flipV="1">
              <a:off x="1385117" y="5580979"/>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 name="Line 888">
              <a:extLst>
                <a:ext uri="{FF2B5EF4-FFF2-40B4-BE49-F238E27FC236}">
                  <a16:creationId xmlns:a16="http://schemas.microsoft.com/office/drawing/2014/main" id="{B2D9A09A-22CA-4BF9-A4CB-074B25B7B7E0}"/>
                </a:ext>
              </a:extLst>
            </p:cNvPr>
            <p:cNvSpPr>
              <a:spLocks noChangeShapeType="1"/>
            </p:cNvSpPr>
            <p:nvPr/>
          </p:nvSpPr>
          <p:spPr bwMode="auto">
            <a:xfrm flipV="1">
              <a:off x="1986950" y="5580979"/>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 name="Line 889">
              <a:extLst>
                <a:ext uri="{FF2B5EF4-FFF2-40B4-BE49-F238E27FC236}">
                  <a16:creationId xmlns:a16="http://schemas.microsoft.com/office/drawing/2014/main" id="{02A21138-BDE9-4D21-BEC1-62E376870FD7}"/>
                </a:ext>
              </a:extLst>
            </p:cNvPr>
            <p:cNvSpPr>
              <a:spLocks noChangeShapeType="1"/>
            </p:cNvSpPr>
            <p:nvPr/>
          </p:nvSpPr>
          <p:spPr bwMode="auto">
            <a:xfrm flipV="1">
              <a:off x="2598983" y="5580979"/>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 name="Line 890">
              <a:extLst>
                <a:ext uri="{FF2B5EF4-FFF2-40B4-BE49-F238E27FC236}">
                  <a16:creationId xmlns:a16="http://schemas.microsoft.com/office/drawing/2014/main" id="{DD0C4DF0-DF94-4766-98B7-AFF9602C0D3C}"/>
                </a:ext>
              </a:extLst>
            </p:cNvPr>
            <p:cNvSpPr>
              <a:spLocks noChangeShapeType="1"/>
            </p:cNvSpPr>
            <p:nvPr/>
          </p:nvSpPr>
          <p:spPr bwMode="auto">
            <a:xfrm flipV="1">
              <a:off x="3200550" y="5580979"/>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 name="Rectangle 891">
              <a:extLst>
                <a:ext uri="{FF2B5EF4-FFF2-40B4-BE49-F238E27FC236}">
                  <a16:creationId xmlns:a16="http://schemas.microsoft.com/office/drawing/2014/main" id="{72E1AAE6-A9A8-47A5-A87C-B31ED525C93B}"/>
                </a:ext>
              </a:extLst>
            </p:cNvPr>
            <p:cNvSpPr>
              <a:spLocks noChangeArrowheads="1"/>
            </p:cNvSpPr>
            <p:nvPr/>
          </p:nvSpPr>
          <p:spPr bwMode="auto">
            <a:xfrm>
              <a:off x="1269993"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28" name="Rectangle 892">
              <a:extLst>
                <a:ext uri="{FF2B5EF4-FFF2-40B4-BE49-F238E27FC236}">
                  <a16:creationId xmlns:a16="http://schemas.microsoft.com/office/drawing/2014/main" id="{6456F125-58F9-46C4-BF91-A15C8DCD69E8}"/>
                </a:ext>
              </a:extLst>
            </p:cNvPr>
            <p:cNvSpPr>
              <a:spLocks noChangeArrowheads="1"/>
            </p:cNvSpPr>
            <p:nvPr/>
          </p:nvSpPr>
          <p:spPr bwMode="auto">
            <a:xfrm>
              <a:off x="1871617"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29" name="Rectangle 893">
              <a:extLst>
                <a:ext uri="{FF2B5EF4-FFF2-40B4-BE49-F238E27FC236}">
                  <a16:creationId xmlns:a16="http://schemas.microsoft.com/office/drawing/2014/main" id="{0FE520AE-0F04-4868-89FA-6705BA485148}"/>
                </a:ext>
              </a:extLst>
            </p:cNvPr>
            <p:cNvSpPr>
              <a:spLocks noChangeArrowheads="1"/>
            </p:cNvSpPr>
            <p:nvPr/>
          </p:nvSpPr>
          <p:spPr bwMode="auto">
            <a:xfrm>
              <a:off x="2521750"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0" name="Rectangle 894">
              <a:extLst>
                <a:ext uri="{FF2B5EF4-FFF2-40B4-BE49-F238E27FC236}">
                  <a16:creationId xmlns:a16="http://schemas.microsoft.com/office/drawing/2014/main" id="{2F46369C-B8CA-4227-9841-DD7A3B697740}"/>
                </a:ext>
              </a:extLst>
            </p:cNvPr>
            <p:cNvSpPr>
              <a:spLocks noChangeArrowheads="1"/>
            </p:cNvSpPr>
            <p:nvPr/>
          </p:nvSpPr>
          <p:spPr bwMode="auto">
            <a:xfrm>
              <a:off x="3138126"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1" name="Line 895">
              <a:extLst>
                <a:ext uri="{FF2B5EF4-FFF2-40B4-BE49-F238E27FC236}">
                  <a16:creationId xmlns:a16="http://schemas.microsoft.com/office/drawing/2014/main" id="{B1615CE0-2806-4C37-BD22-37DD9E5BB829}"/>
                </a:ext>
              </a:extLst>
            </p:cNvPr>
            <p:cNvSpPr>
              <a:spLocks noChangeShapeType="1"/>
            </p:cNvSpPr>
            <p:nvPr/>
          </p:nvSpPr>
          <p:spPr bwMode="auto">
            <a:xfrm flipV="1">
              <a:off x="1385117" y="3593516"/>
              <a:ext cx="0" cy="2002789"/>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 name="Line 896">
              <a:extLst>
                <a:ext uri="{FF2B5EF4-FFF2-40B4-BE49-F238E27FC236}">
                  <a16:creationId xmlns:a16="http://schemas.microsoft.com/office/drawing/2014/main" id="{1ACCDC1E-998E-4709-86A6-6AACC21E7C32}"/>
                </a:ext>
              </a:extLst>
            </p:cNvPr>
            <p:cNvSpPr>
              <a:spLocks noChangeShapeType="1"/>
            </p:cNvSpPr>
            <p:nvPr/>
          </p:nvSpPr>
          <p:spPr bwMode="auto">
            <a:xfrm>
              <a:off x="1385117" y="5596307"/>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 name="Line 897">
              <a:extLst>
                <a:ext uri="{FF2B5EF4-FFF2-40B4-BE49-F238E27FC236}">
                  <a16:creationId xmlns:a16="http://schemas.microsoft.com/office/drawing/2014/main" id="{1AC5EA08-B495-4A69-8A72-75DA3C08D0BA}"/>
                </a:ext>
              </a:extLst>
            </p:cNvPr>
            <p:cNvSpPr>
              <a:spLocks noChangeShapeType="1"/>
            </p:cNvSpPr>
            <p:nvPr/>
          </p:nvSpPr>
          <p:spPr bwMode="auto">
            <a:xfrm>
              <a:off x="1385117" y="5304187"/>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 name="Line 898">
              <a:extLst>
                <a:ext uri="{FF2B5EF4-FFF2-40B4-BE49-F238E27FC236}">
                  <a16:creationId xmlns:a16="http://schemas.microsoft.com/office/drawing/2014/main" id="{E39A4C41-2777-4E15-948B-B8224778F36A}"/>
                </a:ext>
              </a:extLst>
            </p:cNvPr>
            <p:cNvSpPr>
              <a:spLocks noChangeShapeType="1"/>
            </p:cNvSpPr>
            <p:nvPr/>
          </p:nvSpPr>
          <p:spPr bwMode="auto">
            <a:xfrm>
              <a:off x="1385117" y="5011167"/>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 name="Line 899">
              <a:extLst>
                <a:ext uri="{FF2B5EF4-FFF2-40B4-BE49-F238E27FC236}">
                  <a16:creationId xmlns:a16="http://schemas.microsoft.com/office/drawing/2014/main" id="{76DA0982-AEBE-41CE-83AB-075FEEBC3B0F}"/>
                </a:ext>
              </a:extLst>
            </p:cNvPr>
            <p:cNvSpPr>
              <a:spLocks noChangeShapeType="1"/>
            </p:cNvSpPr>
            <p:nvPr/>
          </p:nvSpPr>
          <p:spPr bwMode="auto">
            <a:xfrm>
              <a:off x="1385117" y="4718145"/>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 name="Line 900">
              <a:extLst>
                <a:ext uri="{FF2B5EF4-FFF2-40B4-BE49-F238E27FC236}">
                  <a16:creationId xmlns:a16="http://schemas.microsoft.com/office/drawing/2014/main" id="{97D91470-CB4F-4B74-88E1-9B84506491EE}"/>
                </a:ext>
              </a:extLst>
            </p:cNvPr>
            <p:cNvSpPr>
              <a:spLocks noChangeShapeType="1"/>
            </p:cNvSpPr>
            <p:nvPr/>
          </p:nvSpPr>
          <p:spPr bwMode="auto">
            <a:xfrm>
              <a:off x="1385117" y="4426026"/>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 name="Line 901">
              <a:extLst>
                <a:ext uri="{FF2B5EF4-FFF2-40B4-BE49-F238E27FC236}">
                  <a16:creationId xmlns:a16="http://schemas.microsoft.com/office/drawing/2014/main" id="{752EBE8B-9592-4221-B9EB-B06AB331EA49}"/>
                </a:ext>
              </a:extLst>
            </p:cNvPr>
            <p:cNvSpPr>
              <a:spLocks noChangeShapeType="1"/>
            </p:cNvSpPr>
            <p:nvPr/>
          </p:nvSpPr>
          <p:spPr bwMode="auto">
            <a:xfrm>
              <a:off x="1385117" y="4133005"/>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 name="Line 902">
              <a:extLst>
                <a:ext uri="{FF2B5EF4-FFF2-40B4-BE49-F238E27FC236}">
                  <a16:creationId xmlns:a16="http://schemas.microsoft.com/office/drawing/2014/main" id="{52AA0B7E-F903-4F3D-A25C-5CF212BA514A}"/>
                </a:ext>
              </a:extLst>
            </p:cNvPr>
            <p:cNvSpPr>
              <a:spLocks noChangeShapeType="1"/>
            </p:cNvSpPr>
            <p:nvPr/>
          </p:nvSpPr>
          <p:spPr bwMode="auto">
            <a:xfrm>
              <a:off x="1385117" y="3839984"/>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 name="Rectangle 903">
              <a:extLst>
                <a:ext uri="{FF2B5EF4-FFF2-40B4-BE49-F238E27FC236}">
                  <a16:creationId xmlns:a16="http://schemas.microsoft.com/office/drawing/2014/main" id="{855E0FC5-415F-4CE2-B5AC-766585FF269D}"/>
                </a:ext>
              </a:extLst>
            </p:cNvPr>
            <p:cNvSpPr>
              <a:spLocks noChangeArrowheads="1"/>
            </p:cNvSpPr>
            <p:nvPr/>
          </p:nvSpPr>
          <p:spPr bwMode="auto">
            <a:xfrm>
              <a:off x="1278741" y="5523435"/>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0" name="Rectangle 904">
              <a:extLst>
                <a:ext uri="{FF2B5EF4-FFF2-40B4-BE49-F238E27FC236}">
                  <a16:creationId xmlns:a16="http://schemas.microsoft.com/office/drawing/2014/main" id="{5BE35FD6-9D2F-450D-BAC4-E84BAD41BDEF}"/>
                </a:ext>
              </a:extLst>
            </p:cNvPr>
            <p:cNvSpPr>
              <a:spLocks noChangeArrowheads="1"/>
            </p:cNvSpPr>
            <p:nvPr/>
          </p:nvSpPr>
          <p:spPr bwMode="auto">
            <a:xfrm>
              <a:off x="1181106" y="5230414"/>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0.2</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 name="Rectangle 905">
              <a:extLst>
                <a:ext uri="{FF2B5EF4-FFF2-40B4-BE49-F238E27FC236}">
                  <a16:creationId xmlns:a16="http://schemas.microsoft.com/office/drawing/2014/main" id="{45285035-1D99-4F16-A9A1-0728FA566D69}"/>
                </a:ext>
              </a:extLst>
            </p:cNvPr>
            <p:cNvSpPr>
              <a:spLocks noChangeArrowheads="1"/>
            </p:cNvSpPr>
            <p:nvPr/>
          </p:nvSpPr>
          <p:spPr bwMode="auto">
            <a:xfrm>
              <a:off x="1181106" y="4937393"/>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0.4</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2" name="Rectangle 906">
              <a:extLst>
                <a:ext uri="{FF2B5EF4-FFF2-40B4-BE49-F238E27FC236}">
                  <a16:creationId xmlns:a16="http://schemas.microsoft.com/office/drawing/2014/main" id="{2858F087-AF49-40B9-B1C7-492437546DCB}"/>
                </a:ext>
              </a:extLst>
            </p:cNvPr>
            <p:cNvSpPr>
              <a:spLocks noChangeArrowheads="1"/>
            </p:cNvSpPr>
            <p:nvPr/>
          </p:nvSpPr>
          <p:spPr bwMode="auto">
            <a:xfrm>
              <a:off x="1181106" y="4645273"/>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0.6</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3" name="Rectangle 907">
              <a:extLst>
                <a:ext uri="{FF2B5EF4-FFF2-40B4-BE49-F238E27FC236}">
                  <a16:creationId xmlns:a16="http://schemas.microsoft.com/office/drawing/2014/main" id="{7214B965-D051-40DE-BAAF-B98D69E9DE10}"/>
                </a:ext>
              </a:extLst>
            </p:cNvPr>
            <p:cNvSpPr>
              <a:spLocks noChangeArrowheads="1"/>
            </p:cNvSpPr>
            <p:nvPr/>
          </p:nvSpPr>
          <p:spPr bwMode="auto">
            <a:xfrm>
              <a:off x="1181106" y="4352252"/>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0.8</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4" name="Rectangle 908">
              <a:extLst>
                <a:ext uri="{FF2B5EF4-FFF2-40B4-BE49-F238E27FC236}">
                  <a16:creationId xmlns:a16="http://schemas.microsoft.com/office/drawing/2014/main" id="{0B86F9BF-7BEC-45F0-9F01-29CAC12B061A}"/>
                </a:ext>
              </a:extLst>
            </p:cNvPr>
            <p:cNvSpPr>
              <a:spLocks noChangeArrowheads="1"/>
            </p:cNvSpPr>
            <p:nvPr/>
          </p:nvSpPr>
          <p:spPr bwMode="auto">
            <a:xfrm>
              <a:off x="1278741" y="4059232"/>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5" name="Rectangle 909">
              <a:extLst>
                <a:ext uri="{FF2B5EF4-FFF2-40B4-BE49-F238E27FC236}">
                  <a16:creationId xmlns:a16="http://schemas.microsoft.com/office/drawing/2014/main" id="{255C9D7D-D655-43EC-8506-B2D4F24B2AC5}"/>
                </a:ext>
              </a:extLst>
            </p:cNvPr>
            <p:cNvSpPr>
              <a:spLocks noChangeArrowheads="1"/>
            </p:cNvSpPr>
            <p:nvPr/>
          </p:nvSpPr>
          <p:spPr bwMode="auto">
            <a:xfrm>
              <a:off x="1181106" y="3766210"/>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6" name="Freeform 910">
              <a:extLst>
                <a:ext uri="{FF2B5EF4-FFF2-40B4-BE49-F238E27FC236}">
                  <a16:creationId xmlns:a16="http://schemas.microsoft.com/office/drawing/2014/main" id="{B6087DDE-A557-4370-B678-62663FF64956}"/>
                </a:ext>
              </a:extLst>
            </p:cNvPr>
            <p:cNvSpPr>
              <a:spLocks/>
            </p:cNvSpPr>
            <p:nvPr/>
          </p:nvSpPr>
          <p:spPr bwMode="auto">
            <a:xfrm>
              <a:off x="1394641" y="4133005"/>
              <a:ext cx="1815698" cy="1022418"/>
            </a:xfrm>
            <a:custGeom>
              <a:avLst/>
              <a:gdLst>
                <a:gd name="T0" fmla="*/ 0 w 1246"/>
                <a:gd name="T1" fmla="*/ 1134 h 1134"/>
                <a:gd name="T2" fmla="*/ 20 w 1246"/>
                <a:gd name="T3" fmla="*/ 1071 h 1134"/>
                <a:gd name="T4" fmla="*/ 40 w 1246"/>
                <a:gd name="T5" fmla="*/ 997 h 1134"/>
                <a:gd name="T6" fmla="*/ 60 w 1246"/>
                <a:gd name="T7" fmla="*/ 917 h 1134"/>
                <a:gd name="T8" fmla="*/ 87 w 1246"/>
                <a:gd name="T9" fmla="*/ 832 h 1134"/>
                <a:gd name="T10" fmla="*/ 107 w 1246"/>
                <a:gd name="T11" fmla="*/ 746 h 1134"/>
                <a:gd name="T12" fmla="*/ 127 w 1246"/>
                <a:gd name="T13" fmla="*/ 661 h 1134"/>
                <a:gd name="T14" fmla="*/ 147 w 1246"/>
                <a:gd name="T15" fmla="*/ 570 h 1134"/>
                <a:gd name="T16" fmla="*/ 167 w 1246"/>
                <a:gd name="T17" fmla="*/ 478 h 1134"/>
                <a:gd name="T18" fmla="*/ 187 w 1246"/>
                <a:gd name="T19" fmla="*/ 393 h 1134"/>
                <a:gd name="T20" fmla="*/ 207 w 1246"/>
                <a:gd name="T21" fmla="*/ 313 h 1134"/>
                <a:gd name="T22" fmla="*/ 227 w 1246"/>
                <a:gd name="T23" fmla="*/ 239 h 1134"/>
                <a:gd name="T24" fmla="*/ 247 w 1246"/>
                <a:gd name="T25" fmla="*/ 177 h 1134"/>
                <a:gd name="T26" fmla="*/ 273 w 1246"/>
                <a:gd name="T27" fmla="*/ 120 h 1134"/>
                <a:gd name="T28" fmla="*/ 293 w 1246"/>
                <a:gd name="T29" fmla="*/ 74 h 1134"/>
                <a:gd name="T30" fmla="*/ 313 w 1246"/>
                <a:gd name="T31" fmla="*/ 40 h 1134"/>
                <a:gd name="T32" fmla="*/ 333 w 1246"/>
                <a:gd name="T33" fmla="*/ 17 h 1134"/>
                <a:gd name="T34" fmla="*/ 353 w 1246"/>
                <a:gd name="T35" fmla="*/ 0 h 1134"/>
                <a:gd name="T36" fmla="*/ 373 w 1246"/>
                <a:gd name="T37" fmla="*/ 0 h 1134"/>
                <a:gd name="T38" fmla="*/ 393 w 1246"/>
                <a:gd name="T39" fmla="*/ 6 h 1134"/>
                <a:gd name="T40" fmla="*/ 413 w 1246"/>
                <a:gd name="T41" fmla="*/ 28 h 1134"/>
                <a:gd name="T42" fmla="*/ 440 w 1246"/>
                <a:gd name="T43" fmla="*/ 51 h 1134"/>
                <a:gd name="T44" fmla="*/ 460 w 1246"/>
                <a:gd name="T45" fmla="*/ 85 h 1134"/>
                <a:gd name="T46" fmla="*/ 480 w 1246"/>
                <a:gd name="T47" fmla="*/ 120 h 1134"/>
                <a:gd name="T48" fmla="*/ 500 w 1246"/>
                <a:gd name="T49" fmla="*/ 159 h 1134"/>
                <a:gd name="T50" fmla="*/ 520 w 1246"/>
                <a:gd name="T51" fmla="*/ 194 h 1134"/>
                <a:gd name="T52" fmla="*/ 540 w 1246"/>
                <a:gd name="T53" fmla="*/ 228 h 1134"/>
                <a:gd name="T54" fmla="*/ 560 w 1246"/>
                <a:gd name="T55" fmla="*/ 262 h 1134"/>
                <a:gd name="T56" fmla="*/ 580 w 1246"/>
                <a:gd name="T57" fmla="*/ 285 h 1134"/>
                <a:gd name="T58" fmla="*/ 600 w 1246"/>
                <a:gd name="T59" fmla="*/ 308 h 1134"/>
                <a:gd name="T60" fmla="*/ 626 w 1246"/>
                <a:gd name="T61" fmla="*/ 313 h 1134"/>
                <a:gd name="T62" fmla="*/ 646 w 1246"/>
                <a:gd name="T63" fmla="*/ 319 h 1134"/>
                <a:gd name="T64" fmla="*/ 666 w 1246"/>
                <a:gd name="T65" fmla="*/ 313 h 1134"/>
                <a:gd name="T66" fmla="*/ 686 w 1246"/>
                <a:gd name="T67" fmla="*/ 302 h 1134"/>
                <a:gd name="T68" fmla="*/ 706 w 1246"/>
                <a:gd name="T69" fmla="*/ 279 h 1134"/>
                <a:gd name="T70" fmla="*/ 726 w 1246"/>
                <a:gd name="T71" fmla="*/ 256 h 1134"/>
                <a:gd name="T72" fmla="*/ 746 w 1246"/>
                <a:gd name="T73" fmla="*/ 228 h 1134"/>
                <a:gd name="T74" fmla="*/ 766 w 1246"/>
                <a:gd name="T75" fmla="*/ 194 h 1134"/>
                <a:gd name="T76" fmla="*/ 786 w 1246"/>
                <a:gd name="T77" fmla="*/ 159 h 1134"/>
                <a:gd name="T78" fmla="*/ 813 w 1246"/>
                <a:gd name="T79" fmla="*/ 131 h 1134"/>
                <a:gd name="T80" fmla="*/ 833 w 1246"/>
                <a:gd name="T81" fmla="*/ 103 h 1134"/>
                <a:gd name="T82" fmla="*/ 853 w 1246"/>
                <a:gd name="T83" fmla="*/ 74 h 1134"/>
                <a:gd name="T84" fmla="*/ 873 w 1246"/>
                <a:gd name="T85" fmla="*/ 63 h 1134"/>
                <a:gd name="T86" fmla="*/ 893 w 1246"/>
                <a:gd name="T87" fmla="*/ 51 h 1134"/>
                <a:gd name="T88" fmla="*/ 913 w 1246"/>
                <a:gd name="T89" fmla="*/ 51 h 1134"/>
                <a:gd name="T90" fmla="*/ 933 w 1246"/>
                <a:gd name="T91" fmla="*/ 68 h 1134"/>
                <a:gd name="T92" fmla="*/ 953 w 1246"/>
                <a:gd name="T93" fmla="*/ 91 h 1134"/>
                <a:gd name="T94" fmla="*/ 979 w 1246"/>
                <a:gd name="T95" fmla="*/ 120 h 1134"/>
                <a:gd name="T96" fmla="*/ 999 w 1246"/>
                <a:gd name="T97" fmla="*/ 171 h 1134"/>
                <a:gd name="T98" fmla="*/ 1019 w 1246"/>
                <a:gd name="T99" fmla="*/ 222 h 1134"/>
                <a:gd name="T100" fmla="*/ 1039 w 1246"/>
                <a:gd name="T101" fmla="*/ 285 h 1134"/>
                <a:gd name="T102" fmla="*/ 1059 w 1246"/>
                <a:gd name="T103" fmla="*/ 353 h 1134"/>
                <a:gd name="T104" fmla="*/ 1079 w 1246"/>
                <a:gd name="T105" fmla="*/ 427 h 1134"/>
                <a:gd name="T106" fmla="*/ 1099 w 1246"/>
                <a:gd name="T107" fmla="*/ 513 h 1134"/>
                <a:gd name="T108" fmla="*/ 1119 w 1246"/>
                <a:gd name="T109" fmla="*/ 592 h 1134"/>
                <a:gd name="T110" fmla="*/ 1139 w 1246"/>
                <a:gd name="T111" fmla="*/ 678 h 1134"/>
                <a:gd name="T112" fmla="*/ 1166 w 1246"/>
                <a:gd name="T113" fmla="*/ 763 h 1134"/>
                <a:gd name="T114" fmla="*/ 1186 w 1246"/>
                <a:gd name="T115" fmla="*/ 849 h 1134"/>
                <a:gd name="T116" fmla="*/ 1206 w 1246"/>
                <a:gd name="T117" fmla="*/ 923 h 1134"/>
                <a:gd name="T118" fmla="*/ 1226 w 1246"/>
                <a:gd name="T119" fmla="*/ 1003 h 1134"/>
                <a:gd name="T120" fmla="*/ 1246 w 1246"/>
                <a:gd name="T121" fmla="*/ 1071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46" h="1134">
                  <a:moveTo>
                    <a:pt x="0" y="1134"/>
                  </a:moveTo>
                  <a:lnTo>
                    <a:pt x="20" y="1071"/>
                  </a:lnTo>
                  <a:lnTo>
                    <a:pt x="40" y="997"/>
                  </a:lnTo>
                  <a:lnTo>
                    <a:pt x="60" y="917"/>
                  </a:lnTo>
                  <a:lnTo>
                    <a:pt x="87" y="832"/>
                  </a:lnTo>
                  <a:lnTo>
                    <a:pt x="107" y="746"/>
                  </a:lnTo>
                  <a:lnTo>
                    <a:pt x="127" y="661"/>
                  </a:lnTo>
                  <a:lnTo>
                    <a:pt x="147" y="570"/>
                  </a:lnTo>
                  <a:lnTo>
                    <a:pt x="167" y="478"/>
                  </a:lnTo>
                  <a:lnTo>
                    <a:pt x="187" y="393"/>
                  </a:lnTo>
                  <a:lnTo>
                    <a:pt x="207" y="313"/>
                  </a:lnTo>
                  <a:lnTo>
                    <a:pt x="227" y="239"/>
                  </a:lnTo>
                  <a:lnTo>
                    <a:pt x="247" y="177"/>
                  </a:lnTo>
                  <a:lnTo>
                    <a:pt x="273" y="120"/>
                  </a:lnTo>
                  <a:lnTo>
                    <a:pt x="293" y="74"/>
                  </a:lnTo>
                  <a:lnTo>
                    <a:pt x="313" y="40"/>
                  </a:lnTo>
                  <a:lnTo>
                    <a:pt x="333" y="17"/>
                  </a:lnTo>
                  <a:lnTo>
                    <a:pt x="353" y="0"/>
                  </a:lnTo>
                  <a:lnTo>
                    <a:pt x="373" y="0"/>
                  </a:lnTo>
                  <a:lnTo>
                    <a:pt x="393" y="6"/>
                  </a:lnTo>
                  <a:lnTo>
                    <a:pt x="413" y="28"/>
                  </a:lnTo>
                  <a:lnTo>
                    <a:pt x="440" y="51"/>
                  </a:lnTo>
                  <a:lnTo>
                    <a:pt x="460" y="85"/>
                  </a:lnTo>
                  <a:lnTo>
                    <a:pt x="480" y="120"/>
                  </a:lnTo>
                  <a:lnTo>
                    <a:pt x="500" y="159"/>
                  </a:lnTo>
                  <a:lnTo>
                    <a:pt x="520" y="194"/>
                  </a:lnTo>
                  <a:lnTo>
                    <a:pt x="540" y="228"/>
                  </a:lnTo>
                  <a:lnTo>
                    <a:pt x="560" y="262"/>
                  </a:lnTo>
                  <a:lnTo>
                    <a:pt x="580" y="285"/>
                  </a:lnTo>
                  <a:lnTo>
                    <a:pt x="600" y="308"/>
                  </a:lnTo>
                  <a:lnTo>
                    <a:pt x="626" y="313"/>
                  </a:lnTo>
                  <a:lnTo>
                    <a:pt x="646" y="319"/>
                  </a:lnTo>
                  <a:lnTo>
                    <a:pt x="666" y="313"/>
                  </a:lnTo>
                  <a:lnTo>
                    <a:pt x="686" y="302"/>
                  </a:lnTo>
                  <a:lnTo>
                    <a:pt x="706" y="279"/>
                  </a:lnTo>
                  <a:lnTo>
                    <a:pt x="726" y="256"/>
                  </a:lnTo>
                  <a:lnTo>
                    <a:pt x="746" y="228"/>
                  </a:lnTo>
                  <a:lnTo>
                    <a:pt x="766" y="194"/>
                  </a:lnTo>
                  <a:lnTo>
                    <a:pt x="786" y="159"/>
                  </a:lnTo>
                  <a:lnTo>
                    <a:pt x="813" y="131"/>
                  </a:lnTo>
                  <a:lnTo>
                    <a:pt x="833" y="103"/>
                  </a:lnTo>
                  <a:lnTo>
                    <a:pt x="853" y="74"/>
                  </a:lnTo>
                  <a:lnTo>
                    <a:pt x="873" y="63"/>
                  </a:lnTo>
                  <a:lnTo>
                    <a:pt x="893" y="51"/>
                  </a:lnTo>
                  <a:lnTo>
                    <a:pt x="913" y="51"/>
                  </a:lnTo>
                  <a:lnTo>
                    <a:pt x="933" y="68"/>
                  </a:lnTo>
                  <a:lnTo>
                    <a:pt x="953" y="91"/>
                  </a:lnTo>
                  <a:lnTo>
                    <a:pt x="979" y="120"/>
                  </a:lnTo>
                  <a:lnTo>
                    <a:pt x="999" y="171"/>
                  </a:lnTo>
                  <a:lnTo>
                    <a:pt x="1019" y="222"/>
                  </a:lnTo>
                  <a:lnTo>
                    <a:pt x="1039" y="285"/>
                  </a:lnTo>
                  <a:lnTo>
                    <a:pt x="1059" y="353"/>
                  </a:lnTo>
                  <a:lnTo>
                    <a:pt x="1079" y="427"/>
                  </a:lnTo>
                  <a:lnTo>
                    <a:pt x="1099" y="513"/>
                  </a:lnTo>
                  <a:lnTo>
                    <a:pt x="1119" y="592"/>
                  </a:lnTo>
                  <a:lnTo>
                    <a:pt x="1139" y="678"/>
                  </a:lnTo>
                  <a:lnTo>
                    <a:pt x="1166" y="763"/>
                  </a:lnTo>
                  <a:lnTo>
                    <a:pt x="1186" y="849"/>
                  </a:lnTo>
                  <a:lnTo>
                    <a:pt x="1206" y="923"/>
                  </a:lnTo>
                  <a:lnTo>
                    <a:pt x="1226" y="1003"/>
                  </a:lnTo>
                  <a:lnTo>
                    <a:pt x="1246" y="1071"/>
                  </a:lnTo>
                </a:path>
              </a:pathLst>
            </a:custGeom>
            <a:noFill/>
            <a:ln w="11113">
              <a:solidFill>
                <a:srgbClr val="CC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 name="Freeform 911">
              <a:extLst>
                <a:ext uri="{FF2B5EF4-FFF2-40B4-BE49-F238E27FC236}">
                  <a16:creationId xmlns:a16="http://schemas.microsoft.com/office/drawing/2014/main" id="{BD077969-0DA6-49BF-825B-E84492764228}"/>
                </a:ext>
              </a:extLst>
            </p:cNvPr>
            <p:cNvSpPr>
              <a:spLocks/>
            </p:cNvSpPr>
            <p:nvPr/>
          </p:nvSpPr>
          <p:spPr bwMode="auto">
            <a:xfrm>
              <a:off x="1385117" y="4133005"/>
              <a:ext cx="1815698" cy="1463302"/>
            </a:xfrm>
            <a:custGeom>
              <a:avLst/>
              <a:gdLst>
                <a:gd name="T0" fmla="*/ 14 w 1246"/>
                <a:gd name="T1" fmla="*/ 1623 h 1623"/>
                <a:gd name="T2" fmla="*/ 34 w 1246"/>
                <a:gd name="T3" fmla="*/ 1623 h 1623"/>
                <a:gd name="T4" fmla="*/ 54 w 1246"/>
                <a:gd name="T5" fmla="*/ 1623 h 1623"/>
                <a:gd name="T6" fmla="*/ 74 w 1246"/>
                <a:gd name="T7" fmla="*/ 1623 h 1623"/>
                <a:gd name="T8" fmla="*/ 93 w 1246"/>
                <a:gd name="T9" fmla="*/ 1623 h 1623"/>
                <a:gd name="T10" fmla="*/ 113 w 1246"/>
                <a:gd name="T11" fmla="*/ 1618 h 1623"/>
                <a:gd name="T12" fmla="*/ 133 w 1246"/>
                <a:gd name="T13" fmla="*/ 1612 h 1623"/>
                <a:gd name="T14" fmla="*/ 153 w 1246"/>
                <a:gd name="T15" fmla="*/ 1606 h 1623"/>
                <a:gd name="T16" fmla="*/ 180 w 1246"/>
                <a:gd name="T17" fmla="*/ 1595 h 1623"/>
                <a:gd name="T18" fmla="*/ 200 w 1246"/>
                <a:gd name="T19" fmla="*/ 1578 h 1623"/>
                <a:gd name="T20" fmla="*/ 220 w 1246"/>
                <a:gd name="T21" fmla="*/ 1544 h 1623"/>
                <a:gd name="T22" fmla="*/ 240 w 1246"/>
                <a:gd name="T23" fmla="*/ 1504 h 1623"/>
                <a:gd name="T24" fmla="*/ 260 w 1246"/>
                <a:gd name="T25" fmla="*/ 1441 h 1623"/>
                <a:gd name="T26" fmla="*/ 280 w 1246"/>
                <a:gd name="T27" fmla="*/ 1361 h 1623"/>
                <a:gd name="T28" fmla="*/ 300 w 1246"/>
                <a:gd name="T29" fmla="*/ 1259 h 1623"/>
                <a:gd name="T30" fmla="*/ 320 w 1246"/>
                <a:gd name="T31" fmla="*/ 1128 h 1623"/>
                <a:gd name="T32" fmla="*/ 340 w 1246"/>
                <a:gd name="T33" fmla="*/ 980 h 1623"/>
                <a:gd name="T34" fmla="*/ 367 w 1246"/>
                <a:gd name="T35" fmla="*/ 809 h 1623"/>
                <a:gd name="T36" fmla="*/ 387 w 1246"/>
                <a:gd name="T37" fmla="*/ 632 h 1623"/>
                <a:gd name="T38" fmla="*/ 407 w 1246"/>
                <a:gd name="T39" fmla="*/ 461 h 1623"/>
                <a:gd name="T40" fmla="*/ 427 w 1246"/>
                <a:gd name="T41" fmla="*/ 302 h 1623"/>
                <a:gd name="T42" fmla="*/ 447 w 1246"/>
                <a:gd name="T43" fmla="*/ 171 h 1623"/>
                <a:gd name="T44" fmla="*/ 466 w 1246"/>
                <a:gd name="T45" fmla="*/ 74 h 1623"/>
                <a:gd name="T46" fmla="*/ 486 w 1246"/>
                <a:gd name="T47" fmla="*/ 23 h 1623"/>
                <a:gd name="T48" fmla="*/ 506 w 1246"/>
                <a:gd name="T49" fmla="*/ 17 h 1623"/>
                <a:gd name="T50" fmla="*/ 533 w 1246"/>
                <a:gd name="T51" fmla="*/ 46 h 1623"/>
                <a:gd name="T52" fmla="*/ 553 w 1246"/>
                <a:gd name="T53" fmla="*/ 103 h 1623"/>
                <a:gd name="T54" fmla="*/ 573 w 1246"/>
                <a:gd name="T55" fmla="*/ 171 h 1623"/>
                <a:gd name="T56" fmla="*/ 593 w 1246"/>
                <a:gd name="T57" fmla="*/ 239 h 1623"/>
                <a:gd name="T58" fmla="*/ 613 w 1246"/>
                <a:gd name="T59" fmla="*/ 285 h 1623"/>
                <a:gd name="T60" fmla="*/ 633 w 1246"/>
                <a:gd name="T61" fmla="*/ 302 h 1623"/>
                <a:gd name="T62" fmla="*/ 653 w 1246"/>
                <a:gd name="T63" fmla="*/ 285 h 1623"/>
                <a:gd name="T64" fmla="*/ 673 w 1246"/>
                <a:gd name="T65" fmla="*/ 245 h 1623"/>
                <a:gd name="T66" fmla="*/ 693 w 1246"/>
                <a:gd name="T67" fmla="*/ 182 h 1623"/>
                <a:gd name="T68" fmla="*/ 720 w 1246"/>
                <a:gd name="T69" fmla="*/ 108 h 1623"/>
                <a:gd name="T70" fmla="*/ 740 w 1246"/>
                <a:gd name="T71" fmla="*/ 46 h 1623"/>
                <a:gd name="T72" fmla="*/ 760 w 1246"/>
                <a:gd name="T73" fmla="*/ 6 h 1623"/>
                <a:gd name="T74" fmla="*/ 780 w 1246"/>
                <a:gd name="T75" fmla="*/ 6 h 1623"/>
                <a:gd name="T76" fmla="*/ 800 w 1246"/>
                <a:gd name="T77" fmla="*/ 40 h 1623"/>
                <a:gd name="T78" fmla="*/ 819 w 1246"/>
                <a:gd name="T79" fmla="*/ 125 h 1623"/>
                <a:gd name="T80" fmla="*/ 839 w 1246"/>
                <a:gd name="T81" fmla="*/ 245 h 1623"/>
                <a:gd name="T82" fmla="*/ 859 w 1246"/>
                <a:gd name="T83" fmla="*/ 399 h 1623"/>
                <a:gd name="T84" fmla="*/ 886 w 1246"/>
                <a:gd name="T85" fmla="*/ 570 h 1623"/>
                <a:gd name="T86" fmla="*/ 906 w 1246"/>
                <a:gd name="T87" fmla="*/ 746 h 1623"/>
                <a:gd name="T88" fmla="*/ 926 w 1246"/>
                <a:gd name="T89" fmla="*/ 917 h 1623"/>
                <a:gd name="T90" fmla="*/ 946 w 1246"/>
                <a:gd name="T91" fmla="*/ 1077 h 1623"/>
                <a:gd name="T92" fmla="*/ 966 w 1246"/>
                <a:gd name="T93" fmla="*/ 1213 h 1623"/>
                <a:gd name="T94" fmla="*/ 986 w 1246"/>
                <a:gd name="T95" fmla="*/ 1322 h 1623"/>
                <a:gd name="T96" fmla="*/ 1006 w 1246"/>
                <a:gd name="T97" fmla="*/ 1413 h 1623"/>
                <a:gd name="T98" fmla="*/ 1026 w 1246"/>
                <a:gd name="T99" fmla="*/ 1481 h 1623"/>
                <a:gd name="T100" fmla="*/ 1046 w 1246"/>
                <a:gd name="T101" fmla="*/ 1532 h 1623"/>
                <a:gd name="T102" fmla="*/ 1073 w 1246"/>
                <a:gd name="T103" fmla="*/ 1566 h 1623"/>
                <a:gd name="T104" fmla="*/ 1093 w 1246"/>
                <a:gd name="T105" fmla="*/ 1589 h 1623"/>
                <a:gd name="T106" fmla="*/ 1113 w 1246"/>
                <a:gd name="T107" fmla="*/ 1601 h 1623"/>
                <a:gd name="T108" fmla="*/ 1133 w 1246"/>
                <a:gd name="T109" fmla="*/ 1612 h 1623"/>
                <a:gd name="T110" fmla="*/ 1153 w 1246"/>
                <a:gd name="T111" fmla="*/ 1618 h 1623"/>
                <a:gd name="T112" fmla="*/ 1173 w 1246"/>
                <a:gd name="T113" fmla="*/ 1618 h 1623"/>
                <a:gd name="T114" fmla="*/ 1192 w 1246"/>
                <a:gd name="T115" fmla="*/ 1623 h 1623"/>
                <a:gd name="T116" fmla="*/ 1212 w 1246"/>
                <a:gd name="T117" fmla="*/ 1623 h 1623"/>
                <a:gd name="T118" fmla="*/ 1239 w 1246"/>
                <a:gd name="T119" fmla="*/ 1623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46" h="1623">
                  <a:moveTo>
                    <a:pt x="0" y="1623"/>
                  </a:moveTo>
                  <a:lnTo>
                    <a:pt x="14" y="1623"/>
                  </a:lnTo>
                  <a:lnTo>
                    <a:pt x="20" y="1623"/>
                  </a:lnTo>
                  <a:lnTo>
                    <a:pt x="34" y="1623"/>
                  </a:lnTo>
                  <a:lnTo>
                    <a:pt x="40" y="1623"/>
                  </a:lnTo>
                  <a:lnTo>
                    <a:pt x="54" y="1623"/>
                  </a:lnTo>
                  <a:lnTo>
                    <a:pt x="60" y="1623"/>
                  </a:lnTo>
                  <a:lnTo>
                    <a:pt x="74" y="1623"/>
                  </a:lnTo>
                  <a:lnTo>
                    <a:pt x="87" y="1623"/>
                  </a:lnTo>
                  <a:lnTo>
                    <a:pt x="93" y="1623"/>
                  </a:lnTo>
                  <a:lnTo>
                    <a:pt x="107" y="1618"/>
                  </a:lnTo>
                  <a:lnTo>
                    <a:pt x="113" y="1618"/>
                  </a:lnTo>
                  <a:lnTo>
                    <a:pt x="127" y="1618"/>
                  </a:lnTo>
                  <a:lnTo>
                    <a:pt x="133" y="1612"/>
                  </a:lnTo>
                  <a:lnTo>
                    <a:pt x="147" y="1612"/>
                  </a:lnTo>
                  <a:lnTo>
                    <a:pt x="153" y="1606"/>
                  </a:lnTo>
                  <a:lnTo>
                    <a:pt x="167" y="1601"/>
                  </a:lnTo>
                  <a:lnTo>
                    <a:pt x="180" y="1595"/>
                  </a:lnTo>
                  <a:lnTo>
                    <a:pt x="187" y="1584"/>
                  </a:lnTo>
                  <a:lnTo>
                    <a:pt x="200" y="1578"/>
                  </a:lnTo>
                  <a:lnTo>
                    <a:pt x="207" y="1561"/>
                  </a:lnTo>
                  <a:lnTo>
                    <a:pt x="220" y="1544"/>
                  </a:lnTo>
                  <a:lnTo>
                    <a:pt x="227" y="1527"/>
                  </a:lnTo>
                  <a:lnTo>
                    <a:pt x="240" y="1504"/>
                  </a:lnTo>
                  <a:lnTo>
                    <a:pt x="247" y="1475"/>
                  </a:lnTo>
                  <a:lnTo>
                    <a:pt x="260" y="1441"/>
                  </a:lnTo>
                  <a:lnTo>
                    <a:pt x="273" y="1407"/>
                  </a:lnTo>
                  <a:lnTo>
                    <a:pt x="280" y="1361"/>
                  </a:lnTo>
                  <a:lnTo>
                    <a:pt x="293" y="1310"/>
                  </a:lnTo>
                  <a:lnTo>
                    <a:pt x="300" y="1259"/>
                  </a:lnTo>
                  <a:lnTo>
                    <a:pt x="313" y="1196"/>
                  </a:lnTo>
                  <a:lnTo>
                    <a:pt x="320" y="1128"/>
                  </a:lnTo>
                  <a:lnTo>
                    <a:pt x="333" y="1054"/>
                  </a:lnTo>
                  <a:lnTo>
                    <a:pt x="340" y="980"/>
                  </a:lnTo>
                  <a:lnTo>
                    <a:pt x="353" y="894"/>
                  </a:lnTo>
                  <a:lnTo>
                    <a:pt x="367" y="809"/>
                  </a:lnTo>
                  <a:lnTo>
                    <a:pt x="373" y="723"/>
                  </a:lnTo>
                  <a:lnTo>
                    <a:pt x="387" y="632"/>
                  </a:lnTo>
                  <a:lnTo>
                    <a:pt x="393" y="547"/>
                  </a:lnTo>
                  <a:lnTo>
                    <a:pt x="407" y="461"/>
                  </a:lnTo>
                  <a:lnTo>
                    <a:pt x="413" y="376"/>
                  </a:lnTo>
                  <a:lnTo>
                    <a:pt x="427" y="302"/>
                  </a:lnTo>
                  <a:lnTo>
                    <a:pt x="440" y="234"/>
                  </a:lnTo>
                  <a:lnTo>
                    <a:pt x="447" y="171"/>
                  </a:lnTo>
                  <a:lnTo>
                    <a:pt x="460" y="120"/>
                  </a:lnTo>
                  <a:lnTo>
                    <a:pt x="466" y="74"/>
                  </a:lnTo>
                  <a:lnTo>
                    <a:pt x="480" y="46"/>
                  </a:lnTo>
                  <a:lnTo>
                    <a:pt x="486" y="23"/>
                  </a:lnTo>
                  <a:lnTo>
                    <a:pt x="500" y="17"/>
                  </a:lnTo>
                  <a:lnTo>
                    <a:pt x="506" y="17"/>
                  </a:lnTo>
                  <a:lnTo>
                    <a:pt x="520" y="28"/>
                  </a:lnTo>
                  <a:lnTo>
                    <a:pt x="533" y="46"/>
                  </a:lnTo>
                  <a:lnTo>
                    <a:pt x="540" y="74"/>
                  </a:lnTo>
                  <a:lnTo>
                    <a:pt x="553" y="103"/>
                  </a:lnTo>
                  <a:lnTo>
                    <a:pt x="560" y="137"/>
                  </a:lnTo>
                  <a:lnTo>
                    <a:pt x="573" y="171"/>
                  </a:lnTo>
                  <a:lnTo>
                    <a:pt x="580" y="205"/>
                  </a:lnTo>
                  <a:lnTo>
                    <a:pt x="593" y="239"/>
                  </a:lnTo>
                  <a:lnTo>
                    <a:pt x="600" y="262"/>
                  </a:lnTo>
                  <a:lnTo>
                    <a:pt x="613" y="285"/>
                  </a:lnTo>
                  <a:lnTo>
                    <a:pt x="626" y="296"/>
                  </a:lnTo>
                  <a:lnTo>
                    <a:pt x="633" y="302"/>
                  </a:lnTo>
                  <a:lnTo>
                    <a:pt x="646" y="296"/>
                  </a:lnTo>
                  <a:lnTo>
                    <a:pt x="653" y="285"/>
                  </a:lnTo>
                  <a:lnTo>
                    <a:pt x="666" y="268"/>
                  </a:lnTo>
                  <a:lnTo>
                    <a:pt x="673" y="245"/>
                  </a:lnTo>
                  <a:lnTo>
                    <a:pt x="686" y="211"/>
                  </a:lnTo>
                  <a:lnTo>
                    <a:pt x="693" y="182"/>
                  </a:lnTo>
                  <a:lnTo>
                    <a:pt x="706" y="142"/>
                  </a:lnTo>
                  <a:lnTo>
                    <a:pt x="720" y="108"/>
                  </a:lnTo>
                  <a:lnTo>
                    <a:pt x="726" y="74"/>
                  </a:lnTo>
                  <a:lnTo>
                    <a:pt x="740" y="46"/>
                  </a:lnTo>
                  <a:lnTo>
                    <a:pt x="746" y="23"/>
                  </a:lnTo>
                  <a:lnTo>
                    <a:pt x="760" y="6"/>
                  </a:lnTo>
                  <a:lnTo>
                    <a:pt x="766" y="0"/>
                  </a:lnTo>
                  <a:lnTo>
                    <a:pt x="780" y="6"/>
                  </a:lnTo>
                  <a:lnTo>
                    <a:pt x="786" y="17"/>
                  </a:lnTo>
                  <a:lnTo>
                    <a:pt x="800" y="40"/>
                  </a:lnTo>
                  <a:lnTo>
                    <a:pt x="813" y="80"/>
                  </a:lnTo>
                  <a:lnTo>
                    <a:pt x="819" y="125"/>
                  </a:lnTo>
                  <a:lnTo>
                    <a:pt x="833" y="182"/>
                  </a:lnTo>
                  <a:lnTo>
                    <a:pt x="839" y="245"/>
                  </a:lnTo>
                  <a:lnTo>
                    <a:pt x="853" y="319"/>
                  </a:lnTo>
                  <a:lnTo>
                    <a:pt x="859" y="399"/>
                  </a:lnTo>
                  <a:lnTo>
                    <a:pt x="873" y="484"/>
                  </a:lnTo>
                  <a:lnTo>
                    <a:pt x="886" y="570"/>
                  </a:lnTo>
                  <a:lnTo>
                    <a:pt x="893" y="655"/>
                  </a:lnTo>
                  <a:lnTo>
                    <a:pt x="906" y="746"/>
                  </a:lnTo>
                  <a:lnTo>
                    <a:pt x="913" y="832"/>
                  </a:lnTo>
                  <a:lnTo>
                    <a:pt x="926" y="917"/>
                  </a:lnTo>
                  <a:lnTo>
                    <a:pt x="933" y="997"/>
                  </a:lnTo>
                  <a:lnTo>
                    <a:pt x="946" y="1077"/>
                  </a:lnTo>
                  <a:lnTo>
                    <a:pt x="953" y="1145"/>
                  </a:lnTo>
                  <a:lnTo>
                    <a:pt x="966" y="1213"/>
                  </a:lnTo>
                  <a:lnTo>
                    <a:pt x="979" y="1270"/>
                  </a:lnTo>
                  <a:lnTo>
                    <a:pt x="986" y="1322"/>
                  </a:lnTo>
                  <a:lnTo>
                    <a:pt x="999" y="1373"/>
                  </a:lnTo>
                  <a:lnTo>
                    <a:pt x="1006" y="1413"/>
                  </a:lnTo>
                  <a:lnTo>
                    <a:pt x="1019" y="1447"/>
                  </a:lnTo>
                  <a:lnTo>
                    <a:pt x="1026" y="1481"/>
                  </a:lnTo>
                  <a:lnTo>
                    <a:pt x="1039" y="1510"/>
                  </a:lnTo>
                  <a:lnTo>
                    <a:pt x="1046" y="1532"/>
                  </a:lnTo>
                  <a:lnTo>
                    <a:pt x="1059" y="1549"/>
                  </a:lnTo>
                  <a:lnTo>
                    <a:pt x="1073" y="1566"/>
                  </a:lnTo>
                  <a:lnTo>
                    <a:pt x="1079" y="1578"/>
                  </a:lnTo>
                  <a:lnTo>
                    <a:pt x="1093" y="1589"/>
                  </a:lnTo>
                  <a:lnTo>
                    <a:pt x="1099" y="1595"/>
                  </a:lnTo>
                  <a:lnTo>
                    <a:pt x="1113" y="1601"/>
                  </a:lnTo>
                  <a:lnTo>
                    <a:pt x="1119" y="1606"/>
                  </a:lnTo>
                  <a:lnTo>
                    <a:pt x="1133" y="1612"/>
                  </a:lnTo>
                  <a:lnTo>
                    <a:pt x="1139" y="1612"/>
                  </a:lnTo>
                  <a:lnTo>
                    <a:pt x="1153" y="1618"/>
                  </a:lnTo>
                  <a:lnTo>
                    <a:pt x="1166" y="1618"/>
                  </a:lnTo>
                  <a:lnTo>
                    <a:pt x="1173" y="1618"/>
                  </a:lnTo>
                  <a:lnTo>
                    <a:pt x="1186" y="1623"/>
                  </a:lnTo>
                  <a:lnTo>
                    <a:pt x="1192" y="1623"/>
                  </a:lnTo>
                  <a:lnTo>
                    <a:pt x="1206" y="1623"/>
                  </a:lnTo>
                  <a:lnTo>
                    <a:pt x="1212" y="1623"/>
                  </a:lnTo>
                  <a:lnTo>
                    <a:pt x="1226" y="1623"/>
                  </a:lnTo>
                  <a:lnTo>
                    <a:pt x="1239" y="1623"/>
                  </a:lnTo>
                  <a:lnTo>
                    <a:pt x="1246" y="1623"/>
                  </a:lnTo>
                </a:path>
              </a:pathLst>
            </a:custGeom>
            <a:noFill/>
            <a:ln w="11113">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 name="Freeform 912">
              <a:extLst>
                <a:ext uri="{FF2B5EF4-FFF2-40B4-BE49-F238E27FC236}">
                  <a16:creationId xmlns:a16="http://schemas.microsoft.com/office/drawing/2014/main" id="{9A931B5C-7E1A-4AFC-8FB1-9E746F386E23}"/>
                </a:ext>
              </a:extLst>
            </p:cNvPr>
            <p:cNvSpPr>
              <a:spLocks/>
            </p:cNvSpPr>
            <p:nvPr/>
          </p:nvSpPr>
          <p:spPr bwMode="auto">
            <a:xfrm>
              <a:off x="1411308" y="4133005"/>
              <a:ext cx="1815698" cy="1463302"/>
            </a:xfrm>
            <a:custGeom>
              <a:avLst/>
              <a:gdLst>
                <a:gd name="T0" fmla="*/ 14 w 1246"/>
                <a:gd name="T1" fmla="*/ 1623 h 1623"/>
                <a:gd name="T2" fmla="*/ 34 w 1246"/>
                <a:gd name="T3" fmla="*/ 1623 h 1623"/>
                <a:gd name="T4" fmla="*/ 54 w 1246"/>
                <a:gd name="T5" fmla="*/ 1623 h 1623"/>
                <a:gd name="T6" fmla="*/ 74 w 1246"/>
                <a:gd name="T7" fmla="*/ 1623 h 1623"/>
                <a:gd name="T8" fmla="*/ 93 w 1246"/>
                <a:gd name="T9" fmla="*/ 1618 h 1623"/>
                <a:gd name="T10" fmla="*/ 113 w 1246"/>
                <a:gd name="T11" fmla="*/ 1618 h 1623"/>
                <a:gd name="T12" fmla="*/ 133 w 1246"/>
                <a:gd name="T13" fmla="*/ 1606 h 1623"/>
                <a:gd name="T14" fmla="*/ 153 w 1246"/>
                <a:gd name="T15" fmla="*/ 1601 h 1623"/>
                <a:gd name="T16" fmla="*/ 180 w 1246"/>
                <a:gd name="T17" fmla="*/ 1578 h 1623"/>
                <a:gd name="T18" fmla="*/ 200 w 1246"/>
                <a:gd name="T19" fmla="*/ 1555 h 1623"/>
                <a:gd name="T20" fmla="*/ 220 w 1246"/>
                <a:gd name="T21" fmla="*/ 1515 h 1623"/>
                <a:gd name="T22" fmla="*/ 240 w 1246"/>
                <a:gd name="T23" fmla="*/ 1458 h 1623"/>
                <a:gd name="T24" fmla="*/ 260 w 1246"/>
                <a:gd name="T25" fmla="*/ 1379 h 1623"/>
                <a:gd name="T26" fmla="*/ 280 w 1246"/>
                <a:gd name="T27" fmla="*/ 1276 h 1623"/>
                <a:gd name="T28" fmla="*/ 300 w 1246"/>
                <a:gd name="T29" fmla="*/ 1151 h 1623"/>
                <a:gd name="T30" fmla="*/ 320 w 1246"/>
                <a:gd name="T31" fmla="*/ 1003 h 1623"/>
                <a:gd name="T32" fmla="*/ 340 w 1246"/>
                <a:gd name="T33" fmla="*/ 837 h 1623"/>
                <a:gd name="T34" fmla="*/ 367 w 1246"/>
                <a:gd name="T35" fmla="*/ 661 h 1623"/>
                <a:gd name="T36" fmla="*/ 387 w 1246"/>
                <a:gd name="T37" fmla="*/ 478 h 1623"/>
                <a:gd name="T38" fmla="*/ 407 w 1246"/>
                <a:gd name="T39" fmla="*/ 313 h 1623"/>
                <a:gd name="T40" fmla="*/ 427 w 1246"/>
                <a:gd name="T41" fmla="*/ 177 h 1623"/>
                <a:gd name="T42" fmla="*/ 447 w 1246"/>
                <a:gd name="T43" fmla="*/ 74 h 1623"/>
                <a:gd name="T44" fmla="*/ 466 w 1246"/>
                <a:gd name="T45" fmla="*/ 11 h 1623"/>
                <a:gd name="T46" fmla="*/ 486 w 1246"/>
                <a:gd name="T47" fmla="*/ 0 h 1623"/>
                <a:gd name="T48" fmla="*/ 506 w 1246"/>
                <a:gd name="T49" fmla="*/ 28 h 1623"/>
                <a:gd name="T50" fmla="*/ 533 w 1246"/>
                <a:gd name="T51" fmla="*/ 85 h 1623"/>
                <a:gd name="T52" fmla="*/ 553 w 1246"/>
                <a:gd name="T53" fmla="*/ 159 h 1623"/>
                <a:gd name="T54" fmla="*/ 573 w 1246"/>
                <a:gd name="T55" fmla="*/ 239 h 1623"/>
                <a:gd name="T56" fmla="*/ 593 w 1246"/>
                <a:gd name="T57" fmla="*/ 302 h 1623"/>
                <a:gd name="T58" fmla="*/ 613 w 1246"/>
                <a:gd name="T59" fmla="*/ 336 h 1623"/>
                <a:gd name="T60" fmla="*/ 633 w 1246"/>
                <a:gd name="T61" fmla="*/ 342 h 1623"/>
                <a:gd name="T62" fmla="*/ 653 w 1246"/>
                <a:gd name="T63" fmla="*/ 313 h 1623"/>
                <a:gd name="T64" fmla="*/ 673 w 1246"/>
                <a:gd name="T65" fmla="*/ 268 h 1623"/>
                <a:gd name="T66" fmla="*/ 693 w 1246"/>
                <a:gd name="T67" fmla="*/ 205 h 1623"/>
                <a:gd name="T68" fmla="*/ 720 w 1246"/>
                <a:gd name="T69" fmla="*/ 148 h 1623"/>
                <a:gd name="T70" fmla="*/ 740 w 1246"/>
                <a:gd name="T71" fmla="*/ 114 h 1623"/>
                <a:gd name="T72" fmla="*/ 760 w 1246"/>
                <a:gd name="T73" fmla="*/ 103 h 1623"/>
                <a:gd name="T74" fmla="*/ 780 w 1246"/>
                <a:gd name="T75" fmla="*/ 131 h 1623"/>
                <a:gd name="T76" fmla="*/ 800 w 1246"/>
                <a:gd name="T77" fmla="*/ 205 h 1623"/>
                <a:gd name="T78" fmla="*/ 819 w 1246"/>
                <a:gd name="T79" fmla="*/ 313 h 1623"/>
                <a:gd name="T80" fmla="*/ 839 w 1246"/>
                <a:gd name="T81" fmla="*/ 450 h 1623"/>
                <a:gd name="T82" fmla="*/ 859 w 1246"/>
                <a:gd name="T83" fmla="*/ 610 h 1623"/>
                <a:gd name="T84" fmla="*/ 886 w 1246"/>
                <a:gd name="T85" fmla="*/ 775 h 1623"/>
                <a:gd name="T86" fmla="*/ 906 w 1246"/>
                <a:gd name="T87" fmla="*/ 940 h 1623"/>
                <a:gd name="T88" fmla="*/ 926 w 1246"/>
                <a:gd name="T89" fmla="*/ 1088 h 1623"/>
                <a:gd name="T90" fmla="*/ 946 w 1246"/>
                <a:gd name="T91" fmla="*/ 1219 h 1623"/>
                <a:gd name="T92" fmla="*/ 966 w 1246"/>
                <a:gd name="T93" fmla="*/ 1327 h 1623"/>
                <a:gd name="T94" fmla="*/ 986 w 1246"/>
                <a:gd name="T95" fmla="*/ 1413 h 1623"/>
                <a:gd name="T96" fmla="*/ 1006 w 1246"/>
                <a:gd name="T97" fmla="*/ 1481 h 1623"/>
                <a:gd name="T98" fmla="*/ 1026 w 1246"/>
                <a:gd name="T99" fmla="*/ 1532 h 1623"/>
                <a:gd name="T100" fmla="*/ 1046 w 1246"/>
                <a:gd name="T101" fmla="*/ 1566 h 1623"/>
                <a:gd name="T102" fmla="*/ 1073 w 1246"/>
                <a:gd name="T103" fmla="*/ 1589 h 1623"/>
                <a:gd name="T104" fmla="*/ 1093 w 1246"/>
                <a:gd name="T105" fmla="*/ 1601 h 1623"/>
                <a:gd name="T106" fmla="*/ 1113 w 1246"/>
                <a:gd name="T107" fmla="*/ 1612 h 1623"/>
                <a:gd name="T108" fmla="*/ 1133 w 1246"/>
                <a:gd name="T109" fmla="*/ 1618 h 1623"/>
                <a:gd name="T110" fmla="*/ 1153 w 1246"/>
                <a:gd name="T111" fmla="*/ 1618 h 1623"/>
                <a:gd name="T112" fmla="*/ 1173 w 1246"/>
                <a:gd name="T113" fmla="*/ 1623 h 1623"/>
                <a:gd name="T114" fmla="*/ 1192 w 1246"/>
                <a:gd name="T115" fmla="*/ 1623 h 1623"/>
                <a:gd name="T116" fmla="*/ 1212 w 1246"/>
                <a:gd name="T117" fmla="*/ 1623 h 1623"/>
                <a:gd name="T118" fmla="*/ 1239 w 1246"/>
                <a:gd name="T119" fmla="*/ 1623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46" h="1623">
                  <a:moveTo>
                    <a:pt x="0" y="1623"/>
                  </a:moveTo>
                  <a:lnTo>
                    <a:pt x="14" y="1623"/>
                  </a:lnTo>
                  <a:lnTo>
                    <a:pt x="20" y="1623"/>
                  </a:lnTo>
                  <a:lnTo>
                    <a:pt x="34" y="1623"/>
                  </a:lnTo>
                  <a:lnTo>
                    <a:pt x="40" y="1623"/>
                  </a:lnTo>
                  <a:lnTo>
                    <a:pt x="54" y="1623"/>
                  </a:lnTo>
                  <a:lnTo>
                    <a:pt x="60" y="1623"/>
                  </a:lnTo>
                  <a:lnTo>
                    <a:pt x="74" y="1623"/>
                  </a:lnTo>
                  <a:lnTo>
                    <a:pt x="87" y="1623"/>
                  </a:lnTo>
                  <a:lnTo>
                    <a:pt x="93" y="1618"/>
                  </a:lnTo>
                  <a:lnTo>
                    <a:pt x="107" y="1618"/>
                  </a:lnTo>
                  <a:lnTo>
                    <a:pt x="113" y="1618"/>
                  </a:lnTo>
                  <a:lnTo>
                    <a:pt x="127" y="1612"/>
                  </a:lnTo>
                  <a:lnTo>
                    <a:pt x="133" y="1606"/>
                  </a:lnTo>
                  <a:lnTo>
                    <a:pt x="147" y="1606"/>
                  </a:lnTo>
                  <a:lnTo>
                    <a:pt x="153" y="1601"/>
                  </a:lnTo>
                  <a:lnTo>
                    <a:pt x="167" y="1589"/>
                  </a:lnTo>
                  <a:lnTo>
                    <a:pt x="180" y="1578"/>
                  </a:lnTo>
                  <a:lnTo>
                    <a:pt x="187" y="1566"/>
                  </a:lnTo>
                  <a:lnTo>
                    <a:pt x="200" y="1555"/>
                  </a:lnTo>
                  <a:lnTo>
                    <a:pt x="207" y="1532"/>
                  </a:lnTo>
                  <a:lnTo>
                    <a:pt x="220" y="1515"/>
                  </a:lnTo>
                  <a:lnTo>
                    <a:pt x="227" y="1487"/>
                  </a:lnTo>
                  <a:lnTo>
                    <a:pt x="240" y="1458"/>
                  </a:lnTo>
                  <a:lnTo>
                    <a:pt x="247" y="1418"/>
                  </a:lnTo>
                  <a:lnTo>
                    <a:pt x="260" y="1379"/>
                  </a:lnTo>
                  <a:lnTo>
                    <a:pt x="273" y="1333"/>
                  </a:lnTo>
                  <a:lnTo>
                    <a:pt x="280" y="1276"/>
                  </a:lnTo>
                  <a:lnTo>
                    <a:pt x="293" y="1219"/>
                  </a:lnTo>
                  <a:lnTo>
                    <a:pt x="300" y="1151"/>
                  </a:lnTo>
                  <a:lnTo>
                    <a:pt x="313" y="1082"/>
                  </a:lnTo>
                  <a:lnTo>
                    <a:pt x="320" y="1003"/>
                  </a:lnTo>
                  <a:lnTo>
                    <a:pt x="333" y="923"/>
                  </a:lnTo>
                  <a:lnTo>
                    <a:pt x="340" y="837"/>
                  </a:lnTo>
                  <a:lnTo>
                    <a:pt x="353" y="746"/>
                  </a:lnTo>
                  <a:lnTo>
                    <a:pt x="367" y="661"/>
                  </a:lnTo>
                  <a:lnTo>
                    <a:pt x="373" y="570"/>
                  </a:lnTo>
                  <a:lnTo>
                    <a:pt x="387" y="478"/>
                  </a:lnTo>
                  <a:lnTo>
                    <a:pt x="393" y="399"/>
                  </a:lnTo>
                  <a:lnTo>
                    <a:pt x="407" y="313"/>
                  </a:lnTo>
                  <a:lnTo>
                    <a:pt x="413" y="239"/>
                  </a:lnTo>
                  <a:lnTo>
                    <a:pt x="427" y="177"/>
                  </a:lnTo>
                  <a:lnTo>
                    <a:pt x="440" y="120"/>
                  </a:lnTo>
                  <a:lnTo>
                    <a:pt x="447" y="74"/>
                  </a:lnTo>
                  <a:lnTo>
                    <a:pt x="460" y="40"/>
                  </a:lnTo>
                  <a:lnTo>
                    <a:pt x="466" y="11"/>
                  </a:lnTo>
                  <a:lnTo>
                    <a:pt x="480" y="0"/>
                  </a:lnTo>
                  <a:lnTo>
                    <a:pt x="486" y="0"/>
                  </a:lnTo>
                  <a:lnTo>
                    <a:pt x="500" y="11"/>
                  </a:lnTo>
                  <a:lnTo>
                    <a:pt x="506" y="28"/>
                  </a:lnTo>
                  <a:lnTo>
                    <a:pt x="520" y="57"/>
                  </a:lnTo>
                  <a:lnTo>
                    <a:pt x="533" y="85"/>
                  </a:lnTo>
                  <a:lnTo>
                    <a:pt x="540" y="125"/>
                  </a:lnTo>
                  <a:lnTo>
                    <a:pt x="553" y="159"/>
                  </a:lnTo>
                  <a:lnTo>
                    <a:pt x="560" y="199"/>
                  </a:lnTo>
                  <a:lnTo>
                    <a:pt x="573" y="239"/>
                  </a:lnTo>
                  <a:lnTo>
                    <a:pt x="580" y="273"/>
                  </a:lnTo>
                  <a:lnTo>
                    <a:pt x="593" y="302"/>
                  </a:lnTo>
                  <a:lnTo>
                    <a:pt x="600" y="319"/>
                  </a:lnTo>
                  <a:lnTo>
                    <a:pt x="613" y="336"/>
                  </a:lnTo>
                  <a:lnTo>
                    <a:pt x="626" y="342"/>
                  </a:lnTo>
                  <a:lnTo>
                    <a:pt x="633" y="342"/>
                  </a:lnTo>
                  <a:lnTo>
                    <a:pt x="646" y="330"/>
                  </a:lnTo>
                  <a:lnTo>
                    <a:pt x="653" y="313"/>
                  </a:lnTo>
                  <a:lnTo>
                    <a:pt x="666" y="296"/>
                  </a:lnTo>
                  <a:lnTo>
                    <a:pt x="673" y="268"/>
                  </a:lnTo>
                  <a:lnTo>
                    <a:pt x="686" y="239"/>
                  </a:lnTo>
                  <a:lnTo>
                    <a:pt x="693" y="205"/>
                  </a:lnTo>
                  <a:lnTo>
                    <a:pt x="706" y="177"/>
                  </a:lnTo>
                  <a:lnTo>
                    <a:pt x="720" y="148"/>
                  </a:lnTo>
                  <a:lnTo>
                    <a:pt x="726" y="125"/>
                  </a:lnTo>
                  <a:lnTo>
                    <a:pt x="740" y="114"/>
                  </a:lnTo>
                  <a:lnTo>
                    <a:pt x="746" y="103"/>
                  </a:lnTo>
                  <a:lnTo>
                    <a:pt x="760" y="103"/>
                  </a:lnTo>
                  <a:lnTo>
                    <a:pt x="766" y="114"/>
                  </a:lnTo>
                  <a:lnTo>
                    <a:pt x="780" y="131"/>
                  </a:lnTo>
                  <a:lnTo>
                    <a:pt x="786" y="165"/>
                  </a:lnTo>
                  <a:lnTo>
                    <a:pt x="800" y="205"/>
                  </a:lnTo>
                  <a:lnTo>
                    <a:pt x="813" y="256"/>
                  </a:lnTo>
                  <a:lnTo>
                    <a:pt x="819" y="313"/>
                  </a:lnTo>
                  <a:lnTo>
                    <a:pt x="833" y="376"/>
                  </a:lnTo>
                  <a:lnTo>
                    <a:pt x="839" y="450"/>
                  </a:lnTo>
                  <a:lnTo>
                    <a:pt x="853" y="530"/>
                  </a:lnTo>
                  <a:lnTo>
                    <a:pt x="859" y="610"/>
                  </a:lnTo>
                  <a:lnTo>
                    <a:pt x="873" y="689"/>
                  </a:lnTo>
                  <a:lnTo>
                    <a:pt x="886" y="775"/>
                  </a:lnTo>
                  <a:lnTo>
                    <a:pt x="893" y="860"/>
                  </a:lnTo>
                  <a:lnTo>
                    <a:pt x="906" y="940"/>
                  </a:lnTo>
                  <a:lnTo>
                    <a:pt x="913" y="1014"/>
                  </a:lnTo>
                  <a:lnTo>
                    <a:pt x="926" y="1088"/>
                  </a:lnTo>
                  <a:lnTo>
                    <a:pt x="933" y="1156"/>
                  </a:lnTo>
                  <a:lnTo>
                    <a:pt x="946" y="1219"/>
                  </a:lnTo>
                  <a:lnTo>
                    <a:pt x="953" y="1276"/>
                  </a:lnTo>
                  <a:lnTo>
                    <a:pt x="966" y="1327"/>
                  </a:lnTo>
                  <a:lnTo>
                    <a:pt x="979" y="1373"/>
                  </a:lnTo>
                  <a:lnTo>
                    <a:pt x="986" y="1413"/>
                  </a:lnTo>
                  <a:lnTo>
                    <a:pt x="999" y="1453"/>
                  </a:lnTo>
                  <a:lnTo>
                    <a:pt x="1006" y="1481"/>
                  </a:lnTo>
                  <a:lnTo>
                    <a:pt x="1019" y="1510"/>
                  </a:lnTo>
                  <a:lnTo>
                    <a:pt x="1026" y="1532"/>
                  </a:lnTo>
                  <a:lnTo>
                    <a:pt x="1039" y="1549"/>
                  </a:lnTo>
                  <a:lnTo>
                    <a:pt x="1046" y="1566"/>
                  </a:lnTo>
                  <a:lnTo>
                    <a:pt x="1059" y="1578"/>
                  </a:lnTo>
                  <a:lnTo>
                    <a:pt x="1073" y="1589"/>
                  </a:lnTo>
                  <a:lnTo>
                    <a:pt x="1079" y="1595"/>
                  </a:lnTo>
                  <a:lnTo>
                    <a:pt x="1093" y="1601"/>
                  </a:lnTo>
                  <a:lnTo>
                    <a:pt x="1099" y="1606"/>
                  </a:lnTo>
                  <a:lnTo>
                    <a:pt x="1113" y="1612"/>
                  </a:lnTo>
                  <a:lnTo>
                    <a:pt x="1119" y="1612"/>
                  </a:lnTo>
                  <a:lnTo>
                    <a:pt x="1133" y="1618"/>
                  </a:lnTo>
                  <a:lnTo>
                    <a:pt x="1139" y="1618"/>
                  </a:lnTo>
                  <a:lnTo>
                    <a:pt x="1153" y="1618"/>
                  </a:lnTo>
                  <a:lnTo>
                    <a:pt x="1166" y="1623"/>
                  </a:lnTo>
                  <a:lnTo>
                    <a:pt x="1173" y="1623"/>
                  </a:lnTo>
                  <a:lnTo>
                    <a:pt x="1186" y="1623"/>
                  </a:lnTo>
                  <a:lnTo>
                    <a:pt x="1192" y="1623"/>
                  </a:lnTo>
                  <a:lnTo>
                    <a:pt x="1206" y="1623"/>
                  </a:lnTo>
                  <a:lnTo>
                    <a:pt x="1212" y="1623"/>
                  </a:lnTo>
                  <a:lnTo>
                    <a:pt x="1226" y="1623"/>
                  </a:lnTo>
                  <a:lnTo>
                    <a:pt x="1239" y="1623"/>
                  </a:lnTo>
                  <a:lnTo>
                    <a:pt x="1246" y="1623"/>
                  </a:lnTo>
                </a:path>
              </a:pathLst>
            </a:custGeom>
            <a:noFill/>
            <a:ln w="11113">
              <a:solidFill>
                <a:srgbClr val="00B0F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 name="Rectangle 913">
              <a:extLst>
                <a:ext uri="{FF2B5EF4-FFF2-40B4-BE49-F238E27FC236}">
                  <a16:creationId xmlns:a16="http://schemas.microsoft.com/office/drawing/2014/main" id="{D45B332B-F9BB-4158-9835-18711AC3E7EB}"/>
                </a:ext>
              </a:extLst>
            </p:cNvPr>
            <p:cNvSpPr>
              <a:spLocks noChangeArrowheads="1"/>
            </p:cNvSpPr>
            <p:nvPr/>
          </p:nvSpPr>
          <p:spPr bwMode="auto">
            <a:xfrm>
              <a:off x="3957166" y="3855312"/>
              <a:ext cx="1824441" cy="17563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0" name="Line 915">
              <a:extLst>
                <a:ext uri="{FF2B5EF4-FFF2-40B4-BE49-F238E27FC236}">
                  <a16:creationId xmlns:a16="http://schemas.microsoft.com/office/drawing/2014/main" id="{B1FBCE74-160A-4194-AF90-334BEBF6CA22}"/>
                </a:ext>
              </a:extLst>
            </p:cNvPr>
            <p:cNvSpPr>
              <a:spLocks noChangeShapeType="1"/>
            </p:cNvSpPr>
            <p:nvPr/>
          </p:nvSpPr>
          <p:spPr bwMode="auto">
            <a:xfrm flipV="1">
              <a:off x="3955578" y="5599482"/>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 name="Line 916">
              <a:extLst>
                <a:ext uri="{FF2B5EF4-FFF2-40B4-BE49-F238E27FC236}">
                  <a16:creationId xmlns:a16="http://schemas.microsoft.com/office/drawing/2014/main" id="{7DA390F3-0F38-45C7-BC65-1F303C060E92}"/>
                </a:ext>
              </a:extLst>
            </p:cNvPr>
            <p:cNvSpPr>
              <a:spLocks noChangeShapeType="1"/>
            </p:cNvSpPr>
            <p:nvPr/>
          </p:nvSpPr>
          <p:spPr bwMode="auto">
            <a:xfrm flipV="1">
              <a:off x="4562978" y="5596303"/>
              <a:ext cx="0" cy="15331"/>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 name="Line 917">
              <a:extLst>
                <a:ext uri="{FF2B5EF4-FFF2-40B4-BE49-F238E27FC236}">
                  <a16:creationId xmlns:a16="http://schemas.microsoft.com/office/drawing/2014/main" id="{91131945-724A-4B8A-B835-0FD80819E423}"/>
                </a:ext>
              </a:extLst>
            </p:cNvPr>
            <p:cNvSpPr>
              <a:spLocks noChangeShapeType="1"/>
            </p:cNvSpPr>
            <p:nvPr/>
          </p:nvSpPr>
          <p:spPr bwMode="auto">
            <a:xfrm flipV="1">
              <a:off x="5177511" y="5596307"/>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 name="Line 918">
              <a:extLst>
                <a:ext uri="{FF2B5EF4-FFF2-40B4-BE49-F238E27FC236}">
                  <a16:creationId xmlns:a16="http://schemas.microsoft.com/office/drawing/2014/main" id="{69E19398-7B7D-492C-B3F8-BCF0F20E4148}"/>
                </a:ext>
              </a:extLst>
            </p:cNvPr>
            <p:cNvSpPr>
              <a:spLocks noChangeShapeType="1"/>
            </p:cNvSpPr>
            <p:nvPr/>
          </p:nvSpPr>
          <p:spPr bwMode="auto">
            <a:xfrm flipV="1">
              <a:off x="5776844" y="5596307"/>
              <a:ext cx="0" cy="15328"/>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4" name="Rectangle 919">
              <a:extLst>
                <a:ext uri="{FF2B5EF4-FFF2-40B4-BE49-F238E27FC236}">
                  <a16:creationId xmlns:a16="http://schemas.microsoft.com/office/drawing/2014/main" id="{0843A0A6-327B-45BA-89AE-0F37CB5897B1}"/>
                </a:ext>
              </a:extLst>
            </p:cNvPr>
            <p:cNvSpPr>
              <a:spLocks noChangeArrowheads="1"/>
            </p:cNvSpPr>
            <p:nvPr/>
          </p:nvSpPr>
          <p:spPr bwMode="auto">
            <a:xfrm>
              <a:off x="3835151"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5" name="Rectangle 920">
              <a:extLst>
                <a:ext uri="{FF2B5EF4-FFF2-40B4-BE49-F238E27FC236}">
                  <a16:creationId xmlns:a16="http://schemas.microsoft.com/office/drawing/2014/main" id="{39D0BED1-4A9F-40A8-9235-F428AFF72974}"/>
                </a:ext>
              </a:extLst>
            </p:cNvPr>
            <p:cNvSpPr>
              <a:spLocks noChangeArrowheads="1"/>
            </p:cNvSpPr>
            <p:nvPr/>
          </p:nvSpPr>
          <p:spPr bwMode="auto">
            <a:xfrm>
              <a:off x="4442882"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6" name="Rectangle 921">
              <a:extLst>
                <a:ext uri="{FF2B5EF4-FFF2-40B4-BE49-F238E27FC236}">
                  <a16:creationId xmlns:a16="http://schemas.microsoft.com/office/drawing/2014/main" id="{D329D658-E4C2-4E04-9E88-4D65D7DD0965}"/>
                </a:ext>
              </a:extLst>
            </p:cNvPr>
            <p:cNvSpPr>
              <a:spLocks noChangeArrowheads="1"/>
            </p:cNvSpPr>
            <p:nvPr/>
          </p:nvSpPr>
          <p:spPr bwMode="auto">
            <a:xfrm>
              <a:off x="5097103"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7" name="Rectangle 922">
              <a:extLst>
                <a:ext uri="{FF2B5EF4-FFF2-40B4-BE49-F238E27FC236}">
                  <a16:creationId xmlns:a16="http://schemas.microsoft.com/office/drawing/2014/main" id="{5DEF6289-57E3-4770-ADCC-BF6144E70BBB}"/>
                </a:ext>
              </a:extLst>
            </p:cNvPr>
            <p:cNvSpPr>
              <a:spLocks noChangeArrowheads="1"/>
            </p:cNvSpPr>
            <p:nvPr/>
          </p:nvSpPr>
          <p:spPr bwMode="auto">
            <a:xfrm>
              <a:off x="5693261"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8" name="Line 923">
              <a:extLst>
                <a:ext uri="{FF2B5EF4-FFF2-40B4-BE49-F238E27FC236}">
                  <a16:creationId xmlns:a16="http://schemas.microsoft.com/office/drawing/2014/main" id="{DF03A287-FD12-421A-8F42-574D3B105016}"/>
                </a:ext>
              </a:extLst>
            </p:cNvPr>
            <p:cNvSpPr>
              <a:spLocks noChangeShapeType="1"/>
            </p:cNvSpPr>
            <p:nvPr/>
          </p:nvSpPr>
          <p:spPr bwMode="auto">
            <a:xfrm flipV="1">
              <a:off x="3953991" y="3593515"/>
              <a:ext cx="0" cy="2018119"/>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9" name="Line 924">
              <a:extLst>
                <a:ext uri="{FF2B5EF4-FFF2-40B4-BE49-F238E27FC236}">
                  <a16:creationId xmlns:a16="http://schemas.microsoft.com/office/drawing/2014/main" id="{A0D8A1B7-7F54-4CAC-81A2-C3495714C4DB}"/>
                </a:ext>
              </a:extLst>
            </p:cNvPr>
            <p:cNvSpPr>
              <a:spLocks noChangeShapeType="1"/>
            </p:cNvSpPr>
            <p:nvPr/>
          </p:nvSpPr>
          <p:spPr bwMode="auto">
            <a:xfrm>
              <a:off x="3955578" y="5614810"/>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0" name="Line 925">
              <a:extLst>
                <a:ext uri="{FF2B5EF4-FFF2-40B4-BE49-F238E27FC236}">
                  <a16:creationId xmlns:a16="http://schemas.microsoft.com/office/drawing/2014/main" id="{2A841847-B903-4EE8-9211-D57DC02E7600}"/>
                </a:ext>
              </a:extLst>
            </p:cNvPr>
            <p:cNvSpPr>
              <a:spLocks noChangeShapeType="1"/>
            </p:cNvSpPr>
            <p:nvPr/>
          </p:nvSpPr>
          <p:spPr bwMode="auto">
            <a:xfrm>
              <a:off x="3957166" y="5319515"/>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1" name="Line 926">
              <a:extLst>
                <a:ext uri="{FF2B5EF4-FFF2-40B4-BE49-F238E27FC236}">
                  <a16:creationId xmlns:a16="http://schemas.microsoft.com/office/drawing/2014/main" id="{CD83A24D-89D8-48E7-A576-056E27C00F2E}"/>
                </a:ext>
              </a:extLst>
            </p:cNvPr>
            <p:cNvSpPr>
              <a:spLocks noChangeShapeType="1"/>
            </p:cNvSpPr>
            <p:nvPr/>
          </p:nvSpPr>
          <p:spPr bwMode="auto">
            <a:xfrm>
              <a:off x="3957166" y="5026494"/>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2" name="Line 927">
              <a:extLst>
                <a:ext uri="{FF2B5EF4-FFF2-40B4-BE49-F238E27FC236}">
                  <a16:creationId xmlns:a16="http://schemas.microsoft.com/office/drawing/2014/main" id="{1CC028DF-B491-492E-9D53-0CDF51851148}"/>
                </a:ext>
              </a:extLst>
            </p:cNvPr>
            <p:cNvSpPr>
              <a:spLocks noChangeShapeType="1"/>
            </p:cNvSpPr>
            <p:nvPr/>
          </p:nvSpPr>
          <p:spPr bwMode="auto">
            <a:xfrm>
              <a:off x="3957166" y="4733473"/>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3" name="Line 928">
              <a:extLst>
                <a:ext uri="{FF2B5EF4-FFF2-40B4-BE49-F238E27FC236}">
                  <a16:creationId xmlns:a16="http://schemas.microsoft.com/office/drawing/2014/main" id="{BFA79B65-8658-4AE0-A3D0-7CB93D5E6381}"/>
                </a:ext>
              </a:extLst>
            </p:cNvPr>
            <p:cNvSpPr>
              <a:spLocks noChangeShapeType="1"/>
            </p:cNvSpPr>
            <p:nvPr/>
          </p:nvSpPr>
          <p:spPr bwMode="auto">
            <a:xfrm>
              <a:off x="3957166" y="4441353"/>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4" name="Line 929">
              <a:extLst>
                <a:ext uri="{FF2B5EF4-FFF2-40B4-BE49-F238E27FC236}">
                  <a16:creationId xmlns:a16="http://schemas.microsoft.com/office/drawing/2014/main" id="{96FC2C67-D7F8-42A7-8590-607CC9E9EF4B}"/>
                </a:ext>
              </a:extLst>
            </p:cNvPr>
            <p:cNvSpPr>
              <a:spLocks noChangeShapeType="1"/>
            </p:cNvSpPr>
            <p:nvPr/>
          </p:nvSpPr>
          <p:spPr bwMode="auto">
            <a:xfrm>
              <a:off x="3957166" y="4148333"/>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5" name="Line 930">
              <a:extLst>
                <a:ext uri="{FF2B5EF4-FFF2-40B4-BE49-F238E27FC236}">
                  <a16:creationId xmlns:a16="http://schemas.microsoft.com/office/drawing/2014/main" id="{5E2F537F-D969-4526-A957-499604E8267B}"/>
                </a:ext>
              </a:extLst>
            </p:cNvPr>
            <p:cNvSpPr>
              <a:spLocks noChangeShapeType="1"/>
            </p:cNvSpPr>
            <p:nvPr/>
          </p:nvSpPr>
          <p:spPr bwMode="auto">
            <a:xfrm>
              <a:off x="3957166" y="3855312"/>
              <a:ext cx="29144"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6" name="Rectangle 931">
              <a:extLst>
                <a:ext uri="{FF2B5EF4-FFF2-40B4-BE49-F238E27FC236}">
                  <a16:creationId xmlns:a16="http://schemas.microsoft.com/office/drawing/2014/main" id="{5FE1CB56-A076-4F6C-9863-35925E175783}"/>
                </a:ext>
              </a:extLst>
            </p:cNvPr>
            <p:cNvSpPr>
              <a:spLocks noChangeArrowheads="1"/>
            </p:cNvSpPr>
            <p:nvPr/>
          </p:nvSpPr>
          <p:spPr bwMode="auto">
            <a:xfrm>
              <a:off x="3849331" y="554828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67" name="Rectangle 932">
              <a:extLst>
                <a:ext uri="{FF2B5EF4-FFF2-40B4-BE49-F238E27FC236}">
                  <a16:creationId xmlns:a16="http://schemas.microsoft.com/office/drawing/2014/main" id="{A7CFF5CE-F000-40EE-BD6E-557AD65D65AE}"/>
                </a:ext>
              </a:extLst>
            </p:cNvPr>
            <p:cNvSpPr>
              <a:spLocks noChangeArrowheads="1"/>
            </p:cNvSpPr>
            <p:nvPr/>
          </p:nvSpPr>
          <p:spPr bwMode="auto">
            <a:xfrm>
              <a:off x="3753155" y="5255266"/>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0.2</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68" name="Rectangle 933">
              <a:extLst>
                <a:ext uri="{FF2B5EF4-FFF2-40B4-BE49-F238E27FC236}">
                  <a16:creationId xmlns:a16="http://schemas.microsoft.com/office/drawing/2014/main" id="{89BB9E21-1333-434D-9B93-B8DC4850A8BB}"/>
                </a:ext>
              </a:extLst>
            </p:cNvPr>
            <p:cNvSpPr>
              <a:spLocks noChangeArrowheads="1"/>
            </p:cNvSpPr>
            <p:nvPr/>
          </p:nvSpPr>
          <p:spPr bwMode="auto">
            <a:xfrm>
              <a:off x="3753155" y="4962246"/>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0.4</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9" name="Rectangle 934">
              <a:extLst>
                <a:ext uri="{FF2B5EF4-FFF2-40B4-BE49-F238E27FC236}">
                  <a16:creationId xmlns:a16="http://schemas.microsoft.com/office/drawing/2014/main" id="{7B9B2389-9F6D-4CA9-8707-1B21B986F0DE}"/>
                </a:ext>
              </a:extLst>
            </p:cNvPr>
            <p:cNvSpPr>
              <a:spLocks noChangeArrowheads="1"/>
            </p:cNvSpPr>
            <p:nvPr/>
          </p:nvSpPr>
          <p:spPr bwMode="auto">
            <a:xfrm>
              <a:off x="3753155" y="4670126"/>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0.6</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70" name="Rectangle 935">
              <a:extLst>
                <a:ext uri="{FF2B5EF4-FFF2-40B4-BE49-F238E27FC236}">
                  <a16:creationId xmlns:a16="http://schemas.microsoft.com/office/drawing/2014/main" id="{1AF8440A-DFC6-4690-8149-D62DD6021592}"/>
                </a:ext>
              </a:extLst>
            </p:cNvPr>
            <p:cNvSpPr>
              <a:spLocks noChangeArrowheads="1"/>
            </p:cNvSpPr>
            <p:nvPr/>
          </p:nvSpPr>
          <p:spPr bwMode="auto">
            <a:xfrm>
              <a:off x="3753155" y="437710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0.8</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71" name="Rectangle 936">
              <a:extLst>
                <a:ext uri="{FF2B5EF4-FFF2-40B4-BE49-F238E27FC236}">
                  <a16:creationId xmlns:a16="http://schemas.microsoft.com/office/drawing/2014/main" id="{49585CC8-5897-4792-B38E-F2CDB3B4B3BC}"/>
                </a:ext>
              </a:extLst>
            </p:cNvPr>
            <p:cNvSpPr>
              <a:spLocks noChangeArrowheads="1"/>
            </p:cNvSpPr>
            <p:nvPr/>
          </p:nvSpPr>
          <p:spPr bwMode="auto">
            <a:xfrm>
              <a:off x="3849331" y="4084084"/>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72" name="Rectangle 937">
              <a:extLst>
                <a:ext uri="{FF2B5EF4-FFF2-40B4-BE49-F238E27FC236}">
                  <a16:creationId xmlns:a16="http://schemas.microsoft.com/office/drawing/2014/main" id="{481DC148-0228-4045-A939-EAC12A3F69CD}"/>
                </a:ext>
              </a:extLst>
            </p:cNvPr>
            <p:cNvSpPr>
              <a:spLocks noChangeArrowheads="1"/>
            </p:cNvSpPr>
            <p:nvPr/>
          </p:nvSpPr>
          <p:spPr bwMode="auto">
            <a:xfrm>
              <a:off x="3753155" y="3791063"/>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1.2</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73" name="Freeform 938">
              <a:extLst>
                <a:ext uri="{FF2B5EF4-FFF2-40B4-BE49-F238E27FC236}">
                  <a16:creationId xmlns:a16="http://schemas.microsoft.com/office/drawing/2014/main" id="{1542C5EE-1EBC-4960-BCC7-8CA6B47814F7}"/>
                </a:ext>
              </a:extLst>
            </p:cNvPr>
            <p:cNvSpPr>
              <a:spLocks/>
            </p:cNvSpPr>
            <p:nvPr/>
          </p:nvSpPr>
          <p:spPr bwMode="auto">
            <a:xfrm>
              <a:off x="3957166" y="4148333"/>
              <a:ext cx="1824441" cy="1022418"/>
            </a:xfrm>
            <a:custGeom>
              <a:avLst/>
              <a:gdLst>
                <a:gd name="T0" fmla="*/ 0 w 1252"/>
                <a:gd name="T1" fmla="*/ 1134 h 1134"/>
                <a:gd name="T2" fmla="*/ 20 w 1252"/>
                <a:gd name="T3" fmla="*/ 1071 h 1134"/>
                <a:gd name="T4" fmla="*/ 40 w 1252"/>
                <a:gd name="T5" fmla="*/ 997 h 1134"/>
                <a:gd name="T6" fmla="*/ 60 w 1252"/>
                <a:gd name="T7" fmla="*/ 917 h 1134"/>
                <a:gd name="T8" fmla="*/ 86 w 1252"/>
                <a:gd name="T9" fmla="*/ 832 h 1134"/>
                <a:gd name="T10" fmla="*/ 106 w 1252"/>
                <a:gd name="T11" fmla="*/ 746 h 1134"/>
                <a:gd name="T12" fmla="*/ 126 w 1252"/>
                <a:gd name="T13" fmla="*/ 661 h 1134"/>
                <a:gd name="T14" fmla="*/ 146 w 1252"/>
                <a:gd name="T15" fmla="*/ 570 h 1134"/>
                <a:gd name="T16" fmla="*/ 166 w 1252"/>
                <a:gd name="T17" fmla="*/ 478 h 1134"/>
                <a:gd name="T18" fmla="*/ 186 w 1252"/>
                <a:gd name="T19" fmla="*/ 393 h 1134"/>
                <a:gd name="T20" fmla="*/ 206 w 1252"/>
                <a:gd name="T21" fmla="*/ 313 h 1134"/>
                <a:gd name="T22" fmla="*/ 233 w 1252"/>
                <a:gd name="T23" fmla="*/ 239 h 1134"/>
                <a:gd name="T24" fmla="*/ 253 w 1252"/>
                <a:gd name="T25" fmla="*/ 177 h 1134"/>
                <a:gd name="T26" fmla="*/ 273 w 1252"/>
                <a:gd name="T27" fmla="*/ 120 h 1134"/>
                <a:gd name="T28" fmla="*/ 293 w 1252"/>
                <a:gd name="T29" fmla="*/ 74 h 1134"/>
                <a:gd name="T30" fmla="*/ 313 w 1252"/>
                <a:gd name="T31" fmla="*/ 40 h 1134"/>
                <a:gd name="T32" fmla="*/ 333 w 1252"/>
                <a:gd name="T33" fmla="*/ 17 h 1134"/>
                <a:gd name="T34" fmla="*/ 353 w 1252"/>
                <a:gd name="T35" fmla="*/ 0 h 1134"/>
                <a:gd name="T36" fmla="*/ 373 w 1252"/>
                <a:gd name="T37" fmla="*/ 0 h 1134"/>
                <a:gd name="T38" fmla="*/ 399 w 1252"/>
                <a:gd name="T39" fmla="*/ 6 h 1134"/>
                <a:gd name="T40" fmla="*/ 419 w 1252"/>
                <a:gd name="T41" fmla="*/ 28 h 1134"/>
                <a:gd name="T42" fmla="*/ 439 w 1252"/>
                <a:gd name="T43" fmla="*/ 51 h 1134"/>
                <a:gd name="T44" fmla="*/ 459 w 1252"/>
                <a:gd name="T45" fmla="*/ 85 h 1134"/>
                <a:gd name="T46" fmla="*/ 479 w 1252"/>
                <a:gd name="T47" fmla="*/ 120 h 1134"/>
                <a:gd name="T48" fmla="*/ 499 w 1252"/>
                <a:gd name="T49" fmla="*/ 159 h 1134"/>
                <a:gd name="T50" fmla="*/ 519 w 1252"/>
                <a:gd name="T51" fmla="*/ 194 h 1134"/>
                <a:gd name="T52" fmla="*/ 546 w 1252"/>
                <a:gd name="T53" fmla="*/ 228 h 1134"/>
                <a:gd name="T54" fmla="*/ 566 w 1252"/>
                <a:gd name="T55" fmla="*/ 262 h 1134"/>
                <a:gd name="T56" fmla="*/ 586 w 1252"/>
                <a:gd name="T57" fmla="*/ 285 h 1134"/>
                <a:gd name="T58" fmla="*/ 606 w 1252"/>
                <a:gd name="T59" fmla="*/ 308 h 1134"/>
                <a:gd name="T60" fmla="*/ 626 w 1252"/>
                <a:gd name="T61" fmla="*/ 313 h 1134"/>
                <a:gd name="T62" fmla="*/ 646 w 1252"/>
                <a:gd name="T63" fmla="*/ 319 h 1134"/>
                <a:gd name="T64" fmla="*/ 666 w 1252"/>
                <a:gd name="T65" fmla="*/ 313 h 1134"/>
                <a:gd name="T66" fmla="*/ 686 w 1252"/>
                <a:gd name="T67" fmla="*/ 302 h 1134"/>
                <a:gd name="T68" fmla="*/ 712 w 1252"/>
                <a:gd name="T69" fmla="*/ 279 h 1134"/>
                <a:gd name="T70" fmla="*/ 732 w 1252"/>
                <a:gd name="T71" fmla="*/ 256 h 1134"/>
                <a:gd name="T72" fmla="*/ 752 w 1252"/>
                <a:gd name="T73" fmla="*/ 228 h 1134"/>
                <a:gd name="T74" fmla="*/ 772 w 1252"/>
                <a:gd name="T75" fmla="*/ 194 h 1134"/>
                <a:gd name="T76" fmla="*/ 792 w 1252"/>
                <a:gd name="T77" fmla="*/ 159 h 1134"/>
                <a:gd name="T78" fmla="*/ 812 w 1252"/>
                <a:gd name="T79" fmla="*/ 131 h 1134"/>
                <a:gd name="T80" fmla="*/ 832 w 1252"/>
                <a:gd name="T81" fmla="*/ 103 h 1134"/>
                <a:gd name="T82" fmla="*/ 859 w 1252"/>
                <a:gd name="T83" fmla="*/ 74 h 1134"/>
                <a:gd name="T84" fmla="*/ 879 w 1252"/>
                <a:gd name="T85" fmla="*/ 63 h 1134"/>
                <a:gd name="T86" fmla="*/ 899 w 1252"/>
                <a:gd name="T87" fmla="*/ 51 h 1134"/>
                <a:gd name="T88" fmla="*/ 919 w 1252"/>
                <a:gd name="T89" fmla="*/ 51 h 1134"/>
                <a:gd name="T90" fmla="*/ 939 w 1252"/>
                <a:gd name="T91" fmla="*/ 68 h 1134"/>
                <a:gd name="T92" fmla="*/ 959 w 1252"/>
                <a:gd name="T93" fmla="*/ 91 h 1134"/>
                <a:gd name="T94" fmla="*/ 979 w 1252"/>
                <a:gd name="T95" fmla="*/ 120 h 1134"/>
                <a:gd name="T96" fmla="*/ 999 w 1252"/>
                <a:gd name="T97" fmla="*/ 171 h 1134"/>
                <a:gd name="T98" fmla="*/ 1025 w 1252"/>
                <a:gd name="T99" fmla="*/ 222 h 1134"/>
                <a:gd name="T100" fmla="*/ 1045 w 1252"/>
                <a:gd name="T101" fmla="*/ 285 h 1134"/>
                <a:gd name="T102" fmla="*/ 1065 w 1252"/>
                <a:gd name="T103" fmla="*/ 353 h 1134"/>
                <a:gd name="T104" fmla="*/ 1085 w 1252"/>
                <a:gd name="T105" fmla="*/ 427 h 1134"/>
                <a:gd name="T106" fmla="*/ 1105 w 1252"/>
                <a:gd name="T107" fmla="*/ 513 h 1134"/>
                <a:gd name="T108" fmla="*/ 1125 w 1252"/>
                <a:gd name="T109" fmla="*/ 592 h 1134"/>
                <a:gd name="T110" fmla="*/ 1145 w 1252"/>
                <a:gd name="T111" fmla="*/ 678 h 1134"/>
                <a:gd name="T112" fmla="*/ 1172 w 1252"/>
                <a:gd name="T113" fmla="*/ 763 h 1134"/>
                <a:gd name="T114" fmla="*/ 1192 w 1252"/>
                <a:gd name="T115" fmla="*/ 849 h 1134"/>
                <a:gd name="T116" fmla="*/ 1212 w 1252"/>
                <a:gd name="T117" fmla="*/ 923 h 1134"/>
                <a:gd name="T118" fmla="*/ 1232 w 1252"/>
                <a:gd name="T119" fmla="*/ 1003 h 1134"/>
                <a:gd name="T120" fmla="*/ 1252 w 1252"/>
                <a:gd name="T121" fmla="*/ 1071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2" h="1134">
                  <a:moveTo>
                    <a:pt x="0" y="1134"/>
                  </a:moveTo>
                  <a:lnTo>
                    <a:pt x="20" y="1071"/>
                  </a:lnTo>
                  <a:lnTo>
                    <a:pt x="40" y="997"/>
                  </a:lnTo>
                  <a:lnTo>
                    <a:pt x="60" y="917"/>
                  </a:lnTo>
                  <a:lnTo>
                    <a:pt x="86" y="832"/>
                  </a:lnTo>
                  <a:lnTo>
                    <a:pt x="106" y="746"/>
                  </a:lnTo>
                  <a:lnTo>
                    <a:pt x="126" y="661"/>
                  </a:lnTo>
                  <a:lnTo>
                    <a:pt x="146" y="570"/>
                  </a:lnTo>
                  <a:lnTo>
                    <a:pt x="166" y="478"/>
                  </a:lnTo>
                  <a:lnTo>
                    <a:pt x="186" y="393"/>
                  </a:lnTo>
                  <a:lnTo>
                    <a:pt x="206" y="313"/>
                  </a:lnTo>
                  <a:lnTo>
                    <a:pt x="233" y="239"/>
                  </a:lnTo>
                  <a:lnTo>
                    <a:pt x="253" y="177"/>
                  </a:lnTo>
                  <a:lnTo>
                    <a:pt x="273" y="120"/>
                  </a:lnTo>
                  <a:lnTo>
                    <a:pt x="293" y="74"/>
                  </a:lnTo>
                  <a:lnTo>
                    <a:pt x="313" y="40"/>
                  </a:lnTo>
                  <a:lnTo>
                    <a:pt x="333" y="17"/>
                  </a:lnTo>
                  <a:lnTo>
                    <a:pt x="353" y="0"/>
                  </a:lnTo>
                  <a:lnTo>
                    <a:pt x="373" y="0"/>
                  </a:lnTo>
                  <a:lnTo>
                    <a:pt x="399" y="6"/>
                  </a:lnTo>
                  <a:lnTo>
                    <a:pt x="419" y="28"/>
                  </a:lnTo>
                  <a:lnTo>
                    <a:pt x="439" y="51"/>
                  </a:lnTo>
                  <a:lnTo>
                    <a:pt x="459" y="85"/>
                  </a:lnTo>
                  <a:lnTo>
                    <a:pt x="479" y="120"/>
                  </a:lnTo>
                  <a:lnTo>
                    <a:pt x="499" y="159"/>
                  </a:lnTo>
                  <a:lnTo>
                    <a:pt x="519" y="194"/>
                  </a:lnTo>
                  <a:lnTo>
                    <a:pt x="546" y="228"/>
                  </a:lnTo>
                  <a:lnTo>
                    <a:pt x="566" y="262"/>
                  </a:lnTo>
                  <a:lnTo>
                    <a:pt x="586" y="285"/>
                  </a:lnTo>
                  <a:lnTo>
                    <a:pt x="606" y="308"/>
                  </a:lnTo>
                  <a:lnTo>
                    <a:pt x="626" y="313"/>
                  </a:lnTo>
                  <a:lnTo>
                    <a:pt x="646" y="319"/>
                  </a:lnTo>
                  <a:lnTo>
                    <a:pt x="666" y="313"/>
                  </a:lnTo>
                  <a:lnTo>
                    <a:pt x="686" y="302"/>
                  </a:lnTo>
                  <a:lnTo>
                    <a:pt x="712" y="279"/>
                  </a:lnTo>
                  <a:lnTo>
                    <a:pt x="732" y="256"/>
                  </a:lnTo>
                  <a:lnTo>
                    <a:pt x="752" y="228"/>
                  </a:lnTo>
                  <a:lnTo>
                    <a:pt x="772" y="194"/>
                  </a:lnTo>
                  <a:lnTo>
                    <a:pt x="792" y="159"/>
                  </a:lnTo>
                  <a:lnTo>
                    <a:pt x="812" y="131"/>
                  </a:lnTo>
                  <a:lnTo>
                    <a:pt x="832" y="103"/>
                  </a:lnTo>
                  <a:lnTo>
                    <a:pt x="859" y="74"/>
                  </a:lnTo>
                  <a:lnTo>
                    <a:pt x="879" y="63"/>
                  </a:lnTo>
                  <a:lnTo>
                    <a:pt x="899" y="51"/>
                  </a:lnTo>
                  <a:lnTo>
                    <a:pt x="919" y="51"/>
                  </a:lnTo>
                  <a:lnTo>
                    <a:pt x="939" y="68"/>
                  </a:lnTo>
                  <a:lnTo>
                    <a:pt x="959" y="91"/>
                  </a:lnTo>
                  <a:lnTo>
                    <a:pt x="979" y="120"/>
                  </a:lnTo>
                  <a:lnTo>
                    <a:pt x="999" y="171"/>
                  </a:lnTo>
                  <a:lnTo>
                    <a:pt x="1025" y="222"/>
                  </a:lnTo>
                  <a:lnTo>
                    <a:pt x="1045" y="285"/>
                  </a:lnTo>
                  <a:lnTo>
                    <a:pt x="1065" y="353"/>
                  </a:lnTo>
                  <a:lnTo>
                    <a:pt x="1085" y="427"/>
                  </a:lnTo>
                  <a:lnTo>
                    <a:pt x="1105" y="513"/>
                  </a:lnTo>
                  <a:lnTo>
                    <a:pt x="1125" y="592"/>
                  </a:lnTo>
                  <a:lnTo>
                    <a:pt x="1145" y="678"/>
                  </a:lnTo>
                  <a:lnTo>
                    <a:pt x="1172" y="763"/>
                  </a:lnTo>
                  <a:lnTo>
                    <a:pt x="1192" y="849"/>
                  </a:lnTo>
                  <a:lnTo>
                    <a:pt x="1212" y="923"/>
                  </a:lnTo>
                  <a:lnTo>
                    <a:pt x="1232" y="1003"/>
                  </a:lnTo>
                  <a:lnTo>
                    <a:pt x="1252" y="1071"/>
                  </a:lnTo>
                </a:path>
              </a:pathLst>
            </a:custGeom>
            <a:noFill/>
            <a:ln w="11113">
              <a:solidFill>
                <a:srgbClr val="CC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4" name="Freeform 939">
              <a:extLst>
                <a:ext uri="{FF2B5EF4-FFF2-40B4-BE49-F238E27FC236}">
                  <a16:creationId xmlns:a16="http://schemas.microsoft.com/office/drawing/2014/main" id="{6B2AF466-4414-4EA6-8F99-6C08C9749A64}"/>
                </a:ext>
              </a:extLst>
            </p:cNvPr>
            <p:cNvSpPr>
              <a:spLocks/>
            </p:cNvSpPr>
            <p:nvPr/>
          </p:nvSpPr>
          <p:spPr bwMode="auto">
            <a:xfrm>
              <a:off x="3957166" y="4148333"/>
              <a:ext cx="1824441" cy="1463302"/>
            </a:xfrm>
            <a:custGeom>
              <a:avLst/>
              <a:gdLst>
                <a:gd name="T0" fmla="*/ 13 w 1252"/>
                <a:gd name="T1" fmla="*/ 1623 h 1623"/>
                <a:gd name="T2" fmla="*/ 33 w 1252"/>
                <a:gd name="T3" fmla="*/ 1623 h 1623"/>
                <a:gd name="T4" fmla="*/ 53 w 1252"/>
                <a:gd name="T5" fmla="*/ 1623 h 1623"/>
                <a:gd name="T6" fmla="*/ 80 w 1252"/>
                <a:gd name="T7" fmla="*/ 1623 h 1623"/>
                <a:gd name="T8" fmla="*/ 100 w 1252"/>
                <a:gd name="T9" fmla="*/ 1623 h 1623"/>
                <a:gd name="T10" fmla="*/ 120 w 1252"/>
                <a:gd name="T11" fmla="*/ 1623 h 1623"/>
                <a:gd name="T12" fmla="*/ 140 w 1252"/>
                <a:gd name="T13" fmla="*/ 1623 h 1623"/>
                <a:gd name="T14" fmla="*/ 160 w 1252"/>
                <a:gd name="T15" fmla="*/ 1623 h 1623"/>
                <a:gd name="T16" fmla="*/ 180 w 1252"/>
                <a:gd name="T17" fmla="*/ 1623 h 1623"/>
                <a:gd name="T18" fmla="*/ 200 w 1252"/>
                <a:gd name="T19" fmla="*/ 1623 h 1623"/>
                <a:gd name="T20" fmla="*/ 220 w 1252"/>
                <a:gd name="T21" fmla="*/ 1618 h 1623"/>
                <a:gd name="T22" fmla="*/ 246 w 1252"/>
                <a:gd name="T23" fmla="*/ 1606 h 1623"/>
                <a:gd name="T24" fmla="*/ 266 w 1252"/>
                <a:gd name="T25" fmla="*/ 1589 h 1623"/>
                <a:gd name="T26" fmla="*/ 286 w 1252"/>
                <a:gd name="T27" fmla="*/ 1561 h 1623"/>
                <a:gd name="T28" fmla="*/ 306 w 1252"/>
                <a:gd name="T29" fmla="*/ 1504 h 1623"/>
                <a:gd name="T30" fmla="*/ 326 w 1252"/>
                <a:gd name="T31" fmla="*/ 1418 h 1623"/>
                <a:gd name="T32" fmla="*/ 346 w 1252"/>
                <a:gd name="T33" fmla="*/ 1299 h 1623"/>
                <a:gd name="T34" fmla="*/ 366 w 1252"/>
                <a:gd name="T35" fmla="*/ 1134 h 1623"/>
                <a:gd name="T36" fmla="*/ 393 w 1252"/>
                <a:gd name="T37" fmla="*/ 928 h 1623"/>
                <a:gd name="T38" fmla="*/ 413 w 1252"/>
                <a:gd name="T39" fmla="*/ 706 h 1623"/>
                <a:gd name="T40" fmla="*/ 433 w 1252"/>
                <a:gd name="T41" fmla="*/ 478 h 1623"/>
                <a:gd name="T42" fmla="*/ 453 w 1252"/>
                <a:gd name="T43" fmla="*/ 279 h 1623"/>
                <a:gd name="T44" fmla="*/ 473 w 1252"/>
                <a:gd name="T45" fmla="*/ 120 h 1623"/>
                <a:gd name="T46" fmla="*/ 493 w 1252"/>
                <a:gd name="T47" fmla="*/ 28 h 1623"/>
                <a:gd name="T48" fmla="*/ 513 w 1252"/>
                <a:gd name="T49" fmla="*/ 0 h 1623"/>
                <a:gd name="T50" fmla="*/ 533 w 1252"/>
                <a:gd name="T51" fmla="*/ 34 h 1623"/>
                <a:gd name="T52" fmla="*/ 559 w 1252"/>
                <a:gd name="T53" fmla="*/ 108 h 1623"/>
                <a:gd name="T54" fmla="*/ 579 w 1252"/>
                <a:gd name="T55" fmla="*/ 199 h 1623"/>
                <a:gd name="T56" fmla="*/ 599 w 1252"/>
                <a:gd name="T57" fmla="*/ 285 h 1623"/>
                <a:gd name="T58" fmla="*/ 619 w 1252"/>
                <a:gd name="T59" fmla="*/ 347 h 1623"/>
                <a:gd name="T60" fmla="*/ 639 w 1252"/>
                <a:gd name="T61" fmla="*/ 365 h 1623"/>
                <a:gd name="T62" fmla="*/ 659 w 1252"/>
                <a:gd name="T63" fmla="*/ 336 h 1623"/>
                <a:gd name="T64" fmla="*/ 679 w 1252"/>
                <a:gd name="T65" fmla="*/ 279 h 1623"/>
                <a:gd name="T66" fmla="*/ 706 w 1252"/>
                <a:gd name="T67" fmla="*/ 199 h 1623"/>
                <a:gd name="T68" fmla="*/ 726 w 1252"/>
                <a:gd name="T69" fmla="*/ 131 h 1623"/>
                <a:gd name="T70" fmla="*/ 746 w 1252"/>
                <a:gd name="T71" fmla="*/ 97 h 1623"/>
                <a:gd name="T72" fmla="*/ 766 w 1252"/>
                <a:gd name="T73" fmla="*/ 108 h 1623"/>
                <a:gd name="T74" fmla="*/ 786 w 1252"/>
                <a:gd name="T75" fmla="*/ 188 h 1623"/>
                <a:gd name="T76" fmla="*/ 806 w 1252"/>
                <a:gd name="T77" fmla="*/ 319 h 1623"/>
                <a:gd name="T78" fmla="*/ 826 w 1252"/>
                <a:gd name="T79" fmla="*/ 501 h 1623"/>
                <a:gd name="T80" fmla="*/ 846 w 1252"/>
                <a:gd name="T81" fmla="*/ 712 h 1623"/>
                <a:gd name="T82" fmla="*/ 872 w 1252"/>
                <a:gd name="T83" fmla="*/ 923 h 1623"/>
                <a:gd name="T84" fmla="*/ 892 w 1252"/>
                <a:gd name="T85" fmla="*/ 1122 h 1623"/>
                <a:gd name="T86" fmla="*/ 912 w 1252"/>
                <a:gd name="T87" fmla="*/ 1282 h 1623"/>
                <a:gd name="T88" fmla="*/ 932 w 1252"/>
                <a:gd name="T89" fmla="*/ 1407 h 1623"/>
                <a:gd name="T90" fmla="*/ 952 w 1252"/>
                <a:gd name="T91" fmla="*/ 1498 h 1623"/>
                <a:gd name="T92" fmla="*/ 972 w 1252"/>
                <a:gd name="T93" fmla="*/ 1555 h 1623"/>
                <a:gd name="T94" fmla="*/ 992 w 1252"/>
                <a:gd name="T95" fmla="*/ 1589 h 1623"/>
                <a:gd name="T96" fmla="*/ 1019 w 1252"/>
                <a:gd name="T97" fmla="*/ 1606 h 1623"/>
                <a:gd name="T98" fmla="*/ 1039 w 1252"/>
                <a:gd name="T99" fmla="*/ 1618 h 1623"/>
                <a:gd name="T100" fmla="*/ 1059 w 1252"/>
                <a:gd name="T101" fmla="*/ 1618 h 1623"/>
                <a:gd name="T102" fmla="*/ 1079 w 1252"/>
                <a:gd name="T103" fmla="*/ 1623 h 1623"/>
                <a:gd name="T104" fmla="*/ 1099 w 1252"/>
                <a:gd name="T105" fmla="*/ 1623 h 1623"/>
                <a:gd name="T106" fmla="*/ 1119 w 1252"/>
                <a:gd name="T107" fmla="*/ 1623 h 1623"/>
                <a:gd name="T108" fmla="*/ 1139 w 1252"/>
                <a:gd name="T109" fmla="*/ 1623 h 1623"/>
                <a:gd name="T110" fmla="*/ 1159 w 1252"/>
                <a:gd name="T111" fmla="*/ 1623 h 1623"/>
                <a:gd name="T112" fmla="*/ 1185 w 1252"/>
                <a:gd name="T113" fmla="*/ 1623 h 1623"/>
                <a:gd name="T114" fmla="*/ 1205 w 1252"/>
                <a:gd name="T115" fmla="*/ 1623 h 1623"/>
                <a:gd name="T116" fmla="*/ 1225 w 1252"/>
                <a:gd name="T117" fmla="*/ 1623 h 1623"/>
                <a:gd name="T118" fmla="*/ 1245 w 1252"/>
                <a:gd name="T119" fmla="*/ 1623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52" h="1623">
                  <a:moveTo>
                    <a:pt x="0" y="1623"/>
                  </a:moveTo>
                  <a:lnTo>
                    <a:pt x="6" y="1623"/>
                  </a:lnTo>
                  <a:lnTo>
                    <a:pt x="13" y="1623"/>
                  </a:lnTo>
                  <a:lnTo>
                    <a:pt x="20" y="1623"/>
                  </a:lnTo>
                  <a:lnTo>
                    <a:pt x="26" y="1623"/>
                  </a:lnTo>
                  <a:lnTo>
                    <a:pt x="33" y="1623"/>
                  </a:lnTo>
                  <a:lnTo>
                    <a:pt x="40" y="1623"/>
                  </a:lnTo>
                  <a:lnTo>
                    <a:pt x="46" y="1623"/>
                  </a:lnTo>
                  <a:lnTo>
                    <a:pt x="53" y="1623"/>
                  </a:lnTo>
                  <a:lnTo>
                    <a:pt x="60" y="1623"/>
                  </a:lnTo>
                  <a:lnTo>
                    <a:pt x="73" y="1623"/>
                  </a:lnTo>
                  <a:lnTo>
                    <a:pt x="80" y="1623"/>
                  </a:lnTo>
                  <a:lnTo>
                    <a:pt x="86" y="1623"/>
                  </a:lnTo>
                  <a:lnTo>
                    <a:pt x="93" y="1623"/>
                  </a:lnTo>
                  <a:lnTo>
                    <a:pt x="100" y="1623"/>
                  </a:lnTo>
                  <a:lnTo>
                    <a:pt x="106" y="1623"/>
                  </a:lnTo>
                  <a:lnTo>
                    <a:pt x="113" y="1623"/>
                  </a:lnTo>
                  <a:lnTo>
                    <a:pt x="120" y="1623"/>
                  </a:lnTo>
                  <a:lnTo>
                    <a:pt x="126" y="1623"/>
                  </a:lnTo>
                  <a:lnTo>
                    <a:pt x="133" y="1623"/>
                  </a:lnTo>
                  <a:lnTo>
                    <a:pt x="140" y="1623"/>
                  </a:lnTo>
                  <a:lnTo>
                    <a:pt x="146" y="1623"/>
                  </a:lnTo>
                  <a:lnTo>
                    <a:pt x="153" y="1623"/>
                  </a:lnTo>
                  <a:lnTo>
                    <a:pt x="160" y="1623"/>
                  </a:lnTo>
                  <a:lnTo>
                    <a:pt x="166" y="1623"/>
                  </a:lnTo>
                  <a:lnTo>
                    <a:pt x="173" y="1623"/>
                  </a:lnTo>
                  <a:lnTo>
                    <a:pt x="180" y="1623"/>
                  </a:lnTo>
                  <a:lnTo>
                    <a:pt x="186" y="1623"/>
                  </a:lnTo>
                  <a:lnTo>
                    <a:pt x="193" y="1623"/>
                  </a:lnTo>
                  <a:lnTo>
                    <a:pt x="200" y="1623"/>
                  </a:lnTo>
                  <a:lnTo>
                    <a:pt x="206" y="1618"/>
                  </a:lnTo>
                  <a:lnTo>
                    <a:pt x="213" y="1618"/>
                  </a:lnTo>
                  <a:lnTo>
                    <a:pt x="220" y="1618"/>
                  </a:lnTo>
                  <a:lnTo>
                    <a:pt x="233" y="1618"/>
                  </a:lnTo>
                  <a:lnTo>
                    <a:pt x="240" y="1612"/>
                  </a:lnTo>
                  <a:lnTo>
                    <a:pt x="246" y="1606"/>
                  </a:lnTo>
                  <a:lnTo>
                    <a:pt x="253" y="1606"/>
                  </a:lnTo>
                  <a:lnTo>
                    <a:pt x="260" y="1601"/>
                  </a:lnTo>
                  <a:lnTo>
                    <a:pt x="266" y="1589"/>
                  </a:lnTo>
                  <a:lnTo>
                    <a:pt x="273" y="1584"/>
                  </a:lnTo>
                  <a:lnTo>
                    <a:pt x="279" y="1572"/>
                  </a:lnTo>
                  <a:lnTo>
                    <a:pt x="286" y="1561"/>
                  </a:lnTo>
                  <a:lnTo>
                    <a:pt x="293" y="1544"/>
                  </a:lnTo>
                  <a:lnTo>
                    <a:pt x="299" y="1527"/>
                  </a:lnTo>
                  <a:lnTo>
                    <a:pt x="306" y="1504"/>
                  </a:lnTo>
                  <a:lnTo>
                    <a:pt x="313" y="1481"/>
                  </a:lnTo>
                  <a:lnTo>
                    <a:pt x="319" y="1453"/>
                  </a:lnTo>
                  <a:lnTo>
                    <a:pt x="326" y="1418"/>
                  </a:lnTo>
                  <a:lnTo>
                    <a:pt x="333" y="1384"/>
                  </a:lnTo>
                  <a:lnTo>
                    <a:pt x="339" y="1344"/>
                  </a:lnTo>
                  <a:lnTo>
                    <a:pt x="346" y="1299"/>
                  </a:lnTo>
                  <a:lnTo>
                    <a:pt x="353" y="1247"/>
                  </a:lnTo>
                  <a:lnTo>
                    <a:pt x="359" y="1191"/>
                  </a:lnTo>
                  <a:lnTo>
                    <a:pt x="366" y="1134"/>
                  </a:lnTo>
                  <a:lnTo>
                    <a:pt x="373" y="1065"/>
                  </a:lnTo>
                  <a:lnTo>
                    <a:pt x="386" y="1003"/>
                  </a:lnTo>
                  <a:lnTo>
                    <a:pt x="393" y="928"/>
                  </a:lnTo>
                  <a:lnTo>
                    <a:pt x="399" y="854"/>
                  </a:lnTo>
                  <a:lnTo>
                    <a:pt x="406" y="780"/>
                  </a:lnTo>
                  <a:lnTo>
                    <a:pt x="413" y="706"/>
                  </a:lnTo>
                  <a:lnTo>
                    <a:pt x="419" y="627"/>
                  </a:lnTo>
                  <a:lnTo>
                    <a:pt x="426" y="553"/>
                  </a:lnTo>
                  <a:lnTo>
                    <a:pt x="433" y="478"/>
                  </a:lnTo>
                  <a:lnTo>
                    <a:pt x="439" y="410"/>
                  </a:lnTo>
                  <a:lnTo>
                    <a:pt x="446" y="342"/>
                  </a:lnTo>
                  <a:lnTo>
                    <a:pt x="453" y="279"/>
                  </a:lnTo>
                  <a:lnTo>
                    <a:pt x="459" y="222"/>
                  </a:lnTo>
                  <a:lnTo>
                    <a:pt x="466" y="165"/>
                  </a:lnTo>
                  <a:lnTo>
                    <a:pt x="473" y="120"/>
                  </a:lnTo>
                  <a:lnTo>
                    <a:pt x="479" y="85"/>
                  </a:lnTo>
                  <a:lnTo>
                    <a:pt x="486" y="51"/>
                  </a:lnTo>
                  <a:lnTo>
                    <a:pt x="493" y="28"/>
                  </a:lnTo>
                  <a:lnTo>
                    <a:pt x="499" y="11"/>
                  </a:lnTo>
                  <a:lnTo>
                    <a:pt x="506" y="0"/>
                  </a:lnTo>
                  <a:lnTo>
                    <a:pt x="513" y="0"/>
                  </a:lnTo>
                  <a:lnTo>
                    <a:pt x="519" y="6"/>
                  </a:lnTo>
                  <a:lnTo>
                    <a:pt x="526" y="17"/>
                  </a:lnTo>
                  <a:lnTo>
                    <a:pt x="533" y="34"/>
                  </a:lnTo>
                  <a:lnTo>
                    <a:pt x="546" y="51"/>
                  </a:lnTo>
                  <a:lnTo>
                    <a:pt x="553" y="80"/>
                  </a:lnTo>
                  <a:lnTo>
                    <a:pt x="559" y="108"/>
                  </a:lnTo>
                  <a:lnTo>
                    <a:pt x="566" y="137"/>
                  </a:lnTo>
                  <a:lnTo>
                    <a:pt x="573" y="171"/>
                  </a:lnTo>
                  <a:lnTo>
                    <a:pt x="579" y="199"/>
                  </a:lnTo>
                  <a:lnTo>
                    <a:pt x="586" y="228"/>
                  </a:lnTo>
                  <a:lnTo>
                    <a:pt x="593" y="262"/>
                  </a:lnTo>
                  <a:lnTo>
                    <a:pt x="599" y="285"/>
                  </a:lnTo>
                  <a:lnTo>
                    <a:pt x="606" y="308"/>
                  </a:lnTo>
                  <a:lnTo>
                    <a:pt x="613" y="330"/>
                  </a:lnTo>
                  <a:lnTo>
                    <a:pt x="619" y="347"/>
                  </a:lnTo>
                  <a:lnTo>
                    <a:pt x="626" y="359"/>
                  </a:lnTo>
                  <a:lnTo>
                    <a:pt x="632" y="365"/>
                  </a:lnTo>
                  <a:lnTo>
                    <a:pt x="639" y="365"/>
                  </a:lnTo>
                  <a:lnTo>
                    <a:pt x="646" y="359"/>
                  </a:lnTo>
                  <a:lnTo>
                    <a:pt x="652" y="353"/>
                  </a:lnTo>
                  <a:lnTo>
                    <a:pt x="659" y="336"/>
                  </a:lnTo>
                  <a:lnTo>
                    <a:pt x="666" y="319"/>
                  </a:lnTo>
                  <a:lnTo>
                    <a:pt x="672" y="302"/>
                  </a:lnTo>
                  <a:lnTo>
                    <a:pt x="679" y="279"/>
                  </a:lnTo>
                  <a:lnTo>
                    <a:pt x="686" y="251"/>
                  </a:lnTo>
                  <a:lnTo>
                    <a:pt x="699" y="228"/>
                  </a:lnTo>
                  <a:lnTo>
                    <a:pt x="706" y="199"/>
                  </a:lnTo>
                  <a:lnTo>
                    <a:pt x="712" y="177"/>
                  </a:lnTo>
                  <a:lnTo>
                    <a:pt x="719" y="154"/>
                  </a:lnTo>
                  <a:lnTo>
                    <a:pt x="726" y="131"/>
                  </a:lnTo>
                  <a:lnTo>
                    <a:pt x="732" y="114"/>
                  </a:lnTo>
                  <a:lnTo>
                    <a:pt x="739" y="103"/>
                  </a:lnTo>
                  <a:lnTo>
                    <a:pt x="746" y="97"/>
                  </a:lnTo>
                  <a:lnTo>
                    <a:pt x="752" y="97"/>
                  </a:lnTo>
                  <a:lnTo>
                    <a:pt x="759" y="97"/>
                  </a:lnTo>
                  <a:lnTo>
                    <a:pt x="766" y="108"/>
                  </a:lnTo>
                  <a:lnTo>
                    <a:pt x="772" y="131"/>
                  </a:lnTo>
                  <a:lnTo>
                    <a:pt x="779" y="154"/>
                  </a:lnTo>
                  <a:lnTo>
                    <a:pt x="786" y="188"/>
                  </a:lnTo>
                  <a:lnTo>
                    <a:pt x="792" y="222"/>
                  </a:lnTo>
                  <a:lnTo>
                    <a:pt x="799" y="268"/>
                  </a:lnTo>
                  <a:lnTo>
                    <a:pt x="806" y="319"/>
                  </a:lnTo>
                  <a:lnTo>
                    <a:pt x="812" y="376"/>
                  </a:lnTo>
                  <a:lnTo>
                    <a:pt x="819" y="439"/>
                  </a:lnTo>
                  <a:lnTo>
                    <a:pt x="826" y="501"/>
                  </a:lnTo>
                  <a:lnTo>
                    <a:pt x="832" y="570"/>
                  </a:lnTo>
                  <a:lnTo>
                    <a:pt x="839" y="644"/>
                  </a:lnTo>
                  <a:lnTo>
                    <a:pt x="846" y="712"/>
                  </a:lnTo>
                  <a:lnTo>
                    <a:pt x="859" y="786"/>
                  </a:lnTo>
                  <a:lnTo>
                    <a:pt x="866" y="854"/>
                  </a:lnTo>
                  <a:lnTo>
                    <a:pt x="872" y="923"/>
                  </a:lnTo>
                  <a:lnTo>
                    <a:pt x="879" y="991"/>
                  </a:lnTo>
                  <a:lnTo>
                    <a:pt x="886" y="1060"/>
                  </a:lnTo>
                  <a:lnTo>
                    <a:pt x="892" y="1122"/>
                  </a:lnTo>
                  <a:lnTo>
                    <a:pt x="899" y="1179"/>
                  </a:lnTo>
                  <a:lnTo>
                    <a:pt x="906" y="1236"/>
                  </a:lnTo>
                  <a:lnTo>
                    <a:pt x="912" y="1282"/>
                  </a:lnTo>
                  <a:lnTo>
                    <a:pt x="919" y="1327"/>
                  </a:lnTo>
                  <a:lnTo>
                    <a:pt x="926" y="1373"/>
                  </a:lnTo>
                  <a:lnTo>
                    <a:pt x="932" y="1407"/>
                  </a:lnTo>
                  <a:lnTo>
                    <a:pt x="939" y="1441"/>
                  </a:lnTo>
                  <a:lnTo>
                    <a:pt x="946" y="1470"/>
                  </a:lnTo>
                  <a:lnTo>
                    <a:pt x="952" y="1498"/>
                  </a:lnTo>
                  <a:lnTo>
                    <a:pt x="959" y="1521"/>
                  </a:lnTo>
                  <a:lnTo>
                    <a:pt x="966" y="1538"/>
                  </a:lnTo>
                  <a:lnTo>
                    <a:pt x="972" y="1555"/>
                  </a:lnTo>
                  <a:lnTo>
                    <a:pt x="979" y="1566"/>
                  </a:lnTo>
                  <a:lnTo>
                    <a:pt x="986" y="1578"/>
                  </a:lnTo>
                  <a:lnTo>
                    <a:pt x="992" y="1589"/>
                  </a:lnTo>
                  <a:lnTo>
                    <a:pt x="999" y="1595"/>
                  </a:lnTo>
                  <a:lnTo>
                    <a:pt x="1012" y="1601"/>
                  </a:lnTo>
                  <a:lnTo>
                    <a:pt x="1019" y="1606"/>
                  </a:lnTo>
                  <a:lnTo>
                    <a:pt x="1025" y="1612"/>
                  </a:lnTo>
                  <a:lnTo>
                    <a:pt x="1032" y="1612"/>
                  </a:lnTo>
                  <a:lnTo>
                    <a:pt x="1039" y="1618"/>
                  </a:lnTo>
                  <a:lnTo>
                    <a:pt x="1045" y="1618"/>
                  </a:lnTo>
                  <a:lnTo>
                    <a:pt x="1052" y="1618"/>
                  </a:lnTo>
                  <a:lnTo>
                    <a:pt x="1059" y="1618"/>
                  </a:lnTo>
                  <a:lnTo>
                    <a:pt x="1065" y="1623"/>
                  </a:lnTo>
                  <a:lnTo>
                    <a:pt x="1072" y="1623"/>
                  </a:lnTo>
                  <a:lnTo>
                    <a:pt x="1079" y="1623"/>
                  </a:lnTo>
                  <a:lnTo>
                    <a:pt x="1085" y="1623"/>
                  </a:lnTo>
                  <a:lnTo>
                    <a:pt x="1092" y="1623"/>
                  </a:lnTo>
                  <a:lnTo>
                    <a:pt x="1099" y="1623"/>
                  </a:lnTo>
                  <a:lnTo>
                    <a:pt x="1105" y="1623"/>
                  </a:lnTo>
                  <a:lnTo>
                    <a:pt x="1112" y="1623"/>
                  </a:lnTo>
                  <a:lnTo>
                    <a:pt x="1119" y="1623"/>
                  </a:lnTo>
                  <a:lnTo>
                    <a:pt x="1125" y="1623"/>
                  </a:lnTo>
                  <a:lnTo>
                    <a:pt x="1132" y="1623"/>
                  </a:lnTo>
                  <a:lnTo>
                    <a:pt x="1139" y="1623"/>
                  </a:lnTo>
                  <a:lnTo>
                    <a:pt x="1145" y="1623"/>
                  </a:lnTo>
                  <a:lnTo>
                    <a:pt x="1152" y="1623"/>
                  </a:lnTo>
                  <a:lnTo>
                    <a:pt x="1159" y="1623"/>
                  </a:lnTo>
                  <a:lnTo>
                    <a:pt x="1172" y="1623"/>
                  </a:lnTo>
                  <a:lnTo>
                    <a:pt x="1179" y="1623"/>
                  </a:lnTo>
                  <a:lnTo>
                    <a:pt x="1185" y="1623"/>
                  </a:lnTo>
                  <a:lnTo>
                    <a:pt x="1192" y="1623"/>
                  </a:lnTo>
                  <a:lnTo>
                    <a:pt x="1199" y="1623"/>
                  </a:lnTo>
                  <a:lnTo>
                    <a:pt x="1205" y="1623"/>
                  </a:lnTo>
                  <a:lnTo>
                    <a:pt x="1212" y="1623"/>
                  </a:lnTo>
                  <a:lnTo>
                    <a:pt x="1219" y="1623"/>
                  </a:lnTo>
                  <a:lnTo>
                    <a:pt x="1225" y="1623"/>
                  </a:lnTo>
                  <a:lnTo>
                    <a:pt x="1232" y="1623"/>
                  </a:lnTo>
                  <a:lnTo>
                    <a:pt x="1239" y="1623"/>
                  </a:lnTo>
                  <a:lnTo>
                    <a:pt x="1245" y="1623"/>
                  </a:lnTo>
                  <a:lnTo>
                    <a:pt x="1252" y="1623"/>
                  </a:lnTo>
                </a:path>
              </a:pathLst>
            </a:custGeom>
            <a:noFill/>
            <a:ln w="11113">
              <a:solidFill>
                <a:srgbClr val="FFC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5" name="Freeform 940">
              <a:extLst>
                <a:ext uri="{FF2B5EF4-FFF2-40B4-BE49-F238E27FC236}">
                  <a16:creationId xmlns:a16="http://schemas.microsoft.com/office/drawing/2014/main" id="{DFA0645C-4A98-4577-8316-C6CA7929BFC3}"/>
                </a:ext>
              </a:extLst>
            </p:cNvPr>
            <p:cNvSpPr>
              <a:spLocks/>
            </p:cNvSpPr>
            <p:nvPr/>
          </p:nvSpPr>
          <p:spPr bwMode="auto">
            <a:xfrm>
              <a:off x="3957166" y="4148333"/>
              <a:ext cx="1824441" cy="1463302"/>
            </a:xfrm>
            <a:custGeom>
              <a:avLst/>
              <a:gdLst>
                <a:gd name="T0" fmla="*/ 13 w 1252"/>
                <a:gd name="T1" fmla="*/ 1623 h 1623"/>
                <a:gd name="T2" fmla="*/ 33 w 1252"/>
                <a:gd name="T3" fmla="*/ 1623 h 1623"/>
                <a:gd name="T4" fmla="*/ 53 w 1252"/>
                <a:gd name="T5" fmla="*/ 1623 h 1623"/>
                <a:gd name="T6" fmla="*/ 80 w 1252"/>
                <a:gd name="T7" fmla="*/ 1623 h 1623"/>
                <a:gd name="T8" fmla="*/ 100 w 1252"/>
                <a:gd name="T9" fmla="*/ 1623 h 1623"/>
                <a:gd name="T10" fmla="*/ 120 w 1252"/>
                <a:gd name="T11" fmla="*/ 1623 h 1623"/>
                <a:gd name="T12" fmla="*/ 140 w 1252"/>
                <a:gd name="T13" fmla="*/ 1623 h 1623"/>
                <a:gd name="T14" fmla="*/ 160 w 1252"/>
                <a:gd name="T15" fmla="*/ 1623 h 1623"/>
                <a:gd name="T16" fmla="*/ 180 w 1252"/>
                <a:gd name="T17" fmla="*/ 1623 h 1623"/>
                <a:gd name="T18" fmla="*/ 200 w 1252"/>
                <a:gd name="T19" fmla="*/ 1623 h 1623"/>
                <a:gd name="T20" fmla="*/ 220 w 1252"/>
                <a:gd name="T21" fmla="*/ 1623 h 1623"/>
                <a:gd name="T22" fmla="*/ 246 w 1252"/>
                <a:gd name="T23" fmla="*/ 1623 h 1623"/>
                <a:gd name="T24" fmla="*/ 266 w 1252"/>
                <a:gd name="T25" fmla="*/ 1618 h 1623"/>
                <a:gd name="T26" fmla="*/ 286 w 1252"/>
                <a:gd name="T27" fmla="*/ 1618 h 1623"/>
                <a:gd name="T28" fmla="*/ 306 w 1252"/>
                <a:gd name="T29" fmla="*/ 1606 h 1623"/>
                <a:gd name="T30" fmla="*/ 326 w 1252"/>
                <a:gd name="T31" fmla="*/ 1584 h 1623"/>
                <a:gd name="T32" fmla="*/ 346 w 1252"/>
                <a:gd name="T33" fmla="*/ 1544 h 1623"/>
                <a:gd name="T34" fmla="*/ 366 w 1252"/>
                <a:gd name="T35" fmla="*/ 1470 h 1623"/>
                <a:gd name="T36" fmla="*/ 393 w 1252"/>
                <a:gd name="T37" fmla="*/ 1361 h 1623"/>
                <a:gd name="T38" fmla="*/ 413 w 1252"/>
                <a:gd name="T39" fmla="*/ 1208 h 1623"/>
                <a:gd name="T40" fmla="*/ 433 w 1252"/>
                <a:gd name="T41" fmla="*/ 1003 h 1623"/>
                <a:gd name="T42" fmla="*/ 453 w 1252"/>
                <a:gd name="T43" fmla="*/ 775 h 1623"/>
                <a:gd name="T44" fmla="*/ 473 w 1252"/>
                <a:gd name="T45" fmla="*/ 535 h 1623"/>
                <a:gd name="T46" fmla="*/ 493 w 1252"/>
                <a:gd name="T47" fmla="*/ 330 h 1623"/>
                <a:gd name="T48" fmla="*/ 513 w 1252"/>
                <a:gd name="T49" fmla="*/ 194 h 1623"/>
                <a:gd name="T50" fmla="*/ 533 w 1252"/>
                <a:gd name="T51" fmla="*/ 137 h 1623"/>
                <a:gd name="T52" fmla="*/ 559 w 1252"/>
                <a:gd name="T53" fmla="*/ 159 h 1623"/>
                <a:gd name="T54" fmla="*/ 579 w 1252"/>
                <a:gd name="T55" fmla="*/ 234 h 1623"/>
                <a:gd name="T56" fmla="*/ 599 w 1252"/>
                <a:gd name="T57" fmla="*/ 319 h 1623"/>
                <a:gd name="T58" fmla="*/ 619 w 1252"/>
                <a:gd name="T59" fmla="*/ 370 h 1623"/>
                <a:gd name="T60" fmla="*/ 639 w 1252"/>
                <a:gd name="T61" fmla="*/ 359 h 1623"/>
                <a:gd name="T62" fmla="*/ 659 w 1252"/>
                <a:gd name="T63" fmla="*/ 285 h 1623"/>
                <a:gd name="T64" fmla="*/ 679 w 1252"/>
                <a:gd name="T65" fmla="*/ 171 h 1623"/>
                <a:gd name="T66" fmla="*/ 706 w 1252"/>
                <a:gd name="T67" fmla="*/ 63 h 1623"/>
                <a:gd name="T68" fmla="*/ 726 w 1252"/>
                <a:gd name="T69" fmla="*/ 0 h 1623"/>
                <a:gd name="T70" fmla="*/ 746 w 1252"/>
                <a:gd name="T71" fmla="*/ 28 h 1623"/>
                <a:gd name="T72" fmla="*/ 766 w 1252"/>
                <a:gd name="T73" fmla="*/ 148 h 1623"/>
                <a:gd name="T74" fmla="*/ 786 w 1252"/>
                <a:gd name="T75" fmla="*/ 347 h 1623"/>
                <a:gd name="T76" fmla="*/ 806 w 1252"/>
                <a:gd name="T77" fmla="*/ 592 h 1623"/>
                <a:gd name="T78" fmla="*/ 826 w 1252"/>
                <a:gd name="T79" fmla="*/ 854 h 1623"/>
                <a:gd name="T80" fmla="*/ 846 w 1252"/>
                <a:gd name="T81" fmla="*/ 1088 h 1623"/>
                <a:gd name="T82" fmla="*/ 872 w 1252"/>
                <a:gd name="T83" fmla="*/ 1276 h 1623"/>
                <a:gd name="T84" fmla="*/ 892 w 1252"/>
                <a:gd name="T85" fmla="*/ 1413 h 1623"/>
                <a:gd name="T86" fmla="*/ 912 w 1252"/>
                <a:gd name="T87" fmla="*/ 1504 h 1623"/>
                <a:gd name="T88" fmla="*/ 932 w 1252"/>
                <a:gd name="T89" fmla="*/ 1561 h 1623"/>
                <a:gd name="T90" fmla="*/ 952 w 1252"/>
                <a:gd name="T91" fmla="*/ 1595 h 1623"/>
                <a:gd name="T92" fmla="*/ 972 w 1252"/>
                <a:gd name="T93" fmla="*/ 1612 h 1623"/>
                <a:gd name="T94" fmla="*/ 992 w 1252"/>
                <a:gd name="T95" fmla="*/ 1618 h 1623"/>
                <a:gd name="T96" fmla="*/ 1019 w 1252"/>
                <a:gd name="T97" fmla="*/ 1623 h 1623"/>
                <a:gd name="T98" fmla="*/ 1039 w 1252"/>
                <a:gd name="T99" fmla="*/ 1623 h 1623"/>
                <a:gd name="T100" fmla="*/ 1059 w 1252"/>
                <a:gd name="T101" fmla="*/ 1623 h 1623"/>
                <a:gd name="T102" fmla="*/ 1079 w 1252"/>
                <a:gd name="T103" fmla="*/ 1623 h 1623"/>
                <a:gd name="T104" fmla="*/ 1099 w 1252"/>
                <a:gd name="T105" fmla="*/ 1623 h 1623"/>
                <a:gd name="T106" fmla="*/ 1119 w 1252"/>
                <a:gd name="T107" fmla="*/ 1623 h 1623"/>
                <a:gd name="T108" fmla="*/ 1139 w 1252"/>
                <a:gd name="T109" fmla="*/ 1623 h 1623"/>
                <a:gd name="T110" fmla="*/ 1159 w 1252"/>
                <a:gd name="T111" fmla="*/ 1623 h 1623"/>
                <a:gd name="T112" fmla="*/ 1185 w 1252"/>
                <a:gd name="T113" fmla="*/ 1623 h 1623"/>
                <a:gd name="T114" fmla="*/ 1205 w 1252"/>
                <a:gd name="T115" fmla="*/ 1623 h 1623"/>
                <a:gd name="T116" fmla="*/ 1225 w 1252"/>
                <a:gd name="T117" fmla="*/ 1623 h 1623"/>
                <a:gd name="T118" fmla="*/ 1245 w 1252"/>
                <a:gd name="T119" fmla="*/ 1623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52" h="1623">
                  <a:moveTo>
                    <a:pt x="0" y="1623"/>
                  </a:moveTo>
                  <a:lnTo>
                    <a:pt x="6" y="1623"/>
                  </a:lnTo>
                  <a:lnTo>
                    <a:pt x="13" y="1623"/>
                  </a:lnTo>
                  <a:lnTo>
                    <a:pt x="20" y="1623"/>
                  </a:lnTo>
                  <a:lnTo>
                    <a:pt x="26" y="1623"/>
                  </a:lnTo>
                  <a:lnTo>
                    <a:pt x="33" y="1623"/>
                  </a:lnTo>
                  <a:lnTo>
                    <a:pt x="40" y="1623"/>
                  </a:lnTo>
                  <a:lnTo>
                    <a:pt x="46" y="1623"/>
                  </a:lnTo>
                  <a:lnTo>
                    <a:pt x="53" y="1623"/>
                  </a:lnTo>
                  <a:lnTo>
                    <a:pt x="60" y="1623"/>
                  </a:lnTo>
                  <a:lnTo>
                    <a:pt x="73" y="1623"/>
                  </a:lnTo>
                  <a:lnTo>
                    <a:pt x="80" y="1623"/>
                  </a:lnTo>
                  <a:lnTo>
                    <a:pt x="86" y="1623"/>
                  </a:lnTo>
                  <a:lnTo>
                    <a:pt x="93" y="1623"/>
                  </a:lnTo>
                  <a:lnTo>
                    <a:pt x="100" y="1623"/>
                  </a:lnTo>
                  <a:lnTo>
                    <a:pt x="106" y="1623"/>
                  </a:lnTo>
                  <a:lnTo>
                    <a:pt x="113" y="1623"/>
                  </a:lnTo>
                  <a:lnTo>
                    <a:pt x="120" y="1623"/>
                  </a:lnTo>
                  <a:lnTo>
                    <a:pt x="126" y="1623"/>
                  </a:lnTo>
                  <a:lnTo>
                    <a:pt x="133" y="1623"/>
                  </a:lnTo>
                  <a:lnTo>
                    <a:pt x="140" y="1623"/>
                  </a:lnTo>
                  <a:lnTo>
                    <a:pt x="146" y="1623"/>
                  </a:lnTo>
                  <a:lnTo>
                    <a:pt x="153" y="1623"/>
                  </a:lnTo>
                  <a:lnTo>
                    <a:pt x="160" y="1623"/>
                  </a:lnTo>
                  <a:lnTo>
                    <a:pt x="166" y="1623"/>
                  </a:lnTo>
                  <a:lnTo>
                    <a:pt x="173" y="1623"/>
                  </a:lnTo>
                  <a:lnTo>
                    <a:pt x="180" y="1623"/>
                  </a:lnTo>
                  <a:lnTo>
                    <a:pt x="186" y="1623"/>
                  </a:lnTo>
                  <a:lnTo>
                    <a:pt x="193" y="1623"/>
                  </a:lnTo>
                  <a:lnTo>
                    <a:pt x="200" y="1623"/>
                  </a:lnTo>
                  <a:lnTo>
                    <a:pt x="206" y="1623"/>
                  </a:lnTo>
                  <a:lnTo>
                    <a:pt x="213" y="1623"/>
                  </a:lnTo>
                  <a:lnTo>
                    <a:pt x="220" y="1623"/>
                  </a:lnTo>
                  <a:lnTo>
                    <a:pt x="233" y="1623"/>
                  </a:lnTo>
                  <a:lnTo>
                    <a:pt x="240" y="1623"/>
                  </a:lnTo>
                  <a:lnTo>
                    <a:pt x="246" y="1623"/>
                  </a:lnTo>
                  <a:lnTo>
                    <a:pt x="253" y="1623"/>
                  </a:lnTo>
                  <a:lnTo>
                    <a:pt x="260" y="1623"/>
                  </a:lnTo>
                  <a:lnTo>
                    <a:pt x="266" y="1618"/>
                  </a:lnTo>
                  <a:lnTo>
                    <a:pt x="273" y="1618"/>
                  </a:lnTo>
                  <a:lnTo>
                    <a:pt x="279" y="1618"/>
                  </a:lnTo>
                  <a:lnTo>
                    <a:pt x="286" y="1618"/>
                  </a:lnTo>
                  <a:lnTo>
                    <a:pt x="293" y="1612"/>
                  </a:lnTo>
                  <a:lnTo>
                    <a:pt x="299" y="1612"/>
                  </a:lnTo>
                  <a:lnTo>
                    <a:pt x="306" y="1606"/>
                  </a:lnTo>
                  <a:lnTo>
                    <a:pt x="313" y="1601"/>
                  </a:lnTo>
                  <a:lnTo>
                    <a:pt x="319" y="1589"/>
                  </a:lnTo>
                  <a:lnTo>
                    <a:pt x="326" y="1584"/>
                  </a:lnTo>
                  <a:lnTo>
                    <a:pt x="333" y="1572"/>
                  </a:lnTo>
                  <a:lnTo>
                    <a:pt x="339" y="1561"/>
                  </a:lnTo>
                  <a:lnTo>
                    <a:pt x="346" y="1544"/>
                  </a:lnTo>
                  <a:lnTo>
                    <a:pt x="353" y="1521"/>
                  </a:lnTo>
                  <a:lnTo>
                    <a:pt x="359" y="1498"/>
                  </a:lnTo>
                  <a:lnTo>
                    <a:pt x="366" y="1470"/>
                  </a:lnTo>
                  <a:lnTo>
                    <a:pt x="373" y="1441"/>
                  </a:lnTo>
                  <a:lnTo>
                    <a:pt x="386" y="1401"/>
                  </a:lnTo>
                  <a:lnTo>
                    <a:pt x="393" y="1361"/>
                  </a:lnTo>
                  <a:lnTo>
                    <a:pt x="399" y="1316"/>
                  </a:lnTo>
                  <a:lnTo>
                    <a:pt x="406" y="1265"/>
                  </a:lnTo>
                  <a:lnTo>
                    <a:pt x="413" y="1208"/>
                  </a:lnTo>
                  <a:lnTo>
                    <a:pt x="419" y="1145"/>
                  </a:lnTo>
                  <a:lnTo>
                    <a:pt x="426" y="1077"/>
                  </a:lnTo>
                  <a:lnTo>
                    <a:pt x="433" y="1003"/>
                  </a:lnTo>
                  <a:lnTo>
                    <a:pt x="439" y="928"/>
                  </a:lnTo>
                  <a:lnTo>
                    <a:pt x="446" y="854"/>
                  </a:lnTo>
                  <a:lnTo>
                    <a:pt x="453" y="775"/>
                  </a:lnTo>
                  <a:lnTo>
                    <a:pt x="459" y="695"/>
                  </a:lnTo>
                  <a:lnTo>
                    <a:pt x="466" y="615"/>
                  </a:lnTo>
                  <a:lnTo>
                    <a:pt x="473" y="535"/>
                  </a:lnTo>
                  <a:lnTo>
                    <a:pt x="479" y="461"/>
                  </a:lnTo>
                  <a:lnTo>
                    <a:pt x="486" y="393"/>
                  </a:lnTo>
                  <a:lnTo>
                    <a:pt x="493" y="330"/>
                  </a:lnTo>
                  <a:lnTo>
                    <a:pt x="499" y="279"/>
                  </a:lnTo>
                  <a:lnTo>
                    <a:pt x="506" y="228"/>
                  </a:lnTo>
                  <a:lnTo>
                    <a:pt x="513" y="194"/>
                  </a:lnTo>
                  <a:lnTo>
                    <a:pt x="519" y="165"/>
                  </a:lnTo>
                  <a:lnTo>
                    <a:pt x="526" y="142"/>
                  </a:lnTo>
                  <a:lnTo>
                    <a:pt x="533" y="137"/>
                  </a:lnTo>
                  <a:lnTo>
                    <a:pt x="546" y="137"/>
                  </a:lnTo>
                  <a:lnTo>
                    <a:pt x="553" y="142"/>
                  </a:lnTo>
                  <a:lnTo>
                    <a:pt x="559" y="159"/>
                  </a:lnTo>
                  <a:lnTo>
                    <a:pt x="566" y="177"/>
                  </a:lnTo>
                  <a:lnTo>
                    <a:pt x="573" y="205"/>
                  </a:lnTo>
                  <a:lnTo>
                    <a:pt x="579" y="234"/>
                  </a:lnTo>
                  <a:lnTo>
                    <a:pt x="586" y="262"/>
                  </a:lnTo>
                  <a:lnTo>
                    <a:pt x="593" y="291"/>
                  </a:lnTo>
                  <a:lnTo>
                    <a:pt x="599" y="319"/>
                  </a:lnTo>
                  <a:lnTo>
                    <a:pt x="606" y="342"/>
                  </a:lnTo>
                  <a:lnTo>
                    <a:pt x="613" y="359"/>
                  </a:lnTo>
                  <a:lnTo>
                    <a:pt x="619" y="370"/>
                  </a:lnTo>
                  <a:lnTo>
                    <a:pt x="626" y="376"/>
                  </a:lnTo>
                  <a:lnTo>
                    <a:pt x="632" y="370"/>
                  </a:lnTo>
                  <a:lnTo>
                    <a:pt x="639" y="359"/>
                  </a:lnTo>
                  <a:lnTo>
                    <a:pt x="646" y="342"/>
                  </a:lnTo>
                  <a:lnTo>
                    <a:pt x="652" y="319"/>
                  </a:lnTo>
                  <a:lnTo>
                    <a:pt x="659" y="285"/>
                  </a:lnTo>
                  <a:lnTo>
                    <a:pt x="666" y="251"/>
                  </a:lnTo>
                  <a:lnTo>
                    <a:pt x="672" y="211"/>
                  </a:lnTo>
                  <a:lnTo>
                    <a:pt x="679" y="171"/>
                  </a:lnTo>
                  <a:lnTo>
                    <a:pt x="686" y="131"/>
                  </a:lnTo>
                  <a:lnTo>
                    <a:pt x="699" y="97"/>
                  </a:lnTo>
                  <a:lnTo>
                    <a:pt x="706" y="63"/>
                  </a:lnTo>
                  <a:lnTo>
                    <a:pt x="712" y="34"/>
                  </a:lnTo>
                  <a:lnTo>
                    <a:pt x="719" y="17"/>
                  </a:lnTo>
                  <a:lnTo>
                    <a:pt x="726" y="0"/>
                  </a:lnTo>
                  <a:lnTo>
                    <a:pt x="732" y="0"/>
                  </a:lnTo>
                  <a:lnTo>
                    <a:pt x="739" y="6"/>
                  </a:lnTo>
                  <a:lnTo>
                    <a:pt x="746" y="28"/>
                  </a:lnTo>
                  <a:lnTo>
                    <a:pt x="752" y="57"/>
                  </a:lnTo>
                  <a:lnTo>
                    <a:pt x="759" y="97"/>
                  </a:lnTo>
                  <a:lnTo>
                    <a:pt x="766" y="148"/>
                  </a:lnTo>
                  <a:lnTo>
                    <a:pt x="772" y="205"/>
                  </a:lnTo>
                  <a:lnTo>
                    <a:pt x="779" y="273"/>
                  </a:lnTo>
                  <a:lnTo>
                    <a:pt x="786" y="347"/>
                  </a:lnTo>
                  <a:lnTo>
                    <a:pt x="792" y="427"/>
                  </a:lnTo>
                  <a:lnTo>
                    <a:pt x="799" y="507"/>
                  </a:lnTo>
                  <a:lnTo>
                    <a:pt x="806" y="592"/>
                  </a:lnTo>
                  <a:lnTo>
                    <a:pt x="812" y="684"/>
                  </a:lnTo>
                  <a:lnTo>
                    <a:pt x="819" y="769"/>
                  </a:lnTo>
                  <a:lnTo>
                    <a:pt x="826" y="854"/>
                  </a:lnTo>
                  <a:lnTo>
                    <a:pt x="832" y="934"/>
                  </a:lnTo>
                  <a:lnTo>
                    <a:pt x="839" y="1014"/>
                  </a:lnTo>
                  <a:lnTo>
                    <a:pt x="846" y="1088"/>
                  </a:lnTo>
                  <a:lnTo>
                    <a:pt x="859" y="1156"/>
                  </a:lnTo>
                  <a:lnTo>
                    <a:pt x="866" y="1219"/>
                  </a:lnTo>
                  <a:lnTo>
                    <a:pt x="872" y="1276"/>
                  </a:lnTo>
                  <a:lnTo>
                    <a:pt x="879" y="1327"/>
                  </a:lnTo>
                  <a:lnTo>
                    <a:pt x="886" y="1373"/>
                  </a:lnTo>
                  <a:lnTo>
                    <a:pt x="892" y="1413"/>
                  </a:lnTo>
                  <a:lnTo>
                    <a:pt x="899" y="1447"/>
                  </a:lnTo>
                  <a:lnTo>
                    <a:pt x="906" y="1481"/>
                  </a:lnTo>
                  <a:lnTo>
                    <a:pt x="912" y="1504"/>
                  </a:lnTo>
                  <a:lnTo>
                    <a:pt x="919" y="1527"/>
                  </a:lnTo>
                  <a:lnTo>
                    <a:pt x="926" y="1549"/>
                  </a:lnTo>
                  <a:lnTo>
                    <a:pt x="932" y="1561"/>
                  </a:lnTo>
                  <a:lnTo>
                    <a:pt x="939" y="1578"/>
                  </a:lnTo>
                  <a:lnTo>
                    <a:pt x="946" y="1584"/>
                  </a:lnTo>
                  <a:lnTo>
                    <a:pt x="952" y="1595"/>
                  </a:lnTo>
                  <a:lnTo>
                    <a:pt x="959" y="1601"/>
                  </a:lnTo>
                  <a:lnTo>
                    <a:pt x="966" y="1606"/>
                  </a:lnTo>
                  <a:lnTo>
                    <a:pt x="972" y="1612"/>
                  </a:lnTo>
                  <a:lnTo>
                    <a:pt x="979" y="1612"/>
                  </a:lnTo>
                  <a:lnTo>
                    <a:pt x="986" y="1618"/>
                  </a:lnTo>
                  <a:lnTo>
                    <a:pt x="992" y="1618"/>
                  </a:lnTo>
                  <a:lnTo>
                    <a:pt x="999" y="1618"/>
                  </a:lnTo>
                  <a:lnTo>
                    <a:pt x="1012" y="1623"/>
                  </a:lnTo>
                  <a:lnTo>
                    <a:pt x="1019" y="1623"/>
                  </a:lnTo>
                  <a:lnTo>
                    <a:pt x="1025" y="1623"/>
                  </a:lnTo>
                  <a:lnTo>
                    <a:pt x="1032" y="1623"/>
                  </a:lnTo>
                  <a:lnTo>
                    <a:pt x="1039" y="1623"/>
                  </a:lnTo>
                  <a:lnTo>
                    <a:pt x="1045" y="1623"/>
                  </a:lnTo>
                  <a:lnTo>
                    <a:pt x="1052" y="1623"/>
                  </a:lnTo>
                  <a:lnTo>
                    <a:pt x="1059" y="1623"/>
                  </a:lnTo>
                  <a:lnTo>
                    <a:pt x="1065" y="1623"/>
                  </a:lnTo>
                  <a:lnTo>
                    <a:pt x="1072" y="1623"/>
                  </a:lnTo>
                  <a:lnTo>
                    <a:pt x="1079" y="1623"/>
                  </a:lnTo>
                  <a:lnTo>
                    <a:pt x="1085" y="1623"/>
                  </a:lnTo>
                  <a:lnTo>
                    <a:pt x="1092" y="1623"/>
                  </a:lnTo>
                  <a:lnTo>
                    <a:pt x="1099" y="1623"/>
                  </a:lnTo>
                  <a:lnTo>
                    <a:pt x="1105" y="1623"/>
                  </a:lnTo>
                  <a:lnTo>
                    <a:pt x="1112" y="1623"/>
                  </a:lnTo>
                  <a:lnTo>
                    <a:pt x="1119" y="1623"/>
                  </a:lnTo>
                  <a:lnTo>
                    <a:pt x="1125" y="1623"/>
                  </a:lnTo>
                  <a:lnTo>
                    <a:pt x="1132" y="1623"/>
                  </a:lnTo>
                  <a:lnTo>
                    <a:pt x="1139" y="1623"/>
                  </a:lnTo>
                  <a:lnTo>
                    <a:pt x="1145" y="1623"/>
                  </a:lnTo>
                  <a:lnTo>
                    <a:pt x="1152" y="1623"/>
                  </a:lnTo>
                  <a:lnTo>
                    <a:pt x="1159" y="1623"/>
                  </a:lnTo>
                  <a:lnTo>
                    <a:pt x="1172" y="1623"/>
                  </a:lnTo>
                  <a:lnTo>
                    <a:pt x="1179" y="1623"/>
                  </a:lnTo>
                  <a:lnTo>
                    <a:pt x="1185" y="1623"/>
                  </a:lnTo>
                  <a:lnTo>
                    <a:pt x="1192" y="1623"/>
                  </a:lnTo>
                  <a:lnTo>
                    <a:pt x="1199" y="1623"/>
                  </a:lnTo>
                  <a:lnTo>
                    <a:pt x="1205" y="1623"/>
                  </a:lnTo>
                  <a:lnTo>
                    <a:pt x="1212" y="1623"/>
                  </a:lnTo>
                  <a:lnTo>
                    <a:pt x="1219" y="1623"/>
                  </a:lnTo>
                  <a:lnTo>
                    <a:pt x="1225" y="1623"/>
                  </a:lnTo>
                  <a:lnTo>
                    <a:pt x="1232" y="1623"/>
                  </a:lnTo>
                  <a:lnTo>
                    <a:pt x="1239" y="1623"/>
                  </a:lnTo>
                  <a:lnTo>
                    <a:pt x="1245" y="1623"/>
                  </a:lnTo>
                  <a:lnTo>
                    <a:pt x="1252" y="1623"/>
                  </a:lnTo>
                </a:path>
              </a:pathLst>
            </a:custGeom>
            <a:noFill/>
            <a:ln w="11113">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6" name="Line 886">
              <a:extLst>
                <a:ext uri="{FF2B5EF4-FFF2-40B4-BE49-F238E27FC236}">
                  <a16:creationId xmlns:a16="http://schemas.microsoft.com/office/drawing/2014/main" id="{547B755F-AAA0-44CC-99A8-E1658E879EA4}"/>
                </a:ext>
              </a:extLst>
            </p:cNvPr>
            <p:cNvSpPr>
              <a:spLocks noChangeShapeType="1"/>
            </p:cNvSpPr>
            <p:nvPr/>
          </p:nvSpPr>
          <p:spPr bwMode="auto">
            <a:xfrm>
              <a:off x="1385117" y="3593516"/>
              <a:ext cx="1841888"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7" name="Line 895">
              <a:extLst>
                <a:ext uri="{FF2B5EF4-FFF2-40B4-BE49-F238E27FC236}">
                  <a16:creationId xmlns:a16="http://schemas.microsoft.com/office/drawing/2014/main" id="{462ECBCA-509C-4028-9439-69A372FC2ECA}"/>
                </a:ext>
              </a:extLst>
            </p:cNvPr>
            <p:cNvSpPr>
              <a:spLocks noChangeShapeType="1"/>
            </p:cNvSpPr>
            <p:nvPr/>
          </p:nvSpPr>
          <p:spPr bwMode="auto">
            <a:xfrm flipV="1">
              <a:off x="3224215" y="3598279"/>
              <a:ext cx="0" cy="1995127"/>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8" name="Line 886">
              <a:extLst>
                <a:ext uri="{FF2B5EF4-FFF2-40B4-BE49-F238E27FC236}">
                  <a16:creationId xmlns:a16="http://schemas.microsoft.com/office/drawing/2014/main" id="{13D05B55-8274-43C7-A059-9EE7D85A1F32}"/>
                </a:ext>
              </a:extLst>
            </p:cNvPr>
            <p:cNvSpPr>
              <a:spLocks noChangeShapeType="1"/>
            </p:cNvSpPr>
            <p:nvPr/>
          </p:nvSpPr>
          <p:spPr bwMode="auto">
            <a:xfrm>
              <a:off x="3948548" y="3593516"/>
              <a:ext cx="1829415"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9" name="Line 895">
              <a:extLst>
                <a:ext uri="{FF2B5EF4-FFF2-40B4-BE49-F238E27FC236}">
                  <a16:creationId xmlns:a16="http://schemas.microsoft.com/office/drawing/2014/main" id="{B347D012-289E-4469-8E13-AC9E1AAFB37F}"/>
                </a:ext>
              </a:extLst>
            </p:cNvPr>
            <p:cNvSpPr>
              <a:spLocks noChangeShapeType="1"/>
            </p:cNvSpPr>
            <p:nvPr/>
          </p:nvSpPr>
          <p:spPr bwMode="auto">
            <a:xfrm flipV="1">
              <a:off x="5777964" y="3593515"/>
              <a:ext cx="0" cy="2010456"/>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80" name="Rectangle 21">
              <a:extLst>
                <a:ext uri="{FF2B5EF4-FFF2-40B4-BE49-F238E27FC236}">
                  <a16:creationId xmlns:a16="http://schemas.microsoft.com/office/drawing/2014/main" id="{042D93F0-95BD-4048-B790-763AA07DA99C}"/>
                </a:ext>
              </a:extLst>
            </p:cNvPr>
            <p:cNvSpPr>
              <a:spLocks noChangeArrowheads="1"/>
            </p:cNvSpPr>
            <p:nvPr/>
          </p:nvSpPr>
          <p:spPr bwMode="auto">
            <a:xfrm>
              <a:off x="1853858" y="5807284"/>
              <a:ext cx="9585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2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1" name="Rectangle 21">
              <a:extLst>
                <a:ext uri="{FF2B5EF4-FFF2-40B4-BE49-F238E27FC236}">
                  <a16:creationId xmlns:a16="http://schemas.microsoft.com/office/drawing/2014/main" id="{AD12AB74-6D0A-4F55-ABB3-DF5F075865FF}"/>
                </a:ext>
              </a:extLst>
            </p:cNvPr>
            <p:cNvSpPr>
              <a:spLocks noChangeArrowheads="1"/>
            </p:cNvSpPr>
            <p:nvPr/>
          </p:nvSpPr>
          <p:spPr bwMode="auto">
            <a:xfrm rot="16200000">
              <a:off x="81727" y="4508232"/>
              <a:ext cx="178389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lang="en-US" altLang="ko-KR" sz="1200" dirty="0" err="1">
                  <a:solidFill>
                    <a:srgbClr val="262626"/>
                  </a:solidFill>
                  <a:latin typeface="helvetica" panose="020B0604020202020204" pitchFamily="34" charset="0"/>
                  <a:cs typeface="helvetica" panose="020B0604020202020204" pitchFamily="34" charset="0"/>
                </a:rPr>
                <a:t>a.u</a:t>
              </a:r>
              <a:r>
                <a:rPr lang="en-US" altLang="ko-KR" sz="1200" dirty="0">
                  <a:solidFill>
                    <a:srgbClr val="262626"/>
                  </a:solidFill>
                  <a:latin typeface="helvetica" panose="020B0604020202020204" pitchFamily="34" charset="0"/>
                  <a:cs typeface="helvetica" panose="020B0604020202020204" pitchFamily="34" charset="0"/>
                </a:rPr>
                <a:t>.)</a:t>
              </a: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2" name="Rectangle 21">
              <a:extLst>
                <a:ext uri="{FF2B5EF4-FFF2-40B4-BE49-F238E27FC236}">
                  <a16:creationId xmlns:a16="http://schemas.microsoft.com/office/drawing/2014/main" id="{B515270E-6C84-4E63-B2E2-2F38A18FEB97}"/>
                </a:ext>
              </a:extLst>
            </p:cNvPr>
            <p:cNvSpPr>
              <a:spLocks noChangeArrowheads="1"/>
            </p:cNvSpPr>
            <p:nvPr/>
          </p:nvSpPr>
          <p:spPr bwMode="auto">
            <a:xfrm>
              <a:off x="4449157" y="5811841"/>
              <a:ext cx="9585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2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3" name="TextBox 82">
              <a:extLst>
                <a:ext uri="{FF2B5EF4-FFF2-40B4-BE49-F238E27FC236}">
                  <a16:creationId xmlns:a16="http://schemas.microsoft.com/office/drawing/2014/main" id="{6C91420C-5BD5-4CE4-8D7D-A858875F39C6}"/>
                </a:ext>
              </a:extLst>
            </p:cNvPr>
            <p:cNvSpPr txBox="1"/>
            <p:nvPr/>
          </p:nvSpPr>
          <p:spPr>
            <a:xfrm>
              <a:off x="628545" y="3470958"/>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e</a:t>
              </a:r>
              <a:endParaRPr lang="ko-KR" altLang="en-US" sz="1600" b="1" dirty="0">
                <a:latin typeface="helvetica" panose="020B0604020202020204" pitchFamily="34" charset="0"/>
                <a:cs typeface="helvetica" panose="020B0604020202020204" pitchFamily="34" charset="0"/>
              </a:endParaRPr>
            </a:p>
          </p:txBody>
        </p:sp>
        <p:sp>
          <p:nvSpPr>
            <p:cNvPr id="84" name="TextBox 83">
              <a:extLst>
                <a:ext uri="{FF2B5EF4-FFF2-40B4-BE49-F238E27FC236}">
                  <a16:creationId xmlns:a16="http://schemas.microsoft.com/office/drawing/2014/main" id="{343D40A0-DFFD-4C88-BACF-5B8637929797}"/>
                </a:ext>
              </a:extLst>
            </p:cNvPr>
            <p:cNvSpPr txBox="1"/>
            <p:nvPr/>
          </p:nvSpPr>
          <p:spPr>
            <a:xfrm>
              <a:off x="3296747" y="3470958"/>
              <a:ext cx="25535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f</a:t>
              </a:r>
              <a:endParaRPr lang="ko-KR" altLang="en-US" sz="1600" b="1" dirty="0">
                <a:latin typeface="helvetica" panose="020B0604020202020204" pitchFamily="34" charset="0"/>
                <a:cs typeface="helvetica" panose="020B0604020202020204" pitchFamily="34" charset="0"/>
              </a:endParaRPr>
            </a:p>
          </p:txBody>
        </p:sp>
        <p:cxnSp>
          <p:nvCxnSpPr>
            <p:cNvPr id="85" name="직선 연결선 84">
              <a:extLst>
                <a:ext uri="{FF2B5EF4-FFF2-40B4-BE49-F238E27FC236}">
                  <a16:creationId xmlns:a16="http://schemas.microsoft.com/office/drawing/2014/main" id="{3536783B-5039-4F43-86D1-9BC638AD7AE3}"/>
                </a:ext>
              </a:extLst>
            </p:cNvPr>
            <p:cNvCxnSpPr>
              <a:stCxn id="48" idx="23"/>
            </p:cNvCxnSpPr>
            <p:nvPr/>
          </p:nvCxnSpPr>
          <p:spPr>
            <a:xfrm>
              <a:off x="2119518" y="4133005"/>
              <a:ext cx="0" cy="746979"/>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86" name="직선 연결선 85">
              <a:extLst>
                <a:ext uri="{FF2B5EF4-FFF2-40B4-BE49-F238E27FC236}">
                  <a16:creationId xmlns:a16="http://schemas.microsoft.com/office/drawing/2014/main" id="{6246F13D-1E77-4DE7-9E3C-21F9F72BA760}"/>
                </a:ext>
              </a:extLst>
            </p:cNvPr>
            <p:cNvCxnSpPr/>
            <p:nvPr/>
          </p:nvCxnSpPr>
          <p:spPr>
            <a:xfrm>
              <a:off x="2511538" y="4228064"/>
              <a:ext cx="0" cy="65192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87" name="직선 연결선 86">
              <a:extLst>
                <a:ext uri="{FF2B5EF4-FFF2-40B4-BE49-F238E27FC236}">
                  <a16:creationId xmlns:a16="http://schemas.microsoft.com/office/drawing/2014/main" id="{9A1F358F-166E-4D2B-A1A0-D92E7FBAFFC1}"/>
                </a:ext>
              </a:extLst>
            </p:cNvPr>
            <p:cNvCxnSpPr/>
            <p:nvPr/>
          </p:nvCxnSpPr>
          <p:spPr>
            <a:xfrm>
              <a:off x="2120348" y="3974631"/>
              <a:ext cx="0" cy="173702"/>
            </a:xfrm>
            <a:prstGeom prst="line">
              <a:avLst/>
            </a:prstGeom>
            <a:ln w="1270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88" name="직선 연결선 87">
              <a:extLst>
                <a:ext uri="{FF2B5EF4-FFF2-40B4-BE49-F238E27FC236}">
                  <a16:creationId xmlns:a16="http://schemas.microsoft.com/office/drawing/2014/main" id="{0A9C62D9-F51E-42F2-B745-F8DEFC21EB21}"/>
                </a:ext>
              </a:extLst>
            </p:cNvPr>
            <p:cNvCxnSpPr/>
            <p:nvPr/>
          </p:nvCxnSpPr>
          <p:spPr>
            <a:xfrm>
              <a:off x="2498560" y="3974631"/>
              <a:ext cx="0" cy="164092"/>
            </a:xfrm>
            <a:prstGeom prst="line">
              <a:avLst/>
            </a:prstGeom>
            <a:ln w="1270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B2A5C246-FFF0-4FD4-80A5-B4A369E27D75}"/>
                </a:ext>
              </a:extLst>
            </p:cNvPr>
            <p:cNvCxnSpPr/>
            <p:nvPr/>
          </p:nvCxnSpPr>
          <p:spPr>
            <a:xfrm>
              <a:off x="4760763" y="4050875"/>
              <a:ext cx="0" cy="223708"/>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90" name="직선 연결선 89">
              <a:extLst>
                <a:ext uri="{FF2B5EF4-FFF2-40B4-BE49-F238E27FC236}">
                  <a16:creationId xmlns:a16="http://schemas.microsoft.com/office/drawing/2014/main" id="{37BA0835-6F42-4BAE-9025-1DD08FC0BEA6}"/>
                </a:ext>
              </a:extLst>
            </p:cNvPr>
            <p:cNvCxnSpPr/>
            <p:nvPr/>
          </p:nvCxnSpPr>
          <p:spPr>
            <a:xfrm>
              <a:off x="5020208" y="4033345"/>
              <a:ext cx="0" cy="113101"/>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91" name="직선 연결선 90">
              <a:extLst>
                <a:ext uri="{FF2B5EF4-FFF2-40B4-BE49-F238E27FC236}">
                  <a16:creationId xmlns:a16="http://schemas.microsoft.com/office/drawing/2014/main" id="{36F36CC4-147F-4E53-9CA4-5392ED1734A6}"/>
                </a:ext>
              </a:extLst>
            </p:cNvPr>
            <p:cNvCxnSpPr/>
            <p:nvPr/>
          </p:nvCxnSpPr>
          <p:spPr>
            <a:xfrm>
              <a:off x="4692421" y="4151800"/>
              <a:ext cx="0" cy="654544"/>
            </a:xfrm>
            <a:prstGeom prst="line">
              <a:avLst/>
            </a:prstGeom>
            <a:ln w="127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92" name="직선 연결선 91">
              <a:extLst>
                <a:ext uri="{FF2B5EF4-FFF2-40B4-BE49-F238E27FC236}">
                  <a16:creationId xmlns:a16="http://schemas.microsoft.com/office/drawing/2014/main" id="{CBCEC39B-BCE3-494A-B305-311714E1C2B3}"/>
                </a:ext>
              </a:extLst>
            </p:cNvPr>
            <p:cNvCxnSpPr/>
            <p:nvPr/>
          </p:nvCxnSpPr>
          <p:spPr>
            <a:xfrm>
              <a:off x="5060661" y="4235787"/>
              <a:ext cx="0" cy="570557"/>
            </a:xfrm>
            <a:prstGeom prst="line">
              <a:avLst/>
            </a:prstGeom>
            <a:ln w="127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93" name="직선 화살표 연결선 92">
              <a:extLst>
                <a:ext uri="{FF2B5EF4-FFF2-40B4-BE49-F238E27FC236}">
                  <a16:creationId xmlns:a16="http://schemas.microsoft.com/office/drawing/2014/main" id="{39FD8D64-6371-4C3C-9DF4-C8360006AFB5}"/>
                </a:ext>
              </a:extLst>
            </p:cNvPr>
            <p:cNvCxnSpPr/>
            <p:nvPr/>
          </p:nvCxnSpPr>
          <p:spPr>
            <a:xfrm>
              <a:off x="2127709" y="4088427"/>
              <a:ext cx="35722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A4E66FA7-AEF5-40C3-B294-EA9CA8B6CB5C}"/>
                </a:ext>
              </a:extLst>
            </p:cNvPr>
            <p:cNvSpPr txBox="1"/>
            <p:nvPr/>
          </p:nvSpPr>
          <p:spPr>
            <a:xfrm>
              <a:off x="2045121" y="3881263"/>
              <a:ext cx="551673"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150 nm</a:t>
              </a:r>
              <a:endParaRPr lang="ko-KR" altLang="en-US" sz="800" dirty="0">
                <a:latin typeface="helvetica" panose="020B0604020202020204" pitchFamily="34" charset="0"/>
                <a:cs typeface="helvetica" panose="020B0604020202020204" pitchFamily="34" charset="0"/>
              </a:endParaRPr>
            </a:p>
          </p:txBody>
        </p:sp>
        <p:cxnSp>
          <p:nvCxnSpPr>
            <p:cNvPr id="95" name="직선 화살표 연결선 94">
              <a:extLst>
                <a:ext uri="{FF2B5EF4-FFF2-40B4-BE49-F238E27FC236}">
                  <a16:creationId xmlns:a16="http://schemas.microsoft.com/office/drawing/2014/main" id="{6A1F58CA-E966-41C2-AB71-B3C7B5C80671}"/>
                </a:ext>
              </a:extLst>
            </p:cNvPr>
            <p:cNvCxnSpPr/>
            <p:nvPr/>
          </p:nvCxnSpPr>
          <p:spPr>
            <a:xfrm>
              <a:off x="2124282" y="4806344"/>
              <a:ext cx="38249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1BC35A8-48FA-417F-B1D8-3257BF71D922}"/>
                </a:ext>
              </a:extLst>
            </p:cNvPr>
            <p:cNvSpPr txBox="1"/>
            <p:nvPr/>
          </p:nvSpPr>
          <p:spPr>
            <a:xfrm>
              <a:off x="2045122" y="4600917"/>
              <a:ext cx="552330"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160 nm</a:t>
              </a:r>
              <a:endParaRPr lang="ko-KR" altLang="en-US" sz="800" dirty="0">
                <a:latin typeface="helvetica" panose="020B0604020202020204" pitchFamily="34" charset="0"/>
                <a:cs typeface="helvetica" panose="020B0604020202020204" pitchFamily="34" charset="0"/>
              </a:endParaRPr>
            </a:p>
          </p:txBody>
        </p:sp>
        <p:cxnSp>
          <p:nvCxnSpPr>
            <p:cNvPr id="97" name="직선 연결선 96">
              <a:extLst>
                <a:ext uri="{FF2B5EF4-FFF2-40B4-BE49-F238E27FC236}">
                  <a16:creationId xmlns:a16="http://schemas.microsoft.com/office/drawing/2014/main" id="{ED13C186-44A5-4FD8-A26A-1A49396B6226}"/>
                </a:ext>
              </a:extLst>
            </p:cNvPr>
            <p:cNvCxnSpPr/>
            <p:nvPr/>
          </p:nvCxnSpPr>
          <p:spPr>
            <a:xfrm>
              <a:off x="1913778" y="4128557"/>
              <a:ext cx="0" cy="1136107"/>
            </a:xfrm>
            <a:prstGeom prst="line">
              <a:avLst/>
            </a:prstGeom>
            <a:ln w="12700">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98" name="직선 연결선 97">
              <a:extLst>
                <a:ext uri="{FF2B5EF4-FFF2-40B4-BE49-F238E27FC236}">
                  <a16:creationId xmlns:a16="http://schemas.microsoft.com/office/drawing/2014/main" id="{C61A2A53-9C5F-485F-A6CB-18FD1AEE2913}"/>
                </a:ext>
              </a:extLst>
            </p:cNvPr>
            <p:cNvCxnSpPr>
              <a:stCxn id="46" idx="44"/>
            </p:cNvCxnSpPr>
            <p:nvPr/>
          </p:nvCxnSpPr>
          <p:spPr>
            <a:xfrm>
              <a:off x="2725085" y="4178987"/>
              <a:ext cx="1273" cy="1114875"/>
            </a:xfrm>
            <a:prstGeom prst="line">
              <a:avLst/>
            </a:prstGeom>
            <a:ln w="12700">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99" name="직선 연결선 98">
              <a:extLst>
                <a:ext uri="{FF2B5EF4-FFF2-40B4-BE49-F238E27FC236}">
                  <a16:creationId xmlns:a16="http://schemas.microsoft.com/office/drawing/2014/main" id="{2797ED99-050B-435C-86C4-D9ECFBF7DB5A}"/>
                </a:ext>
              </a:extLst>
            </p:cNvPr>
            <p:cNvCxnSpPr/>
            <p:nvPr/>
          </p:nvCxnSpPr>
          <p:spPr>
            <a:xfrm>
              <a:off x="4469929" y="4159210"/>
              <a:ext cx="0" cy="996213"/>
            </a:xfrm>
            <a:prstGeom prst="line">
              <a:avLst/>
            </a:prstGeom>
            <a:ln w="12700">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1F774F84-264A-464B-8FC1-05EA3F2315E7}"/>
                </a:ext>
              </a:extLst>
            </p:cNvPr>
            <p:cNvCxnSpPr/>
            <p:nvPr/>
          </p:nvCxnSpPr>
          <p:spPr>
            <a:xfrm>
              <a:off x="5282508" y="4188409"/>
              <a:ext cx="0" cy="967014"/>
            </a:xfrm>
            <a:prstGeom prst="line">
              <a:avLst/>
            </a:prstGeom>
            <a:ln w="12700">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101" name="직선 화살표 연결선 100">
              <a:extLst>
                <a:ext uri="{FF2B5EF4-FFF2-40B4-BE49-F238E27FC236}">
                  <a16:creationId xmlns:a16="http://schemas.microsoft.com/office/drawing/2014/main" id="{97EDF269-D69A-493F-AB98-9947AB3886F5}"/>
                </a:ext>
              </a:extLst>
            </p:cNvPr>
            <p:cNvCxnSpPr/>
            <p:nvPr/>
          </p:nvCxnSpPr>
          <p:spPr>
            <a:xfrm>
              <a:off x="4758130" y="4083001"/>
              <a:ext cx="26207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2" name="직선 화살표 연결선 101">
              <a:extLst>
                <a:ext uri="{FF2B5EF4-FFF2-40B4-BE49-F238E27FC236}">
                  <a16:creationId xmlns:a16="http://schemas.microsoft.com/office/drawing/2014/main" id="{EAB1A839-5DC0-49D4-83AA-8846E1F48786}"/>
                </a:ext>
              </a:extLst>
            </p:cNvPr>
            <p:cNvCxnSpPr/>
            <p:nvPr/>
          </p:nvCxnSpPr>
          <p:spPr>
            <a:xfrm>
              <a:off x="1914717" y="5155423"/>
              <a:ext cx="80211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62E6EEEC-C16D-4B6D-A821-615F5976ACE6}"/>
                </a:ext>
              </a:extLst>
            </p:cNvPr>
            <p:cNvSpPr txBox="1"/>
            <p:nvPr/>
          </p:nvSpPr>
          <p:spPr>
            <a:xfrm>
              <a:off x="2054079" y="4985020"/>
              <a:ext cx="544904"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280 nm</a:t>
              </a:r>
              <a:endParaRPr lang="ko-KR" altLang="en-US" sz="800" dirty="0">
                <a:latin typeface="helvetica" panose="020B0604020202020204" pitchFamily="34" charset="0"/>
                <a:cs typeface="helvetica" panose="020B0604020202020204" pitchFamily="34" charset="0"/>
              </a:endParaRPr>
            </a:p>
          </p:txBody>
        </p:sp>
        <p:cxnSp>
          <p:nvCxnSpPr>
            <p:cNvPr id="104" name="직선 화살표 연결선 103">
              <a:extLst>
                <a:ext uri="{FF2B5EF4-FFF2-40B4-BE49-F238E27FC236}">
                  <a16:creationId xmlns:a16="http://schemas.microsoft.com/office/drawing/2014/main" id="{9207CF4E-3A24-48D5-894F-923439DCFEDE}"/>
                </a:ext>
              </a:extLst>
            </p:cNvPr>
            <p:cNvCxnSpPr/>
            <p:nvPr/>
          </p:nvCxnSpPr>
          <p:spPr>
            <a:xfrm>
              <a:off x="4689966" y="4729494"/>
              <a:ext cx="370695"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5" name="직선 화살표 연결선 104">
              <a:extLst>
                <a:ext uri="{FF2B5EF4-FFF2-40B4-BE49-F238E27FC236}">
                  <a16:creationId xmlns:a16="http://schemas.microsoft.com/office/drawing/2014/main" id="{7567C193-3B73-4F0B-9182-5FABFA1D4F75}"/>
                </a:ext>
              </a:extLst>
            </p:cNvPr>
            <p:cNvCxnSpPr/>
            <p:nvPr/>
          </p:nvCxnSpPr>
          <p:spPr>
            <a:xfrm>
              <a:off x="4469914" y="5079223"/>
              <a:ext cx="81259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C7EECB9A-1187-4A5E-A59A-0D235FD384DD}"/>
                </a:ext>
              </a:extLst>
            </p:cNvPr>
            <p:cNvSpPr txBox="1"/>
            <p:nvPr/>
          </p:nvSpPr>
          <p:spPr>
            <a:xfrm>
              <a:off x="4620102" y="4884437"/>
              <a:ext cx="559082"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280 nm</a:t>
              </a:r>
              <a:endParaRPr lang="ko-KR" altLang="en-US" sz="800" dirty="0">
                <a:latin typeface="helvetica" panose="020B0604020202020204" pitchFamily="34" charset="0"/>
                <a:cs typeface="helvetica" panose="020B0604020202020204" pitchFamily="34" charset="0"/>
              </a:endParaRPr>
            </a:p>
          </p:txBody>
        </p:sp>
        <p:sp>
          <p:nvSpPr>
            <p:cNvPr id="107" name="TextBox 106">
              <a:extLst>
                <a:ext uri="{FF2B5EF4-FFF2-40B4-BE49-F238E27FC236}">
                  <a16:creationId xmlns:a16="http://schemas.microsoft.com/office/drawing/2014/main" id="{B38E2A85-D923-4084-B74A-5B5344C7F03D}"/>
                </a:ext>
              </a:extLst>
            </p:cNvPr>
            <p:cNvSpPr txBox="1"/>
            <p:nvPr/>
          </p:nvSpPr>
          <p:spPr>
            <a:xfrm>
              <a:off x="4613867" y="4511677"/>
              <a:ext cx="565319"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160 nm</a:t>
              </a:r>
              <a:endParaRPr lang="ko-KR" altLang="en-US" sz="800" dirty="0">
                <a:latin typeface="helvetica" panose="020B0604020202020204" pitchFamily="34" charset="0"/>
                <a:cs typeface="helvetica" panose="020B0604020202020204" pitchFamily="34" charset="0"/>
              </a:endParaRPr>
            </a:p>
          </p:txBody>
        </p:sp>
        <p:sp>
          <p:nvSpPr>
            <p:cNvPr id="108" name="TextBox 107">
              <a:extLst>
                <a:ext uri="{FF2B5EF4-FFF2-40B4-BE49-F238E27FC236}">
                  <a16:creationId xmlns:a16="http://schemas.microsoft.com/office/drawing/2014/main" id="{8592DE84-9755-4304-873D-0F6561E3E518}"/>
                </a:ext>
              </a:extLst>
            </p:cNvPr>
            <p:cNvSpPr txBox="1"/>
            <p:nvPr/>
          </p:nvSpPr>
          <p:spPr>
            <a:xfrm>
              <a:off x="4613867" y="3872331"/>
              <a:ext cx="565319" cy="215444"/>
            </a:xfrm>
            <a:prstGeom prst="rect">
              <a:avLst/>
            </a:prstGeom>
            <a:noFill/>
          </p:spPr>
          <p:txBody>
            <a:bodyPr wrap="square" rtlCol="0">
              <a:spAutoFit/>
            </a:bodyPr>
            <a:lstStyle/>
            <a:p>
              <a:r>
                <a:rPr lang="en-US" altLang="ko-KR" sz="800" dirty="0">
                  <a:latin typeface="helvetica" panose="020B0604020202020204" pitchFamily="34" charset="0"/>
                  <a:cs typeface="helvetica" panose="020B0604020202020204" pitchFamily="34" charset="0"/>
                </a:rPr>
                <a:t>100 nm</a:t>
              </a:r>
              <a:endParaRPr lang="ko-KR" altLang="en-US" sz="800" dirty="0">
                <a:latin typeface="helvetica" panose="020B0604020202020204" pitchFamily="34" charset="0"/>
                <a:cs typeface="helvetica" panose="020B0604020202020204" pitchFamily="34" charset="0"/>
              </a:endParaRPr>
            </a:p>
          </p:txBody>
        </p:sp>
        <p:sp>
          <p:nvSpPr>
            <p:cNvPr id="109" name="Rectangle 104">
              <a:extLst>
                <a:ext uri="{FF2B5EF4-FFF2-40B4-BE49-F238E27FC236}">
                  <a16:creationId xmlns:a16="http://schemas.microsoft.com/office/drawing/2014/main" id="{F0BB51E4-F6F2-4A52-B54B-F4951B02E2AC}"/>
                </a:ext>
              </a:extLst>
            </p:cNvPr>
            <p:cNvSpPr>
              <a:spLocks noChangeArrowheads="1"/>
            </p:cNvSpPr>
            <p:nvPr/>
          </p:nvSpPr>
          <p:spPr bwMode="auto">
            <a:xfrm>
              <a:off x="2733768" y="3636600"/>
              <a:ext cx="300759" cy="5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0" name="Rectangle 105">
              <a:extLst>
                <a:ext uri="{FF2B5EF4-FFF2-40B4-BE49-F238E27FC236}">
                  <a16:creationId xmlns:a16="http://schemas.microsoft.com/office/drawing/2014/main" id="{54062D31-E4F4-40FA-9B63-EC1043E7885F}"/>
                </a:ext>
              </a:extLst>
            </p:cNvPr>
            <p:cNvSpPr>
              <a:spLocks noChangeArrowheads="1"/>
            </p:cNvSpPr>
            <p:nvPr/>
          </p:nvSpPr>
          <p:spPr bwMode="auto">
            <a:xfrm>
              <a:off x="2648347" y="3615787"/>
              <a:ext cx="37421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Mean</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11" name="Rectangle 106">
              <a:extLst>
                <a:ext uri="{FF2B5EF4-FFF2-40B4-BE49-F238E27FC236}">
                  <a16:creationId xmlns:a16="http://schemas.microsoft.com/office/drawing/2014/main" id="{843E19DB-B042-4210-8A81-41894EFA42D7}"/>
                </a:ext>
              </a:extLst>
            </p:cNvPr>
            <p:cNvSpPr>
              <a:spLocks noChangeArrowheads="1"/>
            </p:cNvSpPr>
            <p:nvPr/>
          </p:nvSpPr>
          <p:spPr bwMode="auto">
            <a:xfrm>
              <a:off x="2409563" y="3658369"/>
              <a:ext cx="214149" cy="28770"/>
            </a:xfrm>
            <a:prstGeom prst="rect">
              <a:avLst/>
            </a:prstGeom>
            <a:solidFill>
              <a:srgbClr val="CC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2" name="Rectangle 111">
              <a:extLst>
                <a:ext uri="{FF2B5EF4-FFF2-40B4-BE49-F238E27FC236}">
                  <a16:creationId xmlns:a16="http://schemas.microsoft.com/office/drawing/2014/main" id="{5845E1D0-E027-4421-83F1-0C3A34BE02C5}"/>
                </a:ext>
              </a:extLst>
            </p:cNvPr>
            <p:cNvSpPr>
              <a:spLocks noChangeArrowheads="1"/>
            </p:cNvSpPr>
            <p:nvPr/>
          </p:nvSpPr>
          <p:spPr bwMode="auto">
            <a:xfrm>
              <a:off x="2371907" y="3610628"/>
              <a:ext cx="808077" cy="314714"/>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3" name="Rectangle 106">
              <a:extLst>
                <a:ext uri="{FF2B5EF4-FFF2-40B4-BE49-F238E27FC236}">
                  <a16:creationId xmlns:a16="http://schemas.microsoft.com/office/drawing/2014/main" id="{DED65760-715E-49D7-ADF9-4CE41D064FD6}"/>
                </a:ext>
              </a:extLst>
            </p:cNvPr>
            <p:cNvSpPr>
              <a:spLocks noChangeArrowheads="1"/>
            </p:cNvSpPr>
            <p:nvPr/>
          </p:nvSpPr>
          <p:spPr bwMode="auto">
            <a:xfrm>
              <a:off x="2410907" y="3755924"/>
              <a:ext cx="214149" cy="28770"/>
            </a:xfrm>
            <a:prstGeom prst="rect">
              <a:avLst/>
            </a:prstGeom>
            <a:solidFill>
              <a:srgbClr val="00B0F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4" name="Rectangle 106">
              <a:extLst>
                <a:ext uri="{FF2B5EF4-FFF2-40B4-BE49-F238E27FC236}">
                  <a16:creationId xmlns:a16="http://schemas.microsoft.com/office/drawing/2014/main" id="{F0C2CFCC-43EE-4EF4-9F06-CC00EB74F457}"/>
                </a:ext>
              </a:extLst>
            </p:cNvPr>
            <p:cNvSpPr>
              <a:spLocks noChangeArrowheads="1"/>
            </p:cNvSpPr>
            <p:nvPr/>
          </p:nvSpPr>
          <p:spPr bwMode="auto">
            <a:xfrm>
              <a:off x="2412250" y="3855864"/>
              <a:ext cx="214149" cy="28770"/>
            </a:xfrm>
            <a:prstGeom prst="rect">
              <a:avLst/>
            </a:prstGeom>
            <a:solidFill>
              <a:srgbClr val="00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5" name="Rectangle 105">
              <a:extLst>
                <a:ext uri="{FF2B5EF4-FFF2-40B4-BE49-F238E27FC236}">
                  <a16:creationId xmlns:a16="http://schemas.microsoft.com/office/drawing/2014/main" id="{08D4C2A1-9FFC-4650-8D01-905F7A76680E}"/>
                </a:ext>
              </a:extLst>
            </p:cNvPr>
            <p:cNvSpPr>
              <a:spLocks noChangeArrowheads="1"/>
            </p:cNvSpPr>
            <p:nvPr/>
          </p:nvSpPr>
          <p:spPr bwMode="auto">
            <a:xfrm>
              <a:off x="2650522" y="3711584"/>
              <a:ext cx="44242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700" dirty="0">
                  <a:solidFill>
                    <a:srgbClr val="000000"/>
                  </a:solidFill>
                  <a:latin typeface="helvetica" panose="020B0604020202020204" pitchFamily="34" charset="0"/>
                  <a:cs typeface="helvetica" panose="020B0604020202020204" pitchFamily="34" charset="0"/>
                </a:rPr>
                <a:t>2</a:t>
              </a:r>
              <a:r>
                <a:rPr lang="en-US" altLang="ko-KR" sz="700" baseline="30000" dirty="0">
                  <a:solidFill>
                    <a:srgbClr val="000000"/>
                  </a:solidFill>
                  <a:latin typeface="helvetica" panose="020B0604020202020204" pitchFamily="34" charset="0"/>
                  <a:cs typeface="helvetica" panose="020B0604020202020204" pitchFamily="34" charset="0"/>
                </a:rPr>
                <a:t>nd</a:t>
              </a:r>
              <a:r>
                <a:rPr lang="en-US" altLang="ko-KR" sz="700" dirty="0">
                  <a:solidFill>
                    <a:srgbClr val="000000"/>
                  </a:solidFill>
                  <a:latin typeface="helvetica" panose="020B0604020202020204" pitchFamily="34" charset="0"/>
                  <a:cs typeface="helvetica" panose="020B0604020202020204" pitchFamily="34" charset="0"/>
                </a:rPr>
                <a:t> </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S-SOFI</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16" name="Rectangle 105">
              <a:extLst>
                <a:ext uri="{FF2B5EF4-FFF2-40B4-BE49-F238E27FC236}">
                  <a16:creationId xmlns:a16="http://schemas.microsoft.com/office/drawing/2014/main" id="{A651D3D1-4245-4A8C-809C-511AB66EB267}"/>
                </a:ext>
              </a:extLst>
            </p:cNvPr>
            <p:cNvSpPr>
              <a:spLocks noChangeArrowheads="1"/>
            </p:cNvSpPr>
            <p:nvPr/>
          </p:nvSpPr>
          <p:spPr bwMode="auto">
            <a:xfrm>
              <a:off x="2647623" y="3812689"/>
              <a:ext cx="50654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2</a:t>
              </a:r>
              <a:r>
                <a:rPr kumimoji="0" lang="en-US" altLang="ko-KR" sz="700" b="0" i="0" u="none" strike="noStrike" cap="none" normalizeH="0" baseline="30000" dirty="0">
                  <a:ln>
                    <a:noFill/>
                  </a:ln>
                  <a:solidFill>
                    <a:srgbClr val="000000"/>
                  </a:solidFill>
                  <a:effectLst/>
                  <a:latin typeface="helvetica" panose="020B0604020202020204" pitchFamily="34" charset="0"/>
                  <a:cs typeface="helvetica" panose="020B0604020202020204" pitchFamily="34" charset="0"/>
                </a:rPr>
                <a:t>nd</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NS-SOFI</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17" name="Rectangle 104">
              <a:extLst>
                <a:ext uri="{FF2B5EF4-FFF2-40B4-BE49-F238E27FC236}">
                  <a16:creationId xmlns:a16="http://schemas.microsoft.com/office/drawing/2014/main" id="{4E0AB3B5-5B80-4C91-B5B9-56990BF36EEF}"/>
                </a:ext>
              </a:extLst>
            </p:cNvPr>
            <p:cNvSpPr>
              <a:spLocks noChangeArrowheads="1"/>
            </p:cNvSpPr>
            <p:nvPr/>
          </p:nvSpPr>
          <p:spPr bwMode="auto">
            <a:xfrm>
              <a:off x="5325439" y="3641363"/>
              <a:ext cx="300759" cy="5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8" name="Rectangle 105">
              <a:extLst>
                <a:ext uri="{FF2B5EF4-FFF2-40B4-BE49-F238E27FC236}">
                  <a16:creationId xmlns:a16="http://schemas.microsoft.com/office/drawing/2014/main" id="{82F2BACC-6E5E-4141-83ED-ADA97C7E3B57}"/>
                </a:ext>
              </a:extLst>
            </p:cNvPr>
            <p:cNvSpPr>
              <a:spLocks noChangeArrowheads="1"/>
            </p:cNvSpPr>
            <p:nvPr/>
          </p:nvSpPr>
          <p:spPr bwMode="auto">
            <a:xfrm>
              <a:off x="5240018" y="3620550"/>
              <a:ext cx="37421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Mean</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19" name="Rectangle 106">
              <a:extLst>
                <a:ext uri="{FF2B5EF4-FFF2-40B4-BE49-F238E27FC236}">
                  <a16:creationId xmlns:a16="http://schemas.microsoft.com/office/drawing/2014/main" id="{E1280400-F3EA-4E65-A037-892BCC1DFDB8}"/>
                </a:ext>
              </a:extLst>
            </p:cNvPr>
            <p:cNvSpPr>
              <a:spLocks noChangeArrowheads="1"/>
            </p:cNvSpPr>
            <p:nvPr/>
          </p:nvSpPr>
          <p:spPr bwMode="auto">
            <a:xfrm>
              <a:off x="5001234" y="3663132"/>
              <a:ext cx="214149" cy="28770"/>
            </a:xfrm>
            <a:prstGeom prst="rect">
              <a:avLst/>
            </a:prstGeom>
            <a:solidFill>
              <a:srgbClr val="CC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0" name="Rectangle 111">
              <a:extLst>
                <a:ext uri="{FF2B5EF4-FFF2-40B4-BE49-F238E27FC236}">
                  <a16:creationId xmlns:a16="http://schemas.microsoft.com/office/drawing/2014/main" id="{69C77820-1A7C-4784-9F4F-0FD51CB697BB}"/>
                </a:ext>
              </a:extLst>
            </p:cNvPr>
            <p:cNvSpPr>
              <a:spLocks noChangeArrowheads="1"/>
            </p:cNvSpPr>
            <p:nvPr/>
          </p:nvSpPr>
          <p:spPr bwMode="auto">
            <a:xfrm>
              <a:off x="4967473" y="3615391"/>
              <a:ext cx="782235" cy="314714"/>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1" name="Rectangle 106">
              <a:extLst>
                <a:ext uri="{FF2B5EF4-FFF2-40B4-BE49-F238E27FC236}">
                  <a16:creationId xmlns:a16="http://schemas.microsoft.com/office/drawing/2014/main" id="{910BF4AC-ED15-4BFC-87AC-9857FC71C3F8}"/>
                </a:ext>
              </a:extLst>
            </p:cNvPr>
            <p:cNvSpPr>
              <a:spLocks noChangeArrowheads="1"/>
            </p:cNvSpPr>
            <p:nvPr/>
          </p:nvSpPr>
          <p:spPr bwMode="auto">
            <a:xfrm>
              <a:off x="5002578" y="3760687"/>
              <a:ext cx="214149" cy="28770"/>
            </a:xfrm>
            <a:prstGeom prst="rect">
              <a:avLst/>
            </a:prstGeom>
            <a:solidFill>
              <a:srgbClr val="FFC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2" name="Rectangle 106">
              <a:extLst>
                <a:ext uri="{FF2B5EF4-FFF2-40B4-BE49-F238E27FC236}">
                  <a16:creationId xmlns:a16="http://schemas.microsoft.com/office/drawing/2014/main" id="{8E8B4A9E-4998-45F7-BABD-5376CEF60089}"/>
                </a:ext>
              </a:extLst>
            </p:cNvPr>
            <p:cNvSpPr>
              <a:spLocks noChangeArrowheads="1"/>
            </p:cNvSpPr>
            <p:nvPr/>
          </p:nvSpPr>
          <p:spPr bwMode="auto">
            <a:xfrm>
              <a:off x="5003921" y="3860627"/>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3" name="Rectangle 105">
              <a:extLst>
                <a:ext uri="{FF2B5EF4-FFF2-40B4-BE49-F238E27FC236}">
                  <a16:creationId xmlns:a16="http://schemas.microsoft.com/office/drawing/2014/main" id="{AE0A26A2-8945-4B85-9F09-0F79F6A81CC1}"/>
                </a:ext>
              </a:extLst>
            </p:cNvPr>
            <p:cNvSpPr>
              <a:spLocks noChangeArrowheads="1"/>
            </p:cNvSpPr>
            <p:nvPr/>
          </p:nvSpPr>
          <p:spPr bwMode="auto">
            <a:xfrm>
              <a:off x="5242193" y="3716347"/>
              <a:ext cx="42800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700" dirty="0">
                  <a:solidFill>
                    <a:srgbClr val="000000"/>
                  </a:solidFill>
                  <a:latin typeface="helvetica" panose="020B0604020202020204" pitchFamily="34" charset="0"/>
                  <a:cs typeface="helvetica" panose="020B0604020202020204" pitchFamily="34" charset="0"/>
                </a:rPr>
                <a:t>3</a:t>
              </a:r>
              <a:r>
                <a:rPr lang="en-US" altLang="ko-KR" sz="700" baseline="30000" dirty="0">
                  <a:solidFill>
                    <a:srgbClr val="000000"/>
                  </a:solidFill>
                  <a:latin typeface="helvetica" panose="020B0604020202020204" pitchFamily="34" charset="0"/>
                  <a:cs typeface="helvetica" panose="020B0604020202020204" pitchFamily="34" charset="0"/>
                </a:rPr>
                <a:t>rd</a:t>
              </a:r>
              <a:r>
                <a:rPr lang="en-US" altLang="ko-KR" sz="700" dirty="0">
                  <a:solidFill>
                    <a:srgbClr val="000000"/>
                  </a:solidFill>
                  <a:latin typeface="helvetica" panose="020B0604020202020204" pitchFamily="34" charset="0"/>
                  <a:cs typeface="helvetica" panose="020B0604020202020204" pitchFamily="34" charset="0"/>
                </a:rPr>
                <a:t> </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S-SOFI</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24" name="Rectangle 105">
              <a:extLst>
                <a:ext uri="{FF2B5EF4-FFF2-40B4-BE49-F238E27FC236}">
                  <a16:creationId xmlns:a16="http://schemas.microsoft.com/office/drawing/2014/main" id="{856E8970-FB88-485D-B697-7496A3510531}"/>
                </a:ext>
              </a:extLst>
            </p:cNvPr>
            <p:cNvSpPr>
              <a:spLocks noChangeArrowheads="1"/>
            </p:cNvSpPr>
            <p:nvPr/>
          </p:nvSpPr>
          <p:spPr bwMode="auto">
            <a:xfrm>
              <a:off x="5239294" y="3817452"/>
              <a:ext cx="49212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3</a:t>
              </a:r>
              <a:r>
                <a:rPr kumimoji="0" lang="en-US" altLang="ko-KR" sz="700" b="0" i="0" u="none" strike="noStrike" cap="none" normalizeH="0" baseline="30000" dirty="0">
                  <a:ln>
                    <a:noFill/>
                  </a:ln>
                  <a:solidFill>
                    <a:srgbClr val="000000"/>
                  </a:solidFill>
                  <a:effectLst/>
                  <a:latin typeface="helvetica" panose="020B0604020202020204" pitchFamily="34" charset="0"/>
                  <a:cs typeface="helvetica" panose="020B0604020202020204" pitchFamily="34" charset="0"/>
                </a:rPr>
                <a:t>rd</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NS-SOFI</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25" name="Rectangle 21">
              <a:extLst>
                <a:ext uri="{FF2B5EF4-FFF2-40B4-BE49-F238E27FC236}">
                  <a16:creationId xmlns:a16="http://schemas.microsoft.com/office/drawing/2014/main" id="{E517B22A-FF38-47CF-B587-D81EE76F0B55}"/>
                </a:ext>
              </a:extLst>
            </p:cNvPr>
            <p:cNvSpPr>
              <a:spLocks noChangeArrowheads="1"/>
            </p:cNvSpPr>
            <p:nvPr/>
          </p:nvSpPr>
          <p:spPr bwMode="auto">
            <a:xfrm rot="16200000">
              <a:off x="2704675" y="4501345"/>
              <a:ext cx="178389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lang="en-US" altLang="ko-KR" sz="1200" dirty="0" err="1">
                  <a:solidFill>
                    <a:srgbClr val="262626"/>
                  </a:solidFill>
                  <a:latin typeface="helvetica" panose="020B0604020202020204" pitchFamily="34" charset="0"/>
                  <a:cs typeface="helvetica" panose="020B0604020202020204" pitchFamily="34" charset="0"/>
                </a:rPr>
                <a:t>a.u</a:t>
              </a:r>
              <a:r>
                <a:rPr lang="en-US" altLang="ko-KR" sz="1200" dirty="0">
                  <a:solidFill>
                    <a:srgbClr val="262626"/>
                  </a:solidFill>
                  <a:latin typeface="helvetica" panose="020B0604020202020204" pitchFamily="34" charset="0"/>
                  <a:cs typeface="helvetica" panose="020B0604020202020204" pitchFamily="34" charset="0"/>
                </a:rPr>
                <a:t>.)</a:t>
              </a: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26" name="Line 888">
              <a:extLst>
                <a:ext uri="{FF2B5EF4-FFF2-40B4-BE49-F238E27FC236}">
                  <a16:creationId xmlns:a16="http://schemas.microsoft.com/office/drawing/2014/main" id="{24B0BF24-0DC3-4DF1-8CD5-39B34B4AC706}"/>
                </a:ext>
              </a:extLst>
            </p:cNvPr>
            <p:cNvSpPr>
              <a:spLocks noChangeShapeType="1"/>
            </p:cNvSpPr>
            <p:nvPr/>
          </p:nvSpPr>
          <p:spPr bwMode="auto">
            <a:xfrm flipV="1">
              <a:off x="1684532" y="5580979"/>
              <a:ext cx="0" cy="15326"/>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7" name="Line 888">
              <a:extLst>
                <a:ext uri="{FF2B5EF4-FFF2-40B4-BE49-F238E27FC236}">
                  <a16:creationId xmlns:a16="http://schemas.microsoft.com/office/drawing/2014/main" id="{649D265F-B230-43E7-B6BB-95F98616984D}"/>
                </a:ext>
              </a:extLst>
            </p:cNvPr>
            <p:cNvSpPr>
              <a:spLocks noChangeShapeType="1"/>
            </p:cNvSpPr>
            <p:nvPr/>
          </p:nvSpPr>
          <p:spPr bwMode="auto">
            <a:xfrm flipV="1">
              <a:off x="2298894" y="5580979"/>
              <a:ext cx="0" cy="15326"/>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8" name="Line 888">
              <a:extLst>
                <a:ext uri="{FF2B5EF4-FFF2-40B4-BE49-F238E27FC236}">
                  <a16:creationId xmlns:a16="http://schemas.microsoft.com/office/drawing/2014/main" id="{4215DBBF-F167-409D-A5B3-4FE80A1253FE}"/>
                </a:ext>
              </a:extLst>
            </p:cNvPr>
            <p:cNvSpPr>
              <a:spLocks noChangeShapeType="1"/>
            </p:cNvSpPr>
            <p:nvPr/>
          </p:nvSpPr>
          <p:spPr bwMode="auto">
            <a:xfrm flipV="1">
              <a:off x="2913256" y="5580979"/>
              <a:ext cx="0" cy="15326"/>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9" name="Rectangle 892">
              <a:extLst>
                <a:ext uri="{FF2B5EF4-FFF2-40B4-BE49-F238E27FC236}">
                  <a16:creationId xmlns:a16="http://schemas.microsoft.com/office/drawing/2014/main" id="{51F90BBA-0409-4A90-A766-1D0884F0621A}"/>
                </a:ext>
              </a:extLst>
            </p:cNvPr>
            <p:cNvSpPr>
              <a:spLocks noChangeArrowheads="1"/>
            </p:cNvSpPr>
            <p:nvPr/>
          </p:nvSpPr>
          <p:spPr bwMode="auto">
            <a:xfrm>
              <a:off x="1565747"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30" name="Rectangle 892">
              <a:extLst>
                <a:ext uri="{FF2B5EF4-FFF2-40B4-BE49-F238E27FC236}">
                  <a16:creationId xmlns:a16="http://schemas.microsoft.com/office/drawing/2014/main" id="{8779CD50-52EF-4B72-9EC0-AD470E91C47E}"/>
                </a:ext>
              </a:extLst>
            </p:cNvPr>
            <p:cNvSpPr>
              <a:spLocks noChangeArrowheads="1"/>
            </p:cNvSpPr>
            <p:nvPr/>
          </p:nvSpPr>
          <p:spPr bwMode="auto">
            <a:xfrm>
              <a:off x="2270430" y="5639385"/>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31" name="Rectangle 892">
              <a:extLst>
                <a:ext uri="{FF2B5EF4-FFF2-40B4-BE49-F238E27FC236}">
                  <a16:creationId xmlns:a16="http://schemas.microsoft.com/office/drawing/2014/main" id="{261C121C-0D08-40D7-A8AE-8E9CA66EFA2C}"/>
                </a:ext>
              </a:extLst>
            </p:cNvPr>
            <p:cNvSpPr>
              <a:spLocks noChangeArrowheads="1"/>
            </p:cNvSpPr>
            <p:nvPr/>
          </p:nvSpPr>
          <p:spPr bwMode="auto">
            <a:xfrm>
              <a:off x="2827957"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32" name="Line 916">
              <a:extLst>
                <a:ext uri="{FF2B5EF4-FFF2-40B4-BE49-F238E27FC236}">
                  <a16:creationId xmlns:a16="http://schemas.microsoft.com/office/drawing/2014/main" id="{9BFC0DED-A16E-4EB4-A61E-6D5190DCD305}"/>
                </a:ext>
              </a:extLst>
            </p:cNvPr>
            <p:cNvSpPr>
              <a:spLocks noChangeShapeType="1"/>
            </p:cNvSpPr>
            <p:nvPr/>
          </p:nvSpPr>
          <p:spPr bwMode="auto">
            <a:xfrm flipV="1">
              <a:off x="4260560" y="5596304"/>
              <a:ext cx="0" cy="15329"/>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3" name="Rectangle 920">
              <a:extLst>
                <a:ext uri="{FF2B5EF4-FFF2-40B4-BE49-F238E27FC236}">
                  <a16:creationId xmlns:a16="http://schemas.microsoft.com/office/drawing/2014/main" id="{463034F9-3B00-4B91-94FC-22E36A6EF78D}"/>
                </a:ext>
              </a:extLst>
            </p:cNvPr>
            <p:cNvSpPr>
              <a:spLocks noChangeArrowheads="1"/>
            </p:cNvSpPr>
            <p:nvPr/>
          </p:nvSpPr>
          <p:spPr bwMode="auto">
            <a:xfrm>
              <a:off x="4140170" y="5639385"/>
              <a:ext cx="1987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a:t>
              </a: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34" name="Rectangle 920">
              <a:extLst>
                <a:ext uri="{FF2B5EF4-FFF2-40B4-BE49-F238E27FC236}">
                  <a16:creationId xmlns:a16="http://schemas.microsoft.com/office/drawing/2014/main" id="{C9E17383-CC64-4781-A4AC-E89D23F8D420}"/>
                </a:ext>
              </a:extLst>
            </p:cNvPr>
            <p:cNvSpPr>
              <a:spLocks noChangeArrowheads="1"/>
            </p:cNvSpPr>
            <p:nvPr/>
          </p:nvSpPr>
          <p:spPr bwMode="auto">
            <a:xfrm>
              <a:off x="4850707" y="5639385"/>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9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35" name="Rectangle 920">
              <a:extLst>
                <a:ext uri="{FF2B5EF4-FFF2-40B4-BE49-F238E27FC236}">
                  <a16:creationId xmlns:a16="http://schemas.microsoft.com/office/drawing/2014/main" id="{CBEEB461-A33A-49A6-9E8F-28622AE5515A}"/>
                </a:ext>
              </a:extLst>
            </p:cNvPr>
            <p:cNvSpPr>
              <a:spLocks noChangeArrowheads="1"/>
            </p:cNvSpPr>
            <p:nvPr/>
          </p:nvSpPr>
          <p:spPr bwMode="auto">
            <a:xfrm>
              <a:off x="5398550" y="5639385"/>
              <a:ext cx="16030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r>
                <a:rPr kumimoji="0" lang="en-US" altLang="ko-KR" sz="9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36" name="Line 916">
              <a:extLst>
                <a:ext uri="{FF2B5EF4-FFF2-40B4-BE49-F238E27FC236}">
                  <a16:creationId xmlns:a16="http://schemas.microsoft.com/office/drawing/2014/main" id="{1DDFA607-3E95-4AF9-8DBC-4E75A9166C3B}"/>
                </a:ext>
              </a:extLst>
            </p:cNvPr>
            <p:cNvSpPr>
              <a:spLocks noChangeShapeType="1"/>
            </p:cNvSpPr>
            <p:nvPr/>
          </p:nvSpPr>
          <p:spPr bwMode="auto">
            <a:xfrm flipV="1">
              <a:off x="4880389" y="5596302"/>
              <a:ext cx="0" cy="15331"/>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7" name="Line 916">
              <a:extLst>
                <a:ext uri="{FF2B5EF4-FFF2-40B4-BE49-F238E27FC236}">
                  <a16:creationId xmlns:a16="http://schemas.microsoft.com/office/drawing/2014/main" id="{C0282EB2-3A4C-43E0-BD0D-250AB5FEBF65}"/>
                </a:ext>
              </a:extLst>
            </p:cNvPr>
            <p:cNvSpPr>
              <a:spLocks noChangeShapeType="1"/>
            </p:cNvSpPr>
            <p:nvPr/>
          </p:nvSpPr>
          <p:spPr bwMode="auto">
            <a:xfrm flipV="1">
              <a:off x="5473146" y="5596301"/>
              <a:ext cx="0" cy="15335"/>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8" name="Line 914">
              <a:extLst>
                <a:ext uri="{FF2B5EF4-FFF2-40B4-BE49-F238E27FC236}">
                  <a16:creationId xmlns:a16="http://schemas.microsoft.com/office/drawing/2014/main" id="{3F56247B-2C5F-426A-A9E1-045B6B9E0400}"/>
                </a:ext>
              </a:extLst>
            </p:cNvPr>
            <p:cNvSpPr>
              <a:spLocks noChangeShapeType="1"/>
            </p:cNvSpPr>
            <p:nvPr/>
          </p:nvSpPr>
          <p:spPr bwMode="auto">
            <a:xfrm>
              <a:off x="3952403" y="5614810"/>
              <a:ext cx="1824441"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9" name="Line 886">
              <a:extLst>
                <a:ext uri="{FF2B5EF4-FFF2-40B4-BE49-F238E27FC236}">
                  <a16:creationId xmlns:a16="http://schemas.microsoft.com/office/drawing/2014/main" id="{5A01FEA0-240C-45F9-B150-7FBDFCA61D7D}"/>
                </a:ext>
              </a:extLst>
            </p:cNvPr>
            <p:cNvSpPr>
              <a:spLocks noChangeShapeType="1"/>
            </p:cNvSpPr>
            <p:nvPr/>
          </p:nvSpPr>
          <p:spPr bwMode="auto">
            <a:xfrm>
              <a:off x="1385116" y="5596307"/>
              <a:ext cx="1841889" cy="0"/>
            </a:xfrm>
            <a:prstGeom prst="line">
              <a:avLst/>
            </a:prstGeom>
            <a:noFill/>
            <a:ln w="11113">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3177764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BC11D5AB-CC8D-477A-9652-7B2F5400935F}"/>
              </a:ext>
            </a:extLst>
          </p:cNvPr>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pic>
        <p:nvPicPr>
          <p:cNvPr id="555" name="그림 554">
            <a:extLst>
              <a:ext uri="{FF2B5EF4-FFF2-40B4-BE49-F238E27FC236}">
                <a16:creationId xmlns:a16="http://schemas.microsoft.com/office/drawing/2014/main" id="{6DAE9045-C215-492D-B43B-FB77F6AA9E7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634" t="8129" r="7462" b="5414"/>
          <a:stretch/>
        </p:blipFill>
        <p:spPr>
          <a:xfrm>
            <a:off x="7073332" y="787701"/>
            <a:ext cx="2586446" cy="3683726"/>
          </a:xfrm>
          <a:prstGeom prst="rect">
            <a:avLst/>
          </a:prstGeom>
        </p:spPr>
      </p:pic>
      <p:sp>
        <p:nvSpPr>
          <p:cNvPr id="557" name="타원 556">
            <a:extLst>
              <a:ext uri="{FF2B5EF4-FFF2-40B4-BE49-F238E27FC236}">
                <a16:creationId xmlns:a16="http://schemas.microsoft.com/office/drawing/2014/main" id="{27474A92-D7B9-4651-A61A-870B215D5A24}"/>
              </a:ext>
            </a:extLst>
          </p:cNvPr>
          <p:cNvSpPr/>
          <p:nvPr/>
        </p:nvSpPr>
        <p:spPr>
          <a:xfrm>
            <a:off x="7405284" y="2616051"/>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Arial" panose="020B0604020202020204" pitchFamily="34" charset="0"/>
                <a:cs typeface="Arial" panose="020B0604020202020204" pitchFamily="34" charset="0"/>
              </a:rPr>
              <a:t>2</a:t>
            </a:r>
            <a:endParaRPr lang="ko-KR" altLang="en-US" sz="1200" dirty="0">
              <a:solidFill>
                <a:schemeClr val="tx1"/>
              </a:solidFill>
              <a:latin typeface="Arial" panose="020B0604020202020204" pitchFamily="34" charset="0"/>
              <a:cs typeface="Arial" panose="020B0604020202020204" pitchFamily="34" charset="0"/>
            </a:endParaRPr>
          </a:p>
        </p:txBody>
      </p:sp>
      <p:sp>
        <p:nvSpPr>
          <p:cNvPr id="558" name="타원 557">
            <a:extLst>
              <a:ext uri="{FF2B5EF4-FFF2-40B4-BE49-F238E27FC236}">
                <a16:creationId xmlns:a16="http://schemas.microsoft.com/office/drawing/2014/main" id="{F963E786-57A5-4C10-AF34-A9202CAE55DD}"/>
              </a:ext>
            </a:extLst>
          </p:cNvPr>
          <p:cNvSpPr/>
          <p:nvPr/>
        </p:nvSpPr>
        <p:spPr>
          <a:xfrm>
            <a:off x="7405063" y="899153"/>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Arial" panose="020B0604020202020204" pitchFamily="34" charset="0"/>
                <a:cs typeface="Arial" panose="020B0604020202020204" pitchFamily="34" charset="0"/>
              </a:rPr>
              <a:t>3</a:t>
            </a:r>
            <a:endParaRPr lang="ko-KR" altLang="en-US" sz="1200" dirty="0">
              <a:solidFill>
                <a:schemeClr val="tx1"/>
              </a:solidFill>
              <a:latin typeface="Arial" panose="020B0604020202020204" pitchFamily="34" charset="0"/>
              <a:cs typeface="Arial" panose="020B0604020202020204" pitchFamily="34" charset="0"/>
            </a:endParaRPr>
          </a:p>
        </p:txBody>
      </p:sp>
      <p:cxnSp>
        <p:nvCxnSpPr>
          <p:cNvPr id="559" name="직선 연결선 558">
            <a:extLst>
              <a:ext uri="{FF2B5EF4-FFF2-40B4-BE49-F238E27FC236}">
                <a16:creationId xmlns:a16="http://schemas.microsoft.com/office/drawing/2014/main" id="{B5B3AB6A-917A-48E3-B456-41A0AE205045}"/>
              </a:ext>
            </a:extLst>
          </p:cNvPr>
          <p:cNvCxnSpPr/>
          <p:nvPr/>
        </p:nvCxnSpPr>
        <p:spPr>
          <a:xfrm>
            <a:off x="8986618" y="3651093"/>
            <a:ext cx="0" cy="6233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직선 연결선 559">
            <a:extLst>
              <a:ext uri="{FF2B5EF4-FFF2-40B4-BE49-F238E27FC236}">
                <a16:creationId xmlns:a16="http://schemas.microsoft.com/office/drawing/2014/main" id="{D3A61C71-B3CF-4CE7-B368-CE2DFBC01C0B}"/>
              </a:ext>
            </a:extLst>
          </p:cNvPr>
          <p:cNvCxnSpPr/>
          <p:nvPr/>
        </p:nvCxnSpPr>
        <p:spPr>
          <a:xfrm>
            <a:off x="9131556" y="3646330"/>
            <a:ext cx="0" cy="6233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직선 화살표 연결선 560">
            <a:extLst>
              <a:ext uri="{FF2B5EF4-FFF2-40B4-BE49-F238E27FC236}">
                <a16:creationId xmlns:a16="http://schemas.microsoft.com/office/drawing/2014/main" id="{55FC0393-BC04-44F5-8D9C-F17C78B8763A}"/>
              </a:ext>
            </a:extLst>
          </p:cNvPr>
          <p:cNvCxnSpPr/>
          <p:nvPr/>
        </p:nvCxnSpPr>
        <p:spPr>
          <a:xfrm>
            <a:off x="8791109" y="4055482"/>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2" name="직선 화살표 연결선 561">
            <a:extLst>
              <a:ext uri="{FF2B5EF4-FFF2-40B4-BE49-F238E27FC236}">
                <a16:creationId xmlns:a16="http://schemas.microsoft.com/office/drawing/2014/main" id="{AEBBD61C-BC83-453E-9FFD-058FAC06EE49}"/>
              </a:ext>
            </a:extLst>
          </p:cNvPr>
          <p:cNvCxnSpPr/>
          <p:nvPr/>
        </p:nvCxnSpPr>
        <p:spPr>
          <a:xfrm flipH="1">
            <a:off x="9148100" y="4055482"/>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3" name="직선 연결선 562">
            <a:extLst>
              <a:ext uri="{FF2B5EF4-FFF2-40B4-BE49-F238E27FC236}">
                <a16:creationId xmlns:a16="http://schemas.microsoft.com/office/drawing/2014/main" id="{4E291E5A-9937-455F-AC3D-420BB5E4C151}"/>
              </a:ext>
            </a:extLst>
          </p:cNvPr>
          <p:cNvCxnSpPr/>
          <p:nvPr/>
        </p:nvCxnSpPr>
        <p:spPr>
          <a:xfrm>
            <a:off x="8409548" y="2138413"/>
            <a:ext cx="0" cy="4387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4" name="직선 연결선 563">
            <a:extLst>
              <a:ext uri="{FF2B5EF4-FFF2-40B4-BE49-F238E27FC236}">
                <a16:creationId xmlns:a16="http://schemas.microsoft.com/office/drawing/2014/main" id="{E534B02F-97D2-4376-ABE9-10248088FD6E}"/>
              </a:ext>
            </a:extLst>
          </p:cNvPr>
          <p:cNvCxnSpPr/>
          <p:nvPr/>
        </p:nvCxnSpPr>
        <p:spPr>
          <a:xfrm>
            <a:off x="8478600" y="2138413"/>
            <a:ext cx="0" cy="4387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직선 화살표 연결선 564">
            <a:extLst>
              <a:ext uri="{FF2B5EF4-FFF2-40B4-BE49-F238E27FC236}">
                <a16:creationId xmlns:a16="http://schemas.microsoft.com/office/drawing/2014/main" id="{E8DC021B-C6D8-4EC5-91D5-DA23E59F052B}"/>
              </a:ext>
            </a:extLst>
          </p:cNvPr>
          <p:cNvCxnSpPr/>
          <p:nvPr/>
        </p:nvCxnSpPr>
        <p:spPr>
          <a:xfrm>
            <a:off x="8217857" y="2230844"/>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6" name="직선 화살표 연결선 565">
            <a:extLst>
              <a:ext uri="{FF2B5EF4-FFF2-40B4-BE49-F238E27FC236}">
                <a16:creationId xmlns:a16="http://schemas.microsoft.com/office/drawing/2014/main" id="{F49AAB62-2FDF-4C45-BDB4-2FD99897F16D}"/>
              </a:ext>
            </a:extLst>
          </p:cNvPr>
          <p:cNvCxnSpPr/>
          <p:nvPr/>
        </p:nvCxnSpPr>
        <p:spPr>
          <a:xfrm flipH="1">
            <a:off x="8491697" y="2230844"/>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7" name="직선 연결선 566">
            <a:extLst>
              <a:ext uri="{FF2B5EF4-FFF2-40B4-BE49-F238E27FC236}">
                <a16:creationId xmlns:a16="http://schemas.microsoft.com/office/drawing/2014/main" id="{DB270E48-9097-4747-A1AA-8B83CB3E2F83}"/>
              </a:ext>
            </a:extLst>
          </p:cNvPr>
          <p:cNvCxnSpPr/>
          <p:nvPr/>
        </p:nvCxnSpPr>
        <p:spPr>
          <a:xfrm>
            <a:off x="8029291" y="1181648"/>
            <a:ext cx="0" cy="5318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8" name="직선 연결선 567">
            <a:extLst>
              <a:ext uri="{FF2B5EF4-FFF2-40B4-BE49-F238E27FC236}">
                <a16:creationId xmlns:a16="http://schemas.microsoft.com/office/drawing/2014/main" id="{60E37AA7-D37A-40A2-ABD8-BF4EEDDCBA1E}"/>
              </a:ext>
            </a:extLst>
          </p:cNvPr>
          <p:cNvCxnSpPr/>
          <p:nvPr/>
        </p:nvCxnSpPr>
        <p:spPr>
          <a:xfrm>
            <a:off x="8103148" y="1181515"/>
            <a:ext cx="0" cy="5318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직선 화살표 연결선 568">
            <a:extLst>
              <a:ext uri="{FF2B5EF4-FFF2-40B4-BE49-F238E27FC236}">
                <a16:creationId xmlns:a16="http://schemas.microsoft.com/office/drawing/2014/main" id="{6CF1F13A-4C49-4BD7-91E7-C899E0ADAA99}"/>
              </a:ext>
            </a:extLst>
          </p:cNvPr>
          <p:cNvCxnSpPr/>
          <p:nvPr/>
        </p:nvCxnSpPr>
        <p:spPr>
          <a:xfrm>
            <a:off x="7878397" y="1226608"/>
            <a:ext cx="15229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0" name="TextBox 569">
            <a:extLst>
              <a:ext uri="{FF2B5EF4-FFF2-40B4-BE49-F238E27FC236}">
                <a16:creationId xmlns:a16="http://schemas.microsoft.com/office/drawing/2014/main" id="{FCCAF030-392A-41C5-A8B4-DD6080BA56AE}"/>
              </a:ext>
            </a:extLst>
          </p:cNvPr>
          <p:cNvSpPr txBox="1"/>
          <p:nvPr/>
        </p:nvSpPr>
        <p:spPr>
          <a:xfrm>
            <a:off x="8277548" y="3991195"/>
            <a:ext cx="485710" cy="123111"/>
          </a:xfrm>
          <a:prstGeom prst="rect">
            <a:avLst/>
          </a:prstGeom>
          <a:noFill/>
        </p:spPr>
        <p:txBody>
          <a:bodyPr wrap="none" lIns="0" tIns="0" rIns="0" bIns="0" rtlCol="0">
            <a:spAutoFit/>
          </a:bodyPr>
          <a:lstStyle/>
          <a:p>
            <a:r>
              <a:rPr lang="en-US" altLang="ko-KR" sz="800" dirty="0"/>
              <a:t>732</a:t>
            </a:r>
            <a:r>
              <a:rPr lang="en-US" altLang="ko-KR" sz="800" dirty="0">
                <a:latin typeface="Times New Roman" panose="02020603050405020304" pitchFamily="18" charset="0"/>
                <a:cs typeface="Times New Roman" panose="02020603050405020304" pitchFamily="18" charset="0"/>
              </a:rPr>
              <a:t>±40 nm</a:t>
            </a:r>
            <a:endParaRPr lang="ko-KR" altLang="en-US" sz="800" dirty="0"/>
          </a:p>
        </p:txBody>
      </p:sp>
      <mc:AlternateContent xmlns:mc="http://schemas.openxmlformats.org/markup-compatibility/2006" xmlns:a14="http://schemas.microsoft.com/office/drawing/2010/main">
        <mc:Choice Requires="a14">
          <p:sp>
            <p:nvSpPr>
              <p:cNvPr id="571" name="TextBox 570">
                <a:extLst>
                  <a:ext uri="{FF2B5EF4-FFF2-40B4-BE49-F238E27FC236}">
                    <a16:creationId xmlns:a16="http://schemas.microsoft.com/office/drawing/2014/main" id="{15B46F17-93A2-47BF-BFF9-B6A27E48299F}"/>
                  </a:ext>
                </a:extLst>
              </p:cNvPr>
              <p:cNvSpPr txBox="1"/>
              <p:nvPr/>
            </p:nvSpPr>
            <p:spPr>
              <a:xfrm>
                <a:off x="8195900" y="1988251"/>
                <a:ext cx="508152"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ko-KR" sz="800" dirty="0"/>
                        <m:t>3</m:t>
                      </m:r>
                      <m:r>
                        <m:rPr>
                          <m:nor/>
                        </m:rPr>
                        <a:rPr lang="en-US" altLang="ko-KR" sz="800" b="0" i="0" dirty="0" smtClean="0"/>
                        <m:t>63</m:t>
                      </m:r>
                      <m:r>
                        <m:rPr>
                          <m:nor/>
                        </m:rPr>
                        <a:rPr lang="en-US" altLang="ko-KR" sz="800" dirty="0">
                          <a:latin typeface="Times New Roman" panose="02020603050405020304" pitchFamily="18" charset="0"/>
                          <a:cs typeface="Times New Roman" panose="02020603050405020304" pitchFamily="18" charset="0"/>
                        </a:rPr>
                        <m:t>±</m:t>
                      </m:r>
                      <m:r>
                        <m:rPr>
                          <m:nor/>
                        </m:rPr>
                        <a:rPr lang="en-US" altLang="ko-KR" sz="800" b="0" i="0" dirty="0" smtClean="0">
                          <a:latin typeface="Times New Roman" panose="02020603050405020304" pitchFamily="18" charset="0"/>
                          <a:cs typeface="Times New Roman" panose="02020603050405020304" pitchFamily="18" charset="0"/>
                        </a:rPr>
                        <m:t>2</m:t>
                      </m:r>
                      <m:r>
                        <m:rPr>
                          <m:nor/>
                        </m:rPr>
                        <a:rPr lang="en-US" altLang="ko-KR" sz="800" dirty="0">
                          <a:latin typeface="Times New Roman" panose="02020603050405020304" pitchFamily="18" charset="0"/>
                          <a:cs typeface="Times New Roman" panose="02020603050405020304" pitchFamily="18" charset="0"/>
                        </a:rPr>
                        <m:t>0 </m:t>
                      </m:r>
                      <m:r>
                        <m:rPr>
                          <m:nor/>
                        </m:rPr>
                        <a:rPr lang="en-US" altLang="ko-KR" sz="800" dirty="0">
                          <a:latin typeface="Times New Roman" panose="02020603050405020304" pitchFamily="18" charset="0"/>
                          <a:cs typeface="Times New Roman" panose="02020603050405020304" pitchFamily="18" charset="0"/>
                        </a:rPr>
                        <m:t>nm</m:t>
                      </m:r>
                    </m:oMath>
                  </m:oMathPara>
                </a14:m>
                <a:endParaRPr lang="ko-KR" altLang="en-US" sz="800" dirty="0"/>
              </a:p>
            </p:txBody>
          </p:sp>
        </mc:Choice>
        <mc:Fallback xmlns="">
          <p:sp>
            <p:nvSpPr>
              <p:cNvPr id="571" name="TextBox 570">
                <a:extLst>
                  <a:ext uri="{FF2B5EF4-FFF2-40B4-BE49-F238E27FC236}">
                    <a16:creationId xmlns:a16="http://schemas.microsoft.com/office/drawing/2014/main" id="{15B46F17-93A2-47BF-BFF9-B6A27E48299F}"/>
                  </a:ext>
                </a:extLst>
              </p:cNvPr>
              <p:cNvSpPr txBox="1">
                <a:spLocks noRot="1" noChangeAspect="1" noMove="1" noResize="1" noEditPoints="1" noAdjustHandles="1" noChangeArrowheads="1" noChangeShapeType="1" noTextEdit="1"/>
              </p:cNvSpPr>
              <p:nvPr/>
            </p:nvSpPr>
            <p:spPr>
              <a:xfrm>
                <a:off x="8195900" y="1988251"/>
                <a:ext cx="508152" cy="123111"/>
              </a:xfrm>
              <a:prstGeom prst="rect">
                <a:avLst/>
              </a:prstGeom>
              <a:blipFill>
                <a:blip r:embed="rId4"/>
                <a:stretch>
                  <a:fillRect l="-4762" r="-3571" b="-10000"/>
                </a:stretch>
              </a:blipFill>
            </p:spPr>
            <p:txBody>
              <a:bodyPr/>
              <a:lstStyle/>
              <a:p>
                <a:r>
                  <a:rPr lang="ko-KR" altLang="en-US">
                    <a:noFill/>
                  </a:rPr>
                  <a:t> </a:t>
                </a:r>
              </a:p>
            </p:txBody>
          </p:sp>
        </mc:Fallback>
      </mc:AlternateContent>
      <p:sp>
        <p:nvSpPr>
          <p:cNvPr id="572" name="TextBox 571">
            <a:extLst>
              <a:ext uri="{FF2B5EF4-FFF2-40B4-BE49-F238E27FC236}">
                <a16:creationId xmlns:a16="http://schemas.microsoft.com/office/drawing/2014/main" id="{51F30A20-4FDD-4F7A-8CDE-7499562A00BE}"/>
              </a:ext>
            </a:extLst>
          </p:cNvPr>
          <p:cNvSpPr txBox="1"/>
          <p:nvPr/>
        </p:nvSpPr>
        <p:spPr>
          <a:xfrm>
            <a:off x="7835352" y="1043027"/>
            <a:ext cx="485710" cy="123111"/>
          </a:xfrm>
          <a:prstGeom prst="rect">
            <a:avLst/>
          </a:prstGeom>
          <a:noFill/>
        </p:spPr>
        <p:txBody>
          <a:bodyPr wrap="none" lIns="0" tIns="0" rIns="0" bIns="0" rtlCol="0">
            <a:spAutoFit/>
          </a:bodyPr>
          <a:lstStyle/>
          <a:p>
            <a:r>
              <a:rPr lang="en-US" altLang="ko-KR" sz="800" dirty="0"/>
              <a:t>315</a:t>
            </a:r>
            <a:r>
              <a:rPr lang="en-US" altLang="ko-KR" sz="800" dirty="0">
                <a:latin typeface="Times New Roman" panose="02020603050405020304" pitchFamily="18" charset="0"/>
                <a:cs typeface="Times New Roman" panose="02020603050405020304" pitchFamily="18" charset="0"/>
              </a:rPr>
              <a:t>±10 nm</a:t>
            </a:r>
            <a:endParaRPr lang="ko-KR" altLang="en-US" sz="800" dirty="0"/>
          </a:p>
        </p:txBody>
      </p:sp>
      <p:sp>
        <p:nvSpPr>
          <p:cNvPr id="573" name="TextBox 572">
            <a:extLst>
              <a:ext uri="{FF2B5EF4-FFF2-40B4-BE49-F238E27FC236}">
                <a16:creationId xmlns:a16="http://schemas.microsoft.com/office/drawing/2014/main" id="{AB985F1B-5FBF-4213-A481-E793C91AE55B}"/>
              </a:ext>
            </a:extLst>
          </p:cNvPr>
          <p:cNvSpPr txBox="1"/>
          <p:nvPr/>
        </p:nvSpPr>
        <p:spPr>
          <a:xfrm>
            <a:off x="6832328" y="723442"/>
            <a:ext cx="288032" cy="338554"/>
          </a:xfrm>
          <a:prstGeom prst="rect">
            <a:avLst/>
          </a:prstGeom>
          <a:noFill/>
        </p:spPr>
        <p:txBody>
          <a:bodyPr wrap="square" rtlCol="0">
            <a:spAutoFit/>
          </a:bodyPr>
          <a:lstStyle/>
          <a:p>
            <a:r>
              <a:rPr lang="en-US" altLang="ko-KR" sz="1600" b="1" dirty="0">
                <a:latin typeface="Times New Roman" panose="02020603050405020304" pitchFamily="18" charset="0"/>
                <a:cs typeface="Times New Roman" panose="02020603050405020304" pitchFamily="18" charset="0"/>
              </a:rPr>
              <a:t>c</a:t>
            </a:r>
            <a:endParaRPr lang="ko-KR" altLang="en-US" sz="1600" b="1" dirty="0">
              <a:latin typeface="Times New Roman" panose="02020603050405020304" pitchFamily="18" charset="0"/>
              <a:cs typeface="Times New Roman" panose="02020603050405020304" pitchFamily="18" charset="0"/>
            </a:endParaRPr>
          </a:p>
        </p:txBody>
      </p:sp>
      <p:sp>
        <p:nvSpPr>
          <p:cNvPr id="575" name="Rectangle 21">
            <a:extLst>
              <a:ext uri="{FF2B5EF4-FFF2-40B4-BE49-F238E27FC236}">
                <a16:creationId xmlns:a16="http://schemas.microsoft.com/office/drawing/2014/main" id="{50CAFF4B-588F-415E-87CE-5CEB3986E57D}"/>
              </a:ext>
            </a:extLst>
          </p:cNvPr>
          <p:cNvSpPr>
            <a:spLocks noChangeArrowheads="1"/>
          </p:cNvSpPr>
          <p:nvPr/>
        </p:nvSpPr>
        <p:spPr bwMode="auto">
          <a:xfrm>
            <a:off x="7968094" y="4480021"/>
            <a:ext cx="9585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2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76" name="Rectangle 106">
            <a:extLst>
              <a:ext uri="{FF2B5EF4-FFF2-40B4-BE49-F238E27FC236}">
                <a16:creationId xmlns:a16="http://schemas.microsoft.com/office/drawing/2014/main" id="{DFBF2E56-F5A9-4AFB-BB73-6B95AEE06990}"/>
              </a:ext>
            </a:extLst>
          </p:cNvPr>
          <p:cNvSpPr>
            <a:spLocks noChangeArrowheads="1"/>
          </p:cNvSpPr>
          <p:nvPr/>
        </p:nvSpPr>
        <p:spPr bwMode="auto">
          <a:xfrm>
            <a:off x="7896589" y="2654555"/>
            <a:ext cx="214149" cy="287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577" name="Rectangle 106">
            <a:extLst>
              <a:ext uri="{FF2B5EF4-FFF2-40B4-BE49-F238E27FC236}">
                <a16:creationId xmlns:a16="http://schemas.microsoft.com/office/drawing/2014/main" id="{3439F2A4-8DAF-43F5-B4A0-DC42FEE239B2}"/>
              </a:ext>
            </a:extLst>
          </p:cNvPr>
          <p:cNvSpPr>
            <a:spLocks noChangeArrowheads="1"/>
          </p:cNvSpPr>
          <p:nvPr/>
        </p:nvSpPr>
        <p:spPr bwMode="auto">
          <a:xfrm>
            <a:off x="8131539" y="1804796"/>
            <a:ext cx="214149" cy="28770"/>
          </a:xfrm>
          <a:prstGeom prst="rect">
            <a:avLst/>
          </a:prstGeom>
          <a:solidFill>
            <a:srgbClr val="0000FF"/>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578" name="Rectangle 106">
            <a:extLst>
              <a:ext uri="{FF2B5EF4-FFF2-40B4-BE49-F238E27FC236}">
                <a16:creationId xmlns:a16="http://schemas.microsoft.com/office/drawing/2014/main" id="{0961A5B4-A595-4329-B33B-F571FABEF6F4}"/>
              </a:ext>
            </a:extLst>
          </p:cNvPr>
          <p:cNvSpPr>
            <a:spLocks noChangeArrowheads="1"/>
          </p:cNvSpPr>
          <p:nvPr/>
        </p:nvSpPr>
        <p:spPr bwMode="auto">
          <a:xfrm>
            <a:off x="8131539" y="953787"/>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579" name="Rectangle 106">
            <a:extLst>
              <a:ext uri="{FF2B5EF4-FFF2-40B4-BE49-F238E27FC236}">
                <a16:creationId xmlns:a16="http://schemas.microsoft.com/office/drawing/2014/main" id="{6038CE9B-1DA4-477E-9ABE-F02851145BB6}"/>
              </a:ext>
            </a:extLst>
          </p:cNvPr>
          <p:cNvSpPr>
            <a:spLocks noChangeArrowheads="1"/>
          </p:cNvSpPr>
          <p:nvPr/>
        </p:nvSpPr>
        <p:spPr bwMode="auto">
          <a:xfrm>
            <a:off x="7896589" y="3480553"/>
            <a:ext cx="214149" cy="28770"/>
          </a:xfrm>
          <a:prstGeom prst="rect">
            <a:avLst/>
          </a:prstGeom>
          <a:solidFill>
            <a:srgbClr val="CC00FF"/>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580" name="Rectangle 21">
            <a:extLst>
              <a:ext uri="{FF2B5EF4-FFF2-40B4-BE49-F238E27FC236}">
                <a16:creationId xmlns:a16="http://schemas.microsoft.com/office/drawing/2014/main" id="{E04382A9-AA08-4910-9DA3-B7C4492D273B}"/>
              </a:ext>
            </a:extLst>
          </p:cNvPr>
          <p:cNvSpPr>
            <a:spLocks noChangeArrowheads="1"/>
          </p:cNvSpPr>
          <p:nvPr/>
        </p:nvSpPr>
        <p:spPr bwMode="auto">
          <a:xfrm>
            <a:off x="8170599" y="3431697"/>
            <a:ext cx="75020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Mean (</a:t>
            </a:r>
            <a:r>
              <a:rPr lang="en-US" altLang="ko-KR" sz="800" dirty="0">
                <a:solidFill>
                  <a:srgbClr val="262626"/>
                </a:solidFill>
                <a:latin typeface="helvetica" panose="020B0604020202020204" pitchFamily="34" charset="0"/>
                <a:cs typeface="helvetica" panose="020B0604020202020204" pitchFamily="34" charset="0"/>
              </a:rPr>
              <a:t>line 1-17</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81" name="Rectangle 21">
            <a:extLst>
              <a:ext uri="{FF2B5EF4-FFF2-40B4-BE49-F238E27FC236}">
                <a16:creationId xmlns:a16="http://schemas.microsoft.com/office/drawing/2014/main" id="{ADE7B082-0517-493D-A3E5-522BB820959E}"/>
              </a:ext>
            </a:extLst>
          </p:cNvPr>
          <p:cNvSpPr>
            <a:spLocks noChangeArrowheads="1"/>
          </p:cNvSpPr>
          <p:nvPr/>
        </p:nvSpPr>
        <p:spPr bwMode="auto">
          <a:xfrm>
            <a:off x="8170599" y="2607384"/>
            <a:ext cx="80791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Mean (line 18-45)</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82" name="Rectangle 21">
            <a:extLst>
              <a:ext uri="{FF2B5EF4-FFF2-40B4-BE49-F238E27FC236}">
                <a16:creationId xmlns:a16="http://schemas.microsoft.com/office/drawing/2014/main" id="{456A99F8-A502-4347-83D1-6F91E060E66D}"/>
              </a:ext>
            </a:extLst>
          </p:cNvPr>
          <p:cNvSpPr>
            <a:spLocks noChangeArrowheads="1"/>
          </p:cNvSpPr>
          <p:nvPr/>
        </p:nvSpPr>
        <p:spPr bwMode="auto">
          <a:xfrm>
            <a:off x="8392849" y="1757835"/>
            <a:ext cx="113011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800" dirty="0">
                <a:solidFill>
                  <a:srgbClr val="262626"/>
                </a:solidFill>
                <a:latin typeface="helvetica" panose="020B0604020202020204" pitchFamily="34" charset="0"/>
                <a:cs typeface="helvetica" panose="020B0604020202020204" pitchFamily="34" charset="0"/>
              </a:rPr>
              <a:t>2</a:t>
            </a:r>
            <a:r>
              <a:rPr lang="en-US" altLang="ko-KR" sz="800" baseline="30000" dirty="0">
                <a:solidFill>
                  <a:srgbClr val="262626"/>
                </a:solidFill>
                <a:latin typeface="helvetica" panose="020B0604020202020204" pitchFamily="34" charset="0"/>
                <a:cs typeface="helvetica" panose="020B0604020202020204" pitchFamily="34" charset="0"/>
              </a:rPr>
              <a:t>nd</a:t>
            </a:r>
            <a:r>
              <a:rPr lang="en-US" altLang="ko-KR" sz="800" dirty="0">
                <a:solidFill>
                  <a:srgbClr val="262626"/>
                </a:solidFill>
                <a:latin typeface="helvetica" panose="020B0604020202020204" pitchFamily="34" charset="0"/>
                <a:cs typeface="helvetica" panose="020B0604020202020204" pitchFamily="34" charset="0"/>
              </a:rPr>
              <a:t> NS-SOFI</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(line 18-45)</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83" name="Rectangle 21">
            <a:extLst>
              <a:ext uri="{FF2B5EF4-FFF2-40B4-BE49-F238E27FC236}">
                <a16:creationId xmlns:a16="http://schemas.microsoft.com/office/drawing/2014/main" id="{9E98C1F1-E2EE-4C65-A9FA-86B460408181}"/>
              </a:ext>
            </a:extLst>
          </p:cNvPr>
          <p:cNvSpPr>
            <a:spLocks noChangeArrowheads="1"/>
          </p:cNvSpPr>
          <p:nvPr/>
        </p:nvSpPr>
        <p:spPr bwMode="auto">
          <a:xfrm>
            <a:off x="8392849" y="904931"/>
            <a:ext cx="1210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800" dirty="0">
                <a:solidFill>
                  <a:srgbClr val="262626"/>
                </a:solidFill>
                <a:latin typeface="helvetica" panose="020B0604020202020204" pitchFamily="34" charset="0"/>
                <a:cs typeface="helvetica" panose="020B0604020202020204" pitchFamily="34" charset="0"/>
              </a:rPr>
              <a:t>3</a:t>
            </a:r>
            <a:r>
              <a:rPr lang="en-US" altLang="ko-KR" sz="800" baseline="30000" dirty="0">
                <a:solidFill>
                  <a:srgbClr val="262626"/>
                </a:solidFill>
                <a:latin typeface="helvetica" panose="020B0604020202020204" pitchFamily="34" charset="0"/>
                <a:cs typeface="helvetica" panose="020B0604020202020204" pitchFamily="34" charset="0"/>
              </a:rPr>
              <a:t>rd</a:t>
            </a:r>
            <a:r>
              <a:rPr lang="en-US" altLang="ko-KR" sz="800" dirty="0">
                <a:solidFill>
                  <a:srgbClr val="262626"/>
                </a:solidFill>
                <a:latin typeface="helvetica" panose="020B0604020202020204" pitchFamily="34" charset="0"/>
                <a:cs typeface="helvetica" panose="020B0604020202020204" pitchFamily="34" charset="0"/>
              </a:rPr>
              <a:t> NS-SOFI</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(line 18-45)</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84" name="TextBox 583">
            <a:extLst>
              <a:ext uri="{FF2B5EF4-FFF2-40B4-BE49-F238E27FC236}">
                <a16:creationId xmlns:a16="http://schemas.microsoft.com/office/drawing/2014/main" id="{34485C69-60ED-4B83-BF5B-086F4E43CD44}"/>
              </a:ext>
            </a:extLst>
          </p:cNvPr>
          <p:cNvSpPr txBox="1"/>
          <p:nvPr/>
        </p:nvSpPr>
        <p:spPr>
          <a:xfrm>
            <a:off x="9326694" y="3494141"/>
            <a:ext cx="184863" cy="215444"/>
          </a:xfrm>
          <a:prstGeom prst="rect">
            <a:avLst/>
          </a:prstGeom>
          <a:noFill/>
        </p:spPr>
        <p:txBody>
          <a:bodyPr wrap="square" rtlCol="0">
            <a:spAutoFit/>
          </a:bodyPr>
          <a:lstStyle/>
          <a:p>
            <a:pPr algn="ctr"/>
            <a:r>
              <a:rPr lang="en-US" altLang="ko-KR" sz="800" b="1" dirty="0">
                <a:latin typeface="Times New Roman" panose="02020603050405020304" pitchFamily="18" charset="0"/>
                <a:cs typeface="Times New Roman" panose="02020603050405020304" pitchFamily="18" charset="0"/>
              </a:rPr>
              <a:t>1</a:t>
            </a:r>
            <a:endParaRPr lang="ko-KR" altLang="en-US" sz="800" b="1" dirty="0">
              <a:latin typeface="Times New Roman" panose="02020603050405020304" pitchFamily="18" charset="0"/>
              <a:cs typeface="Times New Roman" panose="02020603050405020304" pitchFamily="18" charset="0"/>
            </a:endParaRPr>
          </a:p>
        </p:txBody>
      </p:sp>
      <p:sp>
        <p:nvSpPr>
          <p:cNvPr id="585" name="TextBox 584">
            <a:extLst>
              <a:ext uri="{FF2B5EF4-FFF2-40B4-BE49-F238E27FC236}">
                <a16:creationId xmlns:a16="http://schemas.microsoft.com/office/drawing/2014/main" id="{B2E820B4-E2EA-4EF4-A83C-506AB95E5DA1}"/>
              </a:ext>
            </a:extLst>
          </p:cNvPr>
          <p:cNvSpPr txBox="1"/>
          <p:nvPr/>
        </p:nvSpPr>
        <p:spPr>
          <a:xfrm>
            <a:off x="8890991" y="3490719"/>
            <a:ext cx="184863" cy="215444"/>
          </a:xfrm>
          <a:prstGeom prst="rect">
            <a:avLst/>
          </a:prstGeom>
          <a:noFill/>
        </p:spPr>
        <p:txBody>
          <a:bodyPr wrap="square" rtlCol="0">
            <a:spAutoFit/>
          </a:bodyPr>
          <a:lstStyle/>
          <a:p>
            <a:pPr algn="ctr"/>
            <a:r>
              <a:rPr lang="en-US" altLang="ko-KR" sz="800" b="1" dirty="0">
                <a:latin typeface="Times New Roman" panose="02020603050405020304" pitchFamily="18" charset="0"/>
                <a:cs typeface="Times New Roman" panose="02020603050405020304" pitchFamily="18" charset="0"/>
              </a:rPr>
              <a:t>4</a:t>
            </a:r>
            <a:endParaRPr lang="ko-KR" altLang="en-US" sz="800" b="1" dirty="0">
              <a:latin typeface="Times New Roman" panose="02020603050405020304" pitchFamily="18" charset="0"/>
              <a:cs typeface="Times New Roman" panose="02020603050405020304" pitchFamily="18" charset="0"/>
            </a:endParaRPr>
          </a:p>
        </p:txBody>
      </p:sp>
      <p:sp>
        <p:nvSpPr>
          <p:cNvPr id="586" name="TextBox 585">
            <a:extLst>
              <a:ext uri="{FF2B5EF4-FFF2-40B4-BE49-F238E27FC236}">
                <a16:creationId xmlns:a16="http://schemas.microsoft.com/office/drawing/2014/main" id="{EA7FE477-B5C8-47FC-BADA-B17CCD5C8AB1}"/>
              </a:ext>
            </a:extLst>
          </p:cNvPr>
          <p:cNvSpPr txBox="1"/>
          <p:nvPr/>
        </p:nvSpPr>
        <p:spPr>
          <a:xfrm>
            <a:off x="9040148" y="3490719"/>
            <a:ext cx="184863" cy="215444"/>
          </a:xfrm>
          <a:prstGeom prst="rect">
            <a:avLst/>
          </a:prstGeom>
          <a:noFill/>
        </p:spPr>
        <p:txBody>
          <a:bodyPr wrap="square" rtlCol="0">
            <a:spAutoFit/>
          </a:bodyPr>
          <a:lstStyle/>
          <a:p>
            <a:pPr algn="ctr"/>
            <a:r>
              <a:rPr lang="en-US" altLang="ko-KR" sz="800" b="1" dirty="0">
                <a:latin typeface="Times New Roman" panose="02020603050405020304" pitchFamily="18" charset="0"/>
                <a:cs typeface="Times New Roman" panose="02020603050405020304" pitchFamily="18" charset="0"/>
              </a:rPr>
              <a:t>3</a:t>
            </a:r>
            <a:endParaRPr lang="ko-KR" altLang="en-US" sz="800" b="1" dirty="0">
              <a:latin typeface="Times New Roman" panose="02020603050405020304" pitchFamily="18" charset="0"/>
              <a:cs typeface="Times New Roman" panose="02020603050405020304" pitchFamily="18" charset="0"/>
            </a:endParaRPr>
          </a:p>
        </p:txBody>
      </p:sp>
      <p:sp>
        <p:nvSpPr>
          <p:cNvPr id="587" name="TextBox 586">
            <a:extLst>
              <a:ext uri="{FF2B5EF4-FFF2-40B4-BE49-F238E27FC236}">
                <a16:creationId xmlns:a16="http://schemas.microsoft.com/office/drawing/2014/main" id="{CBFA4B42-45AB-4F81-A6F3-2821D494DE26}"/>
              </a:ext>
            </a:extLst>
          </p:cNvPr>
          <p:cNvSpPr txBox="1"/>
          <p:nvPr/>
        </p:nvSpPr>
        <p:spPr>
          <a:xfrm>
            <a:off x="9069987" y="1909504"/>
            <a:ext cx="297883" cy="215444"/>
          </a:xfrm>
          <a:prstGeom prst="rect">
            <a:avLst/>
          </a:prstGeom>
          <a:noFill/>
        </p:spPr>
        <p:txBody>
          <a:bodyPr wrap="square" rtlCol="0">
            <a:spAutoFit/>
          </a:bodyPr>
          <a:lstStyle/>
          <a:p>
            <a:pPr algn="ctr"/>
            <a:r>
              <a:rPr lang="en-US" altLang="ko-KR" sz="800" b="1" dirty="0">
                <a:latin typeface="Times New Roman" panose="02020603050405020304" pitchFamily="18" charset="0"/>
                <a:cs typeface="Times New Roman" panose="02020603050405020304" pitchFamily="18" charset="0"/>
              </a:rPr>
              <a:t>20</a:t>
            </a:r>
            <a:endParaRPr lang="ko-KR" altLang="en-US" sz="800" b="1" dirty="0">
              <a:latin typeface="Times New Roman" panose="02020603050405020304" pitchFamily="18" charset="0"/>
              <a:cs typeface="Times New Roman" panose="02020603050405020304" pitchFamily="18" charset="0"/>
            </a:endParaRPr>
          </a:p>
        </p:txBody>
      </p:sp>
      <p:sp>
        <p:nvSpPr>
          <p:cNvPr id="588" name="TextBox 587">
            <a:extLst>
              <a:ext uri="{FF2B5EF4-FFF2-40B4-BE49-F238E27FC236}">
                <a16:creationId xmlns:a16="http://schemas.microsoft.com/office/drawing/2014/main" id="{76427BAE-8ECA-4AE3-A7BD-DBE4A1F53871}"/>
              </a:ext>
            </a:extLst>
          </p:cNvPr>
          <p:cNvSpPr txBox="1"/>
          <p:nvPr/>
        </p:nvSpPr>
        <p:spPr>
          <a:xfrm>
            <a:off x="8161548" y="1204989"/>
            <a:ext cx="319029" cy="215444"/>
          </a:xfrm>
          <a:prstGeom prst="rect">
            <a:avLst/>
          </a:prstGeom>
          <a:noFill/>
        </p:spPr>
        <p:txBody>
          <a:bodyPr wrap="square" rtlCol="0">
            <a:spAutoFit/>
          </a:bodyPr>
          <a:lstStyle/>
          <a:p>
            <a:pPr algn="ctr"/>
            <a:r>
              <a:rPr lang="en-US" altLang="ko-KR" sz="800" b="1" dirty="0">
                <a:latin typeface="Times New Roman" panose="02020603050405020304" pitchFamily="18" charset="0"/>
                <a:cs typeface="Times New Roman" panose="02020603050405020304" pitchFamily="18" charset="0"/>
              </a:rPr>
              <a:t>30</a:t>
            </a:r>
            <a:endParaRPr lang="ko-KR" altLang="en-US" sz="800" b="1" dirty="0">
              <a:latin typeface="Times New Roman" panose="02020603050405020304" pitchFamily="18" charset="0"/>
              <a:cs typeface="Times New Roman" panose="02020603050405020304" pitchFamily="18" charset="0"/>
            </a:endParaRPr>
          </a:p>
        </p:txBody>
      </p:sp>
      <p:sp>
        <p:nvSpPr>
          <p:cNvPr id="589" name="TextBox 588">
            <a:extLst>
              <a:ext uri="{FF2B5EF4-FFF2-40B4-BE49-F238E27FC236}">
                <a16:creationId xmlns:a16="http://schemas.microsoft.com/office/drawing/2014/main" id="{7B5BBE3E-0EA9-4667-9B6A-DCCE4F0DA176}"/>
              </a:ext>
            </a:extLst>
          </p:cNvPr>
          <p:cNvSpPr txBox="1"/>
          <p:nvPr/>
        </p:nvSpPr>
        <p:spPr>
          <a:xfrm>
            <a:off x="9067739" y="1011164"/>
            <a:ext cx="297883" cy="215444"/>
          </a:xfrm>
          <a:prstGeom prst="rect">
            <a:avLst/>
          </a:prstGeom>
          <a:noFill/>
        </p:spPr>
        <p:txBody>
          <a:bodyPr wrap="square" rtlCol="0">
            <a:spAutoFit/>
          </a:bodyPr>
          <a:lstStyle/>
          <a:p>
            <a:pPr algn="ctr"/>
            <a:r>
              <a:rPr lang="en-US" altLang="ko-KR" sz="800" b="1" dirty="0">
                <a:latin typeface="Times New Roman" panose="02020603050405020304" pitchFamily="18" charset="0"/>
                <a:cs typeface="Times New Roman" panose="02020603050405020304" pitchFamily="18" charset="0"/>
              </a:rPr>
              <a:t>20</a:t>
            </a:r>
            <a:endParaRPr lang="ko-KR" altLang="en-US" sz="800" b="1" dirty="0">
              <a:latin typeface="Times New Roman" panose="02020603050405020304" pitchFamily="18" charset="0"/>
              <a:cs typeface="Times New Roman" panose="02020603050405020304" pitchFamily="18" charset="0"/>
            </a:endParaRPr>
          </a:p>
        </p:txBody>
      </p:sp>
      <p:cxnSp>
        <p:nvCxnSpPr>
          <p:cNvPr id="590" name="직선 화살표 연결선 589">
            <a:extLst>
              <a:ext uri="{FF2B5EF4-FFF2-40B4-BE49-F238E27FC236}">
                <a16:creationId xmlns:a16="http://schemas.microsoft.com/office/drawing/2014/main" id="{7C546282-6DE0-422C-A761-542BADAA4555}"/>
              </a:ext>
            </a:extLst>
          </p:cNvPr>
          <p:cNvCxnSpPr/>
          <p:nvPr/>
        </p:nvCxnSpPr>
        <p:spPr>
          <a:xfrm flipH="1">
            <a:off x="8104578" y="1226608"/>
            <a:ext cx="15566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1" name="직선 화살표 연결선 590">
            <a:extLst>
              <a:ext uri="{FF2B5EF4-FFF2-40B4-BE49-F238E27FC236}">
                <a16:creationId xmlns:a16="http://schemas.microsoft.com/office/drawing/2014/main" id="{211C497A-AE0C-41AF-9FEB-98CB5A7B9F0E}"/>
              </a:ext>
            </a:extLst>
          </p:cNvPr>
          <p:cNvCxnSpPr/>
          <p:nvPr/>
        </p:nvCxnSpPr>
        <p:spPr>
          <a:xfrm>
            <a:off x="8321063" y="1367560"/>
            <a:ext cx="0" cy="1376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2" name="직선 화살표 연결선 591">
            <a:extLst>
              <a:ext uri="{FF2B5EF4-FFF2-40B4-BE49-F238E27FC236}">
                <a16:creationId xmlns:a16="http://schemas.microsoft.com/office/drawing/2014/main" id="{EC8959BC-1720-4373-8053-08F24CC0BDE5}"/>
              </a:ext>
            </a:extLst>
          </p:cNvPr>
          <p:cNvCxnSpPr/>
          <p:nvPr/>
        </p:nvCxnSpPr>
        <p:spPr>
          <a:xfrm>
            <a:off x="9216681" y="1188895"/>
            <a:ext cx="921" cy="1677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3" name="직선 화살표 연결선 592">
            <a:extLst>
              <a:ext uri="{FF2B5EF4-FFF2-40B4-BE49-F238E27FC236}">
                <a16:creationId xmlns:a16="http://schemas.microsoft.com/office/drawing/2014/main" id="{37CA9ACC-BB7F-45D0-9755-7A7DA38E4E73}"/>
              </a:ext>
            </a:extLst>
          </p:cNvPr>
          <p:cNvCxnSpPr/>
          <p:nvPr/>
        </p:nvCxnSpPr>
        <p:spPr>
          <a:xfrm>
            <a:off x="9224090" y="2078806"/>
            <a:ext cx="921" cy="1677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84AB15C-7BB4-4E99-8BEA-1EECF950EE47}"/>
              </a:ext>
            </a:extLst>
          </p:cNvPr>
          <p:cNvGrpSpPr/>
          <p:nvPr/>
        </p:nvGrpSpPr>
        <p:grpSpPr>
          <a:xfrm>
            <a:off x="588010" y="643572"/>
            <a:ext cx="5759134" cy="4324392"/>
            <a:chOff x="588010" y="643572"/>
            <a:chExt cx="5759134" cy="4324392"/>
          </a:xfrm>
        </p:grpSpPr>
        <p:pic>
          <p:nvPicPr>
            <p:cNvPr id="43" name="Picture 206">
              <a:extLst>
                <a:ext uri="{FF2B5EF4-FFF2-40B4-BE49-F238E27FC236}">
                  <a16:creationId xmlns:a16="http://schemas.microsoft.com/office/drawing/2014/main" id="{2CF0A5A0-627D-4B5B-90D2-1A362B17C58F}"/>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9811" t="-1" r="7169" b="45988"/>
            <a:stretch/>
          </p:blipFill>
          <p:spPr bwMode="auto">
            <a:xfrm rot="10800000">
              <a:off x="875284" y="4236101"/>
              <a:ext cx="2119853" cy="71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D:\Choi_young\Key Data\20180328-0411_NA0.9 lines WFM, S-SOFI\SEM\#test_002.tif">
              <a:extLst>
                <a:ext uri="{FF2B5EF4-FFF2-40B4-BE49-F238E27FC236}">
                  <a16:creationId xmlns:a16="http://schemas.microsoft.com/office/drawing/2014/main" id="{1DE488A2-3FD6-44EA-A05E-E811CB34B30A}"/>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8234" b="21270"/>
            <a:stretch/>
          </p:blipFill>
          <p:spPr bwMode="auto">
            <a:xfrm rot="10800000">
              <a:off x="883062" y="751204"/>
              <a:ext cx="2120006" cy="13763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EAABD7D-256D-477B-A7B1-182F397706AF}"/>
                </a:ext>
              </a:extLst>
            </p:cNvPr>
            <p:cNvSpPr txBox="1"/>
            <p:nvPr/>
          </p:nvSpPr>
          <p:spPr>
            <a:xfrm>
              <a:off x="2112683" y="1919766"/>
              <a:ext cx="700860" cy="215444"/>
            </a:xfrm>
            <a:prstGeom prst="rect">
              <a:avLst/>
            </a:prstGeom>
            <a:noFill/>
          </p:spPr>
          <p:txBody>
            <a:bodyPr wrap="square" rtlCol="0">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324±5 nm</a:t>
              </a:r>
              <a:endParaRPr lang="ko-KR" altLang="en-US" sz="800" dirty="0">
                <a:solidFill>
                  <a:schemeClr val="bg1"/>
                </a:solidFill>
                <a:latin typeface="helvetica" panose="020B0604020202020204" pitchFamily="34" charset="0"/>
                <a:cs typeface="helvetica" panose="020B0604020202020204" pitchFamily="34" charset="0"/>
              </a:endParaRPr>
            </a:p>
          </p:txBody>
        </p:sp>
        <p:cxnSp>
          <p:nvCxnSpPr>
            <p:cNvPr id="8" name="직선 화살표 연결선 7">
              <a:extLst>
                <a:ext uri="{FF2B5EF4-FFF2-40B4-BE49-F238E27FC236}">
                  <a16:creationId xmlns:a16="http://schemas.microsoft.com/office/drawing/2014/main" id="{7AE1D62D-53E9-49A6-A1E7-55F9E9C4D54E}"/>
                </a:ext>
              </a:extLst>
            </p:cNvPr>
            <p:cNvCxnSpPr>
              <a:cxnSpLocks/>
            </p:cNvCxnSpPr>
            <p:nvPr/>
          </p:nvCxnSpPr>
          <p:spPr>
            <a:xfrm rot="10800000">
              <a:off x="2412657" y="1919247"/>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3BF3B84-809F-4D7D-80D3-781E290684CB}"/>
                </a:ext>
              </a:extLst>
            </p:cNvPr>
            <p:cNvSpPr txBox="1"/>
            <p:nvPr/>
          </p:nvSpPr>
          <p:spPr>
            <a:xfrm rot="10800000" flipV="1">
              <a:off x="883592" y="731937"/>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10" name="TextBox 9">
              <a:extLst>
                <a:ext uri="{FF2B5EF4-FFF2-40B4-BE49-F238E27FC236}">
                  <a16:creationId xmlns:a16="http://schemas.microsoft.com/office/drawing/2014/main" id="{017FE56C-8F0D-4639-90ED-5A306F3F5303}"/>
                </a:ext>
              </a:extLst>
            </p:cNvPr>
            <p:cNvSpPr txBox="1"/>
            <p:nvPr/>
          </p:nvSpPr>
          <p:spPr>
            <a:xfrm rot="10800000" flipV="1">
              <a:off x="1329796" y="731937"/>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11" name="TextBox 10">
              <a:extLst>
                <a:ext uri="{FF2B5EF4-FFF2-40B4-BE49-F238E27FC236}">
                  <a16:creationId xmlns:a16="http://schemas.microsoft.com/office/drawing/2014/main" id="{925B4544-3919-48F6-A161-59720AEE0FB0}"/>
                </a:ext>
              </a:extLst>
            </p:cNvPr>
            <p:cNvSpPr txBox="1"/>
            <p:nvPr/>
          </p:nvSpPr>
          <p:spPr>
            <a:xfrm rot="10800000" flipV="1">
              <a:off x="1186990" y="731937"/>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a:t>
              </a:r>
              <a:endParaRPr lang="ko-KR" altLang="en-US" sz="600" b="1" dirty="0">
                <a:solidFill>
                  <a:schemeClr val="bg1"/>
                </a:solidFill>
                <a:latin typeface="helvetica" panose="020B0604020202020204" pitchFamily="34" charset="0"/>
                <a:cs typeface="helvetica" panose="020B0604020202020204" pitchFamily="34" charset="0"/>
              </a:endParaRPr>
            </a:p>
          </p:txBody>
        </p:sp>
        <p:cxnSp>
          <p:nvCxnSpPr>
            <p:cNvPr id="16" name="직선 화살표 연결선 15">
              <a:extLst>
                <a:ext uri="{FF2B5EF4-FFF2-40B4-BE49-F238E27FC236}">
                  <a16:creationId xmlns:a16="http://schemas.microsoft.com/office/drawing/2014/main" id="{696D7FC0-A960-40DF-9961-0E539329D5A6}"/>
                </a:ext>
              </a:extLst>
            </p:cNvPr>
            <p:cNvCxnSpPr>
              <a:cxnSpLocks/>
            </p:cNvCxnSpPr>
            <p:nvPr/>
          </p:nvCxnSpPr>
          <p:spPr>
            <a:xfrm rot="10800000" flipH="1">
              <a:off x="2194993" y="1919247"/>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7768E086-F35F-42CE-9DCC-EF1ADA235372}"/>
                </a:ext>
              </a:extLst>
            </p:cNvPr>
            <p:cNvCxnSpPr>
              <a:cxnSpLocks/>
            </p:cNvCxnSpPr>
            <p:nvPr/>
          </p:nvCxnSpPr>
          <p:spPr>
            <a:xfrm rot="10800000">
              <a:off x="1417131" y="1305250"/>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E423046B-A12F-41B4-9C64-2AAA565904BC}"/>
                </a:ext>
              </a:extLst>
            </p:cNvPr>
            <p:cNvCxnSpPr>
              <a:cxnSpLocks/>
            </p:cNvCxnSpPr>
            <p:nvPr/>
          </p:nvCxnSpPr>
          <p:spPr>
            <a:xfrm rot="10800000" flipH="1">
              <a:off x="1108841" y="1304030"/>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B90E334-1C9F-4EC6-8D73-918447348F7B}"/>
                </a:ext>
              </a:extLst>
            </p:cNvPr>
            <p:cNvSpPr txBox="1"/>
            <p:nvPr/>
          </p:nvSpPr>
          <p:spPr>
            <a:xfrm rot="10800000" flipV="1">
              <a:off x="2815130" y="1327714"/>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20" name="TextBox 19">
              <a:extLst>
                <a:ext uri="{FF2B5EF4-FFF2-40B4-BE49-F238E27FC236}">
                  <a16:creationId xmlns:a16="http://schemas.microsoft.com/office/drawing/2014/main" id="{F47E702C-B14B-424B-A62C-53DF7225E336}"/>
                </a:ext>
              </a:extLst>
            </p:cNvPr>
            <p:cNvSpPr txBox="1"/>
            <p:nvPr/>
          </p:nvSpPr>
          <p:spPr>
            <a:xfrm rot="10800000" flipV="1">
              <a:off x="784212" y="1327406"/>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21" name="TextBox 20">
              <a:extLst>
                <a:ext uri="{FF2B5EF4-FFF2-40B4-BE49-F238E27FC236}">
                  <a16:creationId xmlns:a16="http://schemas.microsoft.com/office/drawing/2014/main" id="{FC6297E1-E6DC-4EEB-A129-7EE9C16384D8}"/>
                </a:ext>
              </a:extLst>
            </p:cNvPr>
            <p:cNvSpPr txBox="1"/>
            <p:nvPr/>
          </p:nvSpPr>
          <p:spPr>
            <a:xfrm rot="10800000" flipV="1">
              <a:off x="2815130" y="731937"/>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16</a:t>
              </a:r>
              <a:endParaRPr lang="ko-KR" altLang="en-US" sz="600" b="1" dirty="0">
                <a:solidFill>
                  <a:schemeClr val="bg1"/>
                </a:solidFill>
                <a:latin typeface="helvetica" panose="020B0604020202020204" pitchFamily="34" charset="0"/>
                <a:cs typeface="helvetica" panose="020B0604020202020204" pitchFamily="34" charset="0"/>
              </a:endParaRPr>
            </a:p>
          </p:txBody>
        </p:sp>
        <p:cxnSp>
          <p:nvCxnSpPr>
            <p:cNvPr id="22" name="직선 연결선 21">
              <a:extLst>
                <a:ext uri="{FF2B5EF4-FFF2-40B4-BE49-F238E27FC236}">
                  <a16:creationId xmlns:a16="http://schemas.microsoft.com/office/drawing/2014/main" id="{15DD5C94-C44D-402F-9B97-FB61B99EEA2F}"/>
                </a:ext>
              </a:extLst>
            </p:cNvPr>
            <p:cNvCxnSpPr>
              <a:cxnSpLocks/>
            </p:cNvCxnSpPr>
            <p:nvPr/>
          </p:nvCxnSpPr>
          <p:spPr>
            <a:xfrm rot="10800000">
              <a:off x="2415353" y="1876495"/>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626D7BCE-5872-40C5-B84C-07221506A60A}"/>
                </a:ext>
              </a:extLst>
            </p:cNvPr>
            <p:cNvCxnSpPr/>
            <p:nvPr/>
          </p:nvCxnSpPr>
          <p:spPr>
            <a:xfrm rot="10800000">
              <a:off x="2356954" y="1876495"/>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D7400CF4-460D-4B6A-AD58-C65A7C213A62}"/>
                </a:ext>
              </a:extLst>
            </p:cNvPr>
            <p:cNvCxnSpPr/>
            <p:nvPr/>
          </p:nvCxnSpPr>
          <p:spPr>
            <a:xfrm rot="10800000">
              <a:off x="1419548" y="1260867"/>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A0631A3E-ACE5-4B3D-A4AC-38B931C4B25A}"/>
                </a:ext>
              </a:extLst>
            </p:cNvPr>
            <p:cNvCxnSpPr/>
            <p:nvPr/>
          </p:nvCxnSpPr>
          <p:spPr>
            <a:xfrm rot="10800000">
              <a:off x="1269121" y="1260866"/>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F62FB9D-076F-434F-8E11-9570D0936586}"/>
                </a:ext>
              </a:extLst>
            </p:cNvPr>
            <p:cNvSpPr txBox="1"/>
            <p:nvPr/>
          </p:nvSpPr>
          <p:spPr>
            <a:xfrm>
              <a:off x="588010" y="649922"/>
              <a:ext cx="288032" cy="338554"/>
            </a:xfrm>
            <a:prstGeom prst="rect">
              <a:avLst/>
            </a:prstGeom>
            <a:noFill/>
          </p:spPr>
          <p:txBody>
            <a:bodyPr wrap="square" rtlCol="0" anchor="ctr">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27" name="TextBox 26">
              <a:extLst>
                <a:ext uri="{FF2B5EF4-FFF2-40B4-BE49-F238E27FC236}">
                  <a16:creationId xmlns:a16="http://schemas.microsoft.com/office/drawing/2014/main" id="{00FA28E8-D7BC-460E-940F-C8D188F2BB30}"/>
                </a:ext>
              </a:extLst>
            </p:cNvPr>
            <p:cNvSpPr txBox="1"/>
            <p:nvPr/>
          </p:nvSpPr>
          <p:spPr>
            <a:xfrm>
              <a:off x="588010" y="2134654"/>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28" name="TextBox 27">
              <a:extLst>
                <a:ext uri="{FF2B5EF4-FFF2-40B4-BE49-F238E27FC236}">
                  <a16:creationId xmlns:a16="http://schemas.microsoft.com/office/drawing/2014/main" id="{D61818CE-0DBA-4600-9453-59A1BC4BDD5A}"/>
                </a:ext>
              </a:extLst>
            </p:cNvPr>
            <p:cNvSpPr txBox="1"/>
            <p:nvPr/>
          </p:nvSpPr>
          <p:spPr>
            <a:xfrm>
              <a:off x="3063944" y="643572"/>
              <a:ext cx="288032" cy="338554"/>
            </a:xfrm>
            <a:prstGeom prst="rect">
              <a:avLst/>
            </a:prstGeom>
            <a:noFill/>
          </p:spPr>
          <p:txBody>
            <a:bodyPr wrap="square" rtlCol="0" anchor="ctr">
              <a:spAutoFit/>
            </a:bodyPr>
            <a:lstStyle/>
            <a:p>
              <a:r>
                <a:rPr lang="en-US" altLang="ko-KR" sz="1600" b="1">
                  <a:latin typeface="helvetica" panose="020B0604020202020204" pitchFamily="34" charset="0"/>
                  <a:cs typeface="helvetica" panose="020B0604020202020204" pitchFamily="34" charset="0"/>
                </a:rPr>
                <a:t>e</a:t>
              </a:r>
              <a:endParaRPr lang="ko-KR" altLang="en-US" sz="1600" b="1" dirty="0">
                <a:latin typeface="helvetica" panose="020B0604020202020204" pitchFamily="34" charset="0"/>
                <a:cs typeface="helvetica" panose="020B0604020202020204" pitchFamily="34" charset="0"/>
              </a:endParaRPr>
            </a:p>
          </p:txBody>
        </p:sp>
        <p:sp>
          <p:nvSpPr>
            <p:cNvPr id="29" name="TextBox 28">
              <a:extLst>
                <a:ext uri="{FF2B5EF4-FFF2-40B4-BE49-F238E27FC236}">
                  <a16:creationId xmlns:a16="http://schemas.microsoft.com/office/drawing/2014/main" id="{87F69A4C-A5D1-4CE6-A0F6-1D6D5B1A6035}"/>
                </a:ext>
              </a:extLst>
            </p:cNvPr>
            <p:cNvSpPr txBox="1"/>
            <p:nvPr/>
          </p:nvSpPr>
          <p:spPr>
            <a:xfrm>
              <a:off x="946768" y="1296110"/>
              <a:ext cx="796273" cy="215444"/>
            </a:xfrm>
            <a:prstGeom prst="rect">
              <a:avLst/>
            </a:prstGeom>
            <a:noFill/>
          </p:spPr>
          <p:txBody>
            <a:bodyPr wrap="square" rtlCol="0">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742±5 nm</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31" name="TextBox 30">
              <a:extLst>
                <a:ext uri="{FF2B5EF4-FFF2-40B4-BE49-F238E27FC236}">
                  <a16:creationId xmlns:a16="http://schemas.microsoft.com/office/drawing/2014/main" id="{B4727C1B-7B3E-4572-9199-EB4C6617B7AD}"/>
                </a:ext>
              </a:extLst>
            </p:cNvPr>
            <p:cNvSpPr txBox="1"/>
            <p:nvPr/>
          </p:nvSpPr>
          <p:spPr>
            <a:xfrm rot="10800000" flipV="1">
              <a:off x="2295892" y="1322825"/>
              <a:ext cx="27717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32" name="TextBox 31">
              <a:extLst>
                <a:ext uri="{FF2B5EF4-FFF2-40B4-BE49-F238E27FC236}">
                  <a16:creationId xmlns:a16="http://schemas.microsoft.com/office/drawing/2014/main" id="{362B8CB4-3722-4EB0-AE29-71A1D1C844C0}"/>
                </a:ext>
              </a:extLst>
            </p:cNvPr>
            <p:cNvSpPr txBox="1"/>
            <p:nvPr/>
          </p:nvSpPr>
          <p:spPr>
            <a:xfrm rot="10800000" flipV="1">
              <a:off x="2203750" y="1322825"/>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33</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33" name="제목 1">
              <a:extLst>
                <a:ext uri="{FF2B5EF4-FFF2-40B4-BE49-F238E27FC236}">
                  <a16:creationId xmlns:a16="http://schemas.microsoft.com/office/drawing/2014/main" id="{CC96C64E-9E2C-486E-871A-114BAE3B8AB0}"/>
                </a:ext>
              </a:extLst>
            </p:cNvPr>
            <p:cNvSpPr txBox="1">
              <a:spLocks/>
            </p:cNvSpPr>
            <p:nvPr/>
          </p:nvSpPr>
          <p:spPr>
            <a:xfrm>
              <a:off x="750337" y="1943199"/>
              <a:ext cx="518783" cy="215862"/>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solidFill>
                    <a:schemeClr val="bg1"/>
                  </a:solidFill>
                  <a:latin typeface="helvetica" panose="020B0604020202020204" pitchFamily="34" charset="0"/>
                  <a:cs typeface="helvetica" panose="020B0604020202020204" pitchFamily="34" charset="0"/>
                </a:rPr>
                <a:t>SEM</a:t>
              </a:r>
              <a:endParaRPr lang="ko-KR" altLang="en-US" sz="800" dirty="0">
                <a:solidFill>
                  <a:schemeClr val="bg1"/>
                </a:solidFill>
                <a:latin typeface="helvetica" panose="020B0604020202020204" pitchFamily="34" charset="0"/>
                <a:cs typeface="helvetica" panose="020B0604020202020204" pitchFamily="34" charset="0"/>
              </a:endParaRPr>
            </a:p>
          </p:txBody>
        </p:sp>
        <p:pic>
          <p:nvPicPr>
            <p:cNvPr id="35" name="Picture 146">
              <a:extLst>
                <a:ext uri="{FF2B5EF4-FFF2-40B4-BE49-F238E27FC236}">
                  <a16:creationId xmlns:a16="http://schemas.microsoft.com/office/drawing/2014/main" id="{0D8188F9-2D49-4746-B353-32074C66295A}"/>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9440" t="3130" r="7045"/>
            <a:stretch/>
          </p:blipFill>
          <p:spPr bwMode="auto">
            <a:xfrm rot="10800000">
              <a:off x="879885" y="2218454"/>
              <a:ext cx="2120007" cy="127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그림 44">
              <a:extLst>
                <a:ext uri="{FF2B5EF4-FFF2-40B4-BE49-F238E27FC236}">
                  <a16:creationId xmlns:a16="http://schemas.microsoft.com/office/drawing/2014/main" id="{6E49A11C-B732-45C8-97AC-16791E1295DE}"/>
                </a:ext>
              </a:extLst>
            </p:cNvPr>
            <p:cNvPicPr>
              <a:picLocks noChangeAspect="1"/>
            </p:cNvPicPr>
            <p:nvPr/>
          </p:nvPicPr>
          <p:blipFill rotWithShape="1">
            <a:blip r:embed="rId8"/>
            <a:srcRect l="8818" t="1512" r="3896" b="48482"/>
            <a:stretch/>
          </p:blipFill>
          <p:spPr>
            <a:xfrm rot="10800000">
              <a:off x="875283" y="3521205"/>
              <a:ext cx="2124239" cy="689949"/>
            </a:xfrm>
            <a:prstGeom prst="rect">
              <a:avLst/>
            </a:prstGeom>
          </p:spPr>
        </p:pic>
        <p:cxnSp>
          <p:nvCxnSpPr>
            <p:cNvPr id="46" name="직선 연결선 45">
              <a:extLst>
                <a:ext uri="{FF2B5EF4-FFF2-40B4-BE49-F238E27FC236}">
                  <a16:creationId xmlns:a16="http://schemas.microsoft.com/office/drawing/2014/main" id="{28D126AD-25D8-4E93-9AFF-CC3558DE0116}"/>
                </a:ext>
              </a:extLst>
            </p:cNvPr>
            <p:cNvCxnSpPr>
              <a:cxnSpLocks/>
            </p:cNvCxnSpPr>
            <p:nvPr/>
          </p:nvCxnSpPr>
          <p:spPr>
            <a:xfrm>
              <a:off x="2769457" y="3441741"/>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58081C46-3992-4FBF-96CF-2BAC6D072044}"/>
                </a:ext>
              </a:extLst>
            </p:cNvPr>
            <p:cNvCxnSpPr>
              <a:cxnSpLocks/>
            </p:cNvCxnSpPr>
            <p:nvPr/>
          </p:nvCxnSpPr>
          <p:spPr>
            <a:xfrm>
              <a:off x="2773991" y="2074903"/>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EC1DB80B-8DB5-4EBE-BD97-0FDCD2080A90}"/>
                </a:ext>
              </a:extLst>
            </p:cNvPr>
            <p:cNvCxnSpPr>
              <a:cxnSpLocks/>
            </p:cNvCxnSpPr>
            <p:nvPr/>
          </p:nvCxnSpPr>
          <p:spPr>
            <a:xfrm>
              <a:off x="2763957" y="4159649"/>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3F96C4A0-6A28-4417-9914-48DE341E0DAC}"/>
                </a:ext>
              </a:extLst>
            </p:cNvPr>
            <p:cNvCxnSpPr>
              <a:cxnSpLocks/>
            </p:cNvCxnSpPr>
            <p:nvPr/>
          </p:nvCxnSpPr>
          <p:spPr>
            <a:xfrm>
              <a:off x="2763956" y="4895369"/>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0F704B1-CDDB-4C37-81A2-954D072FC29C}"/>
                </a:ext>
              </a:extLst>
            </p:cNvPr>
            <p:cNvSpPr txBox="1"/>
            <p:nvPr/>
          </p:nvSpPr>
          <p:spPr>
            <a:xfrm rot="10800000" flipV="1">
              <a:off x="891715" y="2241463"/>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56" name="TextBox 55">
              <a:extLst>
                <a:ext uri="{FF2B5EF4-FFF2-40B4-BE49-F238E27FC236}">
                  <a16:creationId xmlns:a16="http://schemas.microsoft.com/office/drawing/2014/main" id="{39253B2E-4DB9-4BB8-90D9-20471CAC8A88}"/>
                </a:ext>
              </a:extLst>
            </p:cNvPr>
            <p:cNvSpPr txBox="1"/>
            <p:nvPr/>
          </p:nvSpPr>
          <p:spPr>
            <a:xfrm rot="10800000" flipV="1">
              <a:off x="2804406" y="2222590"/>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16</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3" name="TextBox 62">
              <a:extLst>
                <a:ext uri="{FF2B5EF4-FFF2-40B4-BE49-F238E27FC236}">
                  <a16:creationId xmlns:a16="http://schemas.microsoft.com/office/drawing/2014/main" id="{EF050485-2ADB-4DC1-8A7E-F45F47FEC1ED}"/>
                </a:ext>
              </a:extLst>
            </p:cNvPr>
            <p:cNvSpPr txBox="1"/>
            <p:nvPr/>
          </p:nvSpPr>
          <p:spPr>
            <a:xfrm rot="10800000" flipV="1">
              <a:off x="2815130" y="2774860"/>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4" name="TextBox 63">
              <a:extLst>
                <a:ext uri="{FF2B5EF4-FFF2-40B4-BE49-F238E27FC236}">
                  <a16:creationId xmlns:a16="http://schemas.microsoft.com/office/drawing/2014/main" id="{64D99FF4-C5A1-4187-8966-D73173B6DC91}"/>
                </a:ext>
              </a:extLst>
            </p:cNvPr>
            <p:cNvSpPr txBox="1"/>
            <p:nvPr/>
          </p:nvSpPr>
          <p:spPr>
            <a:xfrm rot="10800000" flipV="1">
              <a:off x="804535" y="2807017"/>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5" name="TextBox 64">
              <a:extLst>
                <a:ext uri="{FF2B5EF4-FFF2-40B4-BE49-F238E27FC236}">
                  <a16:creationId xmlns:a16="http://schemas.microsoft.com/office/drawing/2014/main" id="{90DA1B51-B0D5-4DA6-8F6D-818151B331B5}"/>
                </a:ext>
              </a:extLst>
            </p:cNvPr>
            <p:cNvSpPr txBox="1"/>
            <p:nvPr/>
          </p:nvSpPr>
          <p:spPr>
            <a:xfrm rot="10800000" flipV="1">
              <a:off x="2818109" y="3506082"/>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6" name="TextBox 65">
              <a:extLst>
                <a:ext uri="{FF2B5EF4-FFF2-40B4-BE49-F238E27FC236}">
                  <a16:creationId xmlns:a16="http://schemas.microsoft.com/office/drawing/2014/main" id="{D354226B-9D32-4D34-A7D3-A54357A2A651}"/>
                </a:ext>
              </a:extLst>
            </p:cNvPr>
            <p:cNvSpPr txBox="1"/>
            <p:nvPr/>
          </p:nvSpPr>
          <p:spPr>
            <a:xfrm rot="10800000" flipV="1">
              <a:off x="807514" y="3538239"/>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7" name="TextBox 66">
              <a:extLst>
                <a:ext uri="{FF2B5EF4-FFF2-40B4-BE49-F238E27FC236}">
                  <a16:creationId xmlns:a16="http://schemas.microsoft.com/office/drawing/2014/main" id="{A5BBFE6E-A6AC-47B0-82E5-972E606CDEAC}"/>
                </a:ext>
              </a:extLst>
            </p:cNvPr>
            <p:cNvSpPr txBox="1"/>
            <p:nvPr/>
          </p:nvSpPr>
          <p:spPr>
            <a:xfrm rot="10800000" flipV="1">
              <a:off x="2815294" y="4229211"/>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8" name="TextBox 67">
              <a:extLst>
                <a:ext uri="{FF2B5EF4-FFF2-40B4-BE49-F238E27FC236}">
                  <a16:creationId xmlns:a16="http://schemas.microsoft.com/office/drawing/2014/main" id="{89B76428-7EF2-49F2-B67F-CB94C60F0DC8}"/>
                </a:ext>
              </a:extLst>
            </p:cNvPr>
            <p:cNvSpPr txBox="1"/>
            <p:nvPr/>
          </p:nvSpPr>
          <p:spPr>
            <a:xfrm rot="10800000" flipV="1">
              <a:off x="809462" y="4261368"/>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17</a:t>
              </a:r>
              <a:endParaRPr lang="ko-KR" altLang="en-US" sz="600" b="1" dirty="0">
                <a:solidFill>
                  <a:schemeClr val="bg1"/>
                </a:solidFill>
                <a:latin typeface="helvetica" panose="020B0604020202020204" pitchFamily="34" charset="0"/>
                <a:cs typeface="helvetica" panose="020B0604020202020204" pitchFamily="34" charset="0"/>
              </a:endParaRPr>
            </a:p>
          </p:txBody>
        </p:sp>
        <p:grpSp>
          <p:nvGrpSpPr>
            <p:cNvPr id="547" name="그룹 546">
              <a:extLst>
                <a:ext uri="{FF2B5EF4-FFF2-40B4-BE49-F238E27FC236}">
                  <a16:creationId xmlns:a16="http://schemas.microsoft.com/office/drawing/2014/main" id="{7C7C7358-D56E-4496-94B2-63B206CB2152}"/>
                </a:ext>
              </a:extLst>
            </p:cNvPr>
            <p:cNvGrpSpPr/>
            <p:nvPr/>
          </p:nvGrpSpPr>
          <p:grpSpPr>
            <a:xfrm>
              <a:off x="3467469" y="795654"/>
              <a:ext cx="2879675" cy="3914775"/>
              <a:chOff x="3504849" y="751204"/>
              <a:chExt cx="2879675" cy="3914775"/>
            </a:xfrm>
          </p:grpSpPr>
          <p:cxnSp>
            <p:nvCxnSpPr>
              <p:cNvPr id="49" name="직선 연결선 48">
                <a:extLst>
                  <a:ext uri="{FF2B5EF4-FFF2-40B4-BE49-F238E27FC236}">
                    <a16:creationId xmlns:a16="http://schemas.microsoft.com/office/drawing/2014/main" id="{EFA7FAB7-B98C-42F1-9594-8B55B62A0BEB}"/>
                  </a:ext>
                </a:extLst>
              </p:cNvPr>
              <p:cNvCxnSpPr>
                <a:cxnSpLocks/>
              </p:cNvCxnSpPr>
              <p:nvPr/>
            </p:nvCxnSpPr>
            <p:spPr>
              <a:xfrm>
                <a:off x="5020180" y="3028557"/>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13" name="Group 442">
                <a:extLst>
                  <a:ext uri="{FF2B5EF4-FFF2-40B4-BE49-F238E27FC236}">
                    <a16:creationId xmlns:a16="http://schemas.microsoft.com/office/drawing/2014/main" id="{D53DB8C9-10C1-4379-A77E-98AB0A63D20B}"/>
                  </a:ext>
                </a:extLst>
              </p:cNvPr>
              <p:cNvGrpSpPr>
                <a:grpSpLocks/>
              </p:cNvGrpSpPr>
              <p:nvPr/>
            </p:nvGrpSpPr>
            <p:grpSpPr bwMode="auto">
              <a:xfrm>
                <a:off x="3504850" y="751204"/>
                <a:ext cx="2703513" cy="3914775"/>
                <a:chOff x="2173" y="614"/>
                <a:chExt cx="1703" cy="2466"/>
              </a:xfrm>
            </p:grpSpPr>
            <p:sp>
              <p:nvSpPr>
                <p:cNvPr id="347" name="Line 242">
                  <a:extLst>
                    <a:ext uri="{FF2B5EF4-FFF2-40B4-BE49-F238E27FC236}">
                      <a16:creationId xmlns:a16="http://schemas.microsoft.com/office/drawing/2014/main" id="{6EE87E3A-303F-4754-BB3F-0630251CCCE0}"/>
                    </a:ext>
                  </a:extLst>
                </p:cNvPr>
                <p:cNvSpPr>
                  <a:spLocks noChangeShapeType="1"/>
                </p:cNvSpPr>
                <p:nvPr/>
              </p:nvSpPr>
              <p:spPr bwMode="auto">
                <a:xfrm>
                  <a:off x="2295" y="2978"/>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8" name="Line 243">
                  <a:extLst>
                    <a:ext uri="{FF2B5EF4-FFF2-40B4-BE49-F238E27FC236}">
                      <a16:creationId xmlns:a16="http://schemas.microsoft.com/office/drawing/2014/main" id="{82BEC964-679A-40E4-A537-FB486B68CEFF}"/>
                    </a:ext>
                  </a:extLst>
                </p:cNvPr>
                <p:cNvSpPr>
                  <a:spLocks noChangeShapeType="1"/>
                </p:cNvSpPr>
                <p:nvPr/>
              </p:nvSpPr>
              <p:spPr bwMode="auto">
                <a:xfrm flipV="1">
                  <a:off x="2365"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9" name="Line 244">
                  <a:extLst>
                    <a:ext uri="{FF2B5EF4-FFF2-40B4-BE49-F238E27FC236}">
                      <a16:creationId xmlns:a16="http://schemas.microsoft.com/office/drawing/2014/main" id="{68B14F3E-3497-4568-BD4F-D5662A7D5E34}"/>
                    </a:ext>
                  </a:extLst>
                </p:cNvPr>
                <p:cNvSpPr>
                  <a:spLocks noChangeShapeType="1"/>
                </p:cNvSpPr>
                <p:nvPr/>
              </p:nvSpPr>
              <p:spPr bwMode="auto">
                <a:xfrm flipV="1">
                  <a:off x="2505"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0" name="Line 245">
                  <a:extLst>
                    <a:ext uri="{FF2B5EF4-FFF2-40B4-BE49-F238E27FC236}">
                      <a16:creationId xmlns:a16="http://schemas.microsoft.com/office/drawing/2014/main" id="{7BFD0558-A9F2-41E7-9245-18BB7339996B}"/>
                    </a:ext>
                  </a:extLst>
                </p:cNvPr>
                <p:cNvSpPr>
                  <a:spLocks noChangeShapeType="1"/>
                </p:cNvSpPr>
                <p:nvPr/>
              </p:nvSpPr>
              <p:spPr bwMode="auto">
                <a:xfrm flipV="1">
                  <a:off x="2645"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1" name="Line 246">
                  <a:extLst>
                    <a:ext uri="{FF2B5EF4-FFF2-40B4-BE49-F238E27FC236}">
                      <a16:creationId xmlns:a16="http://schemas.microsoft.com/office/drawing/2014/main" id="{A088CF97-EC47-443D-912E-4D8591832538}"/>
                    </a:ext>
                  </a:extLst>
                </p:cNvPr>
                <p:cNvSpPr>
                  <a:spLocks noChangeShapeType="1"/>
                </p:cNvSpPr>
                <p:nvPr/>
              </p:nvSpPr>
              <p:spPr bwMode="auto">
                <a:xfrm flipV="1">
                  <a:off x="2786"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2" name="Line 247">
                  <a:extLst>
                    <a:ext uri="{FF2B5EF4-FFF2-40B4-BE49-F238E27FC236}">
                      <a16:creationId xmlns:a16="http://schemas.microsoft.com/office/drawing/2014/main" id="{606EE5BB-DFF4-4968-943F-E6476B42C16D}"/>
                    </a:ext>
                  </a:extLst>
                </p:cNvPr>
                <p:cNvSpPr>
                  <a:spLocks noChangeShapeType="1"/>
                </p:cNvSpPr>
                <p:nvPr/>
              </p:nvSpPr>
              <p:spPr bwMode="auto">
                <a:xfrm flipV="1">
                  <a:off x="2926"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3" name="Line 248">
                  <a:extLst>
                    <a:ext uri="{FF2B5EF4-FFF2-40B4-BE49-F238E27FC236}">
                      <a16:creationId xmlns:a16="http://schemas.microsoft.com/office/drawing/2014/main" id="{F1FADFC8-5ABD-42D3-995F-372184119CE6}"/>
                    </a:ext>
                  </a:extLst>
                </p:cNvPr>
                <p:cNvSpPr>
                  <a:spLocks noChangeShapeType="1"/>
                </p:cNvSpPr>
                <p:nvPr/>
              </p:nvSpPr>
              <p:spPr bwMode="auto">
                <a:xfrm flipV="1">
                  <a:off x="3067"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4" name="Line 249">
                  <a:extLst>
                    <a:ext uri="{FF2B5EF4-FFF2-40B4-BE49-F238E27FC236}">
                      <a16:creationId xmlns:a16="http://schemas.microsoft.com/office/drawing/2014/main" id="{43A6E4F8-D22C-4E1B-BC33-971AC652D88E}"/>
                    </a:ext>
                  </a:extLst>
                </p:cNvPr>
                <p:cNvSpPr>
                  <a:spLocks noChangeShapeType="1"/>
                </p:cNvSpPr>
                <p:nvPr/>
              </p:nvSpPr>
              <p:spPr bwMode="auto">
                <a:xfrm flipV="1">
                  <a:off x="3207"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5" name="Line 250">
                  <a:extLst>
                    <a:ext uri="{FF2B5EF4-FFF2-40B4-BE49-F238E27FC236}">
                      <a16:creationId xmlns:a16="http://schemas.microsoft.com/office/drawing/2014/main" id="{D1E02F2A-8BE5-4C35-BDE8-A3A26A8F3E9C}"/>
                    </a:ext>
                  </a:extLst>
                </p:cNvPr>
                <p:cNvSpPr>
                  <a:spLocks noChangeShapeType="1"/>
                </p:cNvSpPr>
                <p:nvPr/>
              </p:nvSpPr>
              <p:spPr bwMode="auto">
                <a:xfrm flipV="1">
                  <a:off x="3347"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6" name="Line 251">
                  <a:extLst>
                    <a:ext uri="{FF2B5EF4-FFF2-40B4-BE49-F238E27FC236}">
                      <a16:creationId xmlns:a16="http://schemas.microsoft.com/office/drawing/2014/main" id="{1008AC32-26DE-4691-A61A-CF5F855FE360}"/>
                    </a:ext>
                  </a:extLst>
                </p:cNvPr>
                <p:cNvSpPr>
                  <a:spLocks noChangeShapeType="1"/>
                </p:cNvSpPr>
                <p:nvPr/>
              </p:nvSpPr>
              <p:spPr bwMode="auto">
                <a:xfrm flipV="1">
                  <a:off x="3488"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7" name="Line 252">
                  <a:extLst>
                    <a:ext uri="{FF2B5EF4-FFF2-40B4-BE49-F238E27FC236}">
                      <a16:creationId xmlns:a16="http://schemas.microsoft.com/office/drawing/2014/main" id="{FD777300-D0AD-4B2A-A042-8F50C9AC937C}"/>
                    </a:ext>
                  </a:extLst>
                </p:cNvPr>
                <p:cNvSpPr>
                  <a:spLocks noChangeShapeType="1"/>
                </p:cNvSpPr>
                <p:nvPr/>
              </p:nvSpPr>
              <p:spPr bwMode="auto">
                <a:xfrm flipV="1">
                  <a:off x="3628"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8" name="Line 253">
                  <a:extLst>
                    <a:ext uri="{FF2B5EF4-FFF2-40B4-BE49-F238E27FC236}">
                      <a16:creationId xmlns:a16="http://schemas.microsoft.com/office/drawing/2014/main" id="{0E54E2D9-7DEE-4DED-82B6-8C53D68E78A8}"/>
                    </a:ext>
                  </a:extLst>
                </p:cNvPr>
                <p:cNvSpPr>
                  <a:spLocks noChangeShapeType="1"/>
                </p:cNvSpPr>
                <p:nvPr/>
              </p:nvSpPr>
              <p:spPr bwMode="auto">
                <a:xfrm flipV="1">
                  <a:off x="3769"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59" name="Line 254">
                  <a:extLst>
                    <a:ext uri="{FF2B5EF4-FFF2-40B4-BE49-F238E27FC236}">
                      <a16:creationId xmlns:a16="http://schemas.microsoft.com/office/drawing/2014/main" id="{591C21AB-8C66-475D-8F07-3D9C09EE4A2D}"/>
                    </a:ext>
                  </a:extLst>
                </p:cNvPr>
                <p:cNvSpPr>
                  <a:spLocks noChangeShapeType="1"/>
                </p:cNvSpPr>
                <p:nvPr/>
              </p:nvSpPr>
              <p:spPr bwMode="auto">
                <a:xfrm flipV="1">
                  <a:off x="2295"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0" name="Line 255">
                  <a:extLst>
                    <a:ext uri="{FF2B5EF4-FFF2-40B4-BE49-F238E27FC236}">
                      <a16:creationId xmlns:a16="http://schemas.microsoft.com/office/drawing/2014/main" id="{041DD655-7733-45FE-99FD-776AFAA09E9E}"/>
                    </a:ext>
                  </a:extLst>
                </p:cNvPr>
                <p:cNvSpPr>
                  <a:spLocks noChangeShapeType="1"/>
                </p:cNvSpPr>
                <p:nvPr/>
              </p:nvSpPr>
              <p:spPr bwMode="auto">
                <a:xfrm flipV="1">
                  <a:off x="2435"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1" name="Line 256">
                  <a:extLst>
                    <a:ext uri="{FF2B5EF4-FFF2-40B4-BE49-F238E27FC236}">
                      <a16:creationId xmlns:a16="http://schemas.microsoft.com/office/drawing/2014/main" id="{4D50972C-7FA2-48D2-9D4A-055BF1297286}"/>
                    </a:ext>
                  </a:extLst>
                </p:cNvPr>
                <p:cNvSpPr>
                  <a:spLocks noChangeShapeType="1"/>
                </p:cNvSpPr>
                <p:nvPr/>
              </p:nvSpPr>
              <p:spPr bwMode="auto">
                <a:xfrm flipV="1">
                  <a:off x="2575"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2" name="Line 257">
                  <a:extLst>
                    <a:ext uri="{FF2B5EF4-FFF2-40B4-BE49-F238E27FC236}">
                      <a16:creationId xmlns:a16="http://schemas.microsoft.com/office/drawing/2014/main" id="{36E424AD-9FFB-4F9F-9394-6AFB89B5430A}"/>
                    </a:ext>
                  </a:extLst>
                </p:cNvPr>
                <p:cNvSpPr>
                  <a:spLocks noChangeShapeType="1"/>
                </p:cNvSpPr>
                <p:nvPr/>
              </p:nvSpPr>
              <p:spPr bwMode="auto">
                <a:xfrm flipV="1">
                  <a:off x="2716"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3" name="Line 258">
                  <a:extLst>
                    <a:ext uri="{FF2B5EF4-FFF2-40B4-BE49-F238E27FC236}">
                      <a16:creationId xmlns:a16="http://schemas.microsoft.com/office/drawing/2014/main" id="{EA2A6E11-552E-47B2-B314-A25D7631C29A}"/>
                    </a:ext>
                  </a:extLst>
                </p:cNvPr>
                <p:cNvSpPr>
                  <a:spLocks noChangeShapeType="1"/>
                </p:cNvSpPr>
                <p:nvPr/>
              </p:nvSpPr>
              <p:spPr bwMode="auto">
                <a:xfrm flipV="1">
                  <a:off x="2856"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4" name="Line 259">
                  <a:extLst>
                    <a:ext uri="{FF2B5EF4-FFF2-40B4-BE49-F238E27FC236}">
                      <a16:creationId xmlns:a16="http://schemas.microsoft.com/office/drawing/2014/main" id="{90B24727-5533-4D88-874F-68BF06E5535F}"/>
                    </a:ext>
                  </a:extLst>
                </p:cNvPr>
                <p:cNvSpPr>
                  <a:spLocks noChangeShapeType="1"/>
                </p:cNvSpPr>
                <p:nvPr/>
              </p:nvSpPr>
              <p:spPr bwMode="auto">
                <a:xfrm flipV="1">
                  <a:off x="2997"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5" name="Line 260">
                  <a:extLst>
                    <a:ext uri="{FF2B5EF4-FFF2-40B4-BE49-F238E27FC236}">
                      <a16:creationId xmlns:a16="http://schemas.microsoft.com/office/drawing/2014/main" id="{5F687EF1-DD55-48B2-B0A9-47B0318D4180}"/>
                    </a:ext>
                  </a:extLst>
                </p:cNvPr>
                <p:cNvSpPr>
                  <a:spLocks noChangeShapeType="1"/>
                </p:cNvSpPr>
                <p:nvPr/>
              </p:nvSpPr>
              <p:spPr bwMode="auto">
                <a:xfrm flipV="1">
                  <a:off x="3137"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6" name="Line 261">
                  <a:extLst>
                    <a:ext uri="{FF2B5EF4-FFF2-40B4-BE49-F238E27FC236}">
                      <a16:creationId xmlns:a16="http://schemas.microsoft.com/office/drawing/2014/main" id="{E79E1AB3-196D-4AB5-945E-8C1AC9077F5B}"/>
                    </a:ext>
                  </a:extLst>
                </p:cNvPr>
                <p:cNvSpPr>
                  <a:spLocks noChangeShapeType="1"/>
                </p:cNvSpPr>
                <p:nvPr/>
              </p:nvSpPr>
              <p:spPr bwMode="auto">
                <a:xfrm flipV="1">
                  <a:off x="3277"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7" name="Line 262">
                  <a:extLst>
                    <a:ext uri="{FF2B5EF4-FFF2-40B4-BE49-F238E27FC236}">
                      <a16:creationId xmlns:a16="http://schemas.microsoft.com/office/drawing/2014/main" id="{62540163-AC58-48C3-8756-6733F811E6B0}"/>
                    </a:ext>
                  </a:extLst>
                </p:cNvPr>
                <p:cNvSpPr>
                  <a:spLocks noChangeShapeType="1"/>
                </p:cNvSpPr>
                <p:nvPr/>
              </p:nvSpPr>
              <p:spPr bwMode="auto">
                <a:xfrm flipV="1">
                  <a:off x="3418"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8" name="Line 263">
                  <a:extLst>
                    <a:ext uri="{FF2B5EF4-FFF2-40B4-BE49-F238E27FC236}">
                      <a16:creationId xmlns:a16="http://schemas.microsoft.com/office/drawing/2014/main" id="{FAAB80A4-B9AB-45CC-B1DB-26E58EB8E193}"/>
                    </a:ext>
                  </a:extLst>
                </p:cNvPr>
                <p:cNvSpPr>
                  <a:spLocks noChangeShapeType="1"/>
                </p:cNvSpPr>
                <p:nvPr/>
              </p:nvSpPr>
              <p:spPr bwMode="auto">
                <a:xfrm flipV="1">
                  <a:off x="3558"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69" name="Line 264">
                  <a:extLst>
                    <a:ext uri="{FF2B5EF4-FFF2-40B4-BE49-F238E27FC236}">
                      <a16:creationId xmlns:a16="http://schemas.microsoft.com/office/drawing/2014/main" id="{E7FD1DB3-1FB8-4034-962A-1D103239E29A}"/>
                    </a:ext>
                  </a:extLst>
                </p:cNvPr>
                <p:cNvSpPr>
                  <a:spLocks noChangeShapeType="1"/>
                </p:cNvSpPr>
                <p:nvPr/>
              </p:nvSpPr>
              <p:spPr bwMode="auto">
                <a:xfrm flipV="1">
                  <a:off x="3699"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0" name="Line 265">
                  <a:extLst>
                    <a:ext uri="{FF2B5EF4-FFF2-40B4-BE49-F238E27FC236}">
                      <a16:creationId xmlns:a16="http://schemas.microsoft.com/office/drawing/2014/main" id="{3AC5BACA-7B5E-4A3B-9E87-1C151740D782}"/>
                    </a:ext>
                  </a:extLst>
                </p:cNvPr>
                <p:cNvSpPr>
                  <a:spLocks noChangeShapeType="1"/>
                </p:cNvSpPr>
                <p:nvPr/>
              </p:nvSpPr>
              <p:spPr bwMode="auto">
                <a:xfrm flipV="1">
                  <a:off x="3839"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1" name="Line 266">
                  <a:extLst>
                    <a:ext uri="{FF2B5EF4-FFF2-40B4-BE49-F238E27FC236}">
                      <a16:creationId xmlns:a16="http://schemas.microsoft.com/office/drawing/2014/main" id="{DC6E6C29-B21A-417E-A1EF-07878C53FE9D}"/>
                    </a:ext>
                  </a:extLst>
                </p:cNvPr>
                <p:cNvSpPr>
                  <a:spLocks noChangeShapeType="1"/>
                </p:cNvSpPr>
                <p:nvPr/>
              </p:nvSpPr>
              <p:spPr bwMode="auto">
                <a:xfrm>
                  <a:off x="2295" y="2387"/>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2" name="Line 267">
                  <a:extLst>
                    <a:ext uri="{FF2B5EF4-FFF2-40B4-BE49-F238E27FC236}">
                      <a16:creationId xmlns:a16="http://schemas.microsoft.com/office/drawing/2014/main" id="{9EBAF8C8-D0AA-46E4-A540-ACE9F955756C}"/>
                    </a:ext>
                  </a:extLst>
                </p:cNvPr>
                <p:cNvSpPr>
                  <a:spLocks noChangeShapeType="1"/>
                </p:cNvSpPr>
                <p:nvPr/>
              </p:nvSpPr>
              <p:spPr bwMode="auto">
                <a:xfrm>
                  <a:off x="2365"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3" name="Line 268">
                  <a:extLst>
                    <a:ext uri="{FF2B5EF4-FFF2-40B4-BE49-F238E27FC236}">
                      <a16:creationId xmlns:a16="http://schemas.microsoft.com/office/drawing/2014/main" id="{83BC862B-4347-470D-A29F-121961786730}"/>
                    </a:ext>
                  </a:extLst>
                </p:cNvPr>
                <p:cNvSpPr>
                  <a:spLocks noChangeShapeType="1"/>
                </p:cNvSpPr>
                <p:nvPr/>
              </p:nvSpPr>
              <p:spPr bwMode="auto">
                <a:xfrm>
                  <a:off x="2505"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4" name="Line 269">
                  <a:extLst>
                    <a:ext uri="{FF2B5EF4-FFF2-40B4-BE49-F238E27FC236}">
                      <a16:creationId xmlns:a16="http://schemas.microsoft.com/office/drawing/2014/main" id="{67008F10-F3E9-4CFD-8687-9C25B52A0F4A}"/>
                    </a:ext>
                  </a:extLst>
                </p:cNvPr>
                <p:cNvSpPr>
                  <a:spLocks noChangeShapeType="1"/>
                </p:cNvSpPr>
                <p:nvPr/>
              </p:nvSpPr>
              <p:spPr bwMode="auto">
                <a:xfrm>
                  <a:off x="2645"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5" name="Line 270">
                  <a:extLst>
                    <a:ext uri="{FF2B5EF4-FFF2-40B4-BE49-F238E27FC236}">
                      <a16:creationId xmlns:a16="http://schemas.microsoft.com/office/drawing/2014/main" id="{AE8C1DBB-B499-4C67-90E6-9F6581FDF428}"/>
                    </a:ext>
                  </a:extLst>
                </p:cNvPr>
                <p:cNvSpPr>
                  <a:spLocks noChangeShapeType="1"/>
                </p:cNvSpPr>
                <p:nvPr/>
              </p:nvSpPr>
              <p:spPr bwMode="auto">
                <a:xfrm>
                  <a:off x="2786"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6" name="Line 271">
                  <a:extLst>
                    <a:ext uri="{FF2B5EF4-FFF2-40B4-BE49-F238E27FC236}">
                      <a16:creationId xmlns:a16="http://schemas.microsoft.com/office/drawing/2014/main" id="{18EB479E-DA2D-4C6E-AD2E-244CCBB1CBBD}"/>
                    </a:ext>
                  </a:extLst>
                </p:cNvPr>
                <p:cNvSpPr>
                  <a:spLocks noChangeShapeType="1"/>
                </p:cNvSpPr>
                <p:nvPr/>
              </p:nvSpPr>
              <p:spPr bwMode="auto">
                <a:xfrm>
                  <a:off x="2926"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7" name="Line 272">
                  <a:extLst>
                    <a:ext uri="{FF2B5EF4-FFF2-40B4-BE49-F238E27FC236}">
                      <a16:creationId xmlns:a16="http://schemas.microsoft.com/office/drawing/2014/main" id="{9F0258A1-5BAB-4321-9B04-3C004C79E470}"/>
                    </a:ext>
                  </a:extLst>
                </p:cNvPr>
                <p:cNvSpPr>
                  <a:spLocks noChangeShapeType="1"/>
                </p:cNvSpPr>
                <p:nvPr/>
              </p:nvSpPr>
              <p:spPr bwMode="auto">
                <a:xfrm>
                  <a:off x="3067"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8" name="Line 273">
                  <a:extLst>
                    <a:ext uri="{FF2B5EF4-FFF2-40B4-BE49-F238E27FC236}">
                      <a16:creationId xmlns:a16="http://schemas.microsoft.com/office/drawing/2014/main" id="{9E19489D-9CB7-4E0B-A1A8-EE1BADE99E8C}"/>
                    </a:ext>
                  </a:extLst>
                </p:cNvPr>
                <p:cNvSpPr>
                  <a:spLocks noChangeShapeType="1"/>
                </p:cNvSpPr>
                <p:nvPr/>
              </p:nvSpPr>
              <p:spPr bwMode="auto">
                <a:xfrm>
                  <a:off x="3207"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79" name="Line 274">
                  <a:extLst>
                    <a:ext uri="{FF2B5EF4-FFF2-40B4-BE49-F238E27FC236}">
                      <a16:creationId xmlns:a16="http://schemas.microsoft.com/office/drawing/2014/main" id="{BE3E207A-182A-4E10-954C-06B7707C9CA0}"/>
                    </a:ext>
                  </a:extLst>
                </p:cNvPr>
                <p:cNvSpPr>
                  <a:spLocks noChangeShapeType="1"/>
                </p:cNvSpPr>
                <p:nvPr/>
              </p:nvSpPr>
              <p:spPr bwMode="auto">
                <a:xfrm>
                  <a:off x="3347"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0" name="Line 275">
                  <a:extLst>
                    <a:ext uri="{FF2B5EF4-FFF2-40B4-BE49-F238E27FC236}">
                      <a16:creationId xmlns:a16="http://schemas.microsoft.com/office/drawing/2014/main" id="{ABACC850-3450-4A56-BE2E-7D240E742742}"/>
                    </a:ext>
                  </a:extLst>
                </p:cNvPr>
                <p:cNvSpPr>
                  <a:spLocks noChangeShapeType="1"/>
                </p:cNvSpPr>
                <p:nvPr/>
              </p:nvSpPr>
              <p:spPr bwMode="auto">
                <a:xfrm>
                  <a:off x="3488"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1" name="Line 276">
                  <a:extLst>
                    <a:ext uri="{FF2B5EF4-FFF2-40B4-BE49-F238E27FC236}">
                      <a16:creationId xmlns:a16="http://schemas.microsoft.com/office/drawing/2014/main" id="{4122C6E4-BAED-42A7-B690-0AB2B296F491}"/>
                    </a:ext>
                  </a:extLst>
                </p:cNvPr>
                <p:cNvSpPr>
                  <a:spLocks noChangeShapeType="1"/>
                </p:cNvSpPr>
                <p:nvPr/>
              </p:nvSpPr>
              <p:spPr bwMode="auto">
                <a:xfrm>
                  <a:off x="3628"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2" name="Line 277">
                  <a:extLst>
                    <a:ext uri="{FF2B5EF4-FFF2-40B4-BE49-F238E27FC236}">
                      <a16:creationId xmlns:a16="http://schemas.microsoft.com/office/drawing/2014/main" id="{669E9D72-A082-48A2-84B1-2003450233A1}"/>
                    </a:ext>
                  </a:extLst>
                </p:cNvPr>
                <p:cNvSpPr>
                  <a:spLocks noChangeShapeType="1"/>
                </p:cNvSpPr>
                <p:nvPr/>
              </p:nvSpPr>
              <p:spPr bwMode="auto">
                <a:xfrm>
                  <a:off x="3769"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3" name="Line 278">
                  <a:extLst>
                    <a:ext uri="{FF2B5EF4-FFF2-40B4-BE49-F238E27FC236}">
                      <a16:creationId xmlns:a16="http://schemas.microsoft.com/office/drawing/2014/main" id="{C578641F-964D-490A-A91E-009F822A1FF6}"/>
                    </a:ext>
                  </a:extLst>
                </p:cNvPr>
                <p:cNvSpPr>
                  <a:spLocks noChangeShapeType="1"/>
                </p:cNvSpPr>
                <p:nvPr/>
              </p:nvSpPr>
              <p:spPr bwMode="auto">
                <a:xfrm>
                  <a:off x="2295"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4" name="Line 279">
                  <a:extLst>
                    <a:ext uri="{FF2B5EF4-FFF2-40B4-BE49-F238E27FC236}">
                      <a16:creationId xmlns:a16="http://schemas.microsoft.com/office/drawing/2014/main" id="{36262DBA-C0FD-4526-9BC7-B45B3357C094}"/>
                    </a:ext>
                  </a:extLst>
                </p:cNvPr>
                <p:cNvSpPr>
                  <a:spLocks noChangeShapeType="1"/>
                </p:cNvSpPr>
                <p:nvPr/>
              </p:nvSpPr>
              <p:spPr bwMode="auto">
                <a:xfrm>
                  <a:off x="2435"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5" name="Line 280">
                  <a:extLst>
                    <a:ext uri="{FF2B5EF4-FFF2-40B4-BE49-F238E27FC236}">
                      <a16:creationId xmlns:a16="http://schemas.microsoft.com/office/drawing/2014/main" id="{150F20A7-754B-4D33-A217-CE14ECD34B4E}"/>
                    </a:ext>
                  </a:extLst>
                </p:cNvPr>
                <p:cNvSpPr>
                  <a:spLocks noChangeShapeType="1"/>
                </p:cNvSpPr>
                <p:nvPr/>
              </p:nvSpPr>
              <p:spPr bwMode="auto">
                <a:xfrm>
                  <a:off x="2575"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6" name="Line 281">
                  <a:extLst>
                    <a:ext uri="{FF2B5EF4-FFF2-40B4-BE49-F238E27FC236}">
                      <a16:creationId xmlns:a16="http://schemas.microsoft.com/office/drawing/2014/main" id="{C8F71C3D-F685-4EE4-B237-4122256E8BE9}"/>
                    </a:ext>
                  </a:extLst>
                </p:cNvPr>
                <p:cNvSpPr>
                  <a:spLocks noChangeShapeType="1"/>
                </p:cNvSpPr>
                <p:nvPr/>
              </p:nvSpPr>
              <p:spPr bwMode="auto">
                <a:xfrm>
                  <a:off x="2716"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7" name="Line 282">
                  <a:extLst>
                    <a:ext uri="{FF2B5EF4-FFF2-40B4-BE49-F238E27FC236}">
                      <a16:creationId xmlns:a16="http://schemas.microsoft.com/office/drawing/2014/main" id="{357D39D7-5203-4E31-B7C9-9572B6845326}"/>
                    </a:ext>
                  </a:extLst>
                </p:cNvPr>
                <p:cNvSpPr>
                  <a:spLocks noChangeShapeType="1"/>
                </p:cNvSpPr>
                <p:nvPr/>
              </p:nvSpPr>
              <p:spPr bwMode="auto">
                <a:xfrm>
                  <a:off x="2856"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8" name="Line 283">
                  <a:extLst>
                    <a:ext uri="{FF2B5EF4-FFF2-40B4-BE49-F238E27FC236}">
                      <a16:creationId xmlns:a16="http://schemas.microsoft.com/office/drawing/2014/main" id="{F2F52222-94F2-4B63-9F5D-2611A0D50F6A}"/>
                    </a:ext>
                  </a:extLst>
                </p:cNvPr>
                <p:cNvSpPr>
                  <a:spLocks noChangeShapeType="1"/>
                </p:cNvSpPr>
                <p:nvPr/>
              </p:nvSpPr>
              <p:spPr bwMode="auto">
                <a:xfrm>
                  <a:off x="2997"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89" name="Line 284">
                  <a:extLst>
                    <a:ext uri="{FF2B5EF4-FFF2-40B4-BE49-F238E27FC236}">
                      <a16:creationId xmlns:a16="http://schemas.microsoft.com/office/drawing/2014/main" id="{D826B72E-FAC8-48DD-B239-4926018A9795}"/>
                    </a:ext>
                  </a:extLst>
                </p:cNvPr>
                <p:cNvSpPr>
                  <a:spLocks noChangeShapeType="1"/>
                </p:cNvSpPr>
                <p:nvPr/>
              </p:nvSpPr>
              <p:spPr bwMode="auto">
                <a:xfrm>
                  <a:off x="3137"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0" name="Line 285">
                  <a:extLst>
                    <a:ext uri="{FF2B5EF4-FFF2-40B4-BE49-F238E27FC236}">
                      <a16:creationId xmlns:a16="http://schemas.microsoft.com/office/drawing/2014/main" id="{063E587D-2712-4937-AB92-3940278A4E21}"/>
                    </a:ext>
                  </a:extLst>
                </p:cNvPr>
                <p:cNvSpPr>
                  <a:spLocks noChangeShapeType="1"/>
                </p:cNvSpPr>
                <p:nvPr/>
              </p:nvSpPr>
              <p:spPr bwMode="auto">
                <a:xfrm>
                  <a:off x="3277"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1" name="Line 286">
                  <a:extLst>
                    <a:ext uri="{FF2B5EF4-FFF2-40B4-BE49-F238E27FC236}">
                      <a16:creationId xmlns:a16="http://schemas.microsoft.com/office/drawing/2014/main" id="{E9B4D44E-31D6-4F4A-A53B-22388BE9B734}"/>
                    </a:ext>
                  </a:extLst>
                </p:cNvPr>
                <p:cNvSpPr>
                  <a:spLocks noChangeShapeType="1"/>
                </p:cNvSpPr>
                <p:nvPr/>
              </p:nvSpPr>
              <p:spPr bwMode="auto">
                <a:xfrm>
                  <a:off x="3418"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2" name="Line 287">
                  <a:extLst>
                    <a:ext uri="{FF2B5EF4-FFF2-40B4-BE49-F238E27FC236}">
                      <a16:creationId xmlns:a16="http://schemas.microsoft.com/office/drawing/2014/main" id="{4FFAA389-DD2A-4301-AFC4-19D1B23D4A65}"/>
                    </a:ext>
                  </a:extLst>
                </p:cNvPr>
                <p:cNvSpPr>
                  <a:spLocks noChangeShapeType="1"/>
                </p:cNvSpPr>
                <p:nvPr/>
              </p:nvSpPr>
              <p:spPr bwMode="auto">
                <a:xfrm>
                  <a:off x="3558"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3" name="Line 288">
                  <a:extLst>
                    <a:ext uri="{FF2B5EF4-FFF2-40B4-BE49-F238E27FC236}">
                      <a16:creationId xmlns:a16="http://schemas.microsoft.com/office/drawing/2014/main" id="{244B2630-FE9F-40E9-A9D8-FA18DA3BC5CD}"/>
                    </a:ext>
                  </a:extLst>
                </p:cNvPr>
                <p:cNvSpPr>
                  <a:spLocks noChangeShapeType="1"/>
                </p:cNvSpPr>
                <p:nvPr/>
              </p:nvSpPr>
              <p:spPr bwMode="auto">
                <a:xfrm>
                  <a:off x="3699"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4" name="Line 289">
                  <a:extLst>
                    <a:ext uri="{FF2B5EF4-FFF2-40B4-BE49-F238E27FC236}">
                      <a16:creationId xmlns:a16="http://schemas.microsoft.com/office/drawing/2014/main" id="{E39AAA28-EA92-4D56-ADBC-9B90D52DB0D3}"/>
                    </a:ext>
                  </a:extLst>
                </p:cNvPr>
                <p:cNvSpPr>
                  <a:spLocks noChangeShapeType="1"/>
                </p:cNvSpPr>
                <p:nvPr/>
              </p:nvSpPr>
              <p:spPr bwMode="auto">
                <a:xfrm>
                  <a:off x="3839"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5" name="Line 290">
                  <a:extLst>
                    <a:ext uri="{FF2B5EF4-FFF2-40B4-BE49-F238E27FC236}">
                      <a16:creationId xmlns:a16="http://schemas.microsoft.com/office/drawing/2014/main" id="{B10A3B58-95D3-4422-9FB9-4402B1BF9DD4}"/>
                    </a:ext>
                  </a:extLst>
                </p:cNvPr>
                <p:cNvSpPr>
                  <a:spLocks noChangeShapeType="1"/>
                </p:cNvSpPr>
                <p:nvPr/>
              </p:nvSpPr>
              <p:spPr bwMode="auto">
                <a:xfrm flipV="1">
                  <a:off x="2295" y="2387"/>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6" name="Line 291">
                  <a:extLst>
                    <a:ext uri="{FF2B5EF4-FFF2-40B4-BE49-F238E27FC236}">
                      <a16:creationId xmlns:a16="http://schemas.microsoft.com/office/drawing/2014/main" id="{C792C355-2749-47EB-A1F3-643BA1013BAA}"/>
                    </a:ext>
                  </a:extLst>
                </p:cNvPr>
                <p:cNvSpPr>
                  <a:spLocks noChangeShapeType="1"/>
                </p:cNvSpPr>
                <p:nvPr/>
              </p:nvSpPr>
              <p:spPr bwMode="auto">
                <a:xfrm>
                  <a:off x="2295" y="2872"/>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7" name="Line 292">
                  <a:extLst>
                    <a:ext uri="{FF2B5EF4-FFF2-40B4-BE49-F238E27FC236}">
                      <a16:creationId xmlns:a16="http://schemas.microsoft.com/office/drawing/2014/main" id="{88B250CB-B05F-44D3-BF9E-AE7782460714}"/>
                    </a:ext>
                  </a:extLst>
                </p:cNvPr>
                <p:cNvSpPr>
                  <a:spLocks noChangeShapeType="1"/>
                </p:cNvSpPr>
                <p:nvPr/>
              </p:nvSpPr>
              <p:spPr bwMode="auto">
                <a:xfrm>
                  <a:off x="2295" y="2661"/>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8" name="Line 293">
                  <a:extLst>
                    <a:ext uri="{FF2B5EF4-FFF2-40B4-BE49-F238E27FC236}">
                      <a16:creationId xmlns:a16="http://schemas.microsoft.com/office/drawing/2014/main" id="{709BD1E8-B02B-4E92-BF8F-5863E6A3A4D6}"/>
                    </a:ext>
                  </a:extLst>
                </p:cNvPr>
                <p:cNvSpPr>
                  <a:spLocks noChangeShapeType="1"/>
                </p:cNvSpPr>
                <p:nvPr/>
              </p:nvSpPr>
              <p:spPr bwMode="auto">
                <a:xfrm>
                  <a:off x="2295" y="2450"/>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99" name="Line 294">
                  <a:extLst>
                    <a:ext uri="{FF2B5EF4-FFF2-40B4-BE49-F238E27FC236}">
                      <a16:creationId xmlns:a16="http://schemas.microsoft.com/office/drawing/2014/main" id="{60BFAC9B-0804-4933-86ED-3D469E69DF5C}"/>
                    </a:ext>
                  </a:extLst>
                </p:cNvPr>
                <p:cNvSpPr>
                  <a:spLocks noChangeShapeType="1"/>
                </p:cNvSpPr>
                <p:nvPr/>
              </p:nvSpPr>
              <p:spPr bwMode="auto">
                <a:xfrm>
                  <a:off x="2295" y="2978"/>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0" name="Line 295">
                  <a:extLst>
                    <a:ext uri="{FF2B5EF4-FFF2-40B4-BE49-F238E27FC236}">
                      <a16:creationId xmlns:a16="http://schemas.microsoft.com/office/drawing/2014/main" id="{11AC9835-6FD7-48D3-886F-1915331583A3}"/>
                    </a:ext>
                  </a:extLst>
                </p:cNvPr>
                <p:cNvSpPr>
                  <a:spLocks noChangeShapeType="1"/>
                </p:cNvSpPr>
                <p:nvPr/>
              </p:nvSpPr>
              <p:spPr bwMode="auto">
                <a:xfrm>
                  <a:off x="2295" y="2767"/>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1" name="Line 296">
                  <a:extLst>
                    <a:ext uri="{FF2B5EF4-FFF2-40B4-BE49-F238E27FC236}">
                      <a16:creationId xmlns:a16="http://schemas.microsoft.com/office/drawing/2014/main" id="{5824CA6C-AC4C-40D1-B6D7-85448AC8572F}"/>
                    </a:ext>
                  </a:extLst>
                </p:cNvPr>
                <p:cNvSpPr>
                  <a:spLocks noChangeShapeType="1"/>
                </p:cNvSpPr>
                <p:nvPr/>
              </p:nvSpPr>
              <p:spPr bwMode="auto">
                <a:xfrm>
                  <a:off x="2295" y="2556"/>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2" name="Line 297">
                  <a:extLst>
                    <a:ext uri="{FF2B5EF4-FFF2-40B4-BE49-F238E27FC236}">
                      <a16:creationId xmlns:a16="http://schemas.microsoft.com/office/drawing/2014/main" id="{019F7A24-CF6D-4C62-8CA6-8602F7BB172D}"/>
                    </a:ext>
                  </a:extLst>
                </p:cNvPr>
                <p:cNvSpPr>
                  <a:spLocks noChangeShapeType="1"/>
                </p:cNvSpPr>
                <p:nvPr/>
              </p:nvSpPr>
              <p:spPr bwMode="auto">
                <a:xfrm flipV="1">
                  <a:off x="3839" y="2387"/>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3" name="Line 298">
                  <a:extLst>
                    <a:ext uri="{FF2B5EF4-FFF2-40B4-BE49-F238E27FC236}">
                      <a16:creationId xmlns:a16="http://schemas.microsoft.com/office/drawing/2014/main" id="{DD88A322-D38D-4087-AB0A-1FB948B5E98F}"/>
                    </a:ext>
                  </a:extLst>
                </p:cNvPr>
                <p:cNvSpPr>
                  <a:spLocks noChangeShapeType="1"/>
                </p:cNvSpPr>
                <p:nvPr/>
              </p:nvSpPr>
              <p:spPr bwMode="auto">
                <a:xfrm flipH="1">
                  <a:off x="3824" y="2872"/>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4" name="Line 299">
                  <a:extLst>
                    <a:ext uri="{FF2B5EF4-FFF2-40B4-BE49-F238E27FC236}">
                      <a16:creationId xmlns:a16="http://schemas.microsoft.com/office/drawing/2014/main" id="{6E76151C-BD37-40E1-AD9A-038848639858}"/>
                    </a:ext>
                  </a:extLst>
                </p:cNvPr>
                <p:cNvSpPr>
                  <a:spLocks noChangeShapeType="1"/>
                </p:cNvSpPr>
                <p:nvPr/>
              </p:nvSpPr>
              <p:spPr bwMode="auto">
                <a:xfrm flipH="1">
                  <a:off x="3824" y="2661"/>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5" name="Line 300">
                  <a:extLst>
                    <a:ext uri="{FF2B5EF4-FFF2-40B4-BE49-F238E27FC236}">
                      <a16:creationId xmlns:a16="http://schemas.microsoft.com/office/drawing/2014/main" id="{693A160C-4F1B-42F9-9715-CBFE90FA0707}"/>
                    </a:ext>
                  </a:extLst>
                </p:cNvPr>
                <p:cNvSpPr>
                  <a:spLocks noChangeShapeType="1"/>
                </p:cNvSpPr>
                <p:nvPr/>
              </p:nvSpPr>
              <p:spPr bwMode="auto">
                <a:xfrm flipH="1">
                  <a:off x="3824" y="2450"/>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6" name="Line 301">
                  <a:extLst>
                    <a:ext uri="{FF2B5EF4-FFF2-40B4-BE49-F238E27FC236}">
                      <a16:creationId xmlns:a16="http://schemas.microsoft.com/office/drawing/2014/main" id="{AABA49F4-D74D-4282-B807-6BD049786C88}"/>
                    </a:ext>
                  </a:extLst>
                </p:cNvPr>
                <p:cNvSpPr>
                  <a:spLocks noChangeShapeType="1"/>
                </p:cNvSpPr>
                <p:nvPr/>
              </p:nvSpPr>
              <p:spPr bwMode="auto">
                <a:xfrm flipH="1">
                  <a:off x="3809" y="2978"/>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7" name="Line 302">
                  <a:extLst>
                    <a:ext uri="{FF2B5EF4-FFF2-40B4-BE49-F238E27FC236}">
                      <a16:creationId xmlns:a16="http://schemas.microsoft.com/office/drawing/2014/main" id="{0A5413BD-80F9-455B-B3B6-2C078F5FCCBA}"/>
                    </a:ext>
                  </a:extLst>
                </p:cNvPr>
                <p:cNvSpPr>
                  <a:spLocks noChangeShapeType="1"/>
                </p:cNvSpPr>
                <p:nvPr/>
              </p:nvSpPr>
              <p:spPr bwMode="auto">
                <a:xfrm flipH="1">
                  <a:off x="3809" y="2767"/>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8" name="Line 303">
                  <a:extLst>
                    <a:ext uri="{FF2B5EF4-FFF2-40B4-BE49-F238E27FC236}">
                      <a16:creationId xmlns:a16="http://schemas.microsoft.com/office/drawing/2014/main" id="{283375CE-2328-4514-AE36-348D48AF4399}"/>
                    </a:ext>
                  </a:extLst>
                </p:cNvPr>
                <p:cNvSpPr>
                  <a:spLocks noChangeShapeType="1"/>
                </p:cNvSpPr>
                <p:nvPr/>
              </p:nvSpPr>
              <p:spPr bwMode="auto">
                <a:xfrm flipH="1">
                  <a:off x="3809" y="2556"/>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09" name="Rectangle 304">
                  <a:extLst>
                    <a:ext uri="{FF2B5EF4-FFF2-40B4-BE49-F238E27FC236}">
                      <a16:creationId xmlns:a16="http://schemas.microsoft.com/office/drawing/2014/main" id="{20BE602A-5C57-4D35-A381-4222E105388A}"/>
                    </a:ext>
                  </a:extLst>
                </p:cNvPr>
                <p:cNvSpPr>
                  <a:spLocks noChangeArrowheads="1"/>
                </p:cNvSpPr>
                <p:nvPr/>
              </p:nvSpPr>
              <p:spPr bwMode="auto">
                <a:xfrm>
                  <a:off x="2277"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0" name="Rectangle 305">
                  <a:extLst>
                    <a:ext uri="{FF2B5EF4-FFF2-40B4-BE49-F238E27FC236}">
                      <a16:creationId xmlns:a16="http://schemas.microsoft.com/office/drawing/2014/main" id="{FF758191-419F-491C-A40B-6E2168434025}"/>
                    </a:ext>
                  </a:extLst>
                </p:cNvPr>
                <p:cNvSpPr>
                  <a:spLocks noChangeArrowheads="1"/>
                </p:cNvSpPr>
                <p:nvPr/>
              </p:nvSpPr>
              <p:spPr bwMode="auto">
                <a:xfrm>
                  <a:off x="2417"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1" name="Rectangle 306">
                  <a:extLst>
                    <a:ext uri="{FF2B5EF4-FFF2-40B4-BE49-F238E27FC236}">
                      <a16:creationId xmlns:a16="http://schemas.microsoft.com/office/drawing/2014/main" id="{6116D64B-B2F7-429E-9871-E890017F78D2}"/>
                    </a:ext>
                  </a:extLst>
                </p:cNvPr>
                <p:cNvSpPr>
                  <a:spLocks noChangeArrowheads="1"/>
                </p:cNvSpPr>
                <p:nvPr/>
              </p:nvSpPr>
              <p:spPr bwMode="auto">
                <a:xfrm>
                  <a:off x="2558"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2" name="Rectangle 307">
                  <a:extLst>
                    <a:ext uri="{FF2B5EF4-FFF2-40B4-BE49-F238E27FC236}">
                      <a16:creationId xmlns:a16="http://schemas.microsoft.com/office/drawing/2014/main" id="{D2617282-B764-41C4-8B67-640D9E8B93D2}"/>
                    </a:ext>
                  </a:extLst>
                </p:cNvPr>
                <p:cNvSpPr>
                  <a:spLocks noChangeArrowheads="1"/>
                </p:cNvSpPr>
                <p:nvPr/>
              </p:nvSpPr>
              <p:spPr bwMode="auto">
                <a:xfrm>
                  <a:off x="2698"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3" name="Rectangle 308">
                  <a:extLst>
                    <a:ext uri="{FF2B5EF4-FFF2-40B4-BE49-F238E27FC236}">
                      <a16:creationId xmlns:a16="http://schemas.microsoft.com/office/drawing/2014/main" id="{A76FCDA6-674F-48A9-91D8-4BC11CD911A3}"/>
                    </a:ext>
                  </a:extLst>
                </p:cNvPr>
                <p:cNvSpPr>
                  <a:spLocks noChangeArrowheads="1"/>
                </p:cNvSpPr>
                <p:nvPr/>
              </p:nvSpPr>
              <p:spPr bwMode="auto">
                <a:xfrm>
                  <a:off x="2839"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4</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4" name="Rectangle 309">
                  <a:extLst>
                    <a:ext uri="{FF2B5EF4-FFF2-40B4-BE49-F238E27FC236}">
                      <a16:creationId xmlns:a16="http://schemas.microsoft.com/office/drawing/2014/main" id="{091A5D9B-D4DE-4D9F-B490-FDF27D133D63}"/>
                    </a:ext>
                  </a:extLst>
                </p:cNvPr>
                <p:cNvSpPr>
                  <a:spLocks noChangeArrowheads="1"/>
                </p:cNvSpPr>
                <p:nvPr/>
              </p:nvSpPr>
              <p:spPr bwMode="auto">
                <a:xfrm>
                  <a:off x="2979"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5" name="Rectangle 310">
                  <a:extLst>
                    <a:ext uri="{FF2B5EF4-FFF2-40B4-BE49-F238E27FC236}">
                      <a16:creationId xmlns:a16="http://schemas.microsoft.com/office/drawing/2014/main" id="{A15A9984-3009-4D78-BB55-875CB1BE8C43}"/>
                    </a:ext>
                  </a:extLst>
                </p:cNvPr>
                <p:cNvSpPr>
                  <a:spLocks noChangeArrowheads="1"/>
                </p:cNvSpPr>
                <p:nvPr/>
              </p:nvSpPr>
              <p:spPr bwMode="auto">
                <a:xfrm>
                  <a:off x="3119"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6</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6" name="Rectangle 311">
                  <a:extLst>
                    <a:ext uri="{FF2B5EF4-FFF2-40B4-BE49-F238E27FC236}">
                      <a16:creationId xmlns:a16="http://schemas.microsoft.com/office/drawing/2014/main" id="{AEF824F4-0432-44F3-8E36-BB5D81CB1957}"/>
                    </a:ext>
                  </a:extLst>
                </p:cNvPr>
                <p:cNvSpPr>
                  <a:spLocks noChangeArrowheads="1"/>
                </p:cNvSpPr>
                <p:nvPr/>
              </p:nvSpPr>
              <p:spPr bwMode="auto">
                <a:xfrm>
                  <a:off x="3260"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7</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7" name="Rectangle 312">
                  <a:extLst>
                    <a:ext uri="{FF2B5EF4-FFF2-40B4-BE49-F238E27FC236}">
                      <a16:creationId xmlns:a16="http://schemas.microsoft.com/office/drawing/2014/main" id="{62962E27-DA3C-4145-A551-1928E2C3B803}"/>
                    </a:ext>
                  </a:extLst>
                </p:cNvPr>
                <p:cNvSpPr>
                  <a:spLocks noChangeArrowheads="1"/>
                </p:cNvSpPr>
                <p:nvPr/>
              </p:nvSpPr>
              <p:spPr bwMode="auto">
                <a:xfrm>
                  <a:off x="3400"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8</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8" name="Rectangle 313">
                  <a:extLst>
                    <a:ext uri="{FF2B5EF4-FFF2-40B4-BE49-F238E27FC236}">
                      <a16:creationId xmlns:a16="http://schemas.microsoft.com/office/drawing/2014/main" id="{8FD3FF7B-0D04-4288-9C29-3681B2AC8502}"/>
                    </a:ext>
                  </a:extLst>
                </p:cNvPr>
                <p:cNvSpPr>
                  <a:spLocks noChangeArrowheads="1"/>
                </p:cNvSpPr>
                <p:nvPr/>
              </p:nvSpPr>
              <p:spPr bwMode="auto">
                <a:xfrm>
                  <a:off x="3541"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9</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19" name="Rectangle 314">
                  <a:extLst>
                    <a:ext uri="{FF2B5EF4-FFF2-40B4-BE49-F238E27FC236}">
                      <a16:creationId xmlns:a16="http://schemas.microsoft.com/office/drawing/2014/main" id="{D46301F2-8E68-433B-B4AB-98B93FBDCCB9}"/>
                    </a:ext>
                  </a:extLst>
                </p:cNvPr>
                <p:cNvSpPr>
                  <a:spLocks noChangeArrowheads="1"/>
                </p:cNvSpPr>
                <p:nvPr/>
              </p:nvSpPr>
              <p:spPr bwMode="auto">
                <a:xfrm>
                  <a:off x="3663" y="3002"/>
                  <a:ext cx="73"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20" name="Rectangle 315">
                  <a:extLst>
                    <a:ext uri="{FF2B5EF4-FFF2-40B4-BE49-F238E27FC236}">
                      <a16:creationId xmlns:a16="http://schemas.microsoft.com/office/drawing/2014/main" id="{46525A2C-1DDB-40AC-B105-88C99535A6C0}"/>
                    </a:ext>
                  </a:extLst>
                </p:cNvPr>
                <p:cNvSpPr>
                  <a:spLocks noChangeArrowheads="1"/>
                </p:cNvSpPr>
                <p:nvPr/>
              </p:nvSpPr>
              <p:spPr bwMode="auto">
                <a:xfrm>
                  <a:off x="3803" y="3002"/>
                  <a:ext cx="73"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11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21" name="Rectangle 316">
                  <a:extLst>
                    <a:ext uri="{FF2B5EF4-FFF2-40B4-BE49-F238E27FC236}">
                      <a16:creationId xmlns:a16="http://schemas.microsoft.com/office/drawing/2014/main" id="{3F755604-DB70-46A7-92B1-0E26C5468E8E}"/>
                    </a:ext>
                  </a:extLst>
                </p:cNvPr>
                <p:cNvSpPr>
                  <a:spLocks noChangeArrowheads="1"/>
                </p:cNvSpPr>
                <p:nvPr/>
              </p:nvSpPr>
              <p:spPr bwMode="auto">
                <a:xfrm>
                  <a:off x="2173" y="2938"/>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22" name="Rectangle 317">
                  <a:extLst>
                    <a:ext uri="{FF2B5EF4-FFF2-40B4-BE49-F238E27FC236}">
                      <a16:creationId xmlns:a16="http://schemas.microsoft.com/office/drawing/2014/main" id="{0F85214B-5DF0-4E58-835B-AF7B8A8140BE}"/>
                    </a:ext>
                  </a:extLst>
                </p:cNvPr>
                <p:cNvSpPr>
                  <a:spLocks noChangeArrowheads="1"/>
                </p:cNvSpPr>
                <p:nvPr/>
              </p:nvSpPr>
              <p:spPr bwMode="auto">
                <a:xfrm>
                  <a:off x="2173" y="2728"/>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23" name="Rectangle 318">
                  <a:extLst>
                    <a:ext uri="{FF2B5EF4-FFF2-40B4-BE49-F238E27FC236}">
                      <a16:creationId xmlns:a16="http://schemas.microsoft.com/office/drawing/2014/main" id="{EB8D36FD-486B-454F-9494-6978A67634A7}"/>
                    </a:ext>
                  </a:extLst>
                </p:cNvPr>
                <p:cNvSpPr>
                  <a:spLocks noChangeArrowheads="1"/>
                </p:cNvSpPr>
                <p:nvPr/>
              </p:nvSpPr>
              <p:spPr bwMode="auto">
                <a:xfrm>
                  <a:off x="2173" y="2516"/>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24" name="Line 319">
                  <a:extLst>
                    <a:ext uri="{FF2B5EF4-FFF2-40B4-BE49-F238E27FC236}">
                      <a16:creationId xmlns:a16="http://schemas.microsoft.com/office/drawing/2014/main" id="{7264FF03-A083-47AD-B3CB-CD2D4FDD3EB3}"/>
                    </a:ext>
                  </a:extLst>
                </p:cNvPr>
                <p:cNvSpPr>
                  <a:spLocks noChangeShapeType="1"/>
                </p:cNvSpPr>
                <p:nvPr/>
              </p:nvSpPr>
              <p:spPr bwMode="auto">
                <a:xfrm>
                  <a:off x="2295" y="2387"/>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25" name="Line 320">
                  <a:extLst>
                    <a:ext uri="{FF2B5EF4-FFF2-40B4-BE49-F238E27FC236}">
                      <a16:creationId xmlns:a16="http://schemas.microsoft.com/office/drawing/2014/main" id="{8338B7CF-C1FF-4870-85BA-AEB163B98B80}"/>
                    </a:ext>
                  </a:extLst>
                </p:cNvPr>
                <p:cNvSpPr>
                  <a:spLocks noChangeShapeType="1"/>
                </p:cNvSpPr>
                <p:nvPr/>
              </p:nvSpPr>
              <p:spPr bwMode="auto">
                <a:xfrm flipV="1">
                  <a:off x="2365"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26" name="Line 321">
                  <a:extLst>
                    <a:ext uri="{FF2B5EF4-FFF2-40B4-BE49-F238E27FC236}">
                      <a16:creationId xmlns:a16="http://schemas.microsoft.com/office/drawing/2014/main" id="{F23E23B1-BB01-4DB2-BAA9-8DCEB93D7A27}"/>
                    </a:ext>
                  </a:extLst>
                </p:cNvPr>
                <p:cNvSpPr>
                  <a:spLocks noChangeShapeType="1"/>
                </p:cNvSpPr>
                <p:nvPr/>
              </p:nvSpPr>
              <p:spPr bwMode="auto">
                <a:xfrm flipV="1">
                  <a:off x="2505"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27" name="Line 322">
                  <a:extLst>
                    <a:ext uri="{FF2B5EF4-FFF2-40B4-BE49-F238E27FC236}">
                      <a16:creationId xmlns:a16="http://schemas.microsoft.com/office/drawing/2014/main" id="{E5C395C9-D646-464F-87AE-12F7B5DB97BA}"/>
                    </a:ext>
                  </a:extLst>
                </p:cNvPr>
                <p:cNvSpPr>
                  <a:spLocks noChangeShapeType="1"/>
                </p:cNvSpPr>
                <p:nvPr/>
              </p:nvSpPr>
              <p:spPr bwMode="auto">
                <a:xfrm flipV="1">
                  <a:off x="2645"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28" name="Line 323">
                  <a:extLst>
                    <a:ext uri="{FF2B5EF4-FFF2-40B4-BE49-F238E27FC236}">
                      <a16:creationId xmlns:a16="http://schemas.microsoft.com/office/drawing/2014/main" id="{02D05686-BBA0-42BF-B626-0C52587CAD51}"/>
                    </a:ext>
                  </a:extLst>
                </p:cNvPr>
                <p:cNvSpPr>
                  <a:spLocks noChangeShapeType="1"/>
                </p:cNvSpPr>
                <p:nvPr/>
              </p:nvSpPr>
              <p:spPr bwMode="auto">
                <a:xfrm flipV="1">
                  <a:off x="2786"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29" name="Line 324">
                  <a:extLst>
                    <a:ext uri="{FF2B5EF4-FFF2-40B4-BE49-F238E27FC236}">
                      <a16:creationId xmlns:a16="http://schemas.microsoft.com/office/drawing/2014/main" id="{1C26B59B-C2FD-4730-968E-6936BA6ECCD2}"/>
                    </a:ext>
                  </a:extLst>
                </p:cNvPr>
                <p:cNvSpPr>
                  <a:spLocks noChangeShapeType="1"/>
                </p:cNvSpPr>
                <p:nvPr/>
              </p:nvSpPr>
              <p:spPr bwMode="auto">
                <a:xfrm flipV="1">
                  <a:off x="2926"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0" name="Line 325">
                  <a:extLst>
                    <a:ext uri="{FF2B5EF4-FFF2-40B4-BE49-F238E27FC236}">
                      <a16:creationId xmlns:a16="http://schemas.microsoft.com/office/drawing/2014/main" id="{DD2734BC-7685-4E40-AF61-D7D1A411CD2E}"/>
                    </a:ext>
                  </a:extLst>
                </p:cNvPr>
                <p:cNvSpPr>
                  <a:spLocks noChangeShapeType="1"/>
                </p:cNvSpPr>
                <p:nvPr/>
              </p:nvSpPr>
              <p:spPr bwMode="auto">
                <a:xfrm flipV="1">
                  <a:off x="3067"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1" name="Line 326">
                  <a:extLst>
                    <a:ext uri="{FF2B5EF4-FFF2-40B4-BE49-F238E27FC236}">
                      <a16:creationId xmlns:a16="http://schemas.microsoft.com/office/drawing/2014/main" id="{FA52F283-2C4A-4D12-97DB-AF1A442091CD}"/>
                    </a:ext>
                  </a:extLst>
                </p:cNvPr>
                <p:cNvSpPr>
                  <a:spLocks noChangeShapeType="1"/>
                </p:cNvSpPr>
                <p:nvPr/>
              </p:nvSpPr>
              <p:spPr bwMode="auto">
                <a:xfrm flipV="1">
                  <a:off x="3207"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2" name="Line 327">
                  <a:extLst>
                    <a:ext uri="{FF2B5EF4-FFF2-40B4-BE49-F238E27FC236}">
                      <a16:creationId xmlns:a16="http://schemas.microsoft.com/office/drawing/2014/main" id="{EA20D041-72E9-44E8-99F4-E732542B0AAE}"/>
                    </a:ext>
                  </a:extLst>
                </p:cNvPr>
                <p:cNvSpPr>
                  <a:spLocks noChangeShapeType="1"/>
                </p:cNvSpPr>
                <p:nvPr/>
              </p:nvSpPr>
              <p:spPr bwMode="auto">
                <a:xfrm flipV="1">
                  <a:off x="3347"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3" name="Line 328">
                  <a:extLst>
                    <a:ext uri="{FF2B5EF4-FFF2-40B4-BE49-F238E27FC236}">
                      <a16:creationId xmlns:a16="http://schemas.microsoft.com/office/drawing/2014/main" id="{5F704A16-3E2E-4CFF-B371-75FF10B2F577}"/>
                    </a:ext>
                  </a:extLst>
                </p:cNvPr>
                <p:cNvSpPr>
                  <a:spLocks noChangeShapeType="1"/>
                </p:cNvSpPr>
                <p:nvPr/>
              </p:nvSpPr>
              <p:spPr bwMode="auto">
                <a:xfrm flipV="1">
                  <a:off x="3488"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4" name="Line 329">
                  <a:extLst>
                    <a:ext uri="{FF2B5EF4-FFF2-40B4-BE49-F238E27FC236}">
                      <a16:creationId xmlns:a16="http://schemas.microsoft.com/office/drawing/2014/main" id="{9128FB01-7B65-4D63-8185-48AE512CB159}"/>
                    </a:ext>
                  </a:extLst>
                </p:cNvPr>
                <p:cNvSpPr>
                  <a:spLocks noChangeShapeType="1"/>
                </p:cNvSpPr>
                <p:nvPr/>
              </p:nvSpPr>
              <p:spPr bwMode="auto">
                <a:xfrm flipV="1">
                  <a:off x="3628"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5" name="Line 330">
                  <a:extLst>
                    <a:ext uri="{FF2B5EF4-FFF2-40B4-BE49-F238E27FC236}">
                      <a16:creationId xmlns:a16="http://schemas.microsoft.com/office/drawing/2014/main" id="{ED75812E-DC9E-4EEA-88AF-867EAE9D4DAD}"/>
                    </a:ext>
                  </a:extLst>
                </p:cNvPr>
                <p:cNvSpPr>
                  <a:spLocks noChangeShapeType="1"/>
                </p:cNvSpPr>
                <p:nvPr/>
              </p:nvSpPr>
              <p:spPr bwMode="auto">
                <a:xfrm flipV="1">
                  <a:off x="3769"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6" name="Line 331">
                  <a:extLst>
                    <a:ext uri="{FF2B5EF4-FFF2-40B4-BE49-F238E27FC236}">
                      <a16:creationId xmlns:a16="http://schemas.microsoft.com/office/drawing/2014/main" id="{2BED698D-47B1-4C14-944E-DB6B7FCAC463}"/>
                    </a:ext>
                  </a:extLst>
                </p:cNvPr>
                <p:cNvSpPr>
                  <a:spLocks noChangeShapeType="1"/>
                </p:cNvSpPr>
                <p:nvPr/>
              </p:nvSpPr>
              <p:spPr bwMode="auto">
                <a:xfrm flipV="1">
                  <a:off x="2295"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7" name="Line 332">
                  <a:extLst>
                    <a:ext uri="{FF2B5EF4-FFF2-40B4-BE49-F238E27FC236}">
                      <a16:creationId xmlns:a16="http://schemas.microsoft.com/office/drawing/2014/main" id="{83FB03B2-3DA0-45E9-9320-032B0CF5CDE7}"/>
                    </a:ext>
                  </a:extLst>
                </p:cNvPr>
                <p:cNvSpPr>
                  <a:spLocks noChangeShapeType="1"/>
                </p:cNvSpPr>
                <p:nvPr/>
              </p:nvSpPr>
              <p:spPr bwMode="auto">
                <a:xfrm flipV="1">
                  <a:off x="2435"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8" name="Line 333">
                  <a:extLst>
                    <a:ext uri="{FF2B5EF4-FFF2-40B4-BE49-F238E27FC236}">
                      <a16:creationId xmlns:a16="http://schemas.microsoft.com/office/drawing/2014/main" id="{5C065589-72CD-4EE6-BB23-C5BB7780B51C}"/>
                    </a:ext>
                  </a:extLst>
                </p:cNvPr>
                <p:cNvSpPr>
                  <a:spLocks noChangeShapeType="1"/>
                </p:cNvSpPr>
                <p:nvPr/>
              </p:nvSpPr>
              <p:spPr bwMode="auto">
                <a:xfrm flipV="1">
                  <a:off x="2575"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39" name="Line 334">
                  <a:extLst>
                    <a:ext uri="{FF2B5EF4-FFF2-40B4-BE49-F238E27FC236}">
                      <a16:creationId xmlns:a16="http://schemas.microsoft.com/office/drawing/2014/main" id="{041045C1-AE46-47BC-B300-5515B6840674}"/>
                    </a:ext>
                  </a:extLst>
                </p:cNvPr>
                <p:cNvSpPr>
                  <a:spLocks noChangeShapeType="1"/>
                </p:cNvSpPr>
                <p:nvPr/>
              </p:nvSpPr>
              <p:spPr bwMode="auto">
                <a:xfrm flipV="1">
                  <a:off x="2716"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0" name="Line 335">
                  <a:extLst>
                    <a:ext uri="{FF2B5EF4-FFF2-40B4-BE49-F238E27FC236}">
                      <a16:creationId xmlns:a16="http://schemas.microsoft.com/office/drawing/2014/main" id="{A36421F5-C9BD-43E8-8951-117796821A8B}"/>
                    </a:ext>
                  </a:extLst>
                </p:cNvPr>
                <p:cNvSpPr>
                  <a:spLocks noChangeShapeType="1"/>
                </p:cNvSpPr>
                <p:nvPr/>
              </p:nvSpPr>
              <p:spPr bwMode="auto">
                <a:xfrm flipV="1">
                  <a:off x="2856"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1" name="Line 336">
                  <a:extLst>
                    <a:ext uri="{FF2B5EF4-FFF2-40B4-BE49-F238E27FC236}">
                      <a16:creationId xmlns:a16="http://schemas.microsoft.com/office/drawing/2014/main" id="{674F0F52-6DA4-4371-A1D1-FC18248C397C}"/>
                    </a:ext>
                  </a:extLst>
                </p:cNvPr>
                <p:cNvSpPr>
                  <a:spLocks noChangeShapeType="1"/>
                </p:cNvSpPr>
                <p:nvPr/>
              </p:nvSpPr>
              <p:spPr bwMode="auto">
                <a:xfrm flipV="1">
                  <a:off x="2997"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2" name="Line 337">
                  <a:extLst>
                    <a:ext uri="{FF2B5EF4-FFF2-40B4-BE49-F238E27FC236}">
                      <a16:creationId xmlns:a16="http://schemas.microsoft.com/office/drawing/2014/main" id="{3E408C8C-EF42-4779-BE75-EE10591520B5}"/>
                    </a:ext>
                  </a:extLst>
                </p:cNvPr>
                <p:cNvSpPr>
                  <a:spLocks noChangeShapeType="1"/>
                </p:cNvSpPr>
                <p:nvPr/>
              </p:nvSpPr>
              <p:spPr bwMode="auto">
                <a:xfrm flipV="1">
                  <a:off x="3137"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3" name="Line 338">
                  <a:extLst>
                    <a:ext uri="{FF2B5EF4-FFF2-40B4-BE49-F238E27FC236}">
                      <a16:creationId xmlns:a16="http://schemas.microsoft.com/office/drawing/2014/main" id="{E0073456-CB25-4184-8E31-4B18ECD4E3FD}"/>
                    </a:ext>
                  </a:extLst>
                </p:cNvPr>
                <p:cNvSpPr>
                  <a:spLocks noChangeShapeType="1"/>
                </p:cNvSpPr>
                <p:nvPr/>
              </p:nvSpPr>
              <p:spPr bwMode="auto">
                <a:xfrm flipV="1">
                  <a:off x="3277"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4" name="Line 339">
                  <a:extLst>
                    <a:ext uri="{FF2B5EF4-FFF2-40B4-BE49-F238E27FC236}">
                      <a16:creationId xmlns:a16="http://schemas.microsoft.com/office/drawing/2014/main" id="{4B2D21E8-5713-467B-B191-6463232A5F5B}"/>
                    </a:ext>
                  </a:extLst>
                </p:cNvPr>
                <p:cNvSpPr>
                  <a:spLocks noChangeShapeType="1"/>
                </p:cNvSpPr>
                <p:nvPr/>
              </p:nvSpPr>
              <p:spPr bwMode="auto">
                <a:xfrm flipV="1">
                  <a:off x="3418"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5" name="Line 340">
                  <a:extLst>
                    <a:ext uri="{FF2B5EF4-FFF2-40B4-BE49-F238E27FC236}">
                      <a16:creationId xmlns:a16="http://schemas.microsoft.com/office/drawing/2014/main" id="{EFA63ABA-0A61-4B24-B968-66BF36F87270}"/>
                    </a:ext>
                  </a:extLst>
                </p:cNvPr>
                <p:cNvSpPr>
                  <a:spLocks noChangeShapeType="1"/>
                </p:cNvSpPr>
                <p:nvPr/>
              </p:nvSpPr>
              <p:spPr bwMode="auto">
                <a:xfrm flipV="1">
                  <a:off x="3558"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6" name="Line 341">
                  <a:extLst>
                    <a:ext uri="{FF2B5EF4-FFF2-40B4-BE49-F238E27FC236}">
                      <a16:creationId xmlns:a16="http://schemas.microsoft.com/office/drawing/2014/main" id="{B8B085F0-DE58-4061-A4CB-DAED7DDCFF02}"/>
                    </a:ext>
                  </a:extLst>
                </p:cNvPr>
                <p:cNvSpPr>
                  <a:spLocks noChangeShapeType="1"/>
                </p:cNvSpPr>
                <p:nvPr/>
              </p:nvSpPr>
              <p:spPr bwMode="auto">
                <a:xfrm flipV="1">
                  <a:off x="3699"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7" name="Line 342">
                  <a:extLst>
                    <a:ext uri="{FF2B5EF4-FFF2-40B4-BE49-F238E27FC236}">
                      <a16:creationId xmlns:a16="http://schemas.microsoft.com/office/drawing/2014/main" id="{29BAD208-EDE9-4289-95F4-C07C748DF6F1}"/>
                    </a:ext>
                  </a:extLst>
                </p:cNvPr>
                <p:cNvSpPr>
                  <a:spLocks noChangeShapeType="1"/>
                </p:cNvSpPr>
                <p:nvPr/>
              </p:nvSpPr>
              <p:spPr bwMode="auto">
                <a:xfrm flipV="1">
                  <a:off x="3839"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8" name="Line 343">
                  <a:extLst>
                    <a:ext uri="{FF2B5EF4-FFF2-40B4-BE49-F238E27FC236}">
                      <a16:creationId xmlns:a16="http://schemas.microsoft.com/office/drawing/2014/main" id="{C8E16D01-9107-4D37-B02F-E1BDA5B0D1B2}"/>
                    </a:ext>
                  </a:extLst>
                </p:cNvPr>
                <p:cNvSpPr>
                  <a:spLocks noChangeShapeType="1"/>
                </p:cNvSpPr>
                <p:nvPr/>
              </p:nvSpPr>
              <p:spPr bwMode="auto">
                <a:xfrm flipV="1">
                  <a:off x="2295" y="1796"/>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49" name="Line 344">
                  <a:extLst>
                    <a:ext uri="{FF2B5EF4-FFF2-40B4-BE49-F238E27FC236}">
                      <a16:creationId xmlns:a16="http://schemas.microsoft.com/office/drawing/2014/main" id="{989AF47F-F8BD-493F-9B42-73654BC1A462}"/>
                    </a:ext>
                  </a:extLst>
                </p:cNvPr>
                <p:cNvSpPr>
                  <a:spLocks noChangeShapeType="1"/>
                </p:cNvSpPr>
                <p:nvPr/>
              </p:nvSpPr>
              <p:spPr bwMode="auto">
                <a:xfrm>
                  <a:off x="2295" y="2281"/>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0" name="Line 345">
                  <a:extLst>
                    <a:ext uri="{FF2B5EF4-FFF2-40B4-BE49-F238E27FC236}">
                      <a16:creationId xmlns:a16="http://schemas.microsoft.com/office/drawing/2014/main" id="{111D3FF2-4E2A-484A-8580-B25F87264C57}"/>
                    </a:ext>
                  </a:extLst>
                </p:cNvPr>
                <p:cNvSpPr>
                  <a:spLocks noChangeShapeType="1"/>
                </p:cNvSpPr>
                <p:nvPr/>
              </p:nvSpPr>
              <p:spPr bwMode="auto">
                <a:xfrm>
                  <a:off x="2295" y="2070"/>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1" name="Line 346">
                  <a:extLst>
                    <a:ext uri="{FF2B5EF4-FFF2-40B4-BE49-F238E27FC236}">
                      <a16:creationId xmlns:a16="http://schemas.microsoft.com/office/drawing/2014/main" id="{B542855A-F42B-4416-A89F-F3321A0980B4}"/>
                    </a:ext>
                  </a:extLst>
                </p:cNvPr>
                <p:cNvSpPr>
                  <a:spLocks noChangeShapeType="1"/>
                </p:cNvSpPr>
                <p:nvPr/>
              </p:nvSpPr>
              <p:spPr bwMode="auto">
                <a:xfrm>
                  <a:off x="2295" y="1859"/>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2" name="Line 347">
                  <a:extLst>
                    <a:ext uri="{FF2B5EF4-FFF2-40B4-BE49-F238E27FC236}">
                      <a16:creationId xmlns:a16="http://schemas.microsoft.com/office/drawing/2014/main" id="{993B6A25-18E9-4689-9C31-46373E84F41F}"/>
                    </a:ext>
                  </a:extLst>
                </p:cNvPr>
                <p:cNvSpPr>
                  <a:spLocks noChangeShapeType="1"/>
                </p:cNvSpPr>
                <p:nvPr/>
              </p:nvSpPr>
              <p:spPr bwMode="auto">
                <a:xfrm>
                  <a:off x="2295" y="2387"/>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3" name="Line 348">
                  <a:extLst>
                    <a:ext uri="{FF2B5EF4-FFF2-40B4-BE49-F238E27FC236}">
                      <a16:creationId xmlns:a16="http://schemas.microsoft.com/office/drawing/2014/main" id="{0DD4FBBE-5FDE-4AF4-874A-3FF059582412}"/>
                    </a:ext>
                  </a:extLst>
                </p:cNvPr>
                <p:cNvSpPr>
                  <a:spLocks noChangeShapeType="1"/>
                </p:cNvSpPr>
                <p:nvPr/>
              </p:nvSpPr>
              <p:spPr bwMode="auto">
                <a:xfrm>
                  <a:off x="2295" y="2176"/>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4" name="Line 349">
                  <a:extLst>
                    <a:ext uri="{FF2B5EF4-FFF2-40B4-BE49-F238E27FC236}">
                      <a16:creationId xmlns:a16="http://schemas.microsoft.com/office/drawing/2014/main" id="{EBBC0499-458F-4E6A-B5BA-3026777F9F5E}"/>
                    </a:ext>
                  </a:extLst>
                </p:cNvPr>
                <p:cNvSpPr>
                  <a:spLocks noChangeShapeType="1"/>
                </p:cNvSpPr>
                <p:nvPr/>
              </p:nvSpPr>
              <p:spPr bwMode="auto">
                <a:xfrm>
                  <a:off x="2295" y="1965"/>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5" name="Line 350">
                  <a:extLst>
                    <a:ext uri="{FF2B5EF4-FFF2-40B4-BE49-F238E27FC236}">
                      <a16:creationId xmlns:a16="http://schemas.microsoft.com/office/drawing/2014/main" id="{27EB6B7E-5717-446A-A83F-7657F474AD2A}"/>
                    </a:ext>
                  </a:extLst>
                </p:cNvPr>
                <p:cNvSpPr>
                  <a:spLocks noChangeShapeType="1"/>
                </p:cNvSpPr>
                <p:nvPr/>
              </p:nvSpPr>
              <p:spPr bwMode="auto">
                <a:xfrm flipV="1">
                  <a:off x="3839" y="1796"/>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6" name="Line 351">
                  <a:extLst>
                    <a:ext uri="{FF2B5EF4-FFF2-40B4-BE49-F238E27FC236}">
                      <a16:creationId xmlns:a16="http://schemas.microsoft.com/office/drawing/2014/main" id="{3FAD8570-01C3-4AE9-A40E-F535762F1C0E}"/>
                    </a:ext>
                  </a:extLst>
                </p:cNvPr>
                <p:cNvSpPr>
                  <a:spLocks noChangeShapeType="1"/>
                </p:cNvSpPr>
                <p:nvPr/>
              </p:nvSpPr>
              <p:spPr bwMode="auto">
                <a:xfrm flipH="1">
                  <a:off x="3824" y="2281"/>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7" name="Line 352">
                  <a:extLst>
                    <a:ext uri="{FF2B5EF4-FFF2-40B4-BE49-F238E27FC236}">
                      <a16:creationId xmlns:a16="http://schemas.microsoft.com/office/drawing/2014/main" id="{1B2177EC-95F8-4B4A-B2AC-00E1784A5F09}"/>
                    </a:ext>
                  </a:extLst>
                </p:cNvPr>
                <p:cNvSpPr>
                  <a:spLocks noChangeShapeType="1"/>
                </p:cNvSpPr>
                <p:nvPr/>
              </p:nvSpPr>
              <p:spPr bwMode="auto">
                <a:xfrm flipH="1">
                  <a:off x="3824" y="2070"/>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8" name="Line 353">
                  <a:extLst>
                    <a:ext uri="{FF2B5EF4-FFF2-40B4-BE49-F238E27FC236}">
                      <a16:creationId xmlns:a16="http://schemas.microsoft.com/office/drawing/2014/main" id="{2B50B037-36D4-492B-89CF-0EDBE0754622}"/>
                    </a:ext>
                  </a:extLst>
                </p:cNvPr>
                <p:cNvSpPr>
                  <a:spLocks noChangeShapeType="1"/>
                </p:cNvSpPr>
                <p:nvPr/>
              </p:nvSpPr>
              <p:spPr bwMode="auto">
                <a:xfrm flipH="1">
                  <a:off x="3824" y="1859"/>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59" name="Line 354">
                  <a:extLst>
                    <a:ext uri="{FF2B5EF4-FFF2-40B4-BE49-F238E27FC236}">
                      <a16:creationId xmlns:a16="http://schemas.microsoft.com/office/drawing/2014/main" id="{41ED6A64-CD1E-418F-B9EE-D71A6F9330DE}"/>
                    </a:ext>
                  </a:extLst>
                </p:cNvPr>
                <p:cNvSpPr>
                  <a:spLocks noChangeShapeType="1"/>
                </p:cNvSpPr>
                <p:nvPr/>
              </p:nvSpPr>
              <p:spPr bwMode="auto">
                <a:xfrm flipH="1">
                  <a:off x="3809" y="2387"/>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60" name="Line 355">
                  <a:extLst>
                    <a:ext uri="{FF2B5EF4-FFF2-40B4-BE49-F238E27FC236}">
                      <a16:creationId xmlns:a16="http://schemas.microsoft.com/office/drawing/2014/main" id="{F6878285-8856-4CD0-8870-F4FB9B9CC380}"/>
                    </a:ext>
                  </a:extLst>
                </p:cNvPr>
                <p:cNvSpPr>
                  <a:spLocks noChangeShapeType="1"/>
                </p:cNvSpPr>
                <p:nvPr/>
              </p:nvSpPr>
              <p:spPr bwMode="auto">
                <a:xfrm flipH="1">
                  <a:off x="3809" y="2176"/>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61" name="Line 356">
                  <a:extLst>
                    <a:ext uri="{FF2B5EF4-FFF2-40B4-BE49-F238E27FC236}">
                      <a16:creationId xmlns:a16="http://schemas.microsoft.com/office/drawing/2014/main" id="{1ED1F0A9-031C-4790-8346-5D43284E5996}"/>
                    </a:ext>
                  </a:extLst>
                </p:cNvPr>
                <p:cNvSpPr>
                  <a:spLocks noChangeShapeType="1"/>
                </p:cNvSpPr>
                <p:nvPr/>
              </p:nvSpPr>
              <p:spPr bwMode="auto">
                <a:xfrm flipH="1">
                  <a:off x="3809" y="1965"/>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62" name="Rectangle 357">
                  <a:extLst>
                    <a:ext uri="{FF2B5EF4-FFF2-40B4-BE49-F238E27FC236}">
                      <a16:creationId xmlns:a16="http://schemas.microsoft.com/office/drawing/2014/main" id="{9E595F61-7A06-45BF-913A-069B244A731C}"/>
                    </a:ext>
                  </a:extLst>
                </p:cNvPr>
                <p:cNvSpPr>
                  <a:spLocks noChangeArrowheads="1"/>
                </p:cNvSpPr>
                <p:nvPr/>
              </p:nvSpPr>
              <p:spPr bwMode="auto">
                <a:xfrm>
                  <a:off x="2173" y="2347"/>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63" name="Rectangle 358">
                  <a:extLst>
                    <a:ext uri="{FF2B5EF4-FFF2-40B4-BE49-F238E27FC236}">
                      <a16:creationId xmlns:a16="http://schemas.microsoft.com/office/drawing/2014/main" id="{FED8C282-1688-43B4-960E-9D6D2D4CC57E}"/>
                    </a:ext>
                  </a:extLst>
                </p:cNvPr>
                <p:cNvSpPr>
                  <a:spLocks noChangeArrowheads="1"/>
                </p:cNvSpPr>
                <p:nvPr/>
              </p:nvSpPr>
              <p:spPr bwMode="auto">
                <a:xfrm>
                  <a:off x="2173" y="2137"/>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64" name="Rectangle 359">
                  <a:extLst>
                    <a:ext uri="{FF2B5EF4-FFF2-40B4-BE49-F238E27FC236}">
                      <a16:creationId xmlns:a16="http://schemas.microsoft.com/office/drawing/2014/main" id="{10C70A3F-694F-4EE5-871E-8C0DA3E07EA9}"/>
                    </a:ext>
                  </a:extLst>
                </p:cNvPr>
                <p:cNvSpPr>
                  <a:spLocks noChangeArrowheads="1"/>
                </p:cNvSpPr>
                <p:nvPr/>
              </p:nvSpPr>
              <p:spPr bwMode="auto">
                <a:xfrm>
                  <a:off x="2173" y="1925"/>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65" name="Line 360">
                  <a:extLst>
                    <a:ext uri="{FF2B5EF4-FFF2-40B4-BE49-F238E27FC236}">
                      <a16:creationId xmlns:a16="http://schemas.microsoft.com/office/drawing/2014/main" id="{8E2DF3B9-C0B8-405C-B56F-B3C822570798}"/>
                    </a:ext>
                  </a:extLst>
                </p:cNvPr>
                <p:cNvSpPr>
                  <a:spLocks noChangeShapeType="1"/>
                </p:cNvSpPr>
                <p:nvPr/>
              </p:nvSpPr>
              <p:spPr bwMode="auto">
                <a:xfrm>
                  <a:off x="2295" y="1796"/>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66" name="Line 361">
                  <a:extLst>
                    <a:ext uri="{FF2B5EF4-FFF2-40B4-BE49-F238E27FC236}">
                      <a16:creationId xmlns:a16="http://schemas.microsoft.com/office/drawing/2014/main" id="{68A6122E-4E0E-4894-9EEA-B3BF2855858F}"/>
                    </a:ext>
                  </a:extLst>
                </p:cNvPr>
                <p:cNvSpPr>
                  <a:spLocks noChangeShapeType="1"/>
                </p:cNvSpPr>
                <p:nvPr/>
              </p:nvSpPr>
              <p:spPr bwMode="auto">
                <a:xfrm flipV="1">
                  <a:off x="2365"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67" name="Line 362">
                  <a:extLst>
                    <a:ext uri="{FF2B5EF4-FFF2-40B4-BE49-F238E27FC236}">
                      <a16:creationId xmlns:a16="http://schemas.microsoft.com/office/drawing/2014/main" id="{503F911B-7700-455B-9FB3-22763C780EFD}"/>
                    </a:ext>
                  </a:extLst>
                </p:cNvPr>
                <p:cNvSpPr>
                  <a:spLocks noChangeShapeType="1"/>
                </p:cNvSpPr>
                <p:nvPr/>
              </p:nvSpPr>
              <p:spPr bwMode="auto">
                <a:xfrm flipV="1">
                  <a:off x="2505"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68" name="Line 363">
                  <a:extLst>
                    <a:ext uri="{FF2B5EF4-FFF2-40B4-BE49-F238E27FC236}">
                      <a16:creationId xmlns:a16="http://schemas.microsoft.com/office/drawing/2014/main" id="{8708ED30-05CE-4136-B400-B9588ABEA267}"/>
                    </a:ext>
                  </a:extLst>
                </p:cNvPr>
                <p:cNvSpPr>
                  <a:spLocks noChangeShapeType="1"/>
                </p:cNvSpPr>
                <p:nvPr/>
              </p:nvSpPr>
              <p:spPr bwMode="auto">
                <a:xfrm flipV="1">
                  <a:off x="2645"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69" name="Line 364">
                  <a:extLst>
                    <a:ext uri="{FF2B5EF4-FFF2-40B4-BE49-F238E27FC236}">
                      <a16:creationId xmlns:a16="http://schemas.microsoft.com/office/drawing/2014/main" id="{B73AB167-9B0C-4DFC-BB38-1203354C658D}"/>
                    </a:ext>
                  </a:extLst>
                </p:cNvPr>
                <p:cNvSpPr>
                  <a:spLocks noChangeShapeType="1"/>
                </p:cNvSpPr>
                <p:nvPr/>
              </p:nvSpPr>
              <p:spPr bwMode="auto">
                <a:xfrm flipV="1">
                  <a:off x="2786"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0" name="Line 365">
                  <a:extLst>
                    <a:ext uri="{FF2B5EF4-FFF2-40B4-BE49-F238E27FC236}">
                      <a16:creationId xmlns:a16="http://schemas.microsoft.com/office/drawing/2014/main" id="{E373B0AA-D6A8-4124-A8F2-4E0C8F40DD12}"/>
                    </a:ext>
                  </a:extLst>
                </p:cNvPr>
                <p:cNvSpPr>
                  <a:spLocks noChangeShapeType="1"/>
                </p:cNvSpPr>
                <p:nvPr/>
              </p:nvSpPr>
              <p:spPr bwMode="auto">
                <a:xfrm flipV="1">
                  <a:off x="2926"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1" name="Line 366">
                  <a:extLst>
                    <a:ext uri="{FF2B5EF4-FFF2-40B4-BE49-F238E27FC236}">
                      <a16:creationId xmlns:a16="http://schemas.microsoft.com/office/drawing/2014/main" id="{1B44F778-6FCF-4C61-9F39-A12CBCD8B68D}"/>
                    </a:ext>
                  </a:extLst>
                </p:cNvPr>
                <p:cNvSpPr>
                  <a:spLocks noChangeShapeType="1"/>
                </p:cNvSpPr>
                <p:nvPr/>
              </p:nvSpPr>
              <p:spPr bwMode="auto">
                <a:xfrm flipV="1">
                  <a:off x="3067"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2" name="Line 367">
                  <a:extLst>
                    <a:ext uri="{FF2B5EF4-FFF2-40B4-BE49-F238E27FC236}">
                      <a16:creationId xmlns:a16="http://schemas.microsoft.com/office/drawing/2014/main" id="{75FD0CE4-888F-4EAF-A300-451CC115F63D}"/>
                    </a:ext>
                  </a:extLst>
                </p:cNvPr>
                <p:cNvSpPr>
                  <a:spLocks noChangeShapeType="1"/>
                </p:cNvSpPr>
                <p:nvPr/>
              </p:nvSpPr>
              <p:spPr bwMode="auto">
                <a:xfrm flipV="1">
                  <a:off x="3207"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3" name="Line 368">
                  <a:extLst>
                    <a:ext uri="{FF2B5EF4-FFF2-40B4-BE49-F238E27FC236}">
                      <a16:creationId xmlns:a16="http://schemas.microsoft.com/office/drawing/2014/main" id="{2F735B15-0FD4-471B-B854-F500167453AF}"/>
                    </a:ext>
                  </a:extLst>
                </p:cNvPr>
                <p:cNvSpPr>
                  <a:spLocks noChangeShapeType="1"/>
                </p:cNvSpPr>
                <p:nvPr/>
              </p:nvSpPr>
              <p:spPr bwMode="auto">
                <a:xfrm flipV="1">
                  <a:off x="3347"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4" name="Line 369">
                  <a:extLst>
                    <a:ext uri="{FF2B5EF4-FFF2-40B4-BE49-F238E27FC236}">
                      <a16:creationId xmlns:a16="http://schemas.microsoft.com/office/drawing/2014/main" id="{7793DBC5-516A-4EA2-93CC-95AC22FAB8FC}"/>
                    </a:ext>
                  </a:extLst>
                </p:cNvPr>
                <p:cNvSpPr>
                  <a:spLocks noChangeShapeType="1"/>
                </p:cNvSpPr>
                <p:nvPr/>
              </p:nvSpPr>
              <p:spPr bwMode="auto">
                <a:xfrm flipV="1">
                  <a:off x="3488"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5" name="Line 370">
                  <a:extLst>
                    <a:ext uri="{FF2B5EF4-FFF2-40B4-BE49-F238E27FC236}">
                      <a16:creationId xmlns:a16="http://schemas.microsoft.com/office/drawing/2014/main" id="{6D6FBB14-E4A0-416A-BA74-75FEF53D8F68}"/>
                    </a:ext>
                  </a:extLst>
                </p:cNvPr>
                <p:cNvSpPr>
                  <a:spLocks noChangeShapeType="1"/>
                </p:cNvSpPr>
                <p:nvPr/>
              </p:nvSpPr>
              <p:spPr bwMode="auto">
                <a:xfrm flipV="1">
                  <a:off x="3628"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6" name="Line 371">
                  <a:extLst>
                    <a:ext uri="{FF2B5EF4-FFF2-40B4-BE49-F238E27FC236}">
                      <a16:creationId xmlns:a16="http://schemas.microsoft.com/office/drawing/2014/main" id="{746DAF2C-6C45-49CF-88CF-0F10ECEFB7E4}"/>
                    </a:ext>
                  </a:extLst>
                </p:cNvPr>
                <p:cNvSpPr>
                  <a:spLocks noChangeShapeType="1"/>
                </p:cNvSpPr>
                <p:nvPr/>
              </p:nvSpPr>
              <p:spPr bwMode="auto">
                <a:xfrm flipV="1">
                  <a:off x="3769"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7" name="Line 372">
                  <a:extLst>
                    <a:ext uri="{FF2B5EF4-FFF2-40B4-BE49-F238E27FC236}">
                      <a16:creationId xmlns:a16="http://schemas.microsoft.com/office/drawing/2014/main" id="{38C26518-81E6-4263-B4BB-00F12E0FFE79}"/>
                    </a:ext>
                  </a:extLst>
                </p:cNvPr>
                <p:cNvSpPr>
                  <a:spLocks noChangeShapeType="1"/>
                </p:cNvSpPr>
                <p:nvPr/>
              </p:nvSpPr>
              <p:spPr bwMode="auto">
                <a:xfrm flipV="1">
                  <a:off x="2295"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8" name="Line 373">
                  <a:extLst>
                    <a:ext uri="{FF2B5EF4-FFF2-40B4-BE49-F238E27FC236}">
                      <a16:creationId xmlns:a16="http://schemas.microsoft.com/office/drawing/2014/main" id="{B997F0B5-C043-4ED1-90E4-0DDC3C9D1DC6}"/>
                    </a:ext>
                  </a:extLst>
                </p:cNvPr>
                <p:cNvSpPr>
                  <a:spLocks noChangeShapeType="1"/>
                </p:cNvSpPr>
                <p:nvPr/>
              </p:nvSpPr>
              <p:spPr bwMode="auto">
                <a:xfrm flipV="1">
                  <a:off x="2435"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79" name="Line 374">
                  <a:extLst>
                    <a:ext uri="{FF2B5EF4-FFF2-40B4-BE49-F238E27FC236}">
                      <a16:creationId xmlns:a16="http://schemas.microsoft.com/office/drawing/2014/main" id="{A3AE00DA-4C51-48C5-BD0C-0A2D2B501EA1}"/>
                    </a:ext>
                  </a:extLst>
                </p:cNvPr>
                <p:cNvSpPr>
                  <a:spLocks noChangeShapeType="1"/>
                </p:cNvSpPr>
                <p:nvPr/>
              </p:nvSpPr>
              <p:spPr bwMode="auto">
                <a:xfrm flipV="1">
                  <a:off x="2575"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0" name="Line 375">
                  <a:extLst>
                    <a:ext uri="{FF2B5EF4-FFF2-40B4-BE49-F238E27FC236}">
                      <a16:creationId xmlns:a16="http://schemas.microsoft.com/office/drawing/2014/main" id="{710279CC-322A-41BE-874D-5F9AC377CA72}"/>
                    </a:ext>
                  </a:extLst>
                </p:cNvPr>
                <p:cNvSpPr>
                  <a:spLocks noChangeShapeType="1"/>
                </p:cNvSpPr>
                <p:nvPr/>
              </p:nvSpPr>
              <p:spPr bwMode="auto">
                <a:xfrm flipV="1">
                  <a:off x="2716"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1" name="Line 376">
                  <a:extLst>
                    <a:ext uri="{FF2B5EF4-FFF2-40B4-BE49-F238E27FC236}">
                      <a16:creationId xmlns:a16="http://schemas.microsoft.com/office/drawing/2014/main" id="{B43F31A8-E03C-4C58-AF72-2977EC609A4E}"/>
                    </a:ext>
                  </a:extLst>
                </p:cNvPr>
                <p:cNvSpPr>
                  <a:spLocks noChangeShapeType="1"/>
                </p:cNvSpPr>
                <p:nvPr/>
              </p:nvSpPr>
              <p:spPr bwMode="auto">
                <a:xfrm flipV="1">
                  <a:off x="2856"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2" name="Line 377">
                  <a:extLst>
                    <a:ext uri="{FF2B5EF4-FFF2-40B4-BE49-F238E27FC236}">
                      <a16:creationId xmlns:a16="http://schemas.microsoft.com/office/drawing/2014/main" id="{AC37294B-7F3F-44F0-BA4A-EDC4A6EADDC5}"/>
                    </a:ext>
                  </a:extLst>
                </p:cNvPr>
                <p:cNvSpPr>
                  <a:spLocks noChangeShapeType="1"/>
                </p:cNvSpPr>
                <p:nvPr/>
              </p:nvSpPr>
              <p:spPr bwMode="auto">
                <a:xfrm flipV="1">
                  <a:off x="2997"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3" name="Line 378">
                  <a:extLst>
                    <a:ext uri="{FF2B5EF4-FFF2-40B4-BE49-F238E27FC236}">
                      <a16:creationId xmlns:a16="http://schemas.microsoft.com/office/drawing/2014/main" id="{F69B5059-D362-4D11-AB5D-58682787E7EB}"/>
                    </a:ext>
                  </a:extLst>
                </p:cNvPr>
                <p:cNvSpPr>
                  <a:spLocks noChangeShapeType="1"/>
                </p:cNvSpPr>
                <p:nvPr/>
              </p:nvSpPr>
              <p:spPr bwMode="auto">
                <a:xfrm flipV="1">
                  <a:off x="3137"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4" name="Line 379">
                  <a:extLst>
                    <a:ext uri="{FF2B5EF4-FFF2-40B4-BE49-F238E27FC236}">
                      <a16:creationId xmlns:a16="http://schemas.microsoft.com/office/drawing/2014/main" id="{33636F53-1AB1-4B3F-8396-E86A1233750A}"/>
                    </a:ext>
                  </a:extLst>
                </p:cNvPr>
                <p:cNvSpPr>
                  <a:spLocks noChangeShapeType="1"/>
                </p:cNvSpPr>
                <p:nvPr/>
              </p:nvSpPr>
              <p:spPr bwMode="auto">
                <a:xfrm flipV="1">
                  <a:off x="3277"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5" name="Line 380">
                  <a:extLst>
                    <a:ext uri="{FF2B5EF4-FFF2-40B4-BE49-F238E27FC236}">
                      <a16:creationId xmlns:a16="http://schemas.microsoft.com/office/drawing/2014/main" id="{7E81ADD0-1844-4037-92DC-0EB7B4F03621}"/>
                    </a:ext>
                  </a:extLst>
                </p:cNvPr>
                <p:cNvSpPr>
                  <a:spLocks noChangeShapeType="1"/>
                </p:cNvSpPr>
                <p:nvPr/>
              </p:nvSpPr>
              <p:spPr bwMode="auto">
                <a:xfrm flipV="1">
                  <a:off x="3418"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6" name="Line 381">
                  <a:extLst>
                    <a:ext uri="{FF2B5EF4-FFF2-40B4-BE49-F238E27FC236}">
                      <a16:creationId xmlns:a16="http://schemas.microsoft.com/office/drawing/2014/main" id="{75D6816F-CF21-4C2C-B9A7-C93F6542D2FC}"/>
                    </a:ext>
                  </a:extLst>
                </p:cNvPr>
                <p:cNvSpPr>
                  <a:spLocks noChangeShapeType="1"/>
                </p:cNvSpPr>
                <p:nvPr/>
              </p:nvSpPr>
              <p:spPr bwMode="auto">
                <a:xfrm flipV="1">
                  <a:off x="3558"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7" name="Line 382">
                  <a:extLst>
                    <a:ext uri="{FF2B5EF4-FFF2-40B4-BE49-F238E27FC236}">
                      <a16:creationId xmlns:a16="http://schemas.microsoft.com/office/drawing/2014/main" id="{531D8F22-CC7D-4687-8B14-9D96CFC1A507}"/>
                    </a:ext>
                  </a:extLst>
                </p:cNvPr>
                <p:cNvSpPr>
                  <a:spLocks noChangeShapeType="1"/>
                </p:cNvSpPr>
                <p:nvPr/>
              </p:nvSpPr>
              <p:spPr bwMode="auto">
                <a:xfrm flipV="1">
                  <a:off x="3699"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8" name="Line 383">
                  <a:extLst>
                    <a:ext uri="{FF2B5EF4-FFF2-40B4-BE49-F238E27FC236}">
                      <a16:creationId xmlns:a16="http://schemas.microsoft.com/office/drawing/2014/main" id="{8443F077-10B2-4BD6-8EA7-09A7E15D98EB}"/>
                    </a:ext>
                  </a:extLst>
                </p:cNvPr>
                <p:cNvSpPr>
                  <a:spLocks noChangeShapeType="1"/>
                </p:cNvSpPr>
                <p:nvPr/>
              </p:nvSpPr>
              <p:spPr bwMode="auto">
                <a:xfrm flipV="1">
                  <a:off x="3839"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89" name="Line 384">
                  <a:extLst>
                    <a:ext uri="{FF2B5EF4-FFF2-40B4-BE49-F238E27FC236}">
                      <a16:creationId xmlns:a16="http://schemas.microsoft.com/office/drawing/2014/main" id="{62E99004-20EA-48F1-A488-25C6E1D0C0E5}"/>
                    </a:ext>
                  </a:extLst>
                </p:cNvPr>
                <p:cNvSpPr>
                  <a:spLocks noChangeShapeType="1"/>
                </p:cNvSpPr>
                <p:nvPr/>
              </p:nvSpPr>
              <p:spPr bwMode="auto">
                <a:xfrm flipV="1">
                  <a:off x="2295" y="1205"/>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0" name="Line 385">
                  <a:extLst>
                    <a:ext uri="{FF2B5EF4-FFF2-40B4-BE49-F238E27FC236}">
                      <a16:creationId xmlns:a16="http://schemas.microsoft.com/office/drawing/2014/main" id="{54AE3484-D86C-4184-8142-50427003957D}"/>
                    </a:ext>
                  </a:extLst>
                </p:cNvPr>
                <p:cNvSpPr>
                  <a:spLocks noChangeShapeType="1"/>
                </p:cNvSpPr>
                <p:nvPr/>
              </p:nvSpPr>
              <p:spPr bwMode="auto">
                <a:xfrm>
                  <a:off x="2295" y="1690"/>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1" name="Line 386">
                  <a:extLst>
                    <a:ext uri="{FF2B5EF4-FFF2-40B4-BE49-F238E27FC236}">
                      <a16:creationId xmlns:a16="http://schemas.microsoft.com/office/drawing/2014/main" id="{E0CE1FBD-3BFE-4B44-83D2-175F681F0949}"/>
                    </a:ext>
                  </a:extLst>
                </p:cNvPr>
                <p:cNvSpPr>
                  <a:spLocks noChangeShapeType="1"/>
                </p:cNvSpPr>
                <p:nvPr/>
              </p:nvSpPr>
              <p:spPr bwMode="auto">
                <a:xfrm>
                  <a:off x="2295" y="1479"/>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2" name="Line 387">
                  <a:extLst>
                    <a:ext uri="{FF2B5EF4-FFF2-40B4-BE49-F238E27FC236}">
                      <a16:creationId xmlns:a16="http://schemas.microsoft.com/office/drawing/2014/main" id="{B09B5438-5829-49D5-90F1-F31E14F8D098}"/>
                    </a:ext>
                  </a:extLst>
                </p:cNvPr>
                <p:cNvSpPr>
                  <a:spLocks noChangeShapeType="1"/>
                </p:cNvSpPr>
                <p:nvPr/>
              </p:nvSpPr>
              <p:spPr bwMode="auto">
                <a:xfrm>
                  <a:off x="2295" y="1269"/>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3" name="Line 388">
                  <a:extLst>
                    <a:ext uri="{FF2B5EF4-FFF2-40B4-BE49-F238E27FC236}">
                      <a16:creationId xmlns:a16="http://schemas.microsoft.com/office/drawing/2014/main" id="{DBE64FA5-3572-40F6-8F5A-BD8E5FD4FCA9}"/>
                    </a:ext>
                  </a:extLst>
                </p:cNvPr>
                <p:cNvSpPr>
                  <a:spLocks noChangeShapeType="1"/>
                </p:cNvSpPr>
                <p:nvPr/>
              </p:nvSpPr>
              <p:spPr bwMode="auto">
                <a:xfrm>
                  <a:off x="2295" y="1796"/>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4" name="Line 389">
                  <a:extLst>
                    <a:ext uri="{FF2B5EF4-FFF2-40B4-BE49-F238E27FC236}">
                      <a16:creationId xmlns:a16="http://schemas.microsoft.com/office/drawing/2014/main" id="{BD500231-4133-448D-90E7-1E7C044AEAE3}"/>
                    </a:ext>
                  </a:extLst>
                </p:cNvPr>
                <p:cNvSpPr>
                  <a:spLocks noChangeShapeType="1"/>
                </p:cNvSpPr>
                <p:nvPr/>
              </p:nvSpPr>
              <p:spPr bwMode="auto">
                <a:xfrm>
                  <a:off x="2295" y="1585"/>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5" name="Line 390">
                  <a:extLst>
                    <a:ext uri="{FF2B5EF4-FFF2-40B4-BE49-F238E27FC236}">
                      <a16:creationId xmlns:a16="http://schemas.microsoft.com/office/drawing/2014/main" id="{C2B28499-1EBE-4C86-95DA-89C29DDE4A86}"/>
                    </a:ext>
                  </a:extLst>
                </p:cNvPr>
                <p:cNvSpPr>
                  <a:spLocks noChangeShapeType="1"/>
                </p:cNvSpPr>
                <p:nvPr/>
              </p:nvSpPr>
              <p:spPr bwMode="auto">
                <a:xfrm>
                  <a:off x="2295" y="1374"/>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6" name="Line 391">
                  <a:extLst>
                    <a:ext uri="{FF2B5EF4-FFF2-40B4-BE49-F238E27FC236}">
                      <a16:creationId xmlns:a16="http://schemas.microsoft.com/office/drawing/2014/main" id="{1BF9AB3B-7771-4D54-8A05-5CDBA286E5E6}"/>
                    </a:ext>
                  </a:extLst>
                </p:cNvPr>
                <p:cNvSpPr>
                  <a:spLocks noChangeShapeType="1"/>
                </p:cNvSpPr>
                <p:nvPr/>
              </p:nvSpPr>
              <p:spPr bwMode="auto">
                <a:xfrm flipV="1">
                  <a:off x="3839" y="1205"/>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7" name="Line 392">
                  <a:extLst>
                    <a:ext uri="{FF2B5EF4-FFF2-40B4-BE49-F238E27FC236}">
                      <a16:creationId xmlns:a16="http://schemas.microsoft.com/office/drawing/2014/main" id="{279EE599-764D-4CF7-9E52-4B5412961B28}"/>
                    </a:ext>
                  </a:extLst>
                </p:cNvPr>
                <p:cNvSpPr>
                  <a:spLocks noChangeShapeType="1"/>
                </p:cNvSpPr>
                <p:nvPr/>
              </p:nvSpPr>
              <p:spPr bwMode="auto">
                <a:xfrm flipH="1">
                  <a:off x="3824" y="1690"/>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8" name="Line 393">
                  <a:extLst>
                    <a:ext uri="{FF2B5EF4-FFF2-40B4-BE49-F238E27FC236}">
                      <a16:creationId xmlns:a16="http://schemas.microsoft.com/office/drawing/2014/main" id="{E45070FF-866C-493A-B7AC-89F448BADAA3}"/>
                    </a:ext>
                  </a:extLst>
                </p:cNvPr>
                <p:cNvSpPr>
                  <a:spLocks noChangeShapeType="1"/>
                </p:cNvSpPr>
                <p:nvPr/>
              </p:nvSpPr>
              <p:spPr bwMode="auto">
                <a:xfrm flipH="1">
                  <a:off x="3824" y="1479"/>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499" name="Line 394">
                  <a:extLst>
                    <a:ext uri="{FF2B5EF4-FFF2-40B4-BE49-F238E27FC236}">
                      <a16:creationId xmlns:a16="http://schemas.microsoft.com/office/drawing/2014/main" id="{20D21E69-66E6-4B73-AC14-0B5AA5090AC8}"/>
                    </a:ext>
                  </a:extLst>
                </p:cNvPr>
                <p:cNvSpPr>
                  <a:spLocks noChangeShapeType="1"/>
                </p:cNvSpPr>
                <p:nvPr/>
              </p:nvSpPr>
              <p:spPr bwMode="auto">
                <a:xfrm flipH="1">
                  <a:off x="3824" y="1269"/>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00" name="Line 395">
                  <a:extLst>
                    <a:ext uri="{FF2B5EF4-FFF2-40B4-BE49-F238E27FC236}">
                      <a16:creationId xmlns:a16="http://schemas.microsoft.com/office/drawing/2014/main" id="{6E025BB8-89F0-4A5E-8D53-D032E623285A}"/>
                    </a:ext>
                  </a:extLst>
                </p:cNvPr>
                <p:cNvSpPr>
                  <a:spLocks noChangeShapeType="1"/>
                </p:cNvSpPr>
                <p:nvPr/>
              </p:nvSpPr>
              <p:spPr bwMode="auto">
                <a:xfrm flipH="1">
                  <a:off x="3809" y="1796"/>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01" name="Line 396">
                  <a:extLst>
                    <a:ext uri="{FF2B5EF4-FFF2-40B4-BE49-F238E27FC236}">
                      <a16:creationId xmlns:a16="http://schemas.microsoft.com/office/drawing/2014/main" id="{E6A69AC5-692B-45EB-B4AD-F3E39F71CDB3}"/>
                    </a:ext>
                  </a:extLst>
                </p:cNvPr>
                <p:cNvSpPr>
                  <a:spLocks noChangeShapeType="1"/>
                </p:cNvSpPr>
                <p:nvPr/>
              </p:nvSpPr>
              <p:spPr bwMode="auto">
                <a:xfrm flipH="1">
                  <a:off x="3809" y="1585"/>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02" name="Line 397">
                  <a:extLst>
                    <a:ext uri="{FF2B5EF4-FFF2-40B4-BE49-F238E27FC236}">
                      <a16:creationId xmlns:a16="http://schemas.microsoft.com/office/drawing/2014/main" id="{45C4FBF7-A707-4480-87C8-864B5F98DF5B}"/>
                    </a:ext>
                  </a:extLst>
                </p:cNvPr>
                <p:cNvSpPr>
                  <a:spLocks noChangeShapeType="1"/>
                </p:cNvSpPr>
                <p:nvPr/>
              </p:nvSpPr>
              <p:spPr bwMode="auto">
                <a:xfrm flipH="1">
                  <a:off x="3809" y="1374"/>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03" name="Rectangle 398">
                  <a:extLst>
                    <a:ext uri="{FF2B5EF4-FFF2-40B4-BE49-F238E27FC236}">
                      <a16:creationId xmlns:a16="http://schemas.microsoft.com/office/drawing/2014/main" id="{8CD86705-DFDD-4EAC-9A63-08489EB49C63}"/>
                    </a:ext>
                  </a:extLst>
                </p:cNvPr>
                <p:cNvSpPr>
                  <a:spLocks noChangeArrowheads="1"/>
                </p:cNvSpPr>
                <p:nvPr/>
              </p:nvSpPr>
              <p:spPr bwMode="auto">
                <a:xfrm>
                  <a:off x="2173" y="1756"/>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504" name="Rectangle 399">
                  <a:extLst>
                    <a:ext uri="{FF2B5EF4-FFF2-40B4-BE49-F238E27FC236}">
                      <a16:creationId xmlns:a16="http://schemas.microsoft.com/office/drawing/2014/main" id="{9423EC51-E691-4374-84EA-F320294A3675}"/>
                    </a:ext>
                  </a:extLst>
                </p:cNvPr>
                <p:cNvSpPr>
                  <a:spLocks noChangeArrowheads="1"/>
                </p:cNvSpPr>
                <p:nvPr/>
              </p:nvSpPr>
              <p:spPr bwMode="auto">
                <a:xfrm>
                  <a:off x="2173" y="1546"/>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505" name="Rectangle 400">
                  <a:extLst>
                    <a:ext uri="{FF2B5EF4-FFF2-40B4-BE49-F238E27FC236}">
                      <a16:creationId xmlns:a16="http://schemas.microsoft.com/office/drawing/2014/main" id="{5C7DEF3E-E4C1-49CA-A335-4EFC24DBA6EE}"/>
                    </a:ext>
                  </a:extLst>
                </p:cNvPr>
                <p:cNvSpPr>
                  <a:spLocks noChangeArrowheads="1"/>
                </p:cNvSpPr>
                <p:nvPr/>
              </p:nvSpPr>
              <p:spPr bwMode="auto">
                <a:xfrm>
                  <a:off x="2173" y="1334"/>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506" name="Line 401">
                  <a:extLst>
                    <a:ext uri="{FF2B5EF4-FFF2-40B4-BE49-F238E27FC236}">
                      <a16:creationId xmlns:a16="http://schemas.microsoft.com/office/drawing/2014/main" id="{1FEBC7DB-B110-4156-AA29-C480F0F2EC4D}"/>
                    </a:ext>
                  </a:extLst>
                </p:cNvPr>
                <p:cNvSpPr>
                  <a:spLocks noChangeShapeType="1"/>
                </p:cNvSpPr>
                <p:nvPr/>
              </p:nvSpPr>
              <p:spPr bwMode="auto">
                <a:xfrm>
                  <a:off x="2295" y="1205"/>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07" name="Line 402">
                  <a:extLst>
                    <a:ext uri="{FF2B5EF4-FFF2-40B4-BE49-F238E27FC236}">
                      <a16:creationId xmlns:a16="http://schemas.microsoft.com/office/drawing/2014/main" id="{19CEAC06-385E-4B7B-88C1-BB4353899DBD}"/>
                    </a:ext>
                  </a:extLst>
                </p:cNvPr>
                <p:cNvSpPr>
                  <a:spLocks noChangeShapeType="1"/>
                </p:cNvSpPr>
                <p:nvPr/>
              </p:nvSpPr>
              <p:spPr bwMode="auto">
                <a:xfrm flipV="1">
                  <a:off x="2365"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08" name="Line 403">
                  <a:extLst>
                    <a:ext uri="{FF2B5EF4-FFF2-40B4-BE49-F238E27FC236}">
                      <a16:creationId xmlns:a16="http://schemas.microsoft.com/office/drawing/2014/main" id="{447289D1-AC0E-4B43-82C1-6A71407FC19A}"/>
                    </a:ext>
                  </a:extLst>
                </p:cNvPr>
                <p:cNvSpPr>
                  <a:spLocks noChangeShapeType="1"/>
                </p:cNvSpPr>
                <p:nvPr/>
              </p:nvSpPr>
              <p:spPr bwMode="auto">
                <a:xfrm flipV="1">
                  <a:off x="2505"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09" name="Line 404">
                  <a:extLst>
                    <a:ext uri="{FF2B5EF4-FFF2-40B4-BE49-F238E27FC236}">
                      <a16:creationId xmlns:a16="http://schemas.microsoft.com/office/drawing/2014/main" id="{E4E1AAB7-C132-4D47-A67A-47CDD74FAE2C}"/>
                    </a:ext>
                  </a:extLst>
                </p:cNvPr>
                <p:cNvSpPr>
                  <a:spLocks noChangeShapeType="1"/>
                </p:cNvSpPr>
                <p:nvPr/>
              </p:nvSpPr>
              <p:spPr bwMode="auto">
                <a:xfrm flipV="1">
                  <a:off x="2645"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0" name="Line 405">
                  <a:extLst>
                    <a:ext uri="{FF2B5EF4-FFF2-40B4-BE49-F238E27FC236}">
                      <a16:creationId xmlns:a16="http://schemas.microsoft.com/office/drawing/2014/main" id="{8FA016EF-1390-452C-A5D3-DEBE0AA66105}"/>
                    </a:ext>
                  </a:extLst>
                </p:cNvPr>
                <p:cNvSpPr>
                  <a:spLocks noChangeShapeType="1"/>
                </p:cNvSpPr>
                <p:nvPr/>
              </p:nvSpPr>
              <p:spPr bwMode="auto">
                <a:xfrm flipV="1">
                  <a:off x="2786"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1" name="Line 406">
                  <a:extLst>
                    <a:ext uri="{FF2B5EF4-FFF2-40B4-BE49-F238E27FC236}">
                      <a16:creationId xmlns:a16="http://schemas.microsoft.com/office/drawing/2014/main" id="{E3F7C5F8-188D-463F-B5BA-0C48B353CDBA}"/>
                    </a:ext>
                  </a:extLst>
                </p:cNvPr>
                <p:cNvSpPr>
                  <a:spLocks noChangeShapeType="1"/>
                </p:cNvSpPr>
                <p:nvPr/>
              </p:nvSpPr>
              <p:spPr bwMode="auto">
                <a:xfrm flipV="1">
                  <a:off x="2926"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2" name="Line 407">
                  <a:extLst>
                    <a:ext uri="{FF2B5EF4-FFF2-40B4-BE49-F238E27FC236}">
                      <a16:creationId xmlns:a16="http://schemas.microsoft.com/office/drawing/2014/main" id="{2A535AAF-FE79-4410-87B9-C01150CE1D00}"/>
                    </a:ext>
                  </a:extLst>
                </p:cNvPr>
                <p:cNvSpPr>
                  <a:spLocks noChangeShapeType="1"/>
                </p:cNvSpPr>
                <p:nvPr/>
              </p:nvSpPr>
              <p:spPr bwMode="auto">
                <a:xfrm flipV="1">
                  <a:off x="3067"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3" name="Line 408">
                  <a:extLst>
                    <a:ext uri="{FF2B5EF4-FFF2-40B4-BE49-F238E27FC236}">
                      <a16:creationId xmlns:a16="http://schemas.microsoft.com/office/drawing/2014/main" id="{01ADE3E6-B5EA-468C-9E5B-D6648EA5F3C4}"/>
                    </a:ext>
                  </a:extLst>
                </p:cNvPr>
                <p:cNvSpPr>
                  <a:spLocks noChangeShapeType="1"/>
                </p:cNvSpPr>
                <p:nvPr/>
              </p:nvSpPr>
              <p:spPr bwMode="auto">
                <a:xfrm flipV="1">
                  <a:off x="3207"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4" name="Line 409">
                  <a:extLst>
                    <a:ext uri="{FF2B5EF4-FFF2-40B4-BE49-F238E27FC236}">
                      <a16:creationId xmlns:a16="http://schemas.microsoft.com/office/drawing/2014/main" id="{4F359CCE-784A-496D-9C40-99F1F0191B7B}"/>
                    </a:ext>
                  </a:extLst>
                </p:cNvPr>
                <p:cNvSpPr>
                  <a:spLocks noChangeShapeType="1"/>
                </p:cNvSpPr>
                <p:nvPr/>
              </p:nvSpPr>
              <p:spPr bwMode="auto">
                <a:xfrm flipV="1">
                  <a:off x="3347"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5" name="Line 410">
                  <a:extLst>
                    <a:ext uri="{FF2B5EF4-FFF2-40B4-BE49-F238E27FC236}">
                      <a16:creationId xmlns:a16="http://schemas.microsoft.com/office/drawing/2014/main" id="{DEC27F02-86F8-4B06-9326-675760111A0F}"/>
                    </a:ext>
                  </a:extLst>
                </p:cNvPr>
                <p:cNvSpPr>
                  <a:spLocks noChangeShapeType="1"/>
                </p:cNvSpPr>
                <p:nvPr/>
              </p:nvSpPr>
              <p:spPr bwMode="auto">
                <a:xfrm flipV="1">
                  <a:off x="3488"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6" name="Line 411">
                  <a:extLst>
                    <a:ext uri="{FF2B5EF4-FFF2-40B4-BE49-F238E27FC236}">
                      <a16:creationId xmlns:a16="http://schemas.microsoft.com/office/drawing/2014/main" id="{7D3EC42D-1D5A-4C6B-97AD-83D37028E346}"/>
                    </a:ext>
                  </a:extLst>
                </p:cNvPr>
                <p:cNvSpPr>
                  <a:spLocks noChangeShapeType="1"/>
                </p:cNvSpPr>
                <p:nvPr/>
              </p:nvSpPr>
              <p:spPr bwMode="auto">
                <a:xfrm flipV="1">
                  <a:off x="3628"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7" name="Line 412">
                  <a:extLst>
                    <a:ext uri="{FF2B5EF4-FFF2-40B4-BE49-F238E27FC236}">
                      <a16:creationId xmlns:a16="http://schemas.microsoft.com/office/drawing/2014/main" id="{9CF48D3B-E4D2-4FF6-B956-679B4C4CB823}"/>
                    </a:ext>
                  </a:extLst>
                </p:cNvPr>
                <p:cNvSpPr>
                  <a:spLocks noChangeShapeType="1"/>
                </p:cNvSpPr>
                <p:nvPr/>
              </p:nvSpPr>
              <p:spPr bwMode="auto">
                <a:xfrm flipV="1">
                  <a:off x="3769"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8" name="Line 413">
                  <a:extLst>
                    <a:ext uri="{FF2B5EF4-FFF2-40B4-BE49-F238E27FC236}">
                      <a16:creationId xmlns:a16="http://schemas.microsoft.com/office/drawing/2014/main" id="{A2C5CDD5-9531-4192-98C8-C2857C903B2D}"/>
                    </a:ext>
                  </a:extLst>
                </p:cNvPr>
                <p:cNvSpPr>
                  <a:spLocks noChangeShapeType="1"/>
                </p:cNvSpPr>
                <p:nvPr/>
              </p:nvSpPr>
              <p:spPr bwMode="auto">
                <a:xfrm flipV="1">
                  <a:off x="2295"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19" name="Line 414">
                  <a:extLst>
                    <a:ext uri="{FF2B5EF4-FFF2-40B4-BE49-F238E27FC236}">
                      <a16:creationId xmlns:a16="http://schemas.microsoft.com/office/drawing/2014/main" id="{EAE1E6FA-43D5-4F54-8C10-DD6235631C5E}"/>
                    </a:ext>
                  </a:extLst>
                </p:cNvPr>
                <p:cNvSpPr>
                  <a:spLocks noChangeShapeType="1"/>
                </p:cNvSpPr>
                <p:nvPr/>
              </p:nvSpPr>
              <p:spPr bwMode="auto">
                <a:xfrm flipV="1">
                  <a:off x="2435"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0" name="Line 415">
                  <a:extLst>
                    <a:ext uri="{FF2B5EF4-FFF2-40B4-BE49-F238E27FC236}">
                      <a16:creationId xmlns:a16="http://schemas.microsoft.com/office/drawing/2014/main" id="{15BE98BB-0D5E-4DE5-A36D-59A76FB8577B}"/>
                    </a:ext>
                  </a:extLst>
                </p:cNvPr>
                <p:cNvSpPr>
                  <a:spLocks noChangeShapeType="1"/>
                </p:cNvSpPr>
                <p:nvPr/>
              </p:nvSpPr>
              <p:spPr bwMode="auto">
                <a:xfrm flipV="1">
                  <a:off x="2575"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1" name="Line 416">
                  <a:extLst>
                    <a:ext uri="{FF2B5EF4-FFF2-40B4-BE49-F238E27FC236}">
                      <a16:creationId xmlns:a16="http://schemas.microsoft.com/office/drawing/2014/main" id="{CBEB4770-B2FC-4ABF-B7DA-9B51180CAB67}"/>
                    </a:ext>
                  </a:extLst>
                </p:cNvPr>
                <p:cNvSpPr>
                  <a:spLocks noChangeShapeType="1"/>
                </p:cNvSpPr>
                <p:nvPr/>
              </p:nvSpPr>
              <p:spPr bwMode="auto">
                <a:xfrm flipV="1">
                  <a:off x="2716"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2" name="Line 417">
                  <a:extLst>
                    <a:ext uri="{FF2B5EF4-FFF2-40B4-BE49-F238E27FC236}">
                      <a16:creationId xmlns:a16="http://schemas.microsoft.com/office/drawing/2014/main" id="{4EF61DF4-3A0E-4023-B8C3-1BE32A04046C}"/>
                    </a:ext>
                  </a:extLst>
                </p:cNvPr>
                <p:cNvSpPr>
                  <a:spLocks noChangeShapeType="1"/>
                </p:cNvSpPr>
                <p:nvPr/>
              </p:nvSpPr>
              <p:spPr bwMode="auto">
                <a:xfrm flipV="1">
                  <a:off x="2856"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3" name="Line 418">
                  <a:extLst>
                    <a:ext uri="{FF2B5EF4-FFF2-40B4-BE49-F238E27FC236}">
                      <a16:creationId xmlns:a16="http://schemas.microsoft.com/office/drawing/2014/main" id="{2171E0C2-34CF-48A2-A36D-FE916F7223FB}"/>
                    </a:ext>
                  </a:extLst>
                </p:cNvPr>
                <p:cNvSpPr>
                  <a:spLocks noChangeShapeType="1"/>
                </p:cNvSpPr>
                <p:nvPr/>
              </p:nvSpPr>
              <p:spPr bwMode="auto">
                <a:xfrm flipV="1">
                  <a:off x="2997"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4" name="Line 419">
                  <a:extLst>
                    <a:ext uri="{FF2B5EF4-FFF2-40B4-BE49-F238E27FC236}">
                      <a16:creationId xmlns:a16="http://schemas.microsoft.com/office/drawing/2014/main" id="{B1B43E85-F8C3-4A71-97E0-E62AD6714E25}"/>
                    </a:ext>
                  </a:extLst>
                </p:cNvPr>
                <p:cNvSpPr>
                  <a:spLocks noChangeShapeType="1"/>
                </p:cNvSpPr>
                <p:nvPr/>
              </p:nvSpPr>
              <p:spPr bwMode="auto">
                <a:xfrm flipV="1">
                  <a:off x="3137"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5" name="Line 420">
                  <a:extLst>
                    <a:ext uri="{FF2B5EF4-FFF2-40B4-BE49-F238E27FC236}">
                      <a16:creationId xmlns:a16="http://schemas.microsoft.com/office/drawing/2014/main" id="{BCA10C0D-B5B0-4248-8ECB-5FC0094AA2F1}"/>
                    </a:ext>
                  </a:extLst>
                </p:cNvPr>
                <p:cNvSpPr>
                  <a:spLocks noChangeShapeType="1"/>
                </p:cNvSpPr>
                <p:nvPr/>
              </p:nvSpPr>
              <p:spPr bwMode="auto">
                <a:xfrm flipV="1">
                  <a:off x="3277"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6" name="Line 421">
                  <a:extLst>
                    <a:ext uri="{FF2B5EF4-FFF2-40B4-BE49-F238E27FC236}">
                      <a16:creationId xmlns:a16="http://schemas.microsoft.com/office/drawing/2014/main" id="{FB72CC99-1CBA-4D65-9D2A-0DD305361982}"/>
                    </a:ext>
                  </a:extLst>
                </p:cNvPr>
                <p:cNvSpPr>
                  <a:spLocks noChangeShapeType="1"/>
                </p:cNvSpPr>
                <p:nvPr/>
              </p:nvSpPr>
              <p:spPr bwMode="auto">
                <a:xfrm flipV="1">
                  <a:off x="3418"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7" name="Line 422">
                  <a:extLst>
                    <a:ext uri="{FF2B5EF4-FFF2-40B4-BE49-F238E27FC236}">
                      <a16:creationId xmlns:a16="http://schemas.microsoft.com/office/drawing/2014/main" id="{03D69A36-812D-4FD8-A492-2D40723E05BD}"/>
                    </a:ext>
                  </a:extLst>
                </p:cNvPr>
                <p:cNvSpPr>
                  <a:spLocks noChangeShapeType="1"/>
                </p:cNvSpPr>
                <p:nvPr/>
              </p:nvSpPr>
              <p:spPr bwMode="auto">
                <a:xfrm flipV="1">
                  <a:off x="3558"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8" name="Line 423">
                  <a:extLst>
                    <a:ext uri="{FF2B5EF4-FFF2-40B4-BE49-F238E27FC236}">
                      <a16:creationId xmlns:a16="http://schemas.microsoft.com/office/drawing/2014/main" id="{E09DA92C-8D1F-46F0-881B-313067770E62}"/>
                    </a:ext>
                  </a:extLst>
                </p:cNvPr>
                <p:cNvSpPr>
                  <a:spLocks noChangeShapeType="1"/>
                </p:cNvSpPr>
                <p:nvPr/>
              </p:nvSpPr>
              <p:spPr bwMode="auto">
                <a:xfrm flipV="1">
                  <a:off x="3699"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29" name="Line 424">
                  <a:extLst>
                    <a:ext uri="{FF2B5EF4-FFF2-40B4-BE49-F238E27FC236}">
                      <a16:creationId xmlns:a16="http://schemas.microsoft.com/office/drawing/2014/main" id="{0FC22FDC-6827-49F7-B8B3-BAB7CFB9999C}"/>
                    </a:ext>
                  </a:extLst>
                </p:cNvPr>
                <p:cNvSpPr>
                  <a:spLocks noChangeShapeType="1"/>
                </p:cNvSpPr>
                <p:nvPr/>
              </p:nvSpPr>
              <p:spPr bwMode="auto">
                <a:xfrm flipV="1">
                  <a:off x="3839"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0" name="Line 425">
                  <a:extLst>
                    <a:ext uri="{FF2B5EF4-FFF2-40B4-BE49-F238E27FC236}">
                      <a16:creationId xmlns:a16="http://schemas.microsoft.com/office/drawing/2014/main" id="{079E45A0-50C1-4CF1-9856-D683EAC410CE}"/>
                    </a:ext>
                  </a:extLst>
                </p:cNvPr>
                <p:cNvSpPr>
                  <a:spLocks noChangeShapeType="1"/>
                </p:cNvSpPr>
                <p:nvPr/>
              </p:nvSpPr>
              <p:spPr bwMode="auto">
                <a:xfrm>
                  <a:off x="2295" y="614"/>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1" name="Line 426">
                  <a:extLst>
                    <a:ext uri="{FF2B5EF4-FFF2-40B4-BE49-F238E27FC236}">
                      <a16:creationId xmlns:a16="http://schemas.microsoft.com/office/drawing/2014/main" id="{C359CA22-DDD8-4F1C-A7B4-2FD04ED84F29}"/>
                    </a:ext>
                  </a:extLst>
                </p:cNvPr>
                <p:cNvSpPr>
                  <a:spLocks noChangeShapeType="1"/>
                </p:cNvSpPr>
                <p:nvPr/>
              </p:nvSpPr>
              <p:spPr bwMode="auto">
                <a:xfrm>
                  <a:off x="2365"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2" name="Line 427">
                  <a:extLst>
                    <a:ext uri="{FF2B5EF4-FFF2-40B4-BE49-F238E27FC236}">
                      <a16:creationId xmlns:a16="http://schemas.microsoft.com/office/drawing/2014/main" id="{4DC691A1-859B-4375-9B04-DE3D0FFFC203}"/>
                    </a:ext>
                  </a:extLst>
                </p:cNvPr>
                <p:cNvSpPr>
                  <a:spLocks noChangeShapeType="1"/>
                </p:cNvSpPr>
                <p:nvPr/>
              </p:nvSpPr>
              <p:spPr bwMode="auto">
                <a:xfrm>
                  <a:off x="2505"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3" name="Line 428">
                  <a:extLst>
                    <a:ext uri="{FF2B5EF4-FFF2-40B4-BE49-F238E27FC236}">
                      <a16:creationId xmlns:a16="http://schemas.microsoft.com/office/drawing/2014/main" id="{4F4E5D92-8CE1-428B-9ABA-8BBB32CCB266}"/>
                    </a:ext>
                  </a:extLst>
                </p:cNvPr>
                <p:cNvSpPr>
                  <a:spLocks noChangeShapeType="1"/>
                </p:cNvSpPr>
                <p:nvPr/>
              </p:nvSpPr>
              <p:spPr bwMode="auto">
                <a:xfrm>
                  <a:off x="2645"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4" name="Line 429">
                  <a:extLst>
                    <a:ext uri="{FF2B5EF4-FFF2-40B4-BE49-F238E27FC236}">
                      <a16:creationId xmlns:a16="http://schemas.microsoft.com/office/drawing/2014/main" id="{CDF456FF-F9B2-475D-A40B-FAB3E2615964}"/>
                    </a:ext>
                  </a:extLst>
                </p:cNvPr>
                <p:cNvSpPr>
                  <a:spLocks noChangeShapeType="1"/>
                </p:cNvSpPr>
                <p:nvPr/>
              </p:nvSpPr>
              <p:spPr bwMode="auto">
                <a:xfrm>
                  <a:off x="2786"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5" name="Line 430">
                  <a:extLst>
                    <a:ext uri="{FF2B5EF4-FFF2-40B4-BE49-F238E27FC236}">
                      <a16:creationId xmlns:a16="http://schemas.microsoft.com/office/drawing/2014/main" id="{1B9E90E3-F3D1-4B13-80BD-5BBBCDC46321}"/>
                    </a:ext>
                  </a:extLst>
                </p:cNvPr>
                <p:cNvSpPr>
                  <a:spLocks noChangeShapeType="1"/>
                </p:cNvSpPr>
                <p:nvPr/>
              </p:nvSpPr>
              <p:spPr bwMode="auto">
                <a:xfrm>
                  <a:off x="2926"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6" name="Line 431">
                  <a:extLst>
                    <a:ext uri="{FF2B5EF4-FFF2-40B4-BE49-F238E27FC236}">
                      <a16:creationId xmlns:a16="http://schemas.microsoft.com/office/drawing/2014/main" id="{4D151614-1B16-4EA1-AC79-826ACC4033E8}"/>
                    </a:ext>
                  </a:extLst>
                </p:cNvPr>
                <p:cNvSpPr>
                  <a:spLocks noChangeShapeType="1"/>
                </p:cNvSpPr>
                <p:nvPr/>
              </p:nvSpPr>
              <p:spPr bwMode="auto">
                <a:xfrm>
                  <a:off x="3067"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7" name="Line 432">
                  <a:extLst>
                    <a:ext uri="{FF2B5EF4-FFF2-40B4-BE49-F238E27FC236}">
                      <a16:creationId xmlns:a16="http://schemas.microsoft.com/office/drawing/2014/main" id="{3BFF7EF6-4AC8-4066-92D1-2F553148EA31}"/>
                    </a:ext>
                  </a:extLst>
                </p:cNvPr>
                <p:cNvSpPr>
                  <a:spLocks noChangeShapeType="1"/>
                </p:cNvSpPr>
                <p:nvPr/>
              </p:nvSpPr>
              <p:spPr bwMode="auto">
                <a:xfrm>
                  <a:off x="3207"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8" name="Line 433">
                  <a:extLst>
                    <a:ext uri="{FF2B5EF4-FFF2-40B4-BE49-F238E27FC236}">
                      <a16:creationId xmlns:a16="http://schemas.microsoft.com/office/drawing/2014/main" id="{8E5AAB03-9300-4D1D-84F3-1E1FB6D61417}"/>
                    </a:ext>
                  </a:extLst>
                </p:cNvPr>
                <p:cNvSpPr>
                  <a:spLocks noChangeShapeType="1"/>
                </p:cNvSpPr>
                <p:nvPr/>
              </p:nvSpPr>
              <p:spPr bwMode="auto">
                <a:xfrm>
                  <a:off x="3347"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39" name="Line 434">
                  <a:extLst>
                    <a:ext uri="{FF2B5EF4-FFF2-40B4-BE49-F238E27FC236}">
                      <a16:creationId xmlns:a16="http://schemas.microsoft.com/office/drawing/2014/main" id="{E84E7E79-52F3-491E-8401-F9AD6B016335}"/>
                    </a:ext>
                  </a:extLst>
                </p:cNvPr>
                <p:cNvSpPr>
                  <a:spLocks noChangeShapeType="1"/>
                </p:cNvSpPr>
                <p:nvPr/>
              </p:nvSpPr>
              <p:spPr bwMode="auto">
                <a:xfrm>
                  <a:off x="3488"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40" name="Line 435">
                  <a:extLst>
                    <a:ext uri="{FF2B5EF4-FFF2-40B4-BE49-F238E27FC236}">
                      <a16:creationId xmlns:a16="http://schemas.microsoft.com/office/drawing/2014/main" id="{6C0621C8-C894-4200-BFFF-9BC79A0BA83D}"/>
                    </a:ext>
                  </a:extLst>
                </p:cNvPr>
                <p:cNvSpPr>
                  <a:spLocks noChangeShapeType="1"/>
                </p:cNvSpPr>
                <p:nvPr/>
              </p:nvSpPr>
              <p:spPr bwMode="auto">
                <a:xfrm>
                  <a:off x="3628"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41" name="Line 436">
                  <a:extLst>
                    <a:ext uri="{FF2B5EF4-FFF2-40B4-BE49-F238E27FC236}">
                      <a16:creationId xmlns:a16="http://schemas.microsoft.com/office/drawing/2014/main" id="{97C12163-785B-4CF4-B195-791AB3251737}"/>
                    </a:ext>
                  </a:extLst>
                </p:cNvPr>
                <p:cNvSpPr>
                  <a:spLocks noChangeShapeType="1"/>
                </p:cNvSpPr>
                <p:nvPr/>
              </p:nvSpPr>
              <p:spPr bwMode="auto">
                <a:xfrm>
                  <a:off x="3769"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42" name="Line 437">
                  <a:extLst>
                    <a:ext uri="{FF2B5EF4-FFF2-40B4-BE49-F238E27FC236}">
                      <a16:creationId xmlns:a16="http://schemas.microsoft.com/office/drawing/2014/main" id="{71CAC8C1-5555-4A6B-BD75-B47550E4A49B}"/>
                    </a:ext>
                  </a:extLst>
                </p:cNvPr>
                <p:cNvSpPr>
                  <a:spLocks noChangeShapeType="1"/>
                </p:cNvSpPr>
                <p:nvPr/>
              </p:nvSpPr>
              <p:spPr bwMode="auto">
                <a:xfrm>
                  <a:off x="2295"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43" name="Line 438">
                  <a:extLst>
                    <a:ext uri="{FF2B5EF4-FFF2-40B4-BE49-F238E27FC236}">
                      <a16:creationId xmlns:a16="http://schemas.microsoft.com/office/drawing/2014/main" id="{5C7EA9B4-DD4E-4358-94D6-7C883D13509A}"/>
                    </a:ext>
                  </a:extLst>
                </p:cNvPr>
                <p:cNvSpPr>
                  <a:spLocks noChangeShapeType="1"/>
                </p:cNvSpPr>
                <p:nvPr/>
              </p:nvSpPr>
              <p:spPr bwMode="auto">
                <a:xfrm>
                  <a:off x="2435"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44" name="Line 439">
                  <a:extLst>
                    <a:ext uri="{FF2B5EF4-FFF2-40B4-BE49-F238E27FC236}">
                      <a16:creationId xmlns:a16="http://schemas.microsoft.com/office/drawing/2014/main" id="{54B9FDDF-9F99-40DA-BA0D-E61C3DB9DB8E}"/>
                    </a:ext>
                  </a:extLst>
                </p:cNvPr>
                <p:cNvSpPr>
                  <a:spLocks noChangeShapeType="1"/>
                </p:cNvSpPr>
                <p:nvPr/>
              </p:nvSpPr>
              <p:spPr bwMode="auto">
                <a:xfrm>
                  <a:off x="2575"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45" name="Line 440">
                  <a:extLst>
                    <a:ext uri="{FF2B5EF4-FFF2-40B4-BE49-F238E27FC236}">
                      <a16:creationId xmlns:a16="http://schemas.microsoft.com/office/drawing/2014/main" id="{60076C44-3161-4487-9DBE-49F811814489}"/>
                    </a:ext>
                  </a:extLst>
                </p:cNvPr>
                <p:cNvSpPr>
                  <a:spLocks noChangeShapeType="1"/>
                </p:cNvSpPr>
                <p:nvPr/>
              </p:nvSpPr>
              <p:spPr bwMode="auto">
                <a:xfrm>
                  <a:off x="2716"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46" name="Line 441">
                  <a:extLst>
                    <a:ext uri="{FF2B5EF4-FFF2-40B4-BE49-F238E27FC236}">
                      <a16:creationId xmlns:a16="http://schemas.microsoft.com/office/drawing/2014/main" id="{7690F9D1-0311-4145-B7F1-720EA6EA62CB}"/>
                    </a:ext>
                  </a:extLst>
                </p:cNvPr>
                <p:cNvSpPr>
                  <a:spLocks noChangeShapeType="1"/>
                </p:cNvSpPr>
                <p:nvPr/>
              </p:nvSpPr>
              <p:spPr bwMode="auto">
                <a:xfrm>
                  <a:off x="2856"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grpSp>
          <p:sp>
            <p:nvSpPr>
              <p:cNvPr id="314" name="Line 443">
                <a:extLst>
                  <a:ext uri="{FF2B5EF4-FFF2-40B4-BE49-F238E27FC236}">
                    <a16:creationId xmlns:a16="http://schemas.microsoft.com/office/drawing/2014/main" id="{5A22421B-F1DC-4ABE-9FF4-9E47171547C3}"/>
                  </a:ext>
                </a:extLst>
              </p:cNvPr>
              <p:cNvSpPr>
                <a:spLocks noChangeShapeType="1"/>
              </p:cNvSpPr>
              <p:nvPr/>
            </p:nvSpPr>
            <p:spPr bwMode="auto">
              <a:xfrm>
                <a:off x="4812949"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5" name="Line 444">
                <a:extLst>
                  <a:ext uri="{FF2B5EF4-FFF2-40B4-BE49-F238E27FC236}">
                    <a16:creationId xmlns:a16="http://schemas.microsoft.com/office/drawing/2014/main" id="{421F77AC-5955-4F2E-883D-9C8F862AB1BD}"/>
                  </a:ext>
                </a:extLst>
              </p:cNvPr>
              <p:cNvSpPr>
                <a:spLocks noChangeShapeType="1"/>
              </p:cNvSpPr>
              <p:nvPr/>
            </p:nvSpPr>
            <p:spPr bwMode="auto">
              <a:xfrm>
                <a:off x="5035199"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6" name="Line 445">
                <a:extLst>
                  <a:ext uri="{FF2B5EF4-FFF2-40B4-BE49-F238E27FC236}">
                    <a16:creationId xmlns:a16="http://schemas.microsoft.com/office/drawing/2014/main" id="{3A89699B-CD21-41C2-8D30-ECBE9A16CB24}"/>
                  </a:ext>
                </a:extLst>
              </p:cNvPr>
              <p:cNvSpPr>
                <a:spLocks noChangeShapeType="1"/>
              </p:cNvSpPr>
              <p:nvPr/>
            </p:nvSpPr>
            <p:spPr bwMode="auto">
              <a:xfrm>
                <a:off x="5257449"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7" name="Line 446">
                <a:extLst>
                  <a:ext uri="{FF2B5EF4-FFF2-40B4-BE49-F238E27FC236}">
                    <a16:creationId xmlns:a16="http://schemas.microsoft.com/office/drawing/2014/main" id="{C628B698-6873-432E-A78A-2F0233987847}"/>
                  </a:ext>
                </a:extLst>
              </p:cNvPr>
              <p:cNvSpPr>
                <a:spLocks noChangeShapeType="1"/>
              </p:cNvSpPr>
              <p:nvPr/>
            </p:nvSpPr>
            <p:spPr bwMode="auto">
              <a:xfrm>
                <a:off x="5481286"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8" name="Line 447">
                <a:extLst>
                  <a:ext uri="{FF2B5EF4-FFF2-40B4-BE49-F238E27FC236}">
                    <a16:creationId xmlns:a16="http://schemas.microsoft.com/office/drawing/2014/main" id="{B8E4FD9F-1490-419B-82E2-83E4B613796B}"/>
                  </a:ext>
                </a:extLst>
              </p:cNvPr>
              <p:cNvSpPr>
                <a:spLocks noChangeShapeType="1"/>
              </p:cNvSpPr>
              <p:nvPr/>
            </p:nvSpPr>
            <p:spPr bwMode="auto">
              <a:xfrm>
                <a:off x="5703536"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9" name="Line 448">
                <a:extLst>
                  <a:ext uri="{FF2B5EF4-FFF2-40B4-BE49-F238E27FC236}">
                    <a16:creationId xmlns:a16="http://schemas.microsoft.com/office/drawing/2014/main" id="{EA867809-BC37-443C-A4D0-E9BE55EDAFCC}"/>
                  </a:ext>
                </a:extLst>
              </p:cNvPr>
              <p:cNvSpPr>
                <a:spLocks noChangeShapeType="1"/>
              </p:cNvSpPr>
              <p:nvPr/>
            </p:nvSpPr>
            <p:spPr bwMode="auto">
              <a:xfrm>
                <a:off x="5927374"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0" name="Line 449">
                <a:extLst>
                  <a:ext uri="{FF2B5EF4-FFF2-40B4-BE49-F238E27FC236}">
                    <a16:creationId xmlns:a16="http://schemas.microsoft.com/office/drawing/2014/main" id="{9A5CED96-4CCA-4457-A807-581B552A1177}"/>
                  </a:ext>
                </a:extLst>
              </p:cNvPr>
              <p:cNvSpPr>
                <a:spLocks noChangeShapeType="1"/>
              </p:cNvSpPr>
              <p:nvPr/>
            </p:nvSpPr>
            <p:spPr bwMode="auto">
              <a:xfrm>
                <a:off x="6149624"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1" name="Line 450">
                <a:extLst>
                  <a:ext uri="{FF2B5EF4-FFF2-40B4-BE49-F238E27FC236}">
                    <a16:creationId xmlns:a16="http://schemas.microsoft.com/office/drawing/2014/main" id="{8BECD763-22AB-48DD-9BAA-6E1C387CE4ED}"/>
                  </a:ext>
                </a:extLst>
              </p:cNvPr>
              <p:cNvSpPr>
                <a:spLocks noChangeShapeType="1"/>
              </p:cNvSpPr>
              <p:nvPr/>
            </p:nvSpPr>
            <p:spPr bwMode="auto">
              <a:xfrm flipV="1">
                <a:off x="3698524" y="751204"/>
                <a:ext cx="0" cy="938213"/>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2" name="Line 451">
                <a:extLst>
                  <a:ext uri="{FF2B5EF4-FFF2-40B4-BE49-F238E27FC236}">
                    <a16:creationId xmlns:a16="http://schemas.microsoft.com/office/drawing/2014/main" id="{54F12DE7-7229-4B7F-837D-C265998BACC2}"/>
                  </a:ext>
                </a:extLst>
              </p:cNvPr>
              <p:cNvSpPr>
                <a:spLocks noChangeShapeType="1"/>
              </p:cNvSpPr>
              <p:nvPr/>
            </p:nvSpPr>
            <p:spPr bwMode="auto">
              <a:xfrm>
                <a:off x="3698524" y="1521141"/>
                <a:ext cx="222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3" name="Line 452">
                <a:extLst>
                  <a:ext uri="{FF2B5EF4-FFF2-40B4-BE49-F238E27FC236}">
                    <a16:creationId xmlns:a16="http://schemas.microsoft.com/office/drawing/2014/main" id="{5D859B14-B4A0-457C-B6DB-FFBA6611F595}"/>
                  </a:ext>
                </a:extLst>
              </p:cNvPr>
              <p:cNvSpPr>
                <a:spLocks noChangeShapeType="1"/>
              </p:cNvSpPr>
              <p:nvPr/>
            </p:nvSpPr>
            <p:spPr bwMode="auto">
              <a:xfrm>
                <a:off x="3698524" y="1186179"/>
                <a:ext cx="222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4" name="Line 453">
                <a:extLst>
                  <a:ext uri="{FF2B5EF4-FFF2-40B4-BE49-F238E27FC236}">
                    <a16:creationId xmlns:a16="http://schemas.microsoft.com/office/drawing/2014/main" id="{1C2E6182-93DB-4B2B-8F25-5D438BDB437F}"/>
                  </a:ext>
                </a:extLst>
              </p:cNvPr>
              <p:cNvSpPr>
                <a:spLocks noChangeShapeType="1"/>
              </p:cNvSpPr>
              <p:nvPr/>
            </p:nvSpPr>
            <p:spPr bwMode="auto">
              <a:xfrm>
                <a:off x="3698524" y="852804"/>
                <a:ext cx="222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5" name="Line 454">
                <a:extLst>
                  <a:ext uri="{FF2B5EF4-FFF2-40B4-BE49-F238E27FC236}">
                    <a16:creationId xmlns:a16="http://schemas.microsoft.com/office/drawing/2014/main" id="{2D1AE0EE-287D-43E2-9D2F-0E4668ABE540}"/>
                  </a:ext>
                </a:extLst>
              </p:cNvPr>
              <p:cNvSpPr>
                <a:spLocks noChangeShapeType="1"/>
              </p:cNvSpPr>
              <p:nvPr/>
            </p:nvSpPr>
            <p:spPr bwMode="auto">
              <a:xfrm>
                <a:off x="3698524" y="1689416"/>
                <a:ext cx="46038"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6" name="Line 455">
                <a:extLst>
                  <a:ext uri="{FF2B5EF4-FFF2-40B4-BE49-F238E27FC236}">
                    <a16:creationId xmlns:a16="http://schemas.microsoft.com/office/drawing/2014/main" id="{45993073-59DF-454B-9856-0B285E81CEA0}"/>
                  </a:ext>
                </a:extLst>
              </p:cNvPr>
              <p:cNvSpPr>
                <a:spLocks noChangeShapeType="1"/>
              </p:cNvSpPr>
              <p:nvPr/>
            </p:nvSpPr>
            <p:spPr bwMode="auto">
              <a:xfrm>
                <a:off x="3698524" y="1354454"/>
                <a:ext cx="46038"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7" name="Line 456">
                <a:extLst>
                  <a:ext uri="{FF2B5EF4-FFF2-40B4-BE49-F238E27FC236}">
                    <a16:creationId xmlns:a16="http://schemas.microsoft.com/office/drawing/2014/main" id="{1C8C6DA0-D588-4155-A3FB-BC1C9D866627}"/>
                  </a:ext>
                </a:extLst>
              </p:cNvPr>
              <p:cNvSpPr>
                <a:spLocks noChangeShapeType="1"/>
              </p:cNvSpPr>
              <p:nvPr/>
            </p:nvSpPr>
            <p:spPr bwMode="auto">
              <a:xfrm>
                <a:off x="3698524" y="1019491"/>
                <a:ext cx="46038"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8" name="Line 457">
                <a:extLst>
                  <a:ext uri="{FF2B5EF4-FFF2-40B4-BE49-F238E27FC236}">
                    <a16:creationId xmlns:a16="http://schemas.microsoft.com/office/drawing/2014/main" id="{DDED8C3E-6EAC-45A1-BE63-2205695BDBDA}"/>
                  </a:ext>
                </a:extLst>
              </p:cNvPr>
              <p:cNvSpPr>
                <a:spLocks noChangeShapeType="1"/>
              </p:cNvSpPr>
              <p:nvPr/>
            </p:nvSpPr>
            <p:spPr bwMode="auto">
              <a:xfrm flipV="1">
                <a:off x="6149624" y="751204"/>
                <a:ext cx="0" cy="938213"/>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9" name="Line 458">
                <a:extLst>
                  <a:ext uri="{FF2B5EF4-FFF2-40B4-BE49-F238E27FC236}">
                    <a16:creationId xmlns:a16="http://schemas.microsoft.com/office/drawing/2014/main" id="{B9AA2FCB-DF8A-4DA7-8A43-71C4C364DC96}"/>
                  </a:ext>
                </a:extLst>
              </p:cNvPr>
              <p:cNvSpPr>
                <a:spLocks noChangeShapeType="1"/>
              </p:cNvSpPr>
              <p:nvPr/>
            </p:nvSpPr>
            <p:spPr bwMode="auto">
              <a:xfrm flipH="1">
                <a:off x="6125811" y="1521141"/>
                <a:ext cx="23813"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0" name="Line 459">
                <a:extLst>
                  <a:ext uri="{FF2B5EF4-FFF2-40B4-BE49-F238E27FC236}">
                    <a16:creationId xmlns:a16="http://schemas.microsoft.com/office/drawing/2014/main" id="{ABFD93B8-E324-4956-8A64-FA65E8D8AA5F}"/>
                  </a:ext>
                </a:extLst>
              </p:cNvPr>
              <p:cNvSpPr>
                <a:spLocks noChangeShapeType="1"/>
              </p:cNvSpPr>
              <p:nvPr/>
            </p:nvSpPr>
            <p:spPr bwMode="auto">
              <a:xfrm flipH="1">
                <a:off x="6125811" y="1186179"/>
                <a:ext cx="23813"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1" name="Line 460">
                <a:extLst>
                  <a:ext uri="{FF2B5EF4-FFF2-40B4-BE49-F238E27FC236}">
                    <a16:creationId xmlns:a16="http://schemas.microsoft.com/office/drawing/2014/main" id="{32A1CE50-D239-4C43-AA78-EB6BA7FCB20C}"/>
                  </a:ext>
                </a:extLst>
              </p:cNvPr>
              <p:cNvSpPr>
                <a:spLocks noChangeShapeType="1"/>
              </p:cNvSpPr>
              <p:nvPr/>
            </p:nvSpPr>
            <p:spPr bwMode="auto">
              <a:xfrm flipH="1">
                <a:off x="6125811" y="852804"/>
                <a:ext cx="23813"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2" name="Line 461">
                <a:extLst>
                  <a:ext uri="{FF2B5EF4-FFF2-40B4-BE49-F238E27FC236}">
                    <a16:creationId xmlns:a16="http://schemas.microsoft.com/office/drawing/2014/main" id="{2CDD9382-F66F-4C4A-8B0A-3C17AFC30C23}"/>
                  </a:ext>
                </a:extLst>
              </p:cNvPr>
              <p:cNvSpPr>
                <a:spLocks noChangeShapeType="1"/>
              </p:cNvSpPr>
              <p:nvPr/>
            </p:nvSpPr>
            <p:spPr bwMode="auto">
              <a:xfrm flipH="1">
                <a:off x="6101999" y="1689416"/>
                <a:ext cx="476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3" name="Line 462">
                <a:extLst>
                  <a:ext uri="{FF2B5EF4-FFF2-40B4-BE49-F238E27FC236}">
                    <a16:creationId xmlns:a16="http://schemas.microsoft.com/office/drawing/2014/main" id="{601FDA6F-EFE1-4341-B7F5-C05AA1222ED8}"/>
                  </a:ext>
                </a:extLst>
              </p:cNvPr>
              <p:cNvSpPr>
                <a:spLocks noChangeShapeType="1"/>
              </p:cNvSpPr>
              <p:nvPr/>
            </p:nvSpPr>
            <p:spPr bwMode="auto">
              <a:xfrm flipH="1">
                <a:off x="6101999" y="1354454"/>
                <a:ext cx="476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4" name="Line 463">
                <a:extLst>
                  <a:ext uri="{FF2B5EF4-FFF2-40B4-BE49-F238E27FC236}">
                    <a16:creationId xmlns:a16="http://schemas.microsoft.com/office/drawing/2014/main" id="{89D61B0A-D083-4F1A-AE30-BCED3DFDE112}"/>
                  </a:ext>
                </a:extLst>
              </p:cNvPr>
              <p:cNvSpPr>
                <a:spLocks noChangeShapeType="1"/>
              </p:cNvSpPr>
              <p:nvPr/>
            </p:nvSpPr>
            <p:spPr bwMode="auto">
              <a:xfrm flipH="1">
                <a:off x="6101999" y="1019491"/>
                <a:ext cx="476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5" name="Rectangle 464">
                <a:extLst>
                  <a:ext uri="{FF2B5EF4-FFF2-40B4-BE49-F238E27FC236}">
                    <a16:creationId xmlns:a16="http://schemas.microsoft.com/office/drawing/2014/main" id="{DC44DCA1-42BA-4F93-AE87-5853EDC8BE8E}"/>
                  </a:ext>
                </a:extLst>
              </p:cNvPr>
              <p:cNvSpPr>
                <a:spLocks noChangeArrowheads="1"/>
              </p:cNvSpPr>
              <p:nvPr/>
            </p:nvSpPr>
            <p:spPr bwMode="auto">
              <a:xfrm>
                <a:off x="3504849" y="1627504"/>
                <a:ext cx="14427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36" name="Rectangle 465">
                <a:extLst>
                  <a:ext uri="{FF2B5EF4-FFF2-40B4-BE49-F238E27FC236}">
                    <a16:creationId xmlns:a16="http://schemas.microsoft.com/office/drawing/2014/main" id="{94C97B9B-32F0-4FC7-9FCF-28331483A056}"/>
                  </a:ext>
                </a:extLst>
              </p:cNvPr>
              <p:cNvSpPr>
                <a:spLocks noChangeArrowheads="1"/>
              </p:cNvSpPr>
              <p:nvPr/>
            </p:nvSpPr>
            <p:spPr bwMode="auto">
              <a:xfrm>
                <a:off x="3504849" y="1292541"/>
                <a:ext cx="14427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37" name="Rectangle 466">
                <a:extLst>
                  <a:ext uri="{FF2B5EF4-FFF2-40B4-BE49-F238E27FC236}">
                    <a16:creationId xmlns:a16="http://schemas.microsoft.com/office/drawing/2014/main" id="{4C4A8FD9-10D3-4D09-80AE-AD0E80D55A07}"/>
                  </a:ext>
                </a:extLst>
              </p:cNvPr>
              <p:cNvSpPr>
                <a:spLocks noChangeArrowheads="1"/>
              </p:cNvSpPr>
              <p:nvPr/>
            </p:nvSpPr>
            <p:spPr bwMode="auto">
              <a:xfrm>
                <a:off x="3504849" y="955991"/>
                <a:ext cx="14427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38" name="Freeform 467">
                <a:extLst>
                  <a:ext uri="{FF2B5EF4-FFF2-40B4-BE49-F238E27FC236}">
                    <a16:creationId xmlns:a16="http://schemas.microsoft.com/office/drawing/2014/main" id="{9AD22762-7F55-4656-8758-087D0287599D}"/>
                  </a:ext>
                </a:extLst>
              </p:cNvPr>
              <p:cNvSpPr>
                <a:spLocks/>
              </p:cNvSpPr>
              <p:nvPr/>
            </p:nvSpPr>
            <p:spPr bwMode="auto">
              <a:xfrm flipH="1">
                <a:off x="3698524" y="3834129"/>
                <a:ext cx="2452688" cy="669925"/>
              </a:xfrm>
              <a:custGeom>
                <a:avLst/>
                <a:gdLst>
                  <a:gd name="T0" fmla="*/ 22 w 1545"/>
                  <a:gd name="T1" fmla="*/ 422 h 422"/>
                  <a:gd name="T2" fmla="*/ 49 w 1545"/>
                  <a:gd name="T3" fmla="*/ 403 h 422"/>
                  <a:gd name="T4" fmla="*/ 75 w 1545"/>
                  <a:gd name="T5" fmla="*/ 202 h 422"/>
                  <a:gd name="T6" fmla="*/ 101 w 1545"/>
                  <a:gd name="T7" fmla="*/ 318 h 422"/>
                  <a:gd name="T8" fmla="*/ 128 w 1545"/>
                  <a:gd name="T9" fmla="*/ 212 h 422"/>
                  <a:gd name="T10" fmla="*/ 154 w 1545"/>
                  <a:gd name="T11" fmla="*/ 81 h 422"/>
                  <a:gd name="T12" fmla="*/ 180 w 1545"/>
                  <a:gd name="T13" fmla="*/ 42 h 422"/>
                  <a:gd name="T14" fmla="*/ 207 w 1545"/>
                  <a:gd name="T15" fmla="*/ 220 h 422"/>
                  <a:gd name="T16" fmla="*/ 233 w 1545"/>
                  <a:gd name="T17" fmla="*/ 146 h 422"/>
                  <a:gd name="T18" fmla="*/ 260 w 1545"/>
                  <a:gd name="T19" fmla="*/ 188 h 422"/>
                  <a:gd name="T20" fmla="*/ 286 w 1545"/>
                  <a:gd name="T21" fmla="*/ 182 h 422"/>
                  <a:gd name="T22" fmla="*/ 313 w 1545"/>
                  <a:gd name="T23" fmla="*/ 147 h 422"/>
                  <a:gd name="T24" fmla="*/ 339 w 1545"/>
                  <a:gd name="T25" fmla="*/ 71 h 422"/>
                  <a:gd name="T26" fmla="*/ 365 w 1545"/>
                  <a:gd name="T27" fmla="*/ 255 h 422"/>
                  <a:gd name="T28" fmla="*/ 392 w 1545"/>
                  <a:gd name="T29" fmla="*/ 215 h 422"/>
                  <a:gd name="T30" fmla="*/ 418 w 1545"/>
                  <a:gd name="T31" fmla="*/ 254 h 422"/>
                  <a:gd name="T32" fmla="*/ 444 w 1545"/>
                  <a:gd name="T33" fmla="*/ 331 h 422"/>
                  <a:gd name="T34" fmla="*/ 471 w 1545"/>
                  <a:gd name="T35" fmla="*/ 310 h 422"/>
                  <a:gd name="T36" fmla="*/ 497 w 1545"/>
                  <a:gd name="T37" fmla="*/ 385 h 422"/>
                  <a:gd name="T38" fmla="*/ 523 w 1545"/>
                  <a:gd name="T39" fmla="*/ 333 h 422"/>
                  <a:gd name="T40" fmla="*/ 550 w 1545"/>
                  <a:gd name="T41" fmla="*/ 363 h 422"/>
                  <a:gd name="T42" fmla="*/ 576 w 1545"/>
                  <a:gd name="T43" fmla="*/ 339 h 422"/>
                  <a:gd name="T44" fmla="*/ 603 w 1545"/>
                  <a:gd name="T45" fmla="*/ 352 h 422"/>
                  <a:gd name="T46" fmla="*/ 629 w 1545"/>
                  <a:gd name="T47" fmla="*/ 356 h 422"/>
                  <a:gd name="T48" fmla="*/ 656 w 1545"/>
                  <a:gd name="T49" fmla="*/ 345 h 422"/>
                  <a:gd name="T50" fmla="*/ 682 w 1545"/>
                  <a:gd name="T51" fmla="*/ 335 h 422"/>
                  <a:gd name="T52" fmla="*/ 708 w 1545"/>
                  <a:gd name="T53" fmla="*/ 341 h 422"/>
                  <a:gd name="T54" fmla="*/ 735 w 1545"/>
                  <a:gd name="T55" fmla="*/ 276 h 422"/>
                  <a:gd name="T56" fmla="*/ 761 w 1545"/>
                  <a:gd name="T57" fmla="*/ 326 h 422"/>
                  <a:gd name="T58" fmla="*/ 787 w 1545"/>
                  <a:gd name="T59" fmla="*/ 265 h 422"/>
                  <a:gd name="T60" fmla="*/ 814 w 1545"/>
                  <a:gd name="T61" fmla="*/ 385 h 422"/>
                  <a:gd name="T62" fmla="*/ 840 w 1545"/>
                  <a:gd name="T63" fmla="*/ 323 h 422"/>
                  <a:gd name="T64" fmla="*/ 866 w 1545"/>
                  <a:gd name="T65" fmla="*/ 404 h 422"/>
                  <a:gd name="T66" fmla="*/ 893 w 1545"/>
                  <a:gd name="T67" fmla="*/ 279 h 422"/>
                  <a:gd name="T68" fmla="*/ 919 w 1545"/>
                  <a:gd name="T69" fmla="*/ 393 h 422"/>
                  <a:gd name="T70" fmla="*/ 946 w 1545"/>
                  <a:gd name="T71" fmla="*/ 291 h 422"/>
                  <a:gd name="T72" fmla="*/ 972 w 1545"/>
                  <a:gd name="T73" fmla="*/ 330 h 422"/>
                  <a:gd name="T74" fmla="*/ 999 w 1545"/>
                  <a:gd name="T75" fmla="*/ 372 h 422"/>
                  <a:gd name="T76" fmla="*/ 1025 w 1545"/>
                  <a:gd name="T77" fmla="*/ 286 h 422"/>
                  <a:gd name="T78" fmla="*/ 1051 w 1545"/>
                  <a:gd name="T79" fmla="*/ 404 h 422"/>
                  <a:gd name="T80" fmla="*/ 1077 w 1545"/>
                  <a:gd name="T81" fmla="*/ 205 h 422"/>
                  <a:gd name="T82" fmla="*/ 1104 w 1545"/>
                  <a:gd name="T83" fmla="*/ 330 h 422"/>
                  <a:gd name="T84" fmla="*/ 1130 w 1545"/>
                  <a:gd name="T85" fmla="*/ 339 h 422"/>
                  <a:gd name="T86" fmla="*/ 1157 w 1545"/>
                  <a:gd name="T87" fmla="*/ 224 h 422"/>
                  <a:gd name="T88" fmla="*/ 1183 w 1545"/>
                  <a:gd name="T89" fmla="*/ 410 h 422"/>
                  <a:gd name="T90" fmla="*/ 1209 w 1545"/>
                  <a:gd name="T91" fmla="*/ 230 h 422"/>
                  <a:gd name="T92" fmla="*/ 1236 w 1545"/>
                  <a:gd name="T93" fmla="*/ 310 h 422"/>
                  <a:gd name="T94" fmla="*/ 1262 w 1545"/>
                  <a:gd name="T95" fmla="*/ 388 h 422"/>
                  <a:gd name="T96" fmla="*/ 1289 w 1545"/>
                  <a:gd name="T97" fmla="*/ 180 h 422"/>
                  <a:gd name="T98" fmla="*/ 1315 w 1545"/>
                  <a:gd name="T99" fmla="*/ 390 h 422"/>
                  <a:gd name="T100" fmla="*/ 1341 w 1545"/>
                  <a:gd name="T101" fmla="*/ 293 h 422"/>
                  <a:gd name="T102" fmla="*/ 1368 w 1545"/>
                  <a:gd name="T103" fmla="*/ 165 h 422"/>
                  <a:gd name="T104" fmla="*/ 1394 w 1545"/>
                  <a:gd name="T105" fmla="*/ 409 h 422"/>
                  <a:gd name="T106" fmla="*/ 1420 w 1545"/>
                  <a:gd name="T107" fmla="*/ 212 h 422"/>
                  <a:gd name="T108" fmla="*/ 1447 w 1545"/>
                  <a:gd name="T109" fmla="*/ 289 h 422"/>
                  <a:gd name="T110" fmla="*/ 1473 w 1545"/>
                  <a:gd name="T111" fmla="*/ 421 h 422"/>
                  <a:gd name="T112" fmla="*/ 1500 w 1545"/>
                  <a:gd name="T113" fmla="*/ 422 h 422"/>
                  <a:gd name="T114" fmla="*/ 1526 w 1545"/>
                  <a:gd name="T115" fmla="*/ 421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45" h="422">
                    <a:moveTo>
                      <a:pt x="0" y="422"/>
                    </a:moveTo>
                    <a:lnTo>
                      <a:pt x="3" y="422"/>
                    </a:lnTo>
                    <a:lnTo>
                      <a:pt x="7" y="422"/>
                    </a:lnTo>
                    <a:lnTo>
                      <a:pt x="11" y="422"/>
                    </a:lnTo>
                    <a:lnTo>
                      <a:pt x="15" y="422"/>
                    </a:lnTo>
                    <a:lnTo>
                      <a:pt x="19" y="422"/>
                    </a:lnTo>
                    <a:lnTo>
                      <a:pt x="22" y="422"/>
                    </a:lnTo>
                    <a:lnTo>
                      <a:pt x="26" y="422"/>
                    </a:lnTo>
                    <a:lnTo>
                      <a:pt x="30" y="422"/>
                    </a:lnTo>
                    <a:lnTo>
                      <a:pt x="34" y="421"/>
                    </a:lnTo>
                    <a:lnTo>
                      <a:pt x="37" y="420"/>
                    </a:lnTo>
                    <a:lnTo>
                      <a:pt x="41" y="417"/>
                    </a:lnTo>
                    <a:lnTo>
                      <a:pt x="45" y="412"/>
                    </a:lnTo>
                    <a:lnTo>
                      <a:pt x="49" y="403"/>
                    </a:lnTo>
                    <a:lnTo>
                      <a:pt x="53" y="387"/>
                    </a:lnTo>
                    <a:lnTo>
                      <a:pt x="56" y="363"/>
                    </a:lnTo>
                    <a:lnTo>
                      <a:pt x="60" y="332"/>
                    </a:lnTo>
                    <a:lnTo>
                      <a:pt x="64" y="294"/>
                    </a:lnTo>
                    <a:lnTo>
                      <a:pt x="68" y="256"/>
                    </a:lnTo>
                    <a:lnTo>
                      <a:pt x="71" y="222"/>
                    </a:lnTo>
                    <a:lnTo>
                      <a:pt x="75" y="202"/>
                    </a:lnTo>
                    <a:lnTo>
                      <a:pt x="79" y="197"/>
                    </a:lnTo>
                    <a:lnTo>
                      <a:pt x="83" y="210"/>
                    </a:lnTo>
                    <a:lnTo>
                      <a:pt x="86" y="235"/>
                    </a:lnTo>
                    <a:lnTo>
                      <a:pt x="90" y="266"/>
                    </a:lnTo>
                    <a:lnTo>
                      <a:pt x="94" y="293"/>
                    </a:lnTo>
                    <a:lnTo>
                      <a:pt x="98" y="311"/>
                    </a:lnTo>
                    <a:lnTo>
                      <a:pt x="101" y="318"/>
                    </a:lnTo>
                    <a:lnTo>
                      <a:pt x="105" y="312"/>
                    </a:lnTo>
                    <a:lnTo>
                      <a:pt x="109" y="298"/>
                    </a:lnTo>
                    <a:lnTo>
                      <a:pt x="113" y="279"/>
                    </a:lnTo>
                    <a:lnTo>
                      <a:pt x="116" y="258"/>
                    </a:lnTo>
                    <a:lnTo>
                      <a:pt x="120" y="239"/>
                    </a:lnTo>
                    <a:lnTo>
                      <a:pt x="124" y="224"/>
                    </a:lnTo>
                    <a:lnTo>
                      <a:pt x="128" y="212"/>
                    </a:lnTo>
                    <a:lnTo>
                      <a:pt x="131" y="204"/>
                    </a:lnTo>
                    <a:lnTo>
                      <a:pt x="135" y="195"/>
                    </a:lnTo>
                    <a:lnTo>
                      <a:pt x="139" y="184"/>
                    </a:lnTo>
                    <a:lnTo>
                      <a:pt x="143" y="167"/>
                    </a:lnTo>
                    <a:lnTo>
                      <a:pt x="147" y="144"/>
                    </a:lnTo>
                    <a:lnTo>
                      <a:pt x="150" y="114"/>
                    </a:lnTo>
                    <a:lnTo>
                      <a:pt x="154" y="81"/>
                    </a:lnTo>
                    <a:lnTo>
                      <a:pt x="158" y="50"/>
                    </a:lnTo>
                    <a:lnTo>
                      <a:pt x="162" y="23"/>
                    </a:lnTo>
                    <a:lnTo>
                      <a:pt x="165" y="6"/>
                    </a:lnTo>
                    <a:lnTo>
                      <a:pt x="169" y="0"/>
                    </a:lnTo>
                    <a:lnTo>
                      <a:pt x="173" y="5"/>
                    </a:lnTo>
                    <a:lnTo>
                      <a:pt x="177" y="19"/>
                    </a:lnTo>
                    <a:lnTo>
                      <a:pt x="180" y="42"/>
                    </a:lnTo>
                    <a:lnTo>
                      <a:pt x="184" y="70"/>
                    </a:lnTo>
                    <a:lnTo>
                      <a:pt x="188" y="102"/>
                    </a:lnTo>
                    <a:lnTo>
                      <a:pt x="192" y="135"/>
                    </a:lnTo>
                    <a:lnTo>
                      <a:pt x="195" y="165"/>
                    </a:lnTo>
                    <a:lnTo>
                      <a:pt x="199" y="191"/>
                    </a:lnTo>
                    <a:lnTo>
                      <a:pt x="203" y="210"/>
                    </a:lnTo>
                    <a:lnTo>
                      <a:pt x="207" y="220"/>
                    </a:lnTo>
                    <a:lnTo>
                      <a:pt x="211" y="219"/>
                    </a:lnTo>
                    <a:lnTo>
                      <a:pt x="214" y="209"/>
                    </a:lnTo>
                    <a:lnTo>
                      <a:pt x="218" y="191"/>
                    </a:lnTo>
                    <a:lnTo>
                      <a:pt x="222" y="171"/>
                    </a:lnTo>
                    <a:lnTo>
                      <a:pt x="226" y="153"/>
                    </a:lnTo>
                    <a:lnTo>
                      <a:pt x="229" y="144"/>
                    </a:lnTo>
                    <a:lnTo>
                      <a:pt x="233" y="146"/>
                    </a:lnTo>
                    <a:lnTo>
                      <a:pt x="237" y="159"/>
                    </a:lnTo>
                    <a:lnTo>
                      <a:pt x="241" y="179"/>
                    </a:lnTo>
                    <a:lnTo>
                      <a:pt x="245" y="197"/>
                    </a:lnTo>
                    <a:lnTo>
                      <a:pt x="248" y="209"/>
                    </a:lnTo>
                    <a:lnTo>
                      <a:pt x="252" y="210"/>
                    </a:lnTo>
                    <a:lnTo>
                      <a:pt x="256" y="202"/>
                    </a:lnTo>
                    <a:lnTo>
                      <a:pt x="260" y="188"/>
                    </a:lnTo>
                    <a:lnTo>
                      <a:pt x="263" y="173"/>
                    </a:lnTo>
                    <a:lnTo>
                      <a:pt x="267" y="163"/>
                    </a:lnTo>
                    <a:lnTo>
                      <a:pt x="271" y="160"/>
                    </a:lnTo>
                    <a:lnTo>
                      <a:pt x="275" y="163"/>
                    </a:lnTo>
                    <a:lnTo>
                      <a:pt x="279" y="171"/>
                    </a:lnTo>
                    <a:lnTo>
                      <a:pt x="282" y="178"/>
                    </a:lnTo>
                    <a:lnTo>
                      <a:pt x="286" y="182"/>
                    </a:lnTo>
                    <a:lnTo>
                      <a:pt x="290" y="179"/>
                    </a:lnTo>
                    <a:lnTo>
                      <a:pt x="294" y="171"/>
                    </a:lnTo>
                    <a:lnTo>
                      <a:pt x="297" y="160"/>
                    </a:lnTo>
                    <a:lnTo>
                      <a:pt x="301" y="149"/>
                    </a:lnTo>
                    <a:lnTo>
                      <a:pt x="305" y="143"/>
                    </a:lnTo>
                    <a:lnTo>
                      <a:pt x="309" y="143"/>
                    </a:lnTo>
                    <a:lnTo>
                      <a:pt x="313" y="147"/>
                    </a:lnTo>
                    <a:lnTo>
                      <a:pt x="316" y="152"/>
                    </a:lnTo>
                    <a:lnTo>
                      <a:pt x="320" y="152"/>
                    </a:lnTo>
                    <a:lnTo>
                      <a:pt x="324" y="143"/>
                    </a:lnTo>
                    <a:lnTo>
                      <a:pt x="328" y="125"/>
                    </a:lnTo>
                    <a:lnTo>
                      <a:pt x="331" y="102"/>
                    </a:lnTo>
                    <a:lnTo>
                      <a:pt x="335" y="81"/>
                    </a:lnTo>
                    <a:lnTo>
                      <a:pt x="339" y="71"/>
                    </a:lnTo>
                    <a:lnTo>
                      <a:pt x="343" y="77"/>
                    </a:lnTo>
                    <a:lnTo>
                      <a:pt x="347" y="99"/>
                    </a:lnTo>
                    <a:lnTo>
                      <a:pt x="350" y="135"/>
                    </a:lnTo>
                    <a:lnTo>
                      <a:pt x="354" y="176"/>
                    </a:lnTo>
                    <a:lnTo>
                      <a:pt x="358" y="214"/>
                    </a:lnTo>
                    <a:lnTo>
                      <a:pt x="362" y="242"/>
                    </a:lnTo>
                    <a:lnTo>
                      <a:pt x="365" y="255"/>
                    </a:lnTo>
                    <a:lnTo>
                      <a:pt x="369" y="254"/>
                    </a:lnTo>
                    <a:lnTo>
                      <a:pt x="373" y="243"/>
                    </a:lnTo>
                    <a:lnTo>
                      <a:pt x="377" y="227"/>
                    </a:lnTo>
                    <a:lnTo>
                      <a:pt x="380" y="213"/>
                    </a:lnTo>
                    <a:lnTo>
                      <a:pt x="384" y="205"/>
                    </a:lnTo>
                    <a:lnTo>
                      <a:pt x="388" y="206"/>
                    </a:lnTo>
                    <a:lnTo>
                      <a:pt x="392" y="215"/>
                    </a:lnTo>
                    <a:lnTo>
                      <a:pt x="395" y="229"/>
                    </a:lnTo>
                    <a:lnTo>
                      <a:pt x="399" y="245"/>
                    </a:lnTo>
                    <a:lnTo>
                      <a:pt x="403" y="258"/>
                    </a:lnTo>
                    <a:lnTo>
                      <a:pt x="407" y="265"/>
                    </a:lnTo>
                    <a:lnTo>
                      <a:pt x="411" y="266"/>
                    </a:lnTo>
                    <a:lnTo>
                      <a:pt x="414" y="261"/>
                    </a:lnTo>
                    <a:lnTo>
                      <a:pt x="418" y="254"/>
                    </a:lnTo>
                    <a:lnTo>
                      <a:pt x="422" y="249"/>
                    </a:lnTo>
                    <a:lnTo>
                      <a:pt x="426" y="250"/>
                    </a:lnTo>
                    <a:lnTo>
                      <a:pt x="429" y="259"/>
                    </a:lnTo>
                    <a:lnTo>
                      <a:pt x="433" y="275"/>
                    </a:lnTo>
                    <a:lnTo>
                      <a:pt x="437" y="294"/>
                    </a:lnTo>
                    <a:lnTo>
                      <a:pt x="441" y="315"/>
                    </a:lnTo>
                    <a:lnTo>
                      <a:pt x="444" y="331"/>
                    </a:lnTo>
                    <a:lnTo>
                      <a:pt x="448" y="341"/>
                    </a:lnTo>
                    <a:lnTo>
                      <a:pt x="452" y="343"/>
                    </a:lnTo>
                    <a:lnTo>
                      <a:pt x="456" y="338"/>
                    </a:lnTo>
                    <a:lnTo>
                      <a:pt x="459" y="328"/>
                    </a:lnTo>
                    <a:lnTo>
                      <a:pt x="463" y="318"/>
                    </a:lnTo>
                    <a:lnTo>
                      <a:pt x="467" y="310"/>
                    </a:lnTo>
                    <a:lnTo>
                      <a:pt x="471" y="310"/>
                    </a:lnTo>
                    <a:lnTo>
                      <a:pt x="474" y="317"/>
                    </a:lnTo>
                    <a:lnTo>
                      <a:pt x="478" y="331"/>
                    </a:lnTo>
                    <a:lnTo>
                      <a:pt x="482" y="348"/>
                    </a:lnTo>
                    <a:lnTo>
                      <a:pt x="486" y="365"/>
                    </a:lnTo>
                    <a:lnTo>
                      <a:pt x="489" y="378"/>
                    </a:lnTo>
                    <a:lnTo>
                      <a:pt x="493" y="385"/>
                    </a:lnTo>
                    <a:lnTo>
                      <a:pt x="497" y="385"/>
                    </a:lnTo>
                    <a:lnTo>
                      <a:pt x="501" y="379"/>
                    </a:lnTo>
                    <a:lnTo>
                      <a:pt x="504" y="367"/>
                    </a:lnTo>
                    <a:lnTo>
                      <a:pt x="508" y="352"/>
                    </a:lnTo>
                    <a:lnTo>
                      <a:pt x="512" y="339"/>
                    </a:lnTo>
                    <a:lnTo>
                      <a:pt x="516" y="330"/>
                    </a:lnTo>
                    <a:lnTo>
                      <a:pt x="520" y="328"/>
                    </a:lnTo>
                    <a:lnTo>
                      <a:pt x="523" y="333"/>
                    </a:lnTo>
                    <a:lnTo>
                      <a:pt x="527" y="344"/>
                    </a:lnTo>
                    <a:lnTo>
                      <a:pt x="531" y="358"/>
                    </a:lnTo>
                    <a:lnTo>
                      <a:pt x="535" y="370"/>
                    </a:lnTo>
                    <a:lnTo>
                      <a:pt x="538" y="378"/>
                    </a:lnTo>
                    <a:lnTo>
                      <a:pt x="542" y="380"/>
                    </a:lnTo>
                    <a:lnTo>
                      <a:pt x="546" y="374"/>
                    </a:lnTo>
                    <a:lnTo>
                      <a:pt x="550" y="363"/>
                    </a:lnTo>
                    <a:lnTo>
                      <a:pt x="554" y="347"/>
                    </a:lnTo>
                    <a:lnTo>
                      <a:pt x="557" y="331"/>
                    </a:lnTo>
                    <a:lnTo>
                      <a:pt x="561" y="319"/>
                    </a:lnTo>
                    <a:lnTo>
                      <a:pt x="565" y="313"/>
                    </a:lnTo>
                    <a:lnTo>
                      <a:pt x="569" y="315"/>
                    </a:lnTo>
                    <a:lnTo>
                      <a:pt x="572" y="324"/>
                    </a:lnTo>
                    <a:lnTo>
                      <a:pt x="576" y="339"/>
                    </a:lnTo>
                    <a:lnTo>
                      <a:pt x="580" y="356"/>
                    </a:lnTo>
                    <a:lnTo>
                      <a:pt x="584" y="369"/>
                    </a:lnTo>
                    <a:lnTo>
                      <a:pt x="588" y="379"/>
                    </a:lnTo>
                    <a:lnTo>
                      <a:pt x="591" y="380"/>
                    </a:lnTo>
                    <a:lnTo>
                      <a:pt x="595" y="375"/>
                    </a:lnTo>
                    <a:lnTo>
                      <a:pt x="599" y="365"/>
                    </a:lnTo>
                    <a:lnTo>
                      <a:pt x="603" y="352"/>
                    </a:lnTo>
                    <a:lnTo>
                      <a:pt x="606" y="338"/>
                    </a:lnTo>
                    <a:lnTo>
                      <a:pt x="610" y="328"/>
                    </a:lnTo>
                    <a:lnTo>
                      <a:pt x="614" y="323"/>
                    </a:lnTo>
                    <a:lnTo>
                      <a:pt x="618" y="325"/>
                    </a:lnTo>
                    <a:lnTo>
                      <a:pt x="622" y="332"/>
                    </a:lnTo>
                    <a:lnTo>
                      <a:pt x="625" y="343"/>
                    </a:lnTo>
                    <a:lnTo>
                      <a:pt x="629" y="356"/>
                    </a:lnTo>
                    <a:lnTo>
                      <a:pt x="633" y="369"/>
                    </a:lnTo>
                    <a:lnTo>
                      <a:pt x="637" y="378"/>
                    </a:lnTo>
                    <a:lnTo>
                      <a:pt x="640" y="383"/>
                    </a:lnTo>
                    <a:lnTo>
                      <a:pt x="644" y="382"/>
                    </a:lnTo>
                    <a:lnTo>
                      <a:pt x="648" y="375"/>
                    </a:lnTo>
                    <a:lnTo>
                      <a:pt x="652" y="362"/>
                    </a:lnTo>
                    <a:lnTo>
                      <a:pt x="656" y="345"/>
                    </a:lnTo>
                    <a:lnTo>
                      <a:pt x="659" y="327"/>
                    </a:lnTo>
                    <a:lnTo>
                      <a:pt x="663" y="311"/>
                    </a:lnTo>
                    <a:lnTo>
                      <a:pt x="667" y="301"/>
                    </a:lnTo>
                    <a:lnTo>
                      <a:pt x="671" y="299"/>
                    </a:lnTo>
                    <a:lnTo>
                      <a:pt x="674" y="306"/>
                    </a:lnTo>
                    <a:lnTo>
                      <a:pt x="678" y="319"/>
                    </a:lnTo>
                    <a:lnTo>
                      <a:pt x="682" y="335"/>
                    </a:lnTo>
                    <a:lnTo>
                      <a:pt x="686" y="352"/>
                    </a:lnTo>
                    <a:lnTo>
                      <a:pt x="690" y="365"/>
                    </a:lnTo>
                    <a:lnTo>
                      <a:pt x="693" y="374"/>
                    </a:lnTo>
                    <a:lnTo>
                      <a:pt x="697" y="375"/>
                    </a:lnTo>
                    <a:lnTo>
                      <a:pt x="701" y="370"/>
                    </a:lnTo>
                    <a:lnTo>
                      <a:pt x="705" y="359"/>
                    </a:lnTo>
                    <a:lnTo>
                      <a:pt x="708" y="341"/>
                    </a:lnTo>
                    <a:lnTo>
                      <a:pt x="712" y="320"/>
                    </a:lnTo>
                    <a:lnTo>
                      <a:pt x="716" y="297"/>
                    </a:lnTo>
                    <a:lnTo>
                      <a:pt x="720" y="275"/>
                    </a:lnTo>
                    <a:lnTo>
                      <a:pt x="723" y="261"/>
                    </a:lnTo>
                    <a:lnTo>
                      <a:pt x="727" y="255"/>
                    </a:lnTo>
                    <a:lnTo>
                      <a:pt x="731" y="261"/>
                    </a:lnTo>
                    <a:lnTo>
                      <a:pt x="735" y="276"/>
                    </a:lnTo>
                    <a:lnTo>
                      <a:pt x="738" y="299"/>
                    </a:lnTo>
                    <a:lnTo>
                      <a:pt x="742" y="323"/>
                    </a:lnTo>
                    <a:lnTo>
                      <a:pt x="746" y="344"/>
                    </a:lnTo>
                    <a:lnTo>
                      <a:pt x="750" y="357"/>
                    </a:lnTo>
                    <a:lnTo>
                      <a:pt x="753" y="359"/>
                    </a:lnTo>
                    <a:lnTo>
                      <a:pt x="757" y="348"/>
                    </a:lnTo>
                    <a:lnTo>
                      <a:pt x="761" y="326"/>
                    </a:lnTo>
                    <a:lnTo>
                      <a:pt x="765" y="296"/>
                    </a:lnTo>
                    <a:lnTo>
                      <a:pt x="768" y="265"/>
                    </a:lnTo>
                    <a:lnTo>
                      <a:pt x="772" y="239"/>
                    </a:lnTo>
                    <a:lnTo>
                      <a:pt x="776" y="224"/>
                    </a:lnTo>
                    <a:lnTo>
                      <a:pt x="780" y="224"/>
                    </a:lnTo>
                    <a:lnTo>
                      <a:pt x="783" y="239"/>
                    </a:lnTo>
                    <a:lnTo>
                      <a:pt x="787" y="265"/>
                    </a:lnTo>
                    <a:lnTo>
                      <a:pt x="791" y="298"/>
                    </a:lnTo>
                    <a:lnTo>
                      <a:pt x="795" y="330"/>
                    </a:lnTo>
                    <a:lnTo>
                      <a:pt x="798" y="357"/>
                    </a:lnTo>
                    <a:lnTo>
                      <a:pt x="802" y="377"/>
                    </a:lnTo>
                    <a:lnTo>
                      <a:pt x="806" y="388"/>
                    </a:lnTo>
                    <a:lnTo>
                      <a:pt x="810" y="391"/>
                    </a:lnTo>
                    <a:lnTo>
                      <a:pt x="814" y="385"/>
                    </a:lnTo>
                    <a:lnTo>
                      <a:pt x="817" y="372"/>
                    </a:lnTo>
                    <a:lnTo>
                      <a:pt x="821" y="356"/>
                    </a:lnTo>
                    <a:lnTo>
                      <a:pt x="825" y="338"/>
                    </a:lnTo>
                    <a:lnTo>
                      <a:pt x="829" y="323"/>
                    </a:lnTo>
                    <a:lnTo>
                      <a:pt x="832" y="315"/>
                    </a:lnTo>
                    <a:lnTo>
                      <a:pt x="836" y="315"/>
                    </a:lnTo>
                    <a:lnTo>
                      <a:pt x="840" y="323"/>
                    </a:lnTo>
                    <a:lnTo>
                      <a:pt x="844" y="338"/>
                    </a:lnTo>
                    <a:lnTo>
                      <a:pt x="847" y="356"/>
                    </a:lnTo>
                    <a:lnTo>
                      <a:pt x="851" y="374"/>
                    </a:lnTo>
                    <a:lnTo>
                      <a:pt x="855" y="389"/>
                    </a:lnTo>
                    <a:lnTo>
                      <a:pt x="859" y="400"/>
                    </a:lnTo>
                    <a:lnTo>
                      <a:pt x="863" y="405"/>
                    </a:lnTo>
                    <a:lnTo>
                      <a:pt x="866" y="404"/>
                    </a:lnTo>
                    <a:lnTo>
                      <a:pt x="870" y="397"/>
                    </a:lnTo>
                    <a:lnTo>
                      <a:pt x="874" y="384"/>
                    </a:lnTo>
                    <a:lnTo>
                      <a:pt x="878" y="364"/>
                    </a:lnTo>
                    <a:lnTo>
                      <a:pt x="881" y="340"/>
                    </a:lnTo>
                    <a:lnTo>
                      <a:pt x="885" y="315"/>
                    </a:lnTo>
                    <a:lnTo>
                      <a:pt x="889" y="293"/>
                    </a:lnTo>
                    <a:lnTo>
                      <a:pt x="893" y="279"/>
                    </a:lnTo>
                    <a:lnTo>
                      <a:pt x="897" y="278"/>
                    </a:lnTo>
                    <a:lnTo>
                      <a:pt x="900" y="287"/>
                    </a:lnTo>
                    <a:lnTo>
                      <a:pt x="904" y="307"/>
                    </a:lnTo>
                    <a:lnTo>
                      <a:pt x="908" y="332"/>
                    </a:lnTo>
                    <a:lnTo>
                      <a:pt x="912" y="357"/>
                    </a:lnTo>
                    <a:lnTo>
                      <a:pt x="915" y="378"/>
                    </a:lnTo>
                    <a:lnTo>
                      <a:pt x="919" y="393"/>
                    </a:lnTo>
                    <a:lnTo>
                      <a:pt x="923" y="401"/>
                    </a:lnTo>
                    <a:lnTo>
                      <a:pt x="927" y="401"/>
                    </a:lnTo>
                    <a:lnTo>
                      <a:pt x="931" y="394"/>
                    </a:lnTo>
                    <a:lnTo>
                      <a:pt x="934" y="378"/>
                    </a:lnTo>
                    <a:lnTo>
                      <a:pt x="938" y="354"/>
                    </a:lnTo>
                    <a:lnTo>
                      <a:pt x="942" y="324"/>
                    </a:lnTo>
                    <a:lnTo>
                      <a:pt x="946" y="291"/>
                    </a:lnTo>
                    <a:lnTo>
                      <a:pt x="949" y="262"/>
                    </a:lnTo>
                    <a:lnTo>
                      <a:pt x="953" y="242"/>
                    </a:lnTo>
                    <a:lnTo>
                      <a:pt x="957" y="236"/>
                    </a:lnTo>
                    <a:lnTo>
                      <a:pt x="961" y="245"/>
                    </a:lnTo>
                    <a:lnTo>
                      <a:pt x="965" y="267"/>
                    </a:lnTo>
                    <a:lnTo>
                      <a:pt x="968" y="298"/>
                    </a:lnTo>
                    <a:lnTo>
                      <a:pt x="972" y="330"/>
                    </a:lnTo>
                    <a:lnTo>
                      <a:pt x="976" y="359"/>
                    </a:lnTo>
                    <a:lnTo>
                      <a:pt x="980" y="381"/>
                    </a:lnTo>
                    <a:lnTo>
                      <a:pt x="983" y="395"/>
                    </a:lnTo>
                    <a:lnTo>
                      <a:pt x="987" y="401"/>
                    </a:lnTo>
                    <a:lnTo>
                      <a:pt x="991" y="399"/>
                    </a:lnTo>
                    <a:lnTo>
                      <a:pt x="995" y="389"/>
                    </a:lnTo>
                    <a:lnTo>
                      <a:pt x="999" y="372"/>
                    </a:lnTo>
                    <a:lnTo>
                      <a:pt x="1002" y="350"/>
                    </a:lnTo>
                    <a:lnTo>
                      <a:pt x="1006" y="325"/>
                    </a:lnTo>
                    <a:lnTo>
                      <a:pt x="1010" y="300"/>
                    </a:lnTo>
                    <a:lnTo>
                      <a:pt x="1014" y="281"/>
                    </a:lnTo>
                    <a:lnTo>
                      <a:pt x="1017" y="272"/>
                    </a:lnTo>
                    <a:lnTo>
                      <a:pt x="1021" y="274"/>
                    </a:lnTo>
                    <a:lnTo>
                      <a:pt x="1025" y="286"/>
                    </a:lnTo>
                    <a:lnTo>
                      <a:pt x="1029" y="307"/>
                    </a:lnTo>
                    <a:lnTo>
                      <a:pt x="1032" y="331"/>
                    </a:lnTo>
                    <a:lnTo>
                      <a:pt x="1036" y="356"/>
                    </a:lnTo>
                    <a:lnTo>
                      <a:pt x="1040" y="376"/>
                    </a:lnTo>
                    <a:lnTo>
                      <a:pt x="1044" y="392"/>
                    </a:lnTo>
                    <a:lnTo>
                      <a:pt x="1047" y="401"/>
                    </a:lnTo>
                    <a:lnTo>
                      <a:pt x="1051" y="404"/>
                    </a:lnTo>
                    <a:lnTo>
                      <a:pt x="1055" y="401"/>
                    </a:lnTo>
                    <a:lnTo>
                      <a:pt x="1059" y="388"/>
                    </a:lnTo>
                    <a:lnTo>
                      <a:pt x="1062" y="366"/>
                    </a:lnTo>
                    <a:lnTo>
                      <a:pt x="1066" y="334"/>
                    </a:lnTo>
                    <a:lnTo>
                      <a:pt x="1070" y="292"/>
                    </a:lnTo>
                    <a:lnTo>
                      <a:pt x="1074" y="247"/>
                    </a:lnTo>
                    <a:lnTo>
                      <a:pt x="1077" y="205"/>
                    </a:lnTo>
                    <a:lnTo>
                      <a:pt x="1081" y="174"/>
                    </a:lnTo>
                    <a:lnTo>
                      <a:pt x="1085" y="162"/>
                    </a:lnTo>
                    <a:lnTo>
                      <a:pt x="1089" y="172"/>
                    </a:lnTo>
                    <a:lnTo>
                      <a:pt x="1093" y="201"/>
                    </a:lnTo>
                    <a:lnTo>
                      <a:pt x="1096" y="243"/>
                    </a:lnTo>
                    <a:lnTo>
                      <a:pt x="1100" y="288"/>
                    </a:lnTo>
                    <a:lnTo>
                      <a:pt x="1104" y="330"/>
                    </a:lnTo>
                    <a:lnTo>
                      <a:pt x="1108" y="363"/>
                    </a:lnTo>
                    <a:lnTo>
                      <a:pt x="1111" y="385"/>
                    </a:lnTo>
                    <a:lnTo>
                      <a:pt x="1115" y="397"/>
                    </a:lnTo>
                    <a:lnTo>
                      <a:pt x="1119" y="397"/>
                    </a:lnTo>
                    <a:lnTo>
                      <a:pt x="1123" y="388"/>
                    </a:lnTo>
                    <a:lnTo>
                      <a:pt x="1126" y="369"/>
                    </a:lnTo>
                    <a:lnTo>
                      <a:pt x="1130" y="339"/>
                    </a:lnTo>
                    <a:lnTo>
                      <a:pt x="1134" y="301"/>
                    </a:lnTo>
                    <a:lnTo>
                      <a:pt x="1138" y="260"/>
                    </a:lnTo>
                    <a:lnTo>
                      <a:pt x="1141" y="222"/>
                    </a:lnTo>
                    <a:lnTo>
                      <a:pt x="1145" y="195"/>
                    </a:lnTo>
                    <a:lnTo>
                      <a:pt x="1149" y="186"/>
                    </a:lnTo>
                    <a:lnTo>
                      <a:pt x="1153" y="196"/>
                    </a:lnTo>
                    <a:lnTo>
                      <a:pt x="1157" y="224"/>
                    </a:lnTo>
                    <a:lnTo>
                      <a:pt x="1160" y="262"/>
                    </a:lnTo>
                    <a:lnTo>
                      <a:pt x="1164" y="304"/>
                    </a:lnTo>
                    <a:lnTo>
                      <a:pt x="1168" y="341"/>
                    </a:lnTo>
                    <a:lnTo>
                      <a:pt x="1172" y="372"/>
                    </a:lnTo>
                    <a:lnTo>
                      <a:pt x="1175" y="392"/>
                    </a:lnTo>
                    <a:lnTo>
                      <a:pt x="1179" y="405"/>
                    </a:lnTo>
                    <a:lnTo>
                      <a:pt x="1183" y="410"/>
                    </a:lnTo>
                    <a:lnTo>
                      <a:pt x="1187" y="407"/>
                    </a:lnTo>
                    <a:lnTo>
                      <a:pt x="1191" y="398"/>
                    </a:lnTo>
                    <a:lnTo>
                      <a:pt x="1194" y="380"/>
                    </a:lnTo>
                    <a:lnTo>
                      <a:pt x="1198" y="353"/>
                    </a:lnTo>
                    <a:lnTo>
                      <a:pt x="1202" y="316"/>
                    </a:lnTo>
                    <a:lnTo>
                      <a:pt x="1206" y="273"/>
                    </a:lnTo>
                    <a:lnTo>
                      <a:pt x="1209" y="230"/>
                    </a:lnTo>
                    <a:lnTo>
                      <a:pt x="1213" y="193"/>
                    </a:lnTo>
                    <a:lnTo>
                      <a:pt x="1217" y="171"/>
                    </a:lnTo>
                    <a:lnTo>
                      <a:pt x="1221" y="170"/>
                    </a:lnTo>
                    <a:lnTo>
                      <a:pt x="1225" y="189"/>
                    </a:lnTo>
                    <a:lnTo>
                      <a:pt x="1228" y="223"/>
                    </a:lnTo>
                    <a:lnTo>
                      <a:pt x="1232" y="266"/>
                    </a:lnTo>
                    <a:lnTo>
                      <a:pt x="1236" y="310"/>
                    </a:lnTo>
                    <a:lnTo>
                      <a:pt x="1240" y="347"/>
                    </a:lnTo>
                    <a:lnTo>
                      <a:pt x="1243" y="376"/>
                    </a:lnTo>
                    <a:lnTo>
                      <a:pt x="1247" y="395"/>
                    </a:lnTo>
                    <a:lnTo>
                      <a:pt x="1251" y="405"/>
                    </a:lnTo>
                    <a:lnTo>
                      <a:pt x="1255" y="407"/>
                    </a:lnTo>
                    <a:lnTo>
                      <a:pt x="1259" y="402"/>
                    </a:lnTo>
                    <a:lnTo>
                      <a:pt x="1262" y="388"/>
                    </a:lnTo>
                    <a:lnTo>
                      <a:pt x="1266" y="366"/>
                    </a:lnTo>
                    <a:lnTo>
                      <a:pt x="1270" y="335"/>
                    </a:lnTo>
                    <a:lnTo>
                      <a:pt x="1274" y="296"/>
                    </a:lnTo>
                    <a:lnTo>
                      <a:pt x="1277" y="254"/>
                    </a:lnTo>
                    <a:lnTo>
                      <a:pt x="1281" y="216"/>
                    </a:lnTo>
                    <a:lnTo>
                      <a:pt x="1285" y="189"/>
                    </a:lnTo>
                    <a:lnTo>
                      <a:pt x="1289" y="180"/>
                    </a:lnTo>
                    <a:lnTo>
                      <a:pt x="1293" y="190"/>
                    </a:lnTo>
                    <a:lnTo>
                      <a:pt x="1296" y="218"/>
                    </a:lnTo>
                    <a:lnTo>
                      <a:pt x="1300" y="256"/>
                    </a:lnTo>
                    <a:lnTo>
                      <a:pt x="1304" y="299"/>
                    </a:lnTo>
                    <a:lnTo>
                      <a:pt x="1308" y="337"/>
                    </a:lnTo>
                    <a:lnTo>
                      <a:pt x="1311" y="368"/>
                    </a:lnTo>
                    <a:lnTo>
                      <a:pt x="1315" y="390"/>
                    </a:lnTo>
                    <a:lnTo>
                      <a:pt x="1319" y="403"/>
                    </a:lnTo>
                    <a:lnTo>
                      <a:pt x="1323" y="408"/>
                    </a:lnTo>
                    <a:lnTo>
                      <a:pt x="1326" y="405"/>
                    </a:lnTo>
                    <a:lnTo>
                      <a:pt x="1330" y="394"/>
                    </a:lnTo>
                    <a:lnTo>
                      <a:pt x="1334" y="372"/>
                    </a:lnTo>
                    <a:lnTo>
                      <a:pt x="1338" y="339"/>
                    </a:lnTo>
                    <a:lnTo>
                      <a:pt x="1341" y="293"/>
                    </a:lnTo>
                    <a:lnTo>
                      <a:pt x="1345" y="238"/>
                    </a:lnTo>
                    <a:lnTo>
                      <a:pt x="1349" y="181"/>
                    </a:lnTo>
                    <a:lnTo>
                      <a:pt x="1353" y="133"/>
                    </a:lnTo>
                    <a:lnTo>
                      <a:pt x="1357" y="102"/>
                    </a:lnTo>
                    <a:lnTo>
                      <a:pt x="1360" y="98"/>
                    </a:lnTo>
                    <a:lnTo>
                      <a:pt x="1364" y="121"/>
                    </a:lnTo>
                    <a:lnTo>
                      <a:pt x="1368" y="165"/>
                    </a:lnTo>
                    <a:lnTo>
                      <a:pt x="1372" y="220"/>
                    </a:lnTo>
                    <a:lnTo>
                      <a:pt x="1375" y="277"/>
                    </a:lnTo>
                    <a:lnTo>
                      <a:pt x="1379" y="326"/>
                    </a:lnTo>
                    <a:lnTo>
                      <a:pt x="1383" y="363"/>
                    </a:lnTo>
                    <a:lnTo>
                      <a:pt x="1387" y="389"/>
                    </a:lnTo>
                    <a:lnTo>
                      <a:pt x="1390" y="404"/>
                    </a:lnTo>
                    <a:lnTo>
                      <a:pt x="1394" y="409"/>
                    </a:lnTo>
                    <a:lnTo>
                      <a:pt x="1398" y="407"/>
                    </a:lnTo>
                    <a:lnTo>
                      <a:pt x="1402" y="397"/>
                    </a:lnTo>
                    <a:lnTo>
                      <a:pt x="1405" y="379"/>
                    </a:lnTo>
                    <a:lnTo>
                      <a:pt x="1409" y="350"/>
                    </a:lnTo>
                    <a:lnTo>
                      <a:pt x="1413" y="310"/>
                    </a:lnTo>
                    <a:lnTo>
                      <a:pt x="1417" y="262"/>
                    </a:lnTo>
                    <a:lnTo>
                      <a:pt x="1420" y="212"/>
                    </a:lnTo>
                    <a:lnTo>
                      <a:pt x="1424" y="169"/>
                    </a:lnTo>
                    <a:lnTo>
                      <a:pt x="1428" y="141"/>
                    </a:lnTo>
                    <a:lnTo>
                      <a:pt x="1432" y="136"/>
                    </a:lnTo>
                    <a:lnTo>
                      <a:pt x="1435" y="154"/>
                    </a:lnTo>
                    <a:lnTo>
                      <a:pt x="1439" y="191"/>
                    </a:lnTo>
                    <a:lnTo>
                      <a:pt x="1443" y="239"/>
                    </a:lnTo>
                    <a:lnTo>
                      <a:pt x="1447" y="289"/>
                    </a:lnTo>
                    <a:lnTo>
                      <a:pt x="1450" y="333"/>
                    </a:lnTo>
                    <a:lnTo>
                      <a:pt x="1454" y="367"/>
                    </a:lnTo>
                    <a:lnTo>
                      <a:pt x="1458" y="391"/>
                    </a:lnTo>
                    <a:lnTo>
                      <a:pt x="1462" y="406"/>
                    </a:lnTo>
                    <a:lnTo>
                      <a:pt x="1466" y="414"/>
                    </a:lnTo>
                    <a:lnTo>
                      <a:pt x="1469" y="419"/>
                    </a:lnTo>
                    <a:lnTo>
                      <a:pt x="1473" y="421"/>
                    </a:lnTo>
                    <a:lnTo>
                      <a:pt x="1477" y="422"/>
                    </a:lnTo>
                    <a:lnTo>
                      <a:pt x="1481" y="422"/>
                    </a:lnTo>
                    <a:lnTo>
                      <a:pt x="1484" y="422"/>
                    </a:lnTo>
                    <a:lnTo>
                      <a:pt x="1488" y="422"/>
                    </a:lnTo>
                    <a:lnTo>
                      <a:pt x="1492" y="422"/>
                    </a:lnTo>
                    <a:lnTo>
                      <a:pt x="1496" y="422"/>
                    </a:lnTo>
                    <a:lnTo>
                      <a:pt x="1500" y="422"/>
                    </a:lnTo>
                    <a:lnTo>
                      <a:pt x="1503" y="422"/>
                    </a:lnTo>
                    <a:lnTo>
                      <a:pt x="1507" y="422"/>
                    </a:lnTo>
                    <a:lnTo>
                      <a:pt x="1511" y="422"/>
                    </a:lnTo>
                    <a:lnTo>
                      <a:pt x="1515" y="422"/>
                    </a:lnTo>
                    <a:lnTo>
                      <a:pt x="1518" y="422"/>
                    </a:lnTo>
                    <a:lnTo>
                      <a:pt x="1522" y="421"/>
                    </a:lnTo>
                    <a:lnTo>
                      <a:pt x="1526" y="421"/>
                    </a:lnTo>
                    <a:lnTo>
                      <a:pt x="1530" y="421"/>
                    </a:lnTo>
                    <a:lnTo>
                      <a:pt x="1534" y="421"/>
                    </a:lnTo>
                    <a:lnTo>
                      <a:pt x="1537" y="422"/>
                    </a:lnTo>
                    <a:lnTo>
                      <a:pt x="1541" y="422"/>
                    </a:lnTo>
                    <a:lnTo>
                      <a:pt x="1545" y="422"/>
                    </a:lnTo>
                  </a:path>
                </a:pathLst>
              </a:custGeom>
              <a:noFill/>
              <a:ln w="1270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9" name="Freeform 468">
                <a:extLst>
                  <a:ext uri="{FF2B5EF4-FFF2-40B4-BE49-F238E27FC236}">
                    <a16:creationId xmlns:a16="http://schemas.microsoft.com/office/drawing/2014/main" id="{6BD4FEE2-F3AD-4609-8188-1F80B8B5AE25}"/>
                  </a:ext>
                </a:extLst>
              </p:cNvPr>
              <p:cNvSpPr>
                <a:spLocks/>
              </p:cNvSpPr>
              <p:nvPr/>
            </p:nvSpPr>
            <p:spPr bwMode="auto">
              <a:xfrm flipH="1">
                <a:off x="3698524" y="2895916"/>
                <a:ext cx="2459038" cy="665163"/>
              </a:xfrm>
              <a:custGeom>
                <a:avLst/>
                <a:gdLst>
                  <a:gd name="T0" fmla="*/ 22 w 1549"/>
                  <a:gd name="T1" fmla="*/ 402 h 419"/>
                  <a:gd name="T2" fmla="*/ 50 w 1549"/>
                  <a:gd name="T3" fmla="*/ 333 h 419"/>
                  <a:gd name="T4" fmla="*/ 79 w 1549"/>
                  <a:gd name="T5" fmla="*/ 92 h 419"/>
                  <a:gd name="T6" fmla="*/ 107 w 1549"/>
                  <a:gd name="T7" fmla="*/ 140 h 419"/>
                  <a:gd name="T8" fmla="*/ 135 w 1549"/>
                  <a:gd name="T9" fmla="*/ 10 h 419"/>
                  <a:gd name="T10" fmla="*/ 164 w 1549"/>
                  <a:gd name="T11" fmla="*/ 30 h 419"/>
                  <a:gd name="T12" fmla="*/ 192 w 1549"/>
                  <a:gd name="T13" fmla="*/ 48 h 419"/>
                  <a:gd name="T14" fmla="*/ 220 w 1549"/>
                  <a:gd name="T15" fmla="*/ 109 h 419"/>
                  <a:gd name="T16" fmla="*/ 248 w 1549"/>
                  <a:gd name="T17" fmla="*/ 86 h 419"/>
                  <a:gd name="T18" fmla="*/ 277 w 1549"/>
                  <a:gd name="T19" fmla="*/ 73 h 419"/>
                  <a:gd name="T20" fmla="*/ 305 w 1549"/>
                  <a:gd name="T21" fmla="*/ 75 h 419"/>
                  <a:gd name="T22" fmla="*/ 333 w 1549"/>
                  <a:gd name="T23" fmla="*/ 40 h 419"/>
                  <a:gd name="T24" fmla="*/ 362 w 1549"/>
                  <a:gd name="T25" fmla="*/ 126 h 419"/>
                  <a:gd name="T26" fmla="*/ 390 w 1549"/>
                  <a:gd name="T27" fmla="*/ 170 h 419"/>
                  <a:gd name="T28" fmla="*/ 418 w 1549"/>
                  <a:gd name="T29" fmla="*/ 194 h 419"/>
                  <a:gd name="T30" fmla="*/ 446 w 1549"/>
                  <a:gd name="T31" fmla="*/ 241 h 419"/>
                  <a:gd name="T32" fmla="*/ 474 w 1549"/>
                  <a:gd name="T33" fmla="*/ 240 h 419"/>
                  <a:gd name="T34" fmla="*/ 503 w 1549"/>
                  <a:gd name="T35" fmla="*/ 288 h 419"/>
                  <a:gd name="T36" fmla="*/ 531 w 1549"/>
                  <a:gd name="T37" fmla="*/ 290 h 419"/>
                  <a:gd name="T38" fmla="*/ 559 w 1549"/>
                  <a:gd name="T39" fmla="*/ 300 h 419"/>
                  <a:gd name="T40" fmla="*/ 588 w 1549"/>
                  <a:gd name="T41" fmla="*/ 312 h 419"/>
                  <a:gd name="T42" fmla="*/ 616 w 1549"/>
                  <a:gd name="T43" fmla="*/ 298 h 419"/>
                  <a:gd name="T44" fmla="*/ 644 w 1549"/>
                  <a:gd name="T45" fmla="*/ 328 h 419"/>
                  <a:gd name="T46" fmla="*/ 672 w 1549"/>
                  <a:gd name="T47" fmla="*/ 287 h 419"/>
                  <a:gd name="T48" fmla="*/ 701 w 1549"/>
                  <a:gd name="T49" fmla="*/ 329 h 419"/>
                  <a:gd name="T50" fmla="*/ 729 w 1549"/>
                  <a:gd name="T51" fmla="*/ 269 h 419"/>
                  <a:gd name="T52" fmla="*/ 757 w 1549"/>
                  <a:gd name="T53" fmla="*/ 301 h 419"/>
                  <a:gd name="T54" fmla="*/ 786 w 1549"/>
                  <a:gd name="T55" fmla="*/ 254 h 419"/>
                  <a:gd name="T56" fmla="*/ 814 w 1549"/>
                  <a:gd name="T57" fmla="*/ 331 h 419"/>
                  <a:gd name="T58" fmla="*/ 842 w 1549"/>
                  <a:gd name="T59" fmla="*/ 298 h 419"/>
                  <a:gd name="T60" fmla="*/ 870 w 1549"/>
                  <a:gd name="T61" fmla="*/ 345 h 419"/>
                  <a:gd name="T62" fmla="*/ 899 w 1549"/>
                  <a:gd name="T63" fmla="*/ 275 h 419"/>
                  <a:gd name="T64" fmla="*/ 927 w 1549"/>
                  <a:gd name="T65" fmla="*/ 336 h 419"/>
                  <a:gd name="T66" fmla="*/ 955 w 1549"/>
                  <a:gd name="T67" fmla="*/ 274 h 419"/>
                  <a:gd name="T68" fmla="*/ 983 w 1549"/>
                  <a:gd name="T69" fmla="*/ 313 h 419"/>
                  <a:gd name="T70" fmla="*/ 1011 w 1549"/>
                  <a:gd name="T71" fmla="*/ 266 h 419"/>
                  <a:gd name="T72" fmla="*/ 1040 w 1549"/>
                  <a:gd name="T73" fmla="*/ 284 h 419"/>
                  <a:gd name="T74" fmla="*/ 1068 w 1549"/>
                  <a:gd name="T75" fmla="*/ 297 h 419"/>
                  <a:gd name="T76" fmla="*/ 1096 w 1549"/>
                  <a:gd name="T77" fmla="*/ 216 h 419"/>
                  <a:gd name="T78" fmla="*/ 1125 w 1549"/>
                  <a:gd name="T79" fmla="*/ 304 h 419"/>
                  <a:gd name="T80" fmla="*/ 1153 w 1549"/>
                  <a:gd name="T81" fmla="*/ 180 h 419"/>
                  <a:gd name="T82" fmla="*/ 1181 w 1549"/>
                  <a:gd name="T83" fmla="*/ 315 h 419"/>
                  <a:gd name="T84" fmla="*/ 1209 w 1549"/>
                  <a:gd name="T85" fmla="*/ 228 h 419"/>
                  <a:gd name="T86" fmla="*/ 1238 w 1549"/>
                  <a:gd name="T87" fmla="*/ 221 h 419"/>
                  <a:gd name="T88" fmla="*/ 1266 w 1549"/>
                  <a:gd name="T89" fmla="*/ 327 h 419"/>
                  <a:gd name="T90" fmla="*/ 1294 w 1549"/>
                  <a:gd name="T91" fmla="*/ 203 h 419"/>
                  <a:gd name="T92" fmla="*/ 1323 w 1549"/>
                  <a:gd name="T93" fmla="*/ 326 h 419"/>
                  <a:gd name="T94" fmla="*/ 1351 w 1549"/>
                  <a:gd name="T95" fmla="*/ 236 h 419"/>
                  <a:gd name="T96" fmla="*/ 1379 w 1549"/>
                  <a:gd name="T97" fmla="*/ 243 h 419"/>
                  <a:gd name="T98" fmla="*/ 1407 w 1549"/>
                  <a:gd name="T99" fmla="*/ 329 h 419"/>
                  <a:gd name="T100" fmla="*/ 1435 w 1549"/>
                  <a:gd name="T101" fmla="*/ 168 h 419"/>
                  <a:gd name="T102" fmla="*/ 1464 w 1549"/>
                  <a:gd name="T103" fmla="*/ 322 h 419"/>
                  <a:gd name="T104" fmla="*/ 1492 w 1549"/>
                  <a:gd name="T105" fmla="*/ 417 h 419"/>
                  <a:gd name="T106" fmla="*/ 1520 w 1549"/>
                  <a:gd name="T107" fmla="*/ 415 h 419"/>
                  <a:gd name="T108" fmla="*/ 1549 w 1549"/>
                  <a:gd name="T109" fmla="*/ 405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49" h="419">
                    <a:moveTo>
                      <a:pt x="0" y="394"/>
                    </a:moveTo>
                    <a:lnTo>
                      <a:pt x="5" y="395"/>
                    </a:lnTo>
                    <a:lnTo>
                      <a:pt x="11" y="397"/>
                    </a:lnTo>
                    <a:lnTo>
                      <a:pt x="16" y="400"/>
                    </a:lnTo>
                    <a:lnTo>
                      <a:pt x="22" y="402"/>
                    </a:lnTo>
                    <a:lnTo>
                      <a:pt x="28" y="402"/>
                    </a:lnTo>
                    <a:lnTo>
                      <a:pt x="34" y="397"/>
                    </a:lnTo>
                    <a:lnTo>
                      <a:pt x="39" y="386"/>
                    </a:lnTo>
                    <a:lnTo>
                      <a:pt x="45" y="366"/>
                    </a:lnTo>
                    <a:lnTo>
                      <a:pt x="50" y="333"/>
                    </a:lnTo>
                    <a:lnTo>
                      <a:pt x="56" y="289"/>
                    </a:lnTo>
                    <a:lnTo>
                      <a:pt x="62" y="236"/>
                    </a:lnTo>
                    <a:lnTo>
                      <a:pt x="68" y="179"/>
                    </a:lnTo>
                    <a:lnTo>
                      <a:pt x="73" y="128"/>
                    </a:lnTo>
                    <a:lnTo>
                      <a:pt x="79" y="92"/>
                    </a:lnTo>
                    <a:lnTo>
                      <a:pt x="84" y="77"/>
                    </a:lnTo>
                    <a:lnTo>
                      <a:pt x="90" y="84"/>
                    </a:lnTo>
                    <a:lnTo>
                      <a:pt x="96" y="105"/>
                    </a:lnTo>
                    <a:lnTo>
                      <a:pt x="101" y="127"/>
                    </a:lnTo>
                    <a:lnTo>
                      <a:pt x="107" y="140"/>
                    </a:lnTo>
                    <a:lnTo>
                      <a:pt x="113" y="134"/>
                    </a:lnTo>
                    <a:lnTo>
                      <a:pt x="118" y="110"/>
                    </a:lnTo>
                    <a:lnTo>
                      <a:pt x="124" y="73"/>
                    </a:lnTo>
                    <a:lnTo>
                      <a:pt x="130" y="36"/>
                    </a:lnTo>
                    <a:lnTo>
                      <a:pt x="135" y="10"/>
                    </a:lnTo>
                    <a:lnTo>
                      <a:pt x="141" y="0"/>
                    </a:lnTo>
                    <a:lnTo>
                      <a:pt x="147" y="5"/>
                    </a:lnTo>
                    <a:lnTo>
                      <a:pt x="152" y="17"/>
                    </a:lnTo>
                    <a:lnTo>
                      <a:pt x="158" y="28"/>
                    </a:lnTo>
                    <a:lnTo>
                      <a:pt x="164" y="30"/>
                    </a:lnTo>
                    <a:lnTo>
                      <a:pt x="169" y="24"/>
                    </a:lnTo>
                    <a:lnTo>
                      <a:pt x="175" y="16"/>
                    </a:lnTo>
                    <a:lnTo>
                      <a:pt x="180" y="14"/>
                    </a:lnTo>
                    <a:lnTo>
                      <a:pt x="186" y="24"/>
                    </a:lnTo>
                    <a:lnTo>
                      <a:pt x="192" y="48"/>
                    </a:lnTo>
                    <a:lnTo>
                      <a:pt x="198" y="78"/>
                    </a:lnTo>
                    <a:lnTo>
                      <a:pt x="203" y="107"/>
                    </a:lnTo>
                    <a:lnTo>
                      <a:pt x="209" y="123"/>
                    </a:lnTo>
                    <a:lnTo>
                      <a:pt x="214" y="123"/>
                    </a:lnTo>
                    <a:lnTo>
                      <a:pt x="220" y="109"/>
                    </a:lnTo>
                    <a:lnTo>
                      <a:pt x="226" y="89"/>
                    </a:lnTo>
                    <a:lnTo>
                      <a:pt x="232" y="72"/>
                    </a:lnTo>
                    <a:lnTo>
                      <a:pt x="237" y="65"/>
                    </a:lnTo>
                    <a:lnTo>
                      <a:pt x="243" y="71"/>
                    </a:lnTo>
                    <a:lnTo>
                      <a:pt x="248" y="86"/>
                    </a:lnTo>
                    <a:lnTo>
                      <a:pt x="254" y="101"/>
                    </a:lnTo>
                    <a:lnTo>
                      <a:pt x="260" y="108"/>
                    </a:lnTo>
                    <a:lnTo>
                      <a:pt x="265" y="105"/>
                    </a:lnTo>
                    <a:lnTo>
                      <a:pt x="271" y="91"/>
                    </a:lnTo>
                    <a:lnTo>
                      <a:pt x="277" y="73"/>
                    </a:lnTo>
                    <a:lnTo>
                      <a:pt x="282" y="57"/>
                    </a:lnTo>
                    <a:lnTo>
                      <a:pt x="288" y="50"/>
                    </a:lnTo>
                    <a:lnTo>
                      <a:pt x="294" y="54"/>
                    </a:lnTo>
                    <a:lnTo>
                      <a:pt x="299" y="64"/>
                    </a:lnTo>
                    <a:lnTo>
                      <a:pt x="305" y="75"/>
                    </a:lnTo>
                    <a:lnTo>
                      <a:pt x="310" y="80"/>
                    </a:lnTo>
                    <a:lnTo>
                      <a:pt x="316" y="77"/>
                    </a:lnTo>
                    <a:lnTo>
                      <a:pt x="322" y="65"/>
                    </a:lnTo>
                    <a:lnTo>
                      <a:pt x="328" y="50"/>
                    </a:lnTo>
                    <a:lnTo>
                      <a:pt x="333" y="40"/>
                    </a:lnTo>
                    <a:lnTo>
                      <a:pt x="339" y="39"/>
                    </a:lnTo>
                    <a:lnTo>
                      <a:pt x="344" y="51"/>
                    </a:lnTo>
                    <a:lnTo>
                      <a:pt x="350" y="73"/>
                    </a:lnTo>
                    <a:lnTo>
                      <a:pt x="356" y="100"/>
                    </a:lnTo>
                    <a:lnTo>
                      <a:pt x="362" y="126"/>
                    </a:lnTo>
                    <a:lnTo>
                      <a:pt x="367" y="146"/>
                    </a:lnTo>
                    <a:lnTo>
                      <a:pt x="373" y="159"/>
                    </a:lnTo>
                    <a:lnTo>
                      <a:pt x="378" y="165"/>
                    </a:lnTo>
                    <a:lnTo>
                      <a:pt x="384" y="168"/>
                    </a:lnTo>
                    <a:lnTo>
                      <a:pt x="390" y="170"/>
                    </a:lnTo>
                    <a:lnTo>
                      <a:pt x="395" y="172"/>
                    </a:lnTo>
                    <a:lnTo>
                      <a:pt x="401" y="176"/>
                    </a:lnTo>
                    <a:lnTo>
                      <a:pt x="407" y="181"/>
                    </a:lnTo>
                    <a:lnTo>
                      <a:pt x="412" y="187"/>
                    </a:lnTo>
                    <a:lnTo>
                      <a:pt x="418" y="194"/>
                    </a:lnTo>
                    <a:lnTo>
                      <a:pt x="424" y="203"/>
                    </a:lnTo>
                    <a:lnTo>
                      <a:pt x="429" y="213"/>
                    </a:lnTo>
                    <a:lnTo>
                      <a:pt x="435" y="225"/>
                    </a:lnTo>
                    <a:lnTo>
                      <a:pt x="441" y="234"/>
                    </a:lnTo>
                    <a:lnTo>
                      <a:pt x="446" y="241"/>
                    </a:lnTo>
                    <a:lnTo>
                      <a:pt x="452" y="243"/>
                    </a:lnTo>
                    <a:lnTo>
                      <a:pt x="458" y="241"/>
                    </a:lnTo>
                    <a:lnTo>
                      <a:pt x="463" y="238"/>
                    </a:lnTo>
                    <a:lnTo>
                      <a:pt x="469" y="237"/>
                    </a:lnTo>
                    <a:lnTo>
                      <a:pt x="474" y="240"/>
                    </a:lnTo>
                    <a:lnTo>
                      <a:pt x="480" y="249"/>
                    </a:lnTo>
                    <a:lnTo>
                      <a:pt x="486" y="261"/>
                    </a:lnTo>
                    <a:lnTo>
                      <a:pt x="492" y="273"/>
                    </a:lnTo>
                    <a:lnTo>
                      <a:pt x="497" y="283"/>
                    </a:lnTo>
                    <a:lnTo>
                      <a:pt x="503" y="288"/>
                    </a:lnTo>
                    <a:lnTo>
                      <a:pt x="508" y="288"/>
                    </a:lnTo>
                    <a:lnTo>
                      <a:pt x="514" y="287"/>
                    </a:lnTo>
                    <a:lnTo>
                      <a:pt x="520" y="285"/>
                    </a:lnTo>
                    <a:lnTo>
                      <a:pt x="526" y="286"/>
                    </a:lnTo>
                    <a:lnTo>
                      <a:pt x="531" y="290"/>
                    </a:lnTo>
                    <a:lnTo>
                      <a:pt x="537" y="296"/>
                    </a:lnTo>
                    <a:lnTo>
                      <a:pt x="542" y="301"/>
                    </a:lnTo>
                    <a:lnTo>
                      <a:pt x="548" y="303"/>
                    </a:lnTo>
                    <a:lnTo>
                      <a:pt x="554" y="303"/>
                    </a:lnTo>
                    <a:lnTo>
                      <a:pt x="559" y="300"/>
                    </a:lnTo>
                    <a:lnTo>
                      <a:pt x="565" y="298"/>
                    </a:lnTo>
                    <a:lnTo>
                      <a:pt x="571" y="298"/>
                    </a:lnTo>
                    <a:lnTo>
                      <a:pt x="576" y="301"/>
                    </a:lnTo>
                    <a:lnTo>
                      <a:pt x="582" y="307"/>
                    </a:lnTo>
                    <a:lnTo>
                      <a:pt x="588" y="312"/>
                    </a:lnTo>
                    <a:lnTo>
                      <a:pt x="593" y="314"/>
                    </a:lnTo>
                    <a:lnTo>
                      <a:pt x="599" y="313"/>
                    </a:lnTo>
                    <a:lnTo>
                      <a:pt x="604" y="307"/>
                    </a:lnTo>
                    <a:lnTo>
                      <a:pt x="610" y="301"/>
                    </a:lnTo>
                    <a:lnTo>
                      <a:pt x="616" y="298"/>
                    </a:lnTo>
                    <a:lnTo>
                      <a:pt x="622" y="301"/>
                    </a:lnTo>
                    <a:lnTo>
                      <a:pt x="627" y="308"/>
                    </a:lnTo>
                    <a:lnTo>
                      <a:pt x="633" y="318"/>
                    </a:lnTo>
                    <a:lnTo>
                      <a:pt x="638" y="326"/>
                    </a:lnTo>
                    <a:lnTo>
                      <a:pt x="644" y="328"/>
                    </a:lnTo>
                    <a:lnTo>
                      <a:pt x="650" y="324"/>
                    </a:lnTo>
                    <a:lnTo>
                      <a:pt x="656" y="313"/>
                    </a:lnTo>
                    <a:lnTo>
                      <a:pt x="661" y="300"/>
                    </a:lnTo>
                    <a:lnTo>
                      <a:pt x="667" y="290"/>
                    </a:lnTo>
                    <a:lnTo>
                      <a:pt x="672" y="287"/>
                    </a:lnTo>
                    <a:lnTo>
                      <a:pt x="678" y="292"/>
                    </a:lnTo>
                    <a:lnTo>
                      <a:pt x="684" y="303"/>
                    </a:lnTo>
                    <a:lnTo>
                      <a:pt x="690" y="317"/>
                    </a:lnTo>
                    <a:lnTo>
                      <a:pt x="695" y="327"/>
                    </a:lnTo>
                    <a:lnTo>
                      <a:pt x="701" y="329"/>
                    </a:lnTo>
                    <a:lnTo>
                      <a:pt x="706" y="322"/>
                    </a:lnTo>
                    <a:lnTo>
                      <a:pt x="712" y="307"/>
                    </a:lnTo>
                    <a:lnTo>
                      <a:pt x="718" y="290"/>
                    </a:lnTo>
                    <a:lnTo>
                      <a:pt x="723" y="275"/>
                    </a:lnTo>
                    <a:lnTo>
                      <a:pt x="729" y="269"/>
                    </a:lnTo>
                    <a:lnTo>
                      <a:pt x="735" y="272"/>
                    </a:lnTo>
                    <a:lnTo>
                      <a:pt x="740" y="281"/>
                    </a:lnTo>
                    <a:lnTo>
                      <a:pt x="746" y="293"/>
                    </a:lnTo>
                    <a:lnTo>
                      <a:pt x="752" y="301"/>
                    </a:lnTo>
                    <a:lnTo>
                      <a:pt x="757" y="301"/>
                    </a:lnTo>
                    <a:lnTo>
                      <a:pt x="763" y="292"/>
                    </a:lnTo>
                    <a:lnTo>
                      <a:pt x="768" y="276"/>
                    </a:lnTo>
                    <a:lnTo>
                      <a:pt x="774" y="261"/>
                    </a:lnTo>
                    <a:lnTo>
                      <a:pt x="780" y="252"/>
                    </a:lnTo>
                    <a:lnTo>
                      <a:pt x="786" y="254"/>
                    </a:lnTo>
                    <a:lnTo>
                      <a:pt x="791" y="266"/>
                    </a:lnTo>
                    <a:lnTo>
                      <a:pt x="797" y="286"/>
                    </a:lnTo>
                    <a:lnTo>
                      <a:pt x="802" y="307"/>
                    </a:lnTo>
                    <a:lnTo>
                      <a:pt x="808" y="323"/>
                    </a:lnTo>
                    <a:lnTo>
                      <a:pt x="814" y="331"/>
                    </a:lnTo>
                    <a:lnTo>
                      <a:pt x="820" y="328"/>
                    </a:lnTo>
                    <a:lnTo>
                      <a:pt x="825" y="319"/>
                    </a:lnTo>
                    <a:lnTo>
                      <a:pt x="831" y="308"/>
                    </a:lnTo>
                    <a:lnTo>
                      <a:pt x="836" y="300"/>
                    </a:lnTo>
                    <a:lnTo>
                      <a:pt x="842" y="298"/>
                    </a:lnTo>
                    <a:lnTo>
                      <a:pt x="847" y="305"/>
                    </a:lnTo>
                    <a:lnTo>
                      <a:pt x="853" y="318"/>
                    </a:lnTo>
                    <a:lnTo>
                      <a:pt x="859" y="332"/>
                    </a:lnTo>
                    <a:lnTo>
                      <a:pt x="865" y="343"/>
                    </a:lnTo>
                    <a:lnTo>
                      <a:pt x="870" y="345"/>
                    </a:lnTo>
                    <a:lnTo>
                      <a:pt x="876" y="338"/>
                    </a:lnTo>
                    <a:lnTo>
                      <a:pt x="881" y="322"/>
                    </a:lnTo>
                    <a:lnTo>
                      <a:pt x="887" y="303"/>
                    </a:lnTo>
                    <a:lnTo>
                      <a:pt x="893" y="285"/>
                    </a:lnTo>
                    <a:lnTo>
                      <a:pt x="899" y="275"/>
                    </a:lnTo>
                    <a:lnTo>
                      <a:pt x="904" y="276"/>
                    </a:lnTo>
                    <a:lnTo>
                      <a:pt x="910" y="287"/>
                    </a:lnTo>
                    <a:lnTo>
                      <a:pt x="915" y="305"/>
                    </a:lnTo>
                    <a:lnTo>
                      <a:pt x="921" y="323"/>
                    </a:lnTo>
                    <a:lnTo>
                      <a:pt x="927" y="336"/>
                    </a:lnTo>
                    <a:lnTo>
                      <a:pt x="932" y="339"/>
                    </a:lnTo>
                    <a:lnTo>
                      <a:pt x="938" y="331"/>
                    </a:lnTo>
                    <a:lnTo>
                      <a:pt x="944" y="314"/>
                    </a:lnTo>
                    <a:lnTo>
                      <a:pt x="949" y="293"/>
                    </a:lnTo>
                    <a:lnTo>
                      <a:pt x="955" y="274"/>
                    </a:lnTo>
                    <a:lnTo>
                      <a:pt x="961" y="263"/>
                    </a:lnTo>
                    <a:lnTo>
                      <a:pt x="966" y="264"/>
                    </a:lnTo>
                    <a:lnTo>
                      <a:pt x="972" y="276"/>
                    </a:lnTo>
                    <a:lnTo>
                      <a:pt x="977" y="295"/>
                    </a:lnTo>
                    <a:lnTo>
                      <a:pt x="983" y="313"/>
                    </a:lnTo>
                    <a:lnTo>
                      <a:pt x="989" y="325"/>
                    </a:lnTo>
                    <a:lnTo>
                      <a:pt x="995" y="325"/>
                    </a:lnTo>
                    <a:lnTo>
                      <a:pt x="1000" y="313"/>
                    </a:lnTo>
                    <a:lnTo>
                      <a:pt x="1006" y="291"/>
                    </a:lnTo>
                    <a:lnTo>
                      <a:pt x="1011" y="266"/>
                    </a:lnTo>
                    <a:lnTo>
                      <a:pt x="1017" y="246"/>
                    </a:lnTo>
                    <a:lnTo>
                      <a:pt x="1023" y="237"/>
                    </a:lnTo>
                    <a:lnTo>
                      <a:pt x="1029" y="241"/>
                    </a:lnTo>
                    <a:lnTo>
                      <a:pt x="1034" y="259"/>
                    </a:lnTo>
                    <a:lnTo>
                      <a:pt x="1040" y="284"/>
                    </a:lnTo>
                    <a:lnTo>
                      <a:pt x="1045" y="310"/>
                    </a:lnTo>
                    <a:lnTo>
                      <a:pt x="1051" y="328"/>
                    </a:lnTo>
                    <a:lnTo>
                      <a:pt x="1057" y="332"/>
                    </a:lnTo>
                    <a:lnTo>
                      <a:pt x="1062" y="321"/>
                    </a:lnTo>
                    <a:lnTo>
                      <a:pt x="1068" y="297"/>
                    </a:lnTo>
                    <a:lnTo>
                      <a:pt x="1074" y="265"/>
                    </a:lnTo>
                    <a:lnTo>
                      <a:pt x="1079" y="234"/>
                    </a:lnTo>
                    <a:lnTo>
                      <a:pt x="1085" y="212"/>
                    </a:lnTo>
                    <a:lnTo>
                      <a:pt x="1091" y="206"/>
                    </a:lnTo>
                    <a:lnTo>
                      <a:pt x="1096" y="216"/>
                    </a:lnTo>
                    <a:lnTo>
                      <a:pt x="1102" y="240"/>
                    </a:lnTo>
                    <a:lnTo>
                      <a:pt x="1108" y="269"/>
                    </a:lnTo>
                    <a:lnTo>
                      <a:pt x="1113" y="294"/>
                    </a:lnTo>
                    <a:lnTo>
                      <a:pt x="1119" y="307"/>
                    </a:lnTo>
                    <a:lnTo>
                      <a:pt x="1125" y="304"/>
                    </a:lnTo>
                    <a:lnTo>
                      <a:pt x="1130" y="285"/>
                    </a:lnTo>
                    <a:lnTo>
                      <a:pt x="1136" y="253"/>
                    </a:lnTo>
                    <a:lnTo>
                      <a:pt x="1141" y="219"/>
                    </a:lnTo>
                    <a:lnTo>
                      <a:pt x="1147" y="192"/>
                    </a:lnTo>
                    <a:lnTo>
                      <a:pt x="1153" y="180"/>
                    </a:lnTo>
                    <a:lnTo>
                      <a:pt x="1159" y="187"/>
                    </a:lnTo>
                    <a:lnTo>
                      <a:pt x="1164" y="212"/>
                    </a:lnTo>
                    <a:lnTo>
                      <a:pt x="1170" y="248"/>
                    </a:lnTo>
                    <a:lnTo>
                      <a:pt x="1175" y="285"/>
                    </a:lnTo>
                    <a:lnTo>
                      <a:pt x="1181" y="315"/>
                    </a:lnTo>
                    <a:lnTo>
                      <a:pt x="1187" y="330"/>
                    </a:lnTo>
                    <a:lnTo>
                      <a:pt x="1193" y="326"/>
                    </a:lnTo>
                    <a:lnTo>
                      <a:pt x="1198" y="305"/>
                    </a:lnTo>
                    <a:lnTo>
                      <a:pt x="1204" y="269"/>
                    </a:lnTo>
                    <a:lnTo>
                      <a:pt x="1209" y="228"/>
                    </a:lnTo>
                    <a:lnTo>
                      <a:pt x="1215" y="192"/>
                    </a:lnTo>
                    <a:lnTo>
                      <a:pt x="1221" y="170"/>
                    </a:lnTo>
                    <a:lnTo>
                      <a:pt x="1226" y="168"/>
                    </a:lnTo>
                    <a:lnTo>
                      <a:pt x="1232" y="187"/>
                    </a:lnTo>
                    <a:lnTo>
                      <a:pt x="1238" y="221"/>
                    </a:lnTo>
                    <a:lnTo>
                      <a:pt x="1243" y="262"/>
                    </a:lnTo>
                    <a:lnTo>
                      <a:pt x="1249" y="300"/>
                    </a:lnTo>
                    <a:lnTo>
                      <a:pt x="1255" y="326"/>
                    </a:lnTo>
                    <a:lnTo>
                      <a:pt x="1260" y="335"/>
                    </a:lnTo>
                    <a:lnTo>
                      <a:pt x="1266" y="327"/>
                    </a:lnTo>
                    <a:lnTo>
                      <a:pt x="1271" y="303"/>
                    </a:lnTo>
                    <a:lnTo>
                      <a:pt x="1277" y="271"/>
                    </a:lnTo>
                    <a:lnTo>
                      <a:pt x="1283" y="237"/>
                    </a:lnTo>
                    <a:lnTo>
                      <a:pt x="1289" y="212"/>
                    </a:lnTo>
                    <a:lnTo>
                      <a:pt x="1294" y="203"/>
                    </a:lnTo>
                    <a:lnTo>
                      <a:pt x="1300" y="211"/>
                    </a:lnTo>
                    <a:lnTo>
                      <a:pt x="1305" y="235"/>
                    </a:lnTo>
                    <a:lnTo>
                      <a:pt x="1311" y="268"/>
                    </a:lnTo>
                    <a:lnTo>
                      <a:pt x="1317" y="301"/>
                    </a:lnTo>
                    <a:lnTo>
                      <a:pt x="1323" y="326"/>
                    </a:lnTo>
                    <a:lnTo>
                      <a:pt x="1328" y="336"/>
                    </a:lnTo>
                    <a:lnTo>
                      <a:pt x="1334" y="330"/>
                    </a:lnTo>
                    <a:lnTo>
                      <a:pt x="1339" y="307"/>
                    </a:lnTo>
                    <a:lnTo>
                      <a:pt x="1345" y="273"/>
                    </a:lnTo>
                    <a:lnTo>
                      <a:pt x="1351" y="236"/>
                    </a:lnTo>
                    <a:lnTo>
                      <a:pt x="1357" y="204"/>
                    </a:lnTo>
                    <a:lnTo>
                      <a:pt x="1362" y="187"/>
                    </a:lnTo>
                    <a:lnTo>
                      <a:pt x="1368" y="188"/>
                    </a:lnTo>
                    <a:lnTo>
                      <a:pt x="1373" y="209"/>
                    </a:lnTo>
                    <a:lnTo>
                      <a:pt x="1379" y="243"/>
                    </a:lnTo>
                    <a:lnTo>
                      <a:pt x="1385" y="281"/>
                    </a:lnTo>
                    <a:lnTo>
                      <a:pt x="1390" y="316"/>
                    </a:lnTo>
                    <a:lnTo>
                      <a:pt x="1396" y="337"/>
                    </a:lnTo>
                    <a:lnTo>
                      <a:pt x="1402" y="342"/>
                    </a:lnTo>
                    <a:lnTo>
                      <a:pt x="1407" y="329"/>
                    </a:lnTo>
                    <a:lnTo>
                      <a:pt x="1413" y="300"/>
                    </a:lnTo>
                    <a:lnTo>
                      <a:pt x="1419" y="261"/>
                    </a:lnTo>
                    <a:lnTo>
                      <a:pt x="1424" y="219"/>
                    </a:lnTo>
                    <a:lnTo>
                      <a:pt x="1430" y="185"/>
                    </a:lnTo>
                    <a:lnTo>
                      <a:pt x="1435" y="168"/>
                    </a:lnTo>
                    <a:lnTo>
                      <a:pt x="1441" y="171"/>
                    </a:lnTo>
                    <a:lnTo>
                      <a:pt x="1447" y="196"/>
                    </a:lnTo>
                    <a:lnTo>
                      <a:pt x="1453" y="234"/>
                    </a:lnTo>
                    <a:lnTo>
                      <a:pt x="1458" y="279"/>
                    </a:lnTo>
                    <a:lnTo>
                      <a:pt x="1464" y="322"/>
                    </a:lnTo>
                    <a:lnTo>
                      <a:pt x="1469" y="358"/>
                    </a:lnTo>
                    <a:lnTo>
                      <a:pt x="1475" y="385"/>
                    </a:lnTo>
                    <a:lnTo>
                      <a:pt x="1481" y="402"/>
                    </a:lnTo>
                    <a:lnTo>
                      <a:pt x="1487" y="412"/>
                    </a:lnTo>
                    <a:lnTo>
                      <a:pt x="1492" y="417"/>
                    </a:lnTo>
                    <a:lnTo>
                      <a:pt x="1498" y="419"/>
                    </a:lnTo>
                    <a:lnTo>
                      <a:pt x="1503" y="419"/>
                    </a:lnTo>
                    <a:lnTo>
                      <a:pt x="1509" y="419"/>
                    </a:lnTo>
                    <a:lnTo>
                      <a:pt x="1515" y="417"/>
                    </a:lnTo>
                    <a:lnTo>
                      <a:pt x="1520" y="415"/>
                    </a:lnTo>
                    <a:lnTo>
                      <a:pt x="1526" y="412"/>
                    </a:lnTo>
                    <a:lnTo>
                      <a:pt x="1532" y="409"/>
                    </a:lnTo>
                    <a:lnTo>
                      <a:pt x="1537" y="407"/>
                    </a:lnTo>
                    <a:lnTo>
                      <a:pt x="1543" y="405"/>
                    </a:lnTo>
                    <a:lnTo>
                      <a:pt x="1549" y="405"/>
                    </a:lnTo>
                  </a:path>
                </a:pathLst>
              </a:custGeom>
              <a:noFill/>
              <a:ln w="1270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0" name="Freeform 469">
                <a:extLst>
                  <a:ext uri="{FF2B5EF4-FFF2-40B4-BE49-F238E27FC236}">
                    <a16:creationId xmlns:a16="http://schemas.microsoft.com/office/drawing/2014/main" id="{667C74E0-F948-4995-9C7D-13518A139226}"/>
                  </a:ext>
                </a:extLst>
              </p:cNvPr>
              <p:cNvSpPr>
                <a:spLocks/>
              </p:cNvSpPr>
              <p:nvPr/>
            </p:nvSpPr>
            <p:spPr bwMode="auto">
              <a:xfrm flipH="1">
                <a:off x="3698524" y="1957704"/>
                <a:ext cx="2459038" cy="525463"/>
              </a:xfrm>
              <a:custGeom>
                <a:avLst/>
                <a:gdLst>
                  <a:gd name="T0" fmla="*/ 22 w 1549"/>
                  <a:gd name="T1" fmla="*/ 264 h 331"/>
                  <a:gd name="T2" fmla="*/ 56 w 1549"/>
                  <a:gd name="T3" fmla="*/ 180 h 331"/>
                  <a:gd name="T4" fmla="*/ 90 w 1549"/>
                  <a:gd name="T5" fmla="*/ 59 h 331"/>
                  <a:gd name="T6" fmla="*/ 124 w 1549"/>
                  <a:gd name="T7" fmla="*/ 7 h 331"/>
                  <a:gd name="T8" fmla="*/ 158 w 1549"/>
                  <a:gd name="T9" fmla="*/ 1 h 331"/>
                  <a:gd name="T10" fmla="*/ 192 w 1549"/>
                  <a:gd name="T11" fmla="*/ 1 h 331"/>
                  <a:gd name="T12" fmla="*/ 226 w 1549"/>
                  <a:gd name="T13" fmla="*/ 10 h 331"/>
                  <a:gd name="T14" fmla="*/ 260 w 1549"/>
                  <a:gd name="T15" fmla="*/ 17 h 331"/>
                  <a:gd name="T16" fmla="*/ 294 w 1549"/>
                  <a:gd name="T17" fmla="*/ 20 h 331"/>
                  <a:gd name="T18" fmla="*/ 328 w 1549"/>
                  <a:gd name="T19" fmla="*/ 20 h 331"/>
                  <a:gd name="T20" fmla="*/ 362 w 1549"/>
                  <a:gd name="T21" fmla="*/ 29 h 331"/>
                  <a:gd name="T22" fmla="*/ 395 w 1549"/>
                  <a:gd name="T23" fmla="*/ 53 h 331"/>
                  <a:gd name="T24" fmla="*/ 429 w 1549"/>
                  <a:gd name="T25" fmla="*/ 75 h 331"/>
                  <a:gd name="T26" fmla="*/ 463 w 1549"/>
                  <a:gd name="T27" fmla="*/ 93 h 331"/>
                  <a:gd name="T28" fmla="*/ 497 w 1549"/>
                  <a:gd name="T29" fmla="*/ 121 h 331"/>
                  <a:gd name="T30" fmla="*/ 531 w 1549"/>
                  <a:gd name="T31" fmla="*/ 145 h 331"/>
                  <a:gd name="T32" fmla="*/ 565 w 1549"/>
                  <a:gd name="T33" fmla="*/ 156 h 331"/>
                  <a:gd name="T34" fmla="*/ 599 w 1549"/>
                  <a:gd name="T35" fmla="*/ 164 h 331"/>
                  <a:gd name="T36" fmla="*/ 633 w 1549"/>
                  <a:gd name="T37" fmla="*/ 174 h 331"/>
                  <a:gd name="T38" fmla="*/ 667 w 1549"/>
                  <a:gd name="T39" fmla="*/ 184 h 331"/>
                  <a:gd name="T40" fmla="*/ 701 w 1549"/>
                  <a:gd name="T41" fmla="*/ 186 h 331"/>
                  <a:gd name="T42" fmla="*/ 735 w 1549"/>
                  <a:gd name="T43" fmla="*/ 177 h 331"/>
                  <a:gd name="T44" fmla="*/ 768 w 1549"/>
                  <a:gd name="T45" fmla="*/ 169 h 331"/>
                  <a:gd name="T46" fmla="*/ 802 w 1549"/>
                  <a:gd name="T47" fmla="*/ 173 h 331"/>
                  <a:gd name="T48" fmla="*/ 836 w 1549"/>
                  <a:gd name="T49" fmla="*/ 187 h 331"/>
                  <a:gd name="T50" fmla="*/ 870 w 1549"/>
                  <a:gd name="T51" fmla="*/ 197 h 331"/>
                  <a:gd name="T52" fmla="*/ 904 w 1549"/>
                  <a:gd name="T53" fmla="*/ 196 h 331"/>
                  <a:gd name="T54" fmla="*/ 938 w 1549"/>
                  <a:gd name="T55" fmla="*/ 196 h 331"/>
                  <a:gd name="T56" fmla="*/ 972 w 1549"/>
                  <a:gd name="T57" fmla="*/ 201 h 331"/>
                  <a:gd name="T58" fmla="*/ 1006 w 1549"/>
                  <a:gd name="T59" fmla="*/ 203 h 331"/>
                  <a:gd name="T60" fmla="*/ 1040 w 1549"/>
                  <a:gd name="T61" fmla="*/ 204 h 331"/>
                  <a:gd name="T62" fmla="*/ 1074 w 1549"/>
                  <a:gd name="T63" fmla="*/ 196 h 331"/>
                  <a:gd name="T64" fmla="*/ 1108 w 1549"/>
                  <a:gd name="T65" fmla="*/ 175 h 331"/>
                  <a:gd name="T66" fmla="*/ 1141 w 1549"/>
                  <a:gd name="T67" fmla="*/ 158 h 331"/>
                  <a:gd name="T68" fmla="*/ 1175 w 1549"/>
                  <a:gd name="T69" fmla="*/ 149 h 331"/>
                  <a:gd name="T70" fmla="*/ 1209 w 1549"/>
                  <a:gd name="T71" fmla="*/ 143 h 331"/>
                  <a:gd name="T72" fmla="*/ 1243 w 1549"/>
                  <a:gd name="T73" fmla="*/ 127 h 331"/>
                  <a:gd name="T74" fmla="*/ 1277 w 1549"/>
                  <a:gd name="T75" fmla="*/ 114 h 331"/>
                  <a:gd name="T76" fmla="*/ 1311 w 1549"/>
                  <a:gd name="T77" fmla="*/ 98 h 331"/>
                  <a:gd name="T78" fmla="*/ 1345 w 1549"/>
                  <a:gd name="T79" fmla="*/ 99 h 331"/>
                  <a:gd name="T80" fmla="*/ 1379 w 1549"/>
                  <a:gd name="T81" fmla="*/ 99 h 331"/>
                  <a:gd name="T82" fmla="*/ 1413 w 1549"/>
                  <a:gd name="T83" fmla="*/ 105 h 331"/>
                  <a:gd name="T84" fmla="*/ 1447 w 1549"/>
                  <a:gd name="T85" fmla="*/ 104 h 331"/>
                  <a:gd name="T86" fmla="*/ 1481 w 1549"/>
                  <a:gd name="T87" fmla="*/ 164 h 331"/>
                  <a:gd name="T88" fmla="*/ 1515 w 1549"/>
                  <a:gd name="T89" fmla="*/ 272 h 331"/>
                  <a:gd name="T90" fmla="*/ 1549 w 1549"/>
                  <a:gd name="T91"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49" h="331">
                    <a:moveTo>
                      <a:pt x="0" y="284"/>
                    </a:moveTo>
                    <a:lnTo>
                      <a:pt x="11" y="276"/>
                    </a:lnTo>
                    <a:lnTo>
                      <a:pt x="22" y="264"/>
                    </a:lnTo>
                    <a:lnTo>
                      <a:pt x="34" y="245"/>
                    </a:lnTo>
                    <a:lnTo>
                      <a:pt x="45" y="217"/>
                    </a:lnTo>
                    <a:lnTo>
                      <a:pt x="56" y="180"/>
                    </a:lnTo>
                    <a:lnTo>
                      <a:pt x="68" y="138"/>
                    </a:lnTo>
                    <a:lnTo>
                      <a:pt x="79" y="96"/>
                    </a:lnTo>
                    <a:lnTo>
                      <a:pt x="90" y="59"/>
                    </a:lnTo>
                    <a:lnTo>
                      <a:pt x="101" y="32"/>
                    </a:lnTo>
                    <a:lnTo>
                      <a:pt x="113" y="15"/>
                    </a:lnTo>
                    <a:lnTo>
                      <a:pt x="124" y="7"/>
                    </a:lnTo>
                    <a:lnTo>
                      <a:pt x="135" y="3"/>
                    </a:lnTo>
                    <a:lnTo>
                      <a:pt x="147" y="1"/>
                    </a:lnTo>
                    <a:lnTo>
                      <a:pt x="158" y="1"/>
                    </a:lnTo>
                    <a:lnTo>
                      <a:pt x="169" y="0"/>
                    </a:lnTo>
                    <a:lnTo>
                      <a:pt x="180" y="0"/>
                    </a:lnTo>
                    <a:lnTo>
                      <a:pt x="192" y="1"/>
                    </a:lnTo>
                    <a:lnTo>
                      <a:pt x="203" y="4"/>
                    </a:lnTo>
                    <a:lnTo>
                      <a:pt x="214" y="7"/>
                    </a:lnTo>
                    <a:lnTo>
                      <a:pt x="226" y="10"/>
                    </a:lnTo>
                    <a:lnTo>
                      <a:pt x="237" y="13"/>
                    </a:lnTo>
                    <a:lnTo>
                      <a:pt x="248" y="15"/>
                    </a:lnTo>
                    <a:lnTo>
                      <a:pt x="260" y="17"/>
                    </a:lnTo>
                    <a:lnTo>
                      <a:pt x="271" y="19"/>
                    </a:lnTo>
                    <a:lnTo>
                      <a:pt x="282" y="20"/>
                    </a:lnTo>
                    <a:lnTo>
                      <a:pt x="294" y="20"/>
                    </a:lnTo>
                    <a:lnTo>
                      <a:pt x="305" y="20"/>
                    </a:lnTo>
                    <a:lnTo>
                      <a:pt x="316" y="20"/>
                    </a:lnTo>
                    <a:lnTo>
                      <a:pt x="328" y="20"/>
                    </a:lnTo>
                    <a:lnTo>
                      <a:pt x="339" y="21"/>
                    </a:lnTo>
                    <a:lnTo>
                      <a:pt x="350" y="24"/>
                    </a:lnTo>
                    <a:lnTo>
                      <a:pt x="362" y="29"/>
                    </a:lnTo>
                    <a:lnTo>
                      <a:pt x="373" y="36"/>
                    </a:lnTo>
                    <a:lnTo>
                      <a:pt x="384" y="45"/>
                    </a:lnTo>
                    <a:lnTo>
                      <a:pt x="395" y="53"/>
                    </a:lnTo>
                    <a:lnTo>
                      <a:pt x="407" y="61"/>
                    </a:lnTo>
                    <a:lnTo>
                      <a:pt x="418" y="68"/>
                    </a:lnTo>
                    <a:lnTo>
                      <a:pt x="429" y="75"/>
                    </a:lnTo>
                    <a:lnTo>
                      <a:pt x="441" y="80"/>
                    </a:lnTo>
                    <a:lnTo>
                      <a:pt x="452" y="86"/>
                    </a:lnTo>
                    <a:lnTo>
                      <a:pt x="463" y="93"/>
                    </a:lnTo>
                    <a:lnTo>
                      <a:pt x="474" y="102"/>
                    </a:lnTo>
                    <a:lnTo>
                      <a:pt x="486" y="111"/>
                    </a:lnTo>
                    <a:lnTo>
                      <a:pt x="497" y="121"/>
                    </a:lnTo>
                    <a:lnTo>
                      <a:pt x="508" y="130"/>
                    </a:lnTo>
                    <a:lnTo>
                      <a:pt x="520" y="138"/>
                    </a:lnTo>
                    <a:lnTo>
                      <a:pt x="531" y="145"/>
                    </a:lnTo>
                    <a:lnTo>
                      <a:pt x="542" y="149"/>
                    </a:lnTo>
                    <a:lnTo>
                      <a:pt x="554" y="153"/>
                    </a:lnTo>
                    <a:lnTo>
                      <a:pt x="565" y="156"/>
                    </a:lnTo>
                    <a:lnTo>
                      <a:pt x="576" y="159"/>
                    </a:lnTo>
                    <a:lnTo>
                      <a:pt x="588" y="162"/>
                    </a:lnTo>
                    <a:lnTo>
                      <a:pt x="599" y="164"/>
                    </a:lnTo>
                    <a:lnTo>
                      <a:pt x="610" y="167"/>
                    </a:lnTo>
                    <a:lnTo>
                      <a:pt x="622" y="171"/>
                    </a:lnTo>
                    <a:lnTo>
                      <a:pt x="633" y="174"/>
                    </a:lnTo>
                    <a:lnTo>
                      <a:pt x="644" y="178"/>
                    </a:lnTo>
                    <a:lnTo>
                      <a:pt x="656" y="181"/>
                    </a:lnTo>
                    <a:lnTo>
                      <a:pt x="667" y="184"/>
                    </a:lnTo>
                    <a:lnTo>
                      <a:pt x="678" y="186"/>
                    </a:lnTo>
                    <a:lnTo>
                      <a:pt x="690" y="186"/>
                    </a:lnTo>
                    <a:lnTo>
                      <a:pt x="701" y="186"/>
                    </a:lnTo>
                    <a:lnTo>
                      <a:pt x="712" y="184"/>
                    </a:lnTo>
                    <a:lnTo>
                      <a:pt x="723" y="181"/>
                    </a:lnTo>
                    <a:lnTo>
                      <a:pt x="735" y="177"/>
                    </a:lnTo>
                    <a:lnTo>
                      <a:pt x="746" y="174"/>
                    </a:lnTo>
                    <a:lnTo>
                      <a:pt x="757" y="171"/>
                    </a:lnTo>
                    <a:lnTo>
                      <a:pt x="768" y="169"/>
                    </a:lnTo>
                    <a:lnTo>
                      <a:pt x="780" y="168"/>
                    </a:lnTo>
                    <a:lnTo>
                      <a:pt x="791" y="170"/>
                    </a:lnTo>
                    <a:lnTo>
                      <a:pt x="802" y="173"/>
                    </a:lnTo>
                    <a:lnTo>
                      <a:pt x="814" y="177"/>
                    </a:lnTo>
                    <a:lnTo>
                      <a:pt x="825" y="182"/>
                    </a:lnTo>
                    <a:lnTo>
                      <a:pt x="836" y="187"/>
                    </a:lnTo>
                    <a:lnTo>
                      <a:pt x="847" y="191"/>
                    </a:lnTo>
                    <a:lnTo>
                      <a:pt x="859" y="195"/>
                    </a:lnTo>
                    <a:lnTo>
                      <a:pt x="870" y="197"/>
                    </a:lnTo>
                    <a:lnTo>
                      <a:pt x="881" y="197"/>
                    </a:lnTo>
                    <a:lnTo>
                      <a:pt x="893" y="197"/>
                    </a:lnTo>
                    <a:lnTo>
                      <a:pt x="904" y="196"/>
                    </a:lnTo>
                    <a:lnTo>
                      <a:pt x="915" y="195"/>
                    </a:lnTo>
                    <a:lnTo>
                      <a:pt x="927" y="195"/>
                    </a:lnTo>
                    <a:lnTo>
                      <a:pt x="938" y="196"/>
                    </a:lnTo>
                    <a:lnTo>
                      <a:pt x="949" y="198"/>
                    </a:lnTo>
                    <a:lnTo>
                      <a:pt x="961" y="200"/>
                    </a:lnTo>
                    <a:lnTo>
                      <a:pt x="972" y="201"/>
                    </a:lnTo>
                    <a:lnTo>
                      <a:pt x="983" y="203"/>
                    </a:lnTo>
                    <a:lnTo>
                      <a:pt x="995" y="203"/>
                    </a:lnTo>
                    <a:lnTo>
                      <a:pt x="1006" y="203"/>
                    </a:lnTo>
                    <a:lnTo>
                      <a:pt x="1017" y="203"/>
                    </a:lnTo>
                    <a:lnTo>
                      <a:pt x="1029" y="203"/>
                    </a:lnTo>
                    <a:lnTo>
                      <a:pt x="1040" y="204"/>
                    </a:lnTo>
                    <a:lnTo>
                      <a:pt x="1051" y="203"/>
                    </a:lnTo>
                    <a:lnTo>
                      <a:pt x="1062" y="201"/>
                    </a:lnTo>
                    <a:lnTo>
                      <a:pt x="1074" y="196"/>
                    </a:lnTo>
                    <a:lnTo>
                      <a:pt x="1085" y="190"/>
                    </a:lnTo>
                    <a:lnTo>
                      <a:pt x="1096" y="182"/>
                    </a:lnTo>
                    <a:lnTo>
                      <a:pt x="1108" y="175"/>
                    </a:lnTo>
                    <a:lnTo>
                      <a:pt x="1119" y="169"/>
                    </a:lnTo>
                    <a:lnTo>
                      <a:pt x="1130" y="164"/>
                    </a:lnTo>
                    <a:lnTo>
                      <a:pt x="1141" y="158"/>
                    </a:lnTo>
                    <a:lnTo>
                      <a:pt x="1153" y="154"/>
                    </a:lnTo>
                    <a:lnTo>
                      <a:pt x="1164" y="150"/>
                    </a:lnTo>
                    <a:lnTo>
                      <a:pt x="1175" y="149"/>
                    </a:lnTo>
                    <a:lnTo>
                      <a:pt x="1187" y="147"/>
                    </a:lnTo>
                    <a:lnTo>
                      <a:pt x="1198" y="146"/>
                    </a:lnTo>
                    <a:lnTo>
                      <a:pt x="1209" y="143"/>
                    </a:lnTo>
                    <a:lnTo>
                      <a:pt x="1221" y="138"/>
                    </a:lnTo>
                    <a:lnTo>
                      <a:pt x="1232" y="132"/>
                    </a:lnTo>
                    <a:lnTo>
                      <a:pt x="1243" y="127"/>
                    </a:lnTo>
                    <a:lnTo>
                      <a:pt x="1255" y="123"/>
                    </a:lnTo>
                    <a:lnTo>
                      <a:pt x="1266" y="119"/>
                    </a:lnTo>
                    <a:lnTo>
                      <a:pt x="1277" y="114"/>
                    </a:lnTo>
                    <a:lnTo>
                      <a:pt x="1289" y="108"/>
                    </a:lnTo>
                    <a:lnTo>
                      <a:pt x="1300" y="102"/>
                    </a:lnTo>
                    <a:lnTo>
                      <a:pt x="1311" y="98"/>
                    </a:lnTo>
                    <a:lnTo>
                      <a:pt x="1323" y="97"/>
                    </a:lnTo>
                    <a:lnTo>
                      <a:pt x="1334" y="98"/>
                    </a:lnTo>
                    <a:lnTo>
                      <a:pt x="1345" y="99"/>
                    </a:lnTo>
                    <a:lnTo>
                      <a:pt x="1357" y="99"/>
                    </a:lnTo>
                    <a:lnTo>
                      <a:pt x="1368" y="99"/>
                    </a:lnTo>
                    <a:lnTo>
                      <a:pt x="1379" y="99"/>
                    </a:lnTo>
                    <a:lnTo>
                      <a:pt x="1390" y="100"/>
                    </a:lnTo>
                    <a:lnTo>
                      <a:pt x="1402" y="103"/>
                    </a:lnTo>
                    <a:lnTo>
                      <a:pt x="1413" y="105"/>
                    </a:lnTo>
                    <a:lnTo>
                      <a:pt x="1424" y="104"/>
                    </a:lnTo>
                    <a:lnTo>
                      <a:pt x="1435" y="102"/>
                    </a:lnTo>
                    <a:lnTo>
                      <a:pt x="1447" y="104"/>
                    </a:lnTo>
                    <a:lnTo>
                      <a:pt x="1458" y="113"/>
                    </a:lnTo>
                    <a:lnTo>
                      <a:pt x="1469" y="133"/>
                    </a:lnTo>
                    <a:lnTo>
                      <a:pt x="1481" y="164"/>
                    </a:lnTo>
                    <a:lnTo>
                      <a:pt x="1492" y="202"/>
                    </a:lnTo>
                    <a:lnTo>
                      <a:pt x="1503" y="239"/>
                    </a:lnTo>
                    <a:lnTo>
                      <a:pt x="1515" y="272"/>
                    </a:lnTo>
                    <a:lnTo>
                      <a:pt x="1526" y="297"/>
                    </a:lnTo>
                    <a:lnTo>
                      <a:pt x="1537" y="316"/>
                    </a:lnTo>
                    <a:lnTo>
                      <a:pt x="1549" y="331"/>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1" name="Freeform 470">
                <a:extLst>
                  <a:ext uri="{FF2B5EF4-FFF2-40B4-BE49-F238E27FC236}">
                    <a16:creationId xmlns:a16="http://schemas.microsoft.com/office/drawing/2014/main" id="{352AED8C-E186-47C3-9514-7E0746FFA4BD}"/>
                  </a:ext>
                </a:extLst>
              </p:cNvPr>
              <p:cNvSpPr>
                <a:spLocks/>
              </p:cNvSpPr>
              <p:nvPr/>
            </p:nvSpPr>
            <p:spPr bwMode="auto">
              <a:xfrm flipH="1">
                <a:off x="3698524" y="1019491"/>
                <a:ext cx="2436813" cy="385763"/>
              </a:xfrm>
              <a:custGeom>
                <a:avLst/>
                <a:gdLst>
                  <a:gd name="T0" fmla="*/ 22 w 1535"/>
                  <a:gd name="T1" fmla="*/ 196 h 243"/>
                  <a:gd name="T2" fmla="*/ 56 w 1535"/>
                  <a:gd name="T3" fmla="*/ 153 h 243"/>
                  <a:gd name="T4" fmla="*/ 89 w 1535"/>
                  <a:gd name="T5" fmla="*/ 53 h 243"/>
                  <a:gd name="T6" fmla="*/ 123 w 1535"/>
                  <a:gd name="T7" fmla="*/ 25 h 243"/>
                  <a:gd name="T8" fmla="*/ 157 w 1535"/>
                  <a:gd name="T9" fmla="*/ 28 h 243"/>
                  <a:gd name="T10" fmla="*/ 190 w 1535"/>
                  <a:gd name="T11" fmla="*/ 19 h 243"/>
                  <a:gd name="T12" fmla="*/ 224 w 1535"/>
                  <a:gd name="T13" fmla="*/ 15 h 243"/>
                  <a:gd name="T14" fmla="*/ 257 w 1535"/>
                  <a:gd name="T15" fmla="*/ 8 h 243"/>
                  <a:gd name="T16" fmla="*/ 291 w 1535"/>
                  <a:gd name="T17" fmla="*/ 60 h 243"/>
                  <a:gd name="T18" fmla="*/ 325 w 1535"/>
                  <a:gd name="T19" fmla="*/ 55 h 243"/>
                  <a:gd name="T20" fmla="*/ 358 w 1535"/>
                  <a:gd name="T21" fmla="*/ 64 h 243"/>
                  <a:gd name="T22" fmla="*/ 392 w 1535"/>
                  <a:gd name="T23" fmla="*/ 72 h 243"/>
                  <a:gd name="T24" fmla="*/ 426 w 1535"/>
                  <a:gd name="T25" fmla="*/ 68 h 243"/>
                  <a:gd name="T26" fmla="*/ 459 w 1535"/>
                  <a:gd name="T27" fmla="*/ 105 h 243"/>
                  <a:gd name="T28" fmla="*/ 493 w 1535"/>
                  <a:gd name="T29" fmla="*/ 100 h 243"/>
                  <a:gd name="T30" fmla="*/ 526 w 1535"/>
                  <a:gd name="T31" fmla="*/ 124 h 243"/>
                  <a:gd name="T32" fmla="*/ 560 w 1535"/>
                  <a:gd name="T33" fmla="*/ 111 h 243"/>
                  <a:gd name="T34" fmla="*/ 594 w 1535"/>
                  <a:gd name="T35" fmla="*/ 94 h 243"/>
                  <a:gd name="T36" fmla="*/ 628 w 1535"/>
                  <a:gd name="T37" fmla="*/ 139 h 243"/>
                  <a:gd name="T38" fmla="*/ 661 w 1535"/>
                  <a:gd name="T39" fmla="*/ 131 h 243"/>
                  <a:gd name="T40" fmla="*/ 695 w 1535"/>
                  <a:gd name="T41" fmla="*/ 145 h 243"/>
                  <a:gd name="T42" fmla="*/ 728 w 1535"/>
                  <a:gd name="T43" fmla="*/ 150 h 243"/>
                  <a:gd name="T44" fmla="*/ 762 w 1535"/>
                  <a:gd name="T45" fmla="*/ 129 h 243"/>
                  <a:gd name="T46" fmla="*/ 795 w 1535"/>
                  <a:gd name="T47" fmla="*/ 169 h 243"/>
                  <a:gd name="T48" fmla="*/ 829 w 1535"/>
                  <a:gd name="T49" fmla="*/ 141 h 243"/>
                  <a:gd name="T50" fmla="*/ 863 w 1535"/>
                  <a:gd name="T51" fmla="*/ 117 h 243"/>
                  <a:gd name="T52" fmla="*/ 897 w 1535"/>
                  <a:gd name="T53" fmla="*/ 150 h 243"/>
                  <a:gd name="T54" fmla="*/ 930 w 1535"/>
                  <a:gd name="T55" fmla="*/ 105 h 243"/>
                  <a:gd name="T56" fmla="*/ 964 w 1535"/>
                  <a:gd name="T57" fmla="*/ 112 h 243"/>
                  <a:gd name="T58" fmla="*/ 997 w 1535"/>
                  <a:gd name="T59" fmla="*/ 121 h 243"/>
                  <a:gd name="T60" fmla="*/ 1031 w 1535"/>
                  <a:gd name="T61" fmla="*/ 60 h 243"/>
                  <a:gd name="T62" fmla="*/ 1064 w 1535"/>
                  <a:gd name="T63" fmla="*/ 99 h 243"/>
                  <a:gd name="T64" fmla="*/ 1098 w 1535"/>
                  <a:gd name="T65" fmla="*/ 95 h 243"/>
                  <a:gd name="T66" fmla="*/ 1132 w 1535"/>
                  <a:gd name="T67" fmla="*/ 36 h 243"/>
                  <a:gd name="T68" fmla="*/ 1166 w 1535"/>
                  <a:gd name="T69" fmla="*/ 103 h 243"/>
                  <a:gd name="T70" fmla="*/ 1199 w 1535"/>
                  <a:gd name="T71" fmla="*/ 92 h 243"/>
                  <a:gd name="T72" fmla="*/ 1233 w 1535"/>
                  <a:gd name="T73" fmla="*/ 27 h 243"/>
                  <a:gd name="T74" fmla="*/ 1266 w 1535"/>
                  <a:gd name="T75" fmla="*/ 94 h 243"/>
                  <a:gd name="T76" fmla="*/ 1300 w 1535"/>
                  <a:gd name="T77" fmla="*/ 69 h 243"/>
                  <a:gd name="T78" fmla="*/ 1333 w 1535"/>
                  <a:gd name="T79" fmla="*/ 5 h 243"/>
                  <a:gd name="T80" fmla="*/ 1367 w 1535"/>
                  <a:gd name="T81" fmla="*/ 95 h 243"/>
                  <a:gd name="T82" fmla="*/ 1401 w 1535"/>
                  <a:gd name="T83" fmla="*/ 79 h 243"/>
                  <a:gd name="T84" fmla="*/ 1435 w 1535"/>
                  <a:gd name="T85" fmla="*/ 0 h 243"/>
                  <a:gd name="T86" fmla="*/ 1468 w 1535"/>
                  <a:gd name="T87" fmla="*/ 115 h 243"/>
                  <a:gd name="T88" fmla="*/ 1502 w 1535"/>
                  <a:gd name="T89" fmla="*/ 222 h 243"/>
                  <a:gd name="T90" fmla="*/ 1535 w 1535"/>
                  <a:gd name="T91" fmla="*/ 243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35" h="243">
                    <a:moveTo>
                      <a:pt x="0" y="202"/>
                    </a:moveTo>
                    <a:lnTo>
                      <a:pt x="11" y="199"/>
                    </a:lnTo>
                    <a:lnTo>
                      <a:pt x="22" y="196"/>
                    </a:lnTo>
                    <a:lnTo>
                      <a:pt x="33" y="189"/>
                    </a:lnTo>
                    <a:lnTo>
                      <a:pt x="44" y="176"/>
                    </a:lnTo>
                    <a:lnTo>
                      <a:pt x="56" y="153"/>
                    </a:lnTo>
                    <a:lnTo>
                      <a:pt x="67" y="122"/>
                    </a:lnTo>
                    <a:lnTo>
                      <a:pt x="78" y="86"/>
                    </a:lnTo>
                    <a:lnTo>
                      <a:pt x="89" y="53"/>
                    </a:lnTo>
                    <a:lnTo>
                      <a:pt x="100" y="31"/>
                    </a:lnTo>
                    <a:lnTo>
                      <a:pt x="112" y="22"/>
                    </a:lnTo>
                    <a:lnTo>
                      <a:pt x="123" y="25"/>
                    </a:lnTo>
                    <a:lnTo>
                      <a:pt x="134" y="30"/>
                    </a:lnTo>
                    <a:lnTo>
                      <a:pt x="146" y="33"/>
                    </a:lnTo>
                    <a:lnTo>
                      <a:pt x="157" y="28"/>
                    </a:lnTo>
                    <a:lnTo>
                      <a:pt x="168" y="22"/>
                    </a:lnTo>
                    <a:lnTo>
                      <a:pt x="179" y="18"/>
                    </a:lnTo>
                    <a:lnTo>
                      <a:pt x="190" y="19"/>
                    </a:lnTo>
                    <a:lnTo>
                      <a:pt x="201" y="21"/>
                    </a:lnTo>
                    <a:lnTo>
                      <a:pt x="213" y="20"/>
                    </a:lnTo>
                    <a:lnTo>
                      <a:pt x="224" y="15"/>
                    </a:lnTo>
                    <a:lnTo>
                      <a:pt x="235" y="6"/>
                    </a:lnTo>
                    <a:lnTo>
                      <a:pt x="246" y="2"/>
                    </a:lnTo>
                    <a:lnTo>
                      <a:pt x="257" y="8"/>
                    </a:lnTo>
                    <a:lnTo>
                      <a:pt x="269" y="24"/>
                    </a:lnTo>
                    <a:lnTo>
                      <a:pt x="280" y="43"/>
                    </a:lnTo>
                    <a:lnTo>
                      <a:pt x="291" y="60"/>
                    </a:lnTo>
                    <a:lnTo>
                      <a:pt x="302" y="65"/>
                    </a:lnTo>
                    <a:lnTo>
                      <a:pt x="313" y="62"/>
                    </a:lnTo>
                    <a:lnTo>
                      <a:pt x="325" y="55"/>
                    </a:lnTo>
                    <a:lnTo>
                      <a:pt x="336" y="52"/>
                    </a:lnTo>
                    <a:lnTo>
                      <a:pt x="347" y="56"/>
                    </a:lnTo>
                    <a:lnTo>
                      <a:pt x="358" y="64"/>
                    </a:lnTo>
                    <a:lnTo>
                      <a:pt x="369" y="72"/>
                    </a:lnTo>
                    <a:lnTo>
                      <a:pt x="381" y="75"/>
                    </a:lnTo>
                    <a:lnTo>
                      <a:pt x="392" y="72"/>
                    </a:lnTo>
                    <a:lnTo>
                      <a:pt x="403" y="66"/>
                    </a:lnTo>
                    <a:lnTo>
                      <a:pt x="415" y="62"/>
                    </a:lnTo>
                    <a:lnTo>
                      <a:pt x="426" y="68"/>
                    </a:lnTo>
                    <a:lnTo>
                      <a:pt x="437" y="81"/>
                    </a:lnTo>
                    <a:lnTo>
                      <a:pt x="448" y="96"/>
                    </a:lnTo>
                    <a:lnTo>
                      <a:pt x="459" y="105"/>
                    </a:lnTo>
                    <a:lnTo>
                      <a:pt x="470" y="106"/>
                    </a:lnTo>
                    <a:lnTo>
                      <a:pt x="482" y="103"/>
                    </a:lnTo>
                    <a:lnTo>
                      <a:pt x="493" y="100"/>
                    </a:lnTo>
                    <a:lnTo>
                      <a:pt x="504" y="103"/>
                    </a:lnTo>
                    <a:lnTo>
                      <a:pt x="515" y="113"/>
                    </a:lnTo>
                    <a:lnTo>
                      <a:pt x="526" y="124"/>
                    </a:lnTo>
                    <a:lnTo>
                      <a:pt x="538" y="129"/>
                    </a:lnTo>
                    <a:lnTo>
                      <a:pt x="549" y="124"/>
                    </a:lnTo>
                    <a:lnTo>
                      <a:pt x="560" y="111"/>
                    </a:lnTo>
                    <a:lnTo>
                      <a:pt x="571" y="97"/>
                    </a:lnTo>
                    <a:lnTo>
                      <a:pt x="582" y="90"/>
                    </a:lnTo>
                    <a:lnTo>
                      <a:pt x="594" y="94"/>
                    </a:lnTo>
                    <a:lnTo>
                      <a:pt x="605" y="108"/>
                    </a:lnTo>
                    <a:lnTo>
                      <a:pt x="616" y="126"/>
                    </a:lnTo>
                    <a:lnTo>
                      <a:pt x="628" y="139"/>
                    </a:lnTo>
                    <a:lnTo>
                      <a:pt x="639" y="143"/>
                    </a:lnTo>
                    <a:lnTo>
                      <a:pt x="650" y="138"/>
                    </a:lnTo>
                    <a:lnTo>
                      <a:pt x="661" y="131"/>
                    </a:lnTo>
                    <a:lnTo>
                      <a:pt x="672" y="129"/>
                    </a:lnTo>
                    <a:lnTo>
                      <a:pt x="684" y="134"/>
                    </a:lnTo>
                    <a:lnTo>
                      <a:pt x="695" y="145"/>
                    </a:lnTo>
                    <a:lnTo>
                      <a:pt x="706" y="154"/>
                    </a:lnTo>
                    <a:lnTo>
                      <a:pt x="717" y="157"/>
                    </a:lnTo>
                    <a:lnTo>
                      <a:pt x="728" y="150"/>
                    </a:lnTo>
                    <a:lnTo>
                      <a:pt x="739" y="139"/>
                    </a:lnTo>
                    <a:lnTo>
                      <a:pt x="751" y="129"/>
                    </a:lnTo>
                    <a:lnTo>
                      <a:pt x="762" y="129"/>
                    </a:lnTo>
                    <a:lnTo>
                      <a:pt x="773" y="140"/>
                    </a:lnTo>
                    <a:lnTo>
                      <a:pt x="784" y="156"/>
                    </a:lnTo>
                    <a:lnTo>
                      <a:pt x="795" y="169"/>
                    </a:lnTo>
                    <a:lnTo>
                      <a:pt x="807" y="171"/>
                    </a:lnTo>
                    <a:lnTo>
                      <a:pt x="818" y="161"/>
                    </a:lnTo>
                    <a:lnTo>
                      <a:pt x="829" y="141"/>
                    </a:lnTo>
                    <a:lnTo>
                      <a:pt x="840" y="123"/>
                    </a:lnTo>
                    <a:lnTo>
                      <a:pt x="851" y="113"/>
                    </a:lnTo>
                    <a:lnTo>
                      <a:pt x="863" y="117"/>
                    </a:lnTo>
                    <a:lnTo>
                      <a:pt x="874" y="131"/>
                    </a:lnTo>
                    <a:lnTo>
                      <a:pt x="885" y="145"/>
                    </a:lnTo>
                    <a:lnTo>
                      <a:pt x="897" y="150"/>
                    </a:lnTo>
                    <a:lnTo>
                      <a:pt x="908" y="142"/>
                    </a:lnTo>
                    <a:lnTo>
                      <a:pt x="919" y="124"/>
                    </a:lnTo>
                    <a:lnTo>
                      <a:pt x="930" y="105"/>
                    </a:lnTo>
                    <a:lnTo>
                      <a:pt x="941" y="95"/>
                    </a:lnTo>
                    <a:lnTo>
                      <a:pt x="953" y="98"/>
                    </a:lnTo>
                    <a:lnTo>
                      <a:pt x="964" y="112"/>
                    </a:lnTo>
                    <a:lnTo>
                      <a:pt x="975" y="125"/>
                    </a:lnTo>
                    <a:lnTo>
                      <a:pt x="986" y="130"/>
                    </a:lnTo>
                    <a:lnTo>
                      <a:pt x="997" y="121"/>
                    </a:lnTo>
                    <a:lnTo>
                      <a:pt x="1008" y="99"/>
                    </a:lnTo>
                    <a:lnTo>
                      <a:pt x="1020" y="75"/>
                    </a:lnTo>
                    <a:lnTo>
                      <a:pt x="1031" y="60"/>
                    </a:lnTo>
                    <a:lnTo>
                      <a:pt x="1042" y="61"/>
                    </a:lnTo>
                    <a:lnTo>
                      <a:pt x="1053" y="77"/>
                    </a:lnTo>
                    <a:lnTo>
                      <a:pt x="1064" y="99"/>
                    </a:lnTo>
                    <a:lnTo>
                      <a:pt x="1076" y="114"/>
                    </a:lnTo>
                    <a:lnTo>
                      <a:pt x="1087" y="113"/>
                    </a:lnTo>
                    <a:lnTo>
                      <a:pt x="1098" y="95"/>
                    </a:lnTo>
                    <a:lnTo>
                      <a:pt x="1109" y="68"/>
                    </a:lnTo>
                    <a:lnTo>
                      <a:pt x="1121" y="45"/>
                    </a:lnTo>
                    <a:lnTo>
                      <a:pt x="1132" y="36"/>
                    </a:lnTo>
                    <a:lnTo>
                      <a:pt x="1143" y="48"/>
                    </a:lnTo>
                    <a:lnTo>
                      <a:pt x="1154" y="74"/>
                    </a:lnTo>
                    <a:lnTo>
                      <a:pt x="1166" y="103"/>
                    </a:lnTo>
                    <a:lnTo>
                      <a:pt x="1177" y="119"/>
                    </a:lnTo>
                    <a:lnTo>
                      <a:pt x="1188" y="115"/>
                    </a:lnTo>
                    <a:lnTo>
                      <a:pt x="1199" y="92"/>
                    </a:lnTo>
                    <a:lnTo>
                      <a:pt x="1210" y="61"/>
                    </a:lnTo>
                    <a:lnTo>
                      <a:pt x="1222" y="34"/>
                    </a:lnTo>
                    <a:lnTo>
                      <a:pt x="1233" y="27"/>
                    </a:lnTo>
                    <a:lnTo>
                      <a:pt x="1244" y="40"/>
                    </a:lnTo>
                    <a:lnTo>
                      <a:pt x="1255" y="67"/>
                    </a:lnTo>
                    <a:lnTo>
                      <a:pt x="1266" y="94"/>
                    </a:lnTo>
                    <a:lnTo>
                      <a:pt x="1277" y="108"/>
                    </a:lnTo>
                    <a:lnTo>
                      <a:pt x="1289" y="99"/>
                    </a:lnTo>
                    <a:lnTo>
                      <a:pt x="1300" y="69"/>
                    </a:lnTo>
                    <a:lnTo>
                      <a:pt x="1311" y="33"/>
                    </a:lnTo>
                    <a:lnTo>
                      <a:pt x="1322" y="8"/>
                    </a:lnTo>
                    <a:lnTo>
                      <a:pt x="1333" y="5"/>
                    </a:lnTo>
                    <a:lnTo>
                      <a:pt x="1345" y="25"/>
                    </a:lnTo>
                    <a:lnTo>
                      <a:pt x="1356" y="61"/>
                    </a:lnTo>
                    <a:lnTo>
                      <a:pt x="1367" y="95"/>
                    </a:lnTo>
                    <a:lnTo>
                      <a:pt x="1379" y="114"/>
                    </a:lnTo>
                    <a:lnTo>
                      <a:pt x="1390" y="107"/>
                    </a:lnTo>
                    <a:lnTo>
                      <a:pt x="1401" y="79"/>
                    </a:lnTo>
                    <a:lnTo>
                      <a:pt x="1412" y="40"/>
                    </a:lnTo>
                    <a:lnTo>
                      <a:pt x="1423" y="8"/>
                    </a:lnTo>
                    <a:lnTo>
                      <a:pt x="1435" y="0"/>
                    </a:lnTo>
                    <a:lnTo>
                      <a:pt x="1446" y="20"/>
                    </a:lnTo>
                    <a:lnTo>
                      <a:pt x="1457" y="62"/>
                    </a:lnTo>
                    <a:lnTo>
                      <a:pt x="1468" y="115"/>
                    </a:lnTo>
                    <a:lnTo>
                      <a:pt x="1479" y="162"/>
                    </a:lnTo>
                    <a:lnTo>
                      <a:pt x="1491" y="199"/>
                    </a:lnTo>
                    <a:lnTo>
                      <a:pt x="1502" y="222"/>
                    </a:lnTo>
                    <a:lnTo>
                      <a:pt x="1513" y="234"/>
                    </a:lnTo>
                    <a:lnTo>
                      <a:pt x="1524" y="239"/>
                    </a:lnTo>
                    <a:lnTo>
                      <a:pt x="1535" y="243"/>
                    </a:lnTo>
                  </a:path>
                </a:pathLst>
              </a:custGeom>
              <a:noFill/>
              <a:ln w="12700">
                <a:solidFill>
                  <a:srgbClr val="A000C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2" name="Rectangle 471">
                <a:extLst>
                  <a:ext uri="{FF2B5EF4-FFF2-40B4-BE49-F238E27FC236}">
                    <a16:creationId xmlns:a16="http://schemas.microsoft.com/office/drawing/2014/main" id="{78F3313C-FC32-4CE3-BD20-BD29D467FDDD}"/>
                  </a:ext>
                </a:extLst>
              </p:cNvPr>
              <p:cNvSpPr>
                <a:spLocks noChangeArrowheads="1"/>
              </p:cNvSpPr>
              <p:nvPr/>
            </p:nvSpPr>
            <p:spPr bwMode="auto">
              <a:xfrm>
                <a:off x="4906611" y="3351529"/>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43" name="Rectangle 472">
                <a:extLst>
                  <a:ext uri="{FF2B5EF4-FFF2-40B4-BE49-F238E27FC236}">
                    <a16:creationId xmlns:a16="http://schemas.microsoft.com/office/drawing/2014/main" id="{3886F7C7-0CA8-407B-9B1F-26F7C34B6C3D}"/>
                  </a:ext>
                </a:extLst>
              </p:cNvPr>
              <p:cNvSpPr>
                <a:spLocks noChangeArrowheads="1"/>
              </p:cNvSpPr>
              <p:nvPr/>
            </p:nvSpPr>
            <p:spPr bwMode="auto">
              <a:xfrm rot="16200000">
                <a:off x="6289947" y="3927046"/>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44" name="Rectangle 473">
                <a:extLst>
                  <a:ext uri="{FF2B5EF4-FFF2-40B4-BE49-F238E27FC236}">
                    <a16:creationId xmlns:a16="http://schemas.microsoft.com/office/drawing/2014/main" id="{AFB8B935-95EB-449A-84F6-E249D601C1B3}"/>
                  </a:ext>
                </a:extLst>
              </p:cNvPr>
              <p:cNvSpPr>
                <a:spLocks noChangeArrowheads="1"/>
              </p:cNvSpPr>
              <p:nvPr/>
            </p:nvSpPr>
            <p:spPr bwMode="auto">
              <a:xfrm rot="16200000">
                <a:off x="6289947" y="2988834"/>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45" name="Rectangle 474">
                <a:extLst>
                  <a:ext uri="{FF2B5EF4-FFF2-40B4-BE49-F238E27FC236}">
                    <a16:creationId xmlns:a16="http://schemas.microsoft.com/office/drawing/2014/main" id="{C075D4A5-246B-4CF5-AD55-450862B65AE9}"/>
                  </a:ext>
                </a:extLst>
              </p:cNvPr>
              <p:cNvSpPr>
                <a:spLocks noChangeArrowheads="1"/>
              </p:cNvSpPr>
              <p:nvPr/>
            </p:nvSpPr>
            <p:spPr bwMode="auto">
              <a:xfrm rot="16200000">
                <a:off x="6289947" y="2050621"/>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46" name="Rectangle 475">
                <a:extLst>
                  <a:ext uri="{FF2B5EF4-FFF2-40B4-BE49-F238E27FC236}">
                    <a16:creationId xmlns:a16="http://schemas.microsoft.com/office/drawing/2014/main" id="{4D1F9D82-FD8D-4F8C-AA8B-E1174F9CEE3F}"/>
                  </a:ext>
                </a:extLst>
              </p:cNvPr>
              <p:cNvSpPr>
                <a:spLocks noChangeArrowheads="1"/>
              </p:cNvSpPr>
              <p:nvPr/>
            </p:nvSpPr>
            <p:spPr bwMode="auto">
              <a:xfrm rot="16200000">
                <a:off x="6289947" y="1113996"/>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grpSp>
        <p:sp>
          <p:nvSpPr>
            <p:cNvPr id="548" name="TextBox 547">
              <a:extLst>
                <a:ext uri="{FF2B5EF4-FFF2-40B4-BE49-F238E27FC236}">
                  <a16:creationId xmlns:a16="http://schemas.microsoft.com/office/drawing/2014/main" id="{0455CACB-8235-4C40-84A5-9DF39B642391}"/>
                </a:ext>
              </a:extLst>
            </p:cNvPr>
            <p:cNvSpPr txBox="1"/>
            <p:nvPr/>
          </p:nvSpPr>
          <p:spPr>
            <a:xfrm rot="10800000" flipV="1">
              <a:off x="2813136" y="2775416"/>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552" name="TextBox 551">
              <a:extLst>
                <a:ext uri="{FF2B5EF4-FFF2-40B4-BE49-F238E27FC236}">
                  <a16:creationId xmlns:a16="http://schemas.microsoft.com/office/drawing/2014/main" id="{76BF94D8-DD4A-4348-9C56-6A9BC43FDB0B}"/>
                </a:ext>
              </a:extLst>
            </p:cNvPr>
            <p:cNvSpPr txBox="1"/>
            <p:nvPr/>
          </p:nvSpPr>
          <p:spPr>
            <a:xfrm rot="10800000" flipV="1">
              <a:off x="2309992" y="4222476"/>
              <a:ext cx="27717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553" name="TextBox 552">
              <a:extLst>
                <a:ext uri="{FF2B5EF4-FFF2-40B4-BE49-F238E27FC236}">
                  <a16:creationId xmlns:a16="http://schemas.microsoft.com/office/drawing/2014/main" id="{913CE202-AA36-4D91-89F5-43BFC1C015F9}"/>
                </a:ext>
              </a:extLst>
            </p:cNvPr>
            <p:cNvSpPr txBox="1"/>
            <p:nvPr/>
          </p:nvSpPr>
          <p:spPr>
            <a:xfrm rot="10800000" flipV="1">
              <a:off x="2217850" y="4222476"/>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33</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556" name="타원 555">
              <a:extLst>
                <a:ext uri="{FF2B5EF4-FFF2-40B4-BE49-F238E27FC236}">
                  <a16:creationId xmlns:a16="http://schemas.microsoft.com/office/drawing/2014/main" id="{45B4A3E4-2BF9-4A49-9E7A-810779798185}"/>
                </a:ext>
              </a:extLst>
            </p:cNvPr>
            <p:cNvSpPr/>
            <p:nvPr/>
          </p:nvSpPr>
          <p:spPr>
            <a:xfrm>
              <a:off x="3740152" y="857722"/>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1</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574" name="Rectangle 21">
              <a:extLst>
                <a:ext uri="{FF2B5EF4-FFF2-40B4-BE49-F238E27FC236}">
                  <a16:creationId xmlns:a16="http://schemas.microsoft.com/office/drawing/2014/main" id="{9D1506AA-3157-4552-B1BA-D64CB877571D}"/>
                </a:ext>
              </a:extLst>
            </p:cNvPr>
            <p:cNvSpPr>
              <a:spLocks noChangeArrowheads="1"/>
            </p:cNvSpPr>
            <p:nvPr/>
          </p:nvSpPr>
          <p:spPr bwMode="auto">
            <a:xfrm rot="16200000">
              <a:off x="2338958" y="2698772"/>
              <a:ext cx="183543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kumimoji="0" lang="en-US" altLang="ko-KR" sz="1200" b="0" i="0" u="none" strike="noStrike" cap="none" normalizeH="0" baseline="0" dirty="0" err="1">
                  <a:ln>
                    <a:noFill/>
                  </a:ln>
                  <a:solidFill>
                    <a:srgbClr val="262626"/>
                  </a:solidFill>
                  <a:effectLst/>
                  <a:latin typeface="helvetica" panose="020B0604020202020204" pitchFamily="34" charset="0"/>
                  <a:cs typeface="helvetica" panose="020B0604020202020204" pitchFamily="34" charset="0"/>
                </a:rPr>
                <a:t>a.u</a:t>
              </a: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95" name="제목 1">
              <a:extLst>
                <a:ext uri="{FF2B5EF4-FFF2-40B4-BE49-F238E27FC236}">
                  <a16:creationId xmlns:a16="http://schemas.microsoft.com/office/drawing/2014/main" id="{F177C75A-DEA0-4A0D-8C27-BCBD391A38CC}"/>
                </a:ext>
              </a:extLst>
            </p:cNvPr>
            <p:cNvSpPr txBox="1">
              <a:spLocks/>
            </p:cNvSpPr>
            <p:nvPr/>
          </p:nvSpPr>
          <p:spPr>
            <a:xfrm>
              <a:off x="729206" y="3339706"/>
              <a:ext cx="597258" cy="18398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solidFill>
                    <a:schemeClr val="bg1"/>
                  </a:solidFill>
                  <a:latin typeface="helvetica" panose="020B0604020202020204" pitchFamily="34" charset="0"/>
                  <a:cs typeface="helvetica" panose="020B0604020202020204" pitchFamily="34" charset="0"/>
                </a:rPr>
                <a:t>Mean</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596" name="제목 1">
              <a:extLst>
                <a:ext uri="{FF2B5EF4-FFF2-40B4-BE49-F238E27FC236}">
                  <a16:creationId xmlns:a16="http://schemas.microsoft.com/office/drawing/2014/main" id="{CA7395C9-3D74-4AF3-8F65-C86634DB798E}"/>
                </a:ext>
              </a:extLst>
            </p:cNvPr>
            <p:cNvSpPr txBox="1">
              <a:spLocks/>
            </p:cNvSpPr>
            <p:nvPr/>
          </p:nvSpPr>
          <p:spPr>
            <a:xfrm>
              <a:off x="748434" y="4728584"/>
              <a:ext cx="900030" cy="23789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solidFill>
                    <a:schemeClr val="bg1"/>
                  </a:solidFill>
                  <a:latin typeface="helvetica" panose="020B0604020202020204" pitchFamily="34" charset="0"/>
                  <a:cs typeface="helvetica" panose="020B0604020202020204" pitchFamily="34" charset="0"/>
                </a:rPr>
                <a:t>3</a:t>
              </a:r>
              <a:r>
                <a:rPr lang="en-US" altLang="ko-KR" sz="800" baseline="30000" dirty="0">
                  <a:solidFill>
                    <a:schemeClr val="bg1"/>
                  </a:solidFill>
                  <a:latin typeface="helvetica" panose="020B0604020202020204" pitchFamily="34" charset="0"/>
                  <a:cs typeface="helvetica" panose="020B0604020202020204" pitchFamily="34" charset="0"/>
                </a:rPr>
                <a:t>rd</a:t>
              </a:r>
              <a:r>
                <a:rPr lang="en-US" altLang="ko-KR" sz="800" dirty="0">
                  <a:solidFill>
                    <a:schemeClr val="bg1"/>
                  </a:solidFill>
                  <a:latin typeface="helvetica" panose="020B0604020202020204" pitchFamily="34" charset="0"/>
                  <a:cs typeface="helvetica" panose="020B0604020202020204" pitchFamily="34" charset="0"/>
                </a:rPr>
                <a:t> NS-SOFI</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597" name="제목 1">
              <a:extLst>
                <a:ext uri="{FF2B5EF4-FFF2-40B4-BE49-F238E27FC236}">
                  <a16:creationId xmlns:a16="http://schemas.microsoft.com/office/drawing/2014/main" id="{380A8078-A926-45C0-81CF-A99C67129FF3}"/>
                </a:ext>
              </a:extLst>
            </p:cNvPr>
            <p:cNvSpPr txBox="1">
              <a:spLocks/>
            </p:cNvSpPr>
            <p:nvPr/>
          </p:nvSpPr>
          <p:spPr>
            <a:xfrm>
              <a:off x="772492" y="4063100"/>
              <a:ext cx="843291" cy="18398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solidFill>
                    <a:schemeClr val="bg1"/>
                  </a:solidFill>
                  <a:latin typeface="helvetica" panose="020B0604020202020204" pitchFamily="34" charset="0"/>
                  <a:cs typeface="helvetica" panose="020B0604020202020204" pitchFamily="34" charset="0"/>
                </a:rPr>
                <a:t>2</a:t>
              </a:r>
              <a:r>
                <a:rPr lang="en-US" altLang="ko-KR" sz="800" baseline="30000" dirty="0">
                  <a:solidFill>
                    <a:schemeClr val="bg1"/>
                  </a:solidFill>
                  <a:latin typeface="helvetica" panose="020B0604020202020204" pitchFamily="34" charset="0"/>
                  <a:cs typeface="helvetica" panose="020B0604020202020204" pitchFamily="34" charset="0"/>
                </a:rPr>
                <a:t>nd</a:t>
              </a:r>
              <a:r>
                <a:rPr lang="en-US" altLang="ko-KR" sz="800" dirty="0">
                  <a:solidFill>
                    <a:schemeClr val="bg1"/>
                  </a:solidFill>
                  <a:latin typeface="helvetica" panose="020B0604020202020204" pitchFamily="34" charset="0"/>
                  <a:cs typeface="helvetica" panose="020B0604020202020204" pitchFamily="34" charset="0"/>
                </a:rPr>
                <a:t> NS-SOFI</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598" name="타원 597">
              <a:extLst>
                <a:ext uri="{FF2B5EF4-FFF2-40B4-BE49-F238E27FC236}">
                  <a16:creationId xmlns:a16="http://schemas.microsoft.com/office/drawing/2014/main" id="{504A663C-4A46-4AC1-BBA2-D8EC1BB92388}"/>
                </a:ext>
              </a:extLst>
            </p:cNvPr>
            <p:cNvSpPr/>
            <p:nvPr/>
          </p:nvSpPr>
          <p:spPr>
            <a:xfrm>
              <a:off x="3740152" y="1776729"/>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2</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599" name="타원 598">
              <a:extLst>
                <a:ext uri="{FF2B5EF4-FFF2-40B4-BE49-F238E27FC236}">
                  <a16:creationId xmlns:a16="http://schemas.microsoft.com/office/drawing/2014/main" id="{9AC9BE3F-EA15-4E98-9CD8-17D717E74D00}"/>
                </a:ext>
              </a:extLst>
            </p:cNvPr>
            <p:cNvSpPr/>
            <p:nvPr/>
          </p:nvSpPr>
          <p:spPr>
            <a:xfrm>
              <a:off x="3740152" y="2719551"/>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3</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600" name="타원 599">
              <a:extLst>
                <a:ext uri="{FF2B5EF4-FFF2-40B4-BE49-F238E27FC236}">
                  <a16:creationId xmlns:a16="http://schemas.microsoft.com/office/drawing/2014/main" id="{BE05DF3D-F830-4512-B25E-99108D0D74A7}"/>
                </a:ext>
              </a:extLst>
            </p:cNvPr>
            <p:cNvSpPr/>
            <p:nvPr/>
          </p:nvSpPr>
          <p:spPr>
            <a:xfrm>
              <a:off x="3740152" y="3686186"/>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4</a:t>
              </a:r>
              <a:endParaRPr lang="ko-KR" altLang="en-US" sz="1200" dirty="0">
                <a:solidFill>
                  <a:schemeClr val="tx1"/>
                </a:solidFill>
                <a:latin typeface="helvetica" panose="020B0604020202020204" pitchFamily="34" charset="0"/>
                <a:cs typeface="helvetica" panose="020B0604020202020204" pitchFamily="34" charset="0"/>
              </a:endParaRPr>
            </a:p>
          </p:txBody>
        </p:sp>
        <p:cxnSp>
          <p:nvCxnSpPr>
            <p:cNvPr id="601" name="직선 연결선 600">
              <a:extLst>
                <a:ext uri="{FF2B5EF4-FFF2-40B4-BE49-F238E27FC236}">
                  <a16:creationId xmlns:a16="http://schemas.microsoft.com/office/drawing/2014/main" id="{AF0B8DBB-0129-44BC-919E-F209BEBEA34E}"/>
                </a:ext>
              </a:extLst>
            </p:cNvPr>
            <p:cNvCxnSpPr>
              <a:cxnSpLocks/>
            </p:cNvCxnSpPr>
            <p:nvPr/>
          </p:nvCxnSpPr>
          <p:spPr>
            <a:xfrm>
              <a:off x="4146656" y="1123552"/>
              <a:ext cx="0" cy="4909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2" name="직선 연결선 601">
              <a:extLst>
                <a:ext uri="{FF2B5EF4-FFF2-40B4-BE49-F238E27FC236}">
                  <a16:creationId xmlns:a16="http://schemas.microsoft.com/office/drawing/2014/main" id="{03A28D1D-082E-4E34-90E8-B5BE79CEF1AA}"/>
                </a:ext>
              </a:extLst>
            </p:cNvPr>
            <p:cNvCxnSpPr>
              <a:cxnSpLocks/>
            </p:cNvCxnSpPr>
            <p:nvPr/>
          </p:nvCxnSpPr>
          <p:spPr>
            <a:xfrm>
              <a:off x="4301119" y="1132195"/>
              <a:ext cx="0" cy="4822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3" name="직선 화살표 연결선 602">
              <a:extLst>
                <a:ext uri="{FF2B5EF4-FFF2-40B4-BE49-F238E27FC236}">
                  <a16:creationId xmlns:a16="http://schemas.microsoft.com/office/drawing/2014/main" id="{7ECE61CF-3C3F-4ED4-BE2A-90F77885F899}"/>
                </a:ext>
              </a:extLst>
            </p:cNvPr>
            <p:cNvCxnSpPr/>
            <p:nvPr/>
          </p:nvCxnSpPr>
          <p:spPr>
            <a:xfrm>
              <a:off x="3965513" y="1508247"/>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4" name="직선 화살표 연결선 603">
              <a:extLst>
                <a:ext uri="{FF2B5EF4-FFF2-40B4-BE49-F238E27FC236}">
                  <a16:creationId xmlns:a16="http://schemas.microsoft.com/office/drawing/2014/main" id="{726DB61D-EB55-4979-9E03-A1EE2D0A4444}"/>
                </a:ext>
              </a:extLst>
            </p:cNvPr>
            <p:cNvCxnSpPr/>
            <p:nvPr/>
          </p:nvCxnSpPr>
          <p:spPr>
            <a:xfrm flipH="1">
              <a:off x="4296356" y="1508247"/>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5" name="TextBox 604">
              <a:extLst>
                <a:ext uri="{FF2B5EF4-FFF2-40B4-BE49-F238E27FC236}">
                  <a16:creationId xmlns:a16="http://schemas.microsoft.com/office/drawing/2014/main" id="{92091184-103C-4B29-A991-4DB94E35E72E}"/>
                </a:ext>
              </a:extLst>
            </p:cNvPr>
            <p:cNvSpPr txBox="1"/>
            <p:nvPr/>
          </p:nvSpPr>
          <p:spPr>
            <a:xfrm>
              <a:off x="4199182" y="930513"/>
              <a:ext cx="184863"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4</a:t>
              </a:r>
              <a:endParaRPr lang="ko-KR" altLang="en-US" sz="800" dirty="0">
                <a:latin typeface="helvetica" panose="020B0604020202020204" pitchFamily="34" charset="0"/>
                <a:cs typeface="helvetica" panose="020B0604020202020204" pitchFamily="34" charset="0"/>
              </a:endParaRPr>
            </a:p>
          </p:txBody>
        </p:sp>
        <p:sp>
          <p:nvSpPr>
            <p:cNvPr id="606" name="TextBox 605">
              <a:extLst>
                <a:ext uri="{FF2B5EF4-FFF2-40B4-BE49-F238E27FC236}">
                  <a16:creationId xmlns:a16="http://schemas.microsoft.com/office/drawing/2014/main" id="{4BB86E31-430B-49EB-A8B5-FD4FF56AA1A2}"/>
                </a:ext>
              </a:extLst>
            </p:cNvPr>
            <p:cNvSpPr txBox="1"/>
            <p:nvPr/>
          </p:nvSpPr>
          <p:spPr>
            <a:xfrm>
              <a:off x="4062781" y="930513"/>
              <a:ext cx="184863"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3</a:t>
              </a:r>
              <a:endParaRPr lang="ko-KR" altLang="en-US" sz="800" dirty="0">
                <a:latin typeface="helvetica" panose="020B0604020202020204" pitchFamily="34" charset="0"/>
                <a:cs typeface="helvetica" panose="020B0604020202020204" pitchFamily="34" charset="0"/>
              </a:endParaRPr>
            </a:p>
          </p:txBody>
        </p:sp>
        <p:sp>
          <p:nvSpPr>
            <p:cNvPr id="611" name="Rectangle 106">
              <a:extLst>
                <a:ext uri="{FF2B5EF4-FFF2-40B4-BE49-F238E27FC236}">
                  <a16:creationId xmlns:a16="http://schemas.microsoft.com/office/drawing/2014/main" id="{F404572A-3269-4804-A61F-E37FF3DCAF6E}"/>
                </a:ext>
              </a:extLst>
            </p:cNvPr>
            <p:cNvSpPr>
              <a:spLocks noChangeArrowheads="1"/>
            </p:cNvSpPr>
            <p:nvPr/>
          </p:nvSpPr>
          <p:spPr bwMode="auto">
            <a:xfrm>
              <a:off x="4998574" y="914717"/>
              <a:ext cx="214149" cy="28770"/>
            </a:xfrm>
            <a:prstGeom prst="rect">
              <a:avLst/>
            </a:prstGeom>
            <a:solidFill>
              <a:srgbClr val="CC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12" name="Rectangle 21">
              <a:extLst>
                <a:ext uri="{FF2B5EF4-FFF2-40B4-BE49-F238E27FC236}">
                  <a16:creationId xmlns:a16="http://schemas.microsoft.com/office/drawing/2014/main" id="{3E5FA88F-9EAF-4164-8DEC-B58656F90F70}"/>
                </a:ext>
              </a:extLst>
            </p:cNvPr>
            <p:cNvSpPr>
              <a:spLocks noChangeArrowheads="1"/>
            </p:cNvSpPr>
            <p:nvPr/>
          </p:nvSpPr>
          <p:spPr bwMode="auto">
            <a:xfrm>
              <a:off x="5272584" y="865861"/>
              <a:ext cx="75020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Mean (</a:t>
              </a:r>
              <a:r>
                <a:rPr lang="en-US" altLang="ko-KR" sz="800" dirty="0">
                  <a:solidFill>
                    <a:srgbClr val="262626"/>
                  </a:solidFill>
                  <a:latin typeface="helvetica" panose="020B0604020202020204" pitchFamily="34" charset="0"/>
                  <a:cs typeface="helvetica" panose="020B0604020202020204" pitchFamily="34" charset="0"/>
                </a:rPr>
                <a:t>line 1-16</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13" name="Rectangle 21">
              <a:extLst>
                <a:ext uri="{FF2B5EF4-FFF2-40B4-BE49-F238E27FC236}">
                  <a16:creationId xmlns:a16="http://schemas.microsoft.com/office/drawing/2014/main" id="{97DB0A1A-FA05-4891-9325-2C843AE3C35F}"/>
                </a:ext>
              </a:extLst>
            </p:cNvPr>
            <p:cNvSpPr>
              <a:spLocks noChangeArrowheads="1"/>
            </p:cNvSpPr>
            <p:nvPr/>
          </p:nvSpPr>
          <p:spPr bwMode="auto">
            <a:xfrm>
              <a:off x="4398426" y="4783298"/>
              <a:ext cx="9585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2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14" name="Rectangle 106">
              <a:extLst>
                <a:ext uri="{FF2B5EF4-FFF2-40B4-BE49-F238E27FC236}">
                  <a16:creationId xmlns:a16="http://schemas.microsoft.com/office/drawing/2014/main" id="{1314D3BA-3A8A-442F-B8F3-5A90604A57C3}"/>
                </a:ext>
              </a:extLst>
            </p:cNvPr>
            <p:cNvSpPr>
              <a:spLocks noChangeArrowheads="1"/>
            </p:cNvSpPr>
            <p:nvPr/>
          </p:nvSpPr>
          <p:spPr bwMode="auto">
            <a:xfrm>
              <a:off x="4998574" y="1821034"/>
              <a:ext cx="214149" cy="287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15" name="Rectangle 21">
              <a:extLst>
                <a:ext uri="{FF2B5EF4-FFF2-40B4-BE49-F238E27FC236}">
                  <a16:creationId xmlns:a16="http://schemas.microsoft.com/office/drawing/2014/main" id="{5D8A6AEA-D882-4183-B82B-AAD3E659DAB0}"/>
                </a:ext>
              </a:extLst>
            </p:cNvPr>
            <p:cNvSpPr>
              <a:spLocks noChangeArrowheads="1"/>
            </p:cNvSpPr>
            <p:nvPr/>
          </p:nvSpPr>
          <p:spPr bwMode="auto">
            <a:xfrm>
              <a:off x="5272584" y="1773863"/>
              <a:ext cx="80791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Mean (line 17-44)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17" name="Rectangle 106">
              <a:extLst>
                <a:ext uri="{FF2B5EF4-FFF2-40B4-BE49-F238E27FC236}">
                  <a16:creationId xmlns:a16="http://schemas.microsoft.com/office/drawing/2014/main" id="{78A4B59D-EBA5-44AB-A24D-1F27B24FD597}"/>
                </a:ext>
              </a:extLst>
            </p:cNvPr>
            <p:cNvSpPr>
              <a:spLocks noChangeArrowheads="1"/>
            </p:cNvSpPr>
            <p:nvPr/>
          </p:nvSpPr>
          <p:spPr bwMode="auto">
            <a:xfrm>
              <a:off x="4673005" y="2763896"/>
              <a:ext cx="214149" cy="28770"/>
            </a:xfrm>
            <a:prstGeom prst="rect">
              <a:avLst/>
            </a:prstGeom>
            <a:solidFill>
              <a:srgbClr val="00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18" name="Rectangle 21">
              <a:extLst>
                <a:ext uri="{FF2B5EF4-FFF2-40B4-BE49-F238E27FC236}">
                  <a16:creationId xmlns:a16="http://schemas.microsoft.com/office/drawing/2014/main" id="{18EEA0E1-820F-4E16-89A5-A928676257A1}"/>
                </a:ext>
              </a:extLst>
            </p:cNvPr>
            <p:cNvSpPr>
              <a:spLocks noChangeArrowheads="1"/>
            </p:cNvSpPr>
            <p:nvPr/>
          </p:nvSpPr>
          <p:spPr bwMode="auto">
            <a:xfrm>
              <a:off x="4934315" y="2716935"/>
              <a:ext cx="113011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800" dirty="0">
                  <a:solidFill>
                    <a:srgbClr val="262626"/>
                  </a:solidFill>
                  <a:latin typeface="helvetica" panose="020B0604020202020204" pitchFamily="34" charset="0"/>
                  <a:cs typeface="helvetica" panose="020B0604020202020204" pitchFamily="34" charset="0"/>
                </a:rPr>
                <a:t>2</a:t>
              </a:r>
              <a:r>
                <a:rPr lang="en-US" altLang="ko-KR" sz="800" baseline="30000" dirty="0">
                  <a:solidFill>
                    <a:srgbClr val="262626"/>
                  </a:solidFill>
                  <a:latin typeface="helvetica" panose="020B0604020202020204" pitchFamily="34" charset="0"/>
                  <a:cs typeface="helvetica" panose="020B0604020202020204" pitchFamily="34" charset="0"/>
                </a:rPr>
                <a:t>nd</a:t>
              </a:r>
              <a:r>
                <a:rPr lang="en-US" altLang="ko-KR" sz="800" dirty="0">
                  <a:solidFill>
                    <a:srgbClr val="262626"/>
                  </a:solidFill>
                  <a:latin typeface="helvetica" panose="020B0604020202020204" pitchFamily="34" charset="0"/>
                  <a:cs typeface="helvetica" panose="020B0604020202020204" pitchFamily="34" charset="0"/>
                </a:rPr>
                <a:t> NS-SOFI</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(line 17-44)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19" name="Rectangle 106">
              <a:extLst>
                <a:ext uri="{FF2B5EF4-FFF2-40B4-BE49-F238E27FC236}">
                  <a16:creationId xmlns:a16="http://schemas.microsoft.com/office/drawing/2014/main" id="{195D3327-E3F1-4839-A702-CB57D268588C}"/>
                </a:ext>
              </a:extLst>
            </p:cNvPr>
            <p:cNvSpPr>
              <a:spLocks noChangeArrowheads="1"/>
            </p:cNvSpPr>
            <p:nvPr/>
          </p:nvSpPr>
          <p:spPr bwMode="auto">
            <a:xfrm>
              <a:off x="4673005" y="3722050"/>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20" name="Rectangle 21">
              <a:extLst>
                <a:ext uri="{FF2B5EF4-FFF2-40B4-BE49-F238E27FC236}">
                  <a16:creationId xmlns:a16="http://schemas.microsoft.com/office/drawing/2014/main" id="{DE1500D3-5ED9-4922-93B2-111A90324FFE}"/>
                </a:ext>
              </a:extLst>
            </p:cNvPr>
            <p:cNvSpPr>
              <a:spLocks noChangeArrowheads="1"/>
            </p:cNvSpPr>
            <p:nvPr/>
          </p:nvSpPr>
          <p:spPr bwMode="auto">
            <a:xfrm>
              <a:off x="4934315" y="3673194"/>
              <a:ext cx="1210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800" dirty="0">
                  <a:solidFill>
                    <a:srgbClr val="262626"/>
                  </a:solidFill>
                  <a:latin typeface="helvetica" panose="020B0604020202020204" pitchFamily="34" charset="0"/>
                  <a:cs typeface="helvetica" panose="020B0604020202020204" pitchFamily="34" charset="0"/>
                </a:rPr>
                <a:t>3</a:t>
              </a:r>
              <a:r>
                <a:rPr lang="en-US" altLang="ko-KR" sz="800" baseline="30000" dirty="0">
                  <a:solidFill>
                    <a:srgbClr val="262626"/>
                  </a:solidFill>
                  <a:latin typeface="helvetica" panose="020B0604020202020204" pitchFamily="34" charset="0"/>
                  <a:cs typeface="helvetica" panose="020B0604020202020204" pitchFamily="34" charset="0"/>
                </a:rPr>
                <a:t>rd</a:t>
              </a:r>
              <a:r>
                <a:rPr lang="en-US" altLang="ko-KR" sz="800" dirty="0">
                  <a:solidFill>
                    <a:srgbClr val="262626"/>
                  </a:solidFill>
                  <a:latin typeface="helvetica" panose="020B0604020202020204" pitchFamily="34" charset="0"/>
                  <a:cs typeface="helvetica" panose="020B0604020202020204" pitchFamily="34" charset="0"/>
                </a:rPr>
                <a:t> NS-SOFI</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(line 17-44)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cxnSp>
          <p:nvCxnSpPr>
            <p:cNvPr id="621" name="직선 연결선 620">
              <a:extLst>
                <a:ext uri="{FF2B5EF4-FFF2-40B4-BE49-F238E27FC236}">
                  <a16:creationId xmlns:a16="http://schemas.microsoft.com/office/drawing/2014/main" id="{BE87150F-59FD-405C-9792-9737AE4C9AD1}"/>
                </a:ext>
              </a:extLst>
            </p:cNvPr>
            <p:cNvCxnSpPr>
              <a:cxnSpLocks/>
            </p:cNvCxnSpPr>
            <p:nvPr/>
          </p:nvCxnSpPr>
          <p:spPr>
            <a:xfrm>
              <a:off x="4877724" y="3029783"/>
              <a:ext cx="0" cy="3074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직선 화살표 연결선 622">
              <a:extLst>
                <a:ext uri="{FF2B5EF4-FFF2-40B4-BE49-F238E27FC236}">
                  <a16:creationId xmlns:a16="http://schemas.microsoft.com/office/drawing/2014/main" id="{EEC0F76B-5B8A-4FD4-820F-4CDD8D653593}"/>
                </a:ext>
              </a:extLst>
            </p:cNvPr>
            <p:cNvCxnSpPr/>
            <p:nvPr/>
          </p:nvCxnSpPr>
          <p:spPr>
            <a:xfrm>
              <a:off x="4694671" y="3141185"/>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4" name="직선 화살표 연결선 623">
              <a:extLst>
                <a:ext uri="{FF2B5EF4-FFF2-40B4-BE49-F238E27FC236}">
                  <a16:creationId xmlns:a16="http://schemas.microsoft.com/office/drawing/2014/main" id="{E4B2E7F6-FDFF-40EA-BBE0-55D22C1CF7D4}"/>
                </a:ext>
              </a:extLst>
            </p:cNvPr>
            <p:cNvCxnSpPr/>
            <p:nvPr/>
          </p:nvCxnSpPr>
          <p:spPr>
            <a:xfrm flipH="1">
              <a:off x="4969245" y="3141185"/>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2" name="직선 연결선 631">
              <a:extLst>
                <a:ext uri="{FF2B5EF4-FFF2-40B4-BE49-F238E27FC236}">
                  <a16:creationId xmlns:a16="http://schemas.microsoft.com/office/drawing/2014/main" id="{C7107F37-1AB4-400F-9FA8-6F76BE06DCC5}"/>
                </a:ext>
              </a:extLst>
            </p:cNvPr>
            <p:cNvCxnSpPr>
              <a:cxnSpLocks/>
            </p:cNvCxnSpPr>
            <p:nvPr/>
          </p:nvCxnSpPr>
          <p:spPr>
            <a:xfrm>
              <a:off x="4969245" y="3029783"/>
              <a:ext cx="0" cy="3253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직선 연결선 633">
              <a:extLst>
                <a:ext uri="{FF2B5EF4-FFF2-40B4-BE49-F238E27FC236}">
                  <a16:creationId xmlns:a16="http://schemas.microsoft.com/office/drawing/2014/main" id="{6CC9178D-6CC9-4237-9034-BF06D9D8785A}"/>
                </a:ext>
              </a:extLst>
            </p:cNvPr>
            <p:cNvCxnSpPr>
              <a:cxnSpLocks/>
            </p:cNvCxnSpPr>
            <p:nvPr/>
          </p:nvCxnSpPr>
          <p:spPr>
            <a:xfrm>
              <a:off x="5368878" y="4066073"/>
              <a:ext cx="0" cy="2998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직선 연결선 634">
              <a:extLst>
                <a:ext uri="{FF2B5EF4-FFF2-40B4-BE49-F238E27FC236}">
                  <a16:creationId xmlns:a16="http://schemas.microsoft.com/office/drawing/2014/main" id="{BD67585D-8929-4A19-8566-447B0846CDE1}"/>
                </a:ext>
              </a:extLst>
            </p:cNvPr>
            <p:cNvCxnSpPr>
              <a:cxnSpLocks/>
            </p:cNvCxnSpPr>
            <p:nvPr/>
          </p:nvCxnSpPr>
          <p:spPr>
            <a:xfrm>
              <a:off x="5290005" y="4066073"/>
              <a:ext cx="0" cy="31870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직선 화살표 연결선 635">
              <a:extLst>
                <a:ext uri="{FF2B5EF4-FFF2-40B4-BE49-F238E27FC236}">
                  <a16:creationId xmlns:a16="http://schemas.microsoft.com/office/drawing/2014/main" id="{D3C06039-4074-482E-9445-5E9A7A8E0E27}"/>
                </a:ext>
              </a:extLst>
            </p:cNvPr>
            <p:cNvCxnSpPr>
              <a:cxnSpLocks/>
            </p:cNvCxnSpPr>
            <p:nvPr/>
          </p:nvCxnSpPr>
          <p:spPr>
            <a:xfrm>
              <a:off x="5135853" y="4122543"/>
              <a:ext cx="15168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7" name="직선 화살표 연결선 636">
              <a:extLst>
                <a:ext uri="{FF2B5EF4-FFF2-40B4-BE49-F238E27FC236}">
                  <a16:creationId xmlns:a16="http://schemas.microsoft.com/office/drawing/2014/main" id="{99AD9B3A-3D80-4CE0-AFED-7A2E935E3043}"/>
                </a:ext>
              </a:extLst>
            </p:cNvPr>
            <p:cNvCxnSpPr>
              <a:cxnSpLocks/>
            </p:cNvCxnSpPr>
            <p:nvPr/>
          </p:nvCxnSpPr>
          <p:spPr>
            <a:xfrm flipH="1">
              <a:off x="5368878" y="4124924"/>
              <a:ext cx="15035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2" name="TextBox 641">
                  <a:extLst>
                    <a:ext uri="{FF2B5EF4-FFF2-40B4-BE49-F238E27FC236}">
                      <a16:creationId xmlns:a16="http://schemas.microsoft.com/office/drawing/2014/main" id="{B2C6B1C7-484D-4F30-B2FA-0354E9D3D0C6}"/>
                    </a:ext>
                  </a:extLst>
                </p:cNvPr>
                <p:cNvSpPr txBox="1"/>
                <p:nvPr/>
              </p:nvSpPr>
              <p:spPr>
                <a:xfrm>
                  <a:off x="4122600" y="3066071"/>
                  <a:ext cx="561051"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ko-KR" sz="800" dirty="0">
                            <a:latin typeface="helvetica" panose="020B0604020202020204" pitchFamily="34" charset="0"/>
                            <a:cs typeface="helvetica" panose="020B0604020202020204" pitchFamily="34" charset="0"/>
                          </a:rPr>
                          <m:t>3</m:t>
                        </m:r>
                        <m:r>
                          <m:rPr>
                            <m:nor/>
                          </m:rPr>
                          <a:rPr lang="en-US" altLang="ko-KR" sz="800" b="0" i="0" dirty="0" smtClean="0">
                            <a:latin typeface="helvetica" panose="020B0604020202020204" pitchFamily="34" charset="0"/>
                            <a:cs typeface="helvetica" panose="020B0604020202020204" pitchFamily="34" charset="0"/>
                          </a:rPr>
                          <m:t>63</m:t>
                        </m:r>
                        <m:r>
                          <m:rPr>
                            <m:nor/>
                          </m:rPr>
                          <a:rPr lang="en-US" altLang="ko-KR" sz="800" dirty="0">
                            <a:latin typeface="helvetica" panose="020B0604020202020204" pitchFamily="34" charset="0"/>
                            <a:cs typeface="helvetica" panose="020B0604020202020204" pitchFamily="34" charset="0"/>
                          </a:rPr>
                          <m:t>±</m:t>
                        </m:r>
                        <m:r>
                          <m:rPr>
                            <m:nor/>
                          </m:rPr>
                          <a:rPr lang="en-US" altLang="ko-KR" sz="800" b="0" i="0" dirty="0" smtClean="0">
                            <a:latin typeface="helvetica" panose="020B0604020202020204" pitchFamily="34" charset="0"/>
                            <a:cs typeface="helvetica" panose="020B0604020202020204" pitchFamily="34" charset="0"/>
                          </a:rPr>
                          <m:t>2</m:t>
                        </m:r>
                        <m:r>
                          <m:rPr>
                            <m:nor/>
                          </m:rPr>
                          <a:rPr lang="en-US" altLang="ko-KR" sz="800" dirty="0">
                            <a:latin typeface="helvetica" panose="020B0604020202020204" pitchFamily="34" charset="0"/>
                            <a:cs typeface="helvetica" panose="020B0604020202020204" pitchFamily="34" charset="0"/>
                          </a:rPr>
                          <m:t>0 </m:t>
                        </m:r>
                        <m:r>
                          <m:rPr>
                            <m:nor/>
                          </m:rPr>
                          <a:rPr lang="en-US" altLang="ko-KR" sz="800" dirty="0">
                            <a:latin typeface="helvetica" panose="020B0604020202020204" pitchFamily="34" charset="0"/>
                            <a:cs typeface="helvetica" panose="020B0604020202020204" pitchFamily="34" charset="0"/>
                          </a:rPr>
                          <m:t>nm</m:t>
                        </m:r>
                      </m:oMath>
                    </m:oMathPara>
                  </a14:m>
                  <a:endParaRPr lang="ko-KR" altLang="en-US" sz="800" dirty="0">
                    <a:latin typeface="helvetica" panose="020B0604020202020204" pitchFamily="34" charset="0"/>
                    <a:cs typeface="helvetica" panose="020B0604020202020204" pitchFamily="34" charset="0"/>
                  </a:endParaRPr>
                </a:p>
              </p:txBody>
            </p:sp>
          </mc:Choice>
          <mc:Fallback xmlns="">
            <p:sp>
              <p:nvSpPr>
                <p:cNvPr id="642" name="TextBox 641">
                  <a:extLst>
                    <a:ext uri="{FF2B5EF4-FFF2-40B4-BE49-F238E27FC236}">
                      <a16:creationId xmlns:a16="http://schemas.microsoft.com/office/drawing/2014/main" id="{B2C6B1C7-484D-4F30-B2FA-0354E9D3D0C6}"/>
                    </a:ext>
                  </a:extLst>
                </p:cNvPr>
                <p:cNvSpPr txBox="1">
                  <a:spLocks noRot="1" noChangeAspect="1" noMove="1" noResize="1" noEditPoints="1" noAdjustHandles="1" noChangeArrowheads="1" noChangeShapeType="1" noTextEdit="1"/>
                </p:cNvSpPr>
                <p:nvPr/>
              </p:nvSpPr>
              <p:spPr>
                <a:xfrm>
                  <a:off x="4122600" y="3066071"/>
                  <a:ext cx="561051" cy="123111"/>
                </a:xfrm>
                <a:prstGeom prst="rect">
                  <a:avLst/>
                </a:prstGeom>
                <a:blipFill>
                  <a:blip r:embed="rId9"/>
                  <a:stretch>
                    <a:fillRect l="-3261" r="-1087" b="-10000"/>
                  </a:stretch>
                </a:blipFill>
              </p:spPr>
              <p:txBody>
                <a:bodyPr/>
                <a:lstStyle/>
                <a:p>
                  <a:r>
                    <a:rPr lang="ko-KR" altLang="en-US">
                      <a:noFill/>
                    </a:rPr>
                    <a:t> </a:t>
                  </a:r>
                </a:p>
              </p:txBody>
            </p:sp>
          </mc:Fallback>
        </mc:AlternateContent>
        <p:sp>
          <p:nvSpPr>
            <p:cNvPr id="643" name="TextBox 642">
              <a:extLst>
                <a:ext uri="{FF2B5EF4-FFF2-40B4-BE49-F238E27FC236}">
                  <a16:creationId xmlns:a16="http://schemas.microsoft.com/office/drawing/2014/main" id="{D4C66103-12F7-4420-AC76-0462320BDED4}"/>
                </a:ext>
              </a:extLst>
            </p:cNvPr>
            <p:cNvSpPr txBox="1"/>
            <p:nvPr/>
          </p:nvSpPr>
          <p:spPr>
            <a:xfrm>
              <a:off x="4570156" y="4055585"/>
              <a:ext cx="532197" cy="123111"/>
            </a:xfrm>
            <a:prstGeom prst="rect">
              <a:avLst/>
            </a:prstGeom>
            <a:noFill/>
          </p:spPr>
          <p:txBody>
            <a:bodyPr wrap="none" lIns="0" tIns="0" rIns="0" bIns="0" rtlCol="0">
              <a:spAutoFit/>
            </a:bodyPr>
            <a:lstStyle/>
            <a:p>
              <a:r>
                <a:rPr lang="en-US" altLang="ko-KR" sz="800" dirty="0">
                  <a:latin typeface="helvetica" panose="020B0604020202020204" pitchFamily="34" charset="0"/>
                  <a:cs typeface="helvetica" panose="020B0604020202020204" pitchFamily="34" charset="0"/>
                </a:rPr>
                <a:t>315±10 nm</a:t>
              </a:r>
              <a:endParaRPr lang="ko-KR" altLang="en-US" sz="800" dirty="0">
                <a:latin typeface="helvetica" panose="020B0604020202020204" pitchFamily="34" charset="0"/>
                <a:cs typeface="helvetica" panose="020B0604020202020204" pitchFamily="34" charset="0"/>
              </a:endParaRPr>
            </a:p>
          </p:txBody>
        </p:sp>
        <p:sp>
          <p:nvSpPr>
            <p:cNvPr id="644" name="TextBox 643">
              <a:extLst>
                <a:ext uri="{FF2B5EF4-FFF2-40B4-BE49-F238E27FC236}">
                  <a16:creationId xmlns:a16="http://schemas.microsoft.com/office/drawing/2014/main" id="{DD25883A-4892-41B7-8E4B-5B03EE75D150}"/>
                </a:ext>
              </a:extLst>
            </p:cNvPr>
            <p:cNvSpPr txBox="1"/>
            <p:nvPr/>
          </p:nvSpPr>
          <p:spPr>
            <a:xfrm>
              <a:off x="4510930" y="1438557"/>
              <a:ext cx="532197" cy="123111"/>
            </a:xfrm>
            <a:prstGeom prst="rect">
              <a:avLst/>
            </a:prstGeom>
            <a:noFill/>
          </p:spPr>
          <p:txBody>
            <a:bodyPr wrap="none" lIns="0" tIns="0" rIns="0" bIns="0" rtlCol="0">
              <a:spAutoFit/>
            </a:bodyPr>
            <a:lstStyle/>
            <a:p>
              <a:r>
                <a:rPr lang="en-US" altLang="ko-KR" sz="800" dirty="0">
                  <a:latin typeface="helvetica" panose="020B0604020202020204" pitchFamily="34" charset="0"/>
                  <a:cs typeface="helvetica" panose="020B0604020202020204" pitchFamily="34" charset="0"/>
                </a:rPr>
                <a:t>732±40 nm</a:t>
              </a:r>
              <a:endParaRPr lang="ko-KR" altLang="en-US" sz="800" dirty="0">
                <a:latin typeface="helvetica" panose="020B0604020202020204" pitchFamily="34" charset="0"/>
                <a:cs typeface="helvetica" panose="020B0604020202020204" pitchFamily="34" charset="0"/>
              </a:endParaRPr>
            </a:p>
          </p:txBody>
        </p:sp>
        <p:sp>
          <p:nvSpPr>
            <p:cNvPr id="645" name="TextBox 644">
              <a:extLst>
                <a:ext uri="{FF2B5EF4-FFF2-40B4-BE49-F238E27FC236}">
                  <a16:creationId xmlns:a16="http://schemas.microsoft.com/office/drawing/2014/main" id="{6AF8B388-76EE-476C-BD0E-5EF0A0E78550}"/>
                </a:ext>
              </a:extLst>
            </p:cNvPr>
            <p:cNvSpPr txBox="1"/>
            <p:nvPr/>
          </p:nvSpPr>
          <p:spPr>
            <a:xfrm>
              <a:off x="5100824" y="3878066"/>
              <a:ext cx="305512"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33</a:t>
              </a:r>
              <a:endParaRPr lang="ko-KR" altLang="en-US" sz="800" dirty="0">
                <a:latin typeface="helvetica" panose="020B0604020202020204" pitchFamily="34" charset="0"/>
                <a:cs typeface="helvetica" panose="020B0604020202020204" pitchFamily="34" charset="0"/>
              </a:endParaRPr>
            </a:p>
          </p:txBody>
        </p:sp>
        <p:sp>
          <p:nvSpPr>
            <p:cNvPr id="648" name="TextBox 647">
              <a:extLst>
                <a:ext uri="{FF2B5EF4-FFF2-40B4-BE49-F238E27FC236}">
                  <a16:creationId xmlns:a16="http://schemas.microsoft.com/office/drawing/2014/main" id="{D7A914F0-459C-4375-8826-927954B719DD}"/>
                </a:ext>
              </a:extLst>
            </p:cNvPr>
            <p:cNvSpPr txBox="1"/>
            <p:nvPr/>
          </p:nvSpPr>
          <p:spPr>
            <a:xfrm>
              <a:off x="5249521" y="3878066"/>
              <a:ext cx="305512"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34</a:t>
              </a:r>
              <a:endParaRPr lang="ko-KR" altLang="en-US" sz="800" dirty="0">
                <a:latin typeface="helvetica" panose="020B0604020202020204" pitchFamily="34" charset="0"/>
                <a:cs typeface="helvetica" panose="020B0604020202020204" pitchFamily="34" charset="0"/>
              </a:endParaRPr>
            </a:p>
          </p:txBody>
        </p:sp>
        <p:sp>
          <p:nvSpPr>
            <p:cNvPr id="649" name="TextBox 648">
              <a:extLst>
                <a:ext uri="{FF2B5EF4-FFF2-40B4-BE49-F238E27FC236}">
                  <a16:creationId xmlns:a16="http://schemas.microsoft.com/office/drawing/2014/main" id="{C32BBCE2-36BB-4E67-B81C-C046CA7CA4E6}"/>
                </a:ext>
              </a:extLst>
            </p:cNvPr>
            <p:cNvSpPr txBox="1"/>
            <p:nvPr/>
          </p:nvSpPr>
          <p:spPr>
            <a:xfrm>
              <a:off x="4712098" y="2854625"/>
              <a:ext cx="305512"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27</a:t>
              </a:r>
              <a:endParaRPr lang="ko-KR" altLang="en-US" sz="800" dirty="0">
                <a:latin typeface="helvetica" panose="020B0604020202020204" pitchFamily="34" charset="0"/>
                <a:cs typeface="helvetica" panose="020B0604020202020204" pitchFamily="34" charset="0"/>
              </a:endParaRPr>
            </a:p>
          </p:txBody>
        </p:sp>
        <p:sp>
          <p:nvSpPr>
            <p:cNvPr id="650" name="TextBox 649">
              <a:extLst>
                <a:ext uri="{FF2B5EF4-FFF2-40B4-BE49-F238E27FC236}">
                  <a16:creationId xmlns:a16="http://schemas.microsoft.com/office/drawing/2014/main" id="{7CF2990A-14CE-4D43-AA48-4A489C0DA149}"/>
                </a:ext>
              </a:extLst>
            </p:cNvPr>
            <p:cNvSpPr txBox="1"/>
            <p:nvPr/>
          </p:nvSpPr>
          <p:spPr>
            <a:xfrm>
              <a:off x="4845676" y="2856457"/>
              <a:ext cx="305512"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28</a:t>
              </a:r>
              <a:endParaRPr lang="ko-KR" altLang="en-US" sz="800" dirty="0">
                <a:latin typeface="helvetica" panose="020B0604020202020204" pitchFamily="34" charset="0"/>
                <a:cs typeface="helvetica" panose="020B0604020202020204" pitchFamily="34" charset="0"/>
              </a:endParaRPr>
            </a:p>
          </p:txBody>
        </p:sp>
        <p:cxnSp>
          <p:nvCxnSpPr>
            <p:cNvPr id="651" name="직선 화살표 연결선 650">
              <a:extLst>
                <a:ext uri="{FF2B5EF4-FFF2-40B4-BE49-F238E27FC236}">
                  <a16:creationId xmlns:a16="http://schemas.microsoft.com/office/drawing/2014/main" id="{1B769678-5F86-4086-888A-D8B7E3FF1426}"/>
                </a:ext>
              </a:extLst>
            </p:cNvPr>
            <p:cNvCxnSpPr/>
            <p:nvPr/>
          </p:nvCxnSpPr>
          <p:spPr>
            <a:xfrm flipV="1">
              <a:off x="2389640" y="4741837"/>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52" name="직선 화살표 연결선 651">
              <a:extLst>
                <a:ext uri="{FF2B5EF4-FFF2-40B4-BE49-F238E27FC236}">
                  <a16:creationId xmlns:a16="http://schemas.microsoft.com/office/drawing/2014/main" id="{685D8D88-9D31-4EEF-8110-33EF547AEB89}"/>
                </a:ext>
              </a:extLst>
            </p:cNvPr>
            <p:cNvCxnSpPr/>
            <p:nvPr/>
          </p:nvCxnSpPr>
          <p:spPr>
            <a:xfrm flipV="1">
              <a:off x="2434748" y="4741837"/>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53" name="직선 화살표 연결선 652">
              <a:extLst>
                <a:ext uri="{FF2B5EF4-FFF2-40B4-BE49-F238E27FC236}">
                  <a16:creationId xmlns:a16="http://schemas.microsoft.com/office/drawing/2014/main" id="{8904AB41-9F7D-42FB-9EBC-70B2BAC2DB8B}"/>
                </a:ext>
              </a:extLst>
            </p:cNvPr>
            <p:cNvCxnSpPr/>
            <p:nvPr/>
          </p:nvCxnSpPr>
          <p:spPr>
            <a:xfrm flipV="1">
              <a:off x="1926729" y="4061512"/>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54" name="직선 화살표 연결선 653">
              <a:extLst>
                <a:ext uri="{FF2B5EF4-FFF2-40B4-BE49-F238E27FC236}">
                  <a16:creationId xmlns:a16="http://schemas.microsoft.com/office/drawing/2014/main" id="{B8144868-7D6E-4534-8990-1291913871BA}"/>
                </a:ext>
              </a:extLst>
            </p:cNvPr>
            <p:cNvCxnSpPr/>
            <p:nvPr/>
          </p:nvCxnSpPr>
          <p:spPr>
            <a:xfrm flipV="1">
              <a:off x="1986126" y="4061512"/>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655" name="TextBox 654">
              <a:extLst>
                <a:ext uri="{FF2B5EF4-FFF2-40B4-BE49-F238E27FC236}">
                  <a16:creationId xmlns:a16="http://schemas.microsoft.com/office/drawing/2014/main" id="{E05702C5-B9EE-4822-A880-CA0C47D91258}"/>
                </a:ext>
              </a:extLst>
            </p:cNvPr>
            <p:cNvSpPr txBox="1"/>
            <p:nvPr/>
          </p:nvSpPr>
          <p:spPr>
            <a:xfrm rot="10800000" flipV="1">
              <a:off x="1766983" y="3536823"/>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27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56" name="TextBox 655">
              <a:extLst>
                <a:ext uri="{FF2B5EF4-FFF2-40B4-BE49-F238E27FC236}">
                  <a16:creationId xmlns:a16="http://schemas.microsoft.com/office/drawing/2014/main" id="{3233C293-6F4F-47C1-A4D7-45A71AA6A31F}"/>
                </a:ext>
              </a:extLst>
            </p:cNvPr>
            <p:cNvSpPr txBox="1"/>
            <p:nvPr/>
          </p:nvSpPr>
          <p:spPr>
            <a:xfrm rot="10800000" flipV="1">
              <a:off x="1859057" y="3536822"/>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28</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57" name="TextBox 656">
              <a:extLst>
                <a:ext uri="{FF2B5EF4-FFF2-40B4-BE49-F238E27FC236}">
                  <a16:creationId xmlns:a16="http://schemas.microsoft.com/office/drawing/2014/main" id="{3A37A763-82B9-463E-A108-E68C35716A2A}"/>
                </a:ext>
              </a:extLst>
            </p:cNvPr>
            <p:cNvSpPr txBox="1"/>
            <p:nvPr/>
          </p:nvSpPr>
          <p:spPr>
            <a:xfrm rot="10800000" flipV="1">
              <a:off x="1333800" y="2246553"/>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658" name="TextBox 657">
              <a:extLst>
                <a:ext uri="{FF2B5EF4-FFF2-40B4-BE49-F238E27FC236}">
                  <a16:creationId xmlns:a16="http://schemas.microsoft.com/office/drawing/2014/main" id="{BF64C86E-CF22-4293-8904-4C62E20083A0}"/>
                </a:ext>
              </a:extLst>
            </p:cNvPr>
            <p:cNvSpPr txBox="1"/>
            <p:nvPr/>
          </p:nvSpPr>
          <p:spPr>
            <a:xfrm rot="10800000" flipV="1">
              <a:off x="1190994" y="2246553"/>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a:t>
              </a:r>
              <a:endParaRPr lang="ko-KR" altLang="en-US" sz="600" b="1" dirty="0">
                <a:solidFill>
                  <a:schemeClr val="bg1"/>
                </a:solidFill>
                <a:latin typeface="helvetica" panose="020B0604020202020204" pitchFamily="34" charset="0"/>
                <a:cs typeface="helvetica" panose="020B0604020202020204" pitchFamily="34" charset="0"/>
              </a:endParaRPr>
            </a:p>
          </p:txBody>
        </p:sp>
        <p:cxnSp>
          <p:nvCxnSpPr>
            <p:cNvPr id="664" name="직선 화살표 연결선 663">
              <a:extLst>
                <a:ext uri="{FF2B5EF4-FFF2-40B4-BE49-F238E27FC236}">
                  <a16:creationId xmlns:a16="http://schemas.microsoft.com/office/drawing/2014/main" id="{A8266FFB-0BC3-4BDE-920A-9532124F7B2E}"/>
                </a:ext>
              </a:extLst>
            </p:cNvPr>
            <p:cNvCxnSpPr/>
            <p:nvPr/>
          </p:nvCxnSpPr>
          <p:spPr>
            <a:xfrm flipV="1">
              <a:off x="1293568" y="2801946"/>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65" name="직선 화살표 연결선 664">
              <a:extLst>
                <a:ext uri="{FF2B5EF4-FFF2-40B4-BE49-F238E27FC236}">
                  <a16:creationId xmlns:a16="http://schemas.microsoft.com/office/drawing/2014/main" id="{77FF2D2D-74D6-45BB-A465-D4B8040F477A}"/>
                </a:ext>
              </a:extLst>
            </p:cNvPr>
            <p:cNvCxnSpPr/>
            <p:nvPr/>
          </p:nvCxnSpPr>
          <p:spPr>
            <a:xfrm flipV="1">
              <a:off x="1429402" y="2801946"/>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666" name="타원 665">
              <a:extLst>
                <a:ext uri="{FF2B5EF4-FFF2-40B4-BE49-F238E27FC236}">
                  <a16:creationId xmlns:a16="http://schemas.microsoft.com/office/drawing/2014/main" id="{989912D5-CE34-46C9-8A20-E238C61E3A95}"/>
                </a:ext>
              </a:extLst>
            </p:cNvPr>
            <p:cNvSpPr/>
            <p:nvPr/>
          </p:nvSpPr>
          <p:spPr>
            <a:xfrm>
              <a:off x="660385" y="2526428"/>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1</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667" name="타원 666">
              <a:extLst>
                <a:ext uri="{FF2B5EF4-FFF2-40B4-BE49-F238E27FC236}">
                  <a16:creationId xmlns:a16="http://schemas.microsoft.com/office/drawing/2014/main" id="{2C9B3D6F-DB30-4853-9847-395E05F8050C}"/>
                </a:ext>
              </a:extLst>
            </p:cNvPr>
            <p:cNvSpPr/>
            <p:nvPr/>
          </p:nvSpPr>
          <p:spPr>
            <a:xfrm>
              <a:off x="665983" y="3086052"/>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2</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668" name="타원 667">
              <a:extLst>
                <a:ext uri="{FF2B5EF4-FFF2-40B4-BE49-F238E27FC236}">
                  <a16:creationId xmlns:a16="http://schemas.microsoft.com/office/drawing/2014/main" id="{4A33149F-0972-4CF3-A16E-72E12A4255AE}"/>
                </a:ext>
              </a:extLst>
            </p:cNvPr>
            <p:cNvSpPr/>
            <p:nvPr/>
          </p:nvSpPr>
          <p:spPr>
            <a:xfrm>
              <a:off x="667983" y="3789791"/>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3</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669" name="타원 668">
              <a:extLst>
                <a:ext uri="{FF2B5EF4-FFF2-40B4-BE49-F238E27FC236}">
                  <a16:creationId xmlns:a16="http://schemas.microsoft.com/office/drawing/2014/main" id="{4D0F4BE0-8670-47A1-905B-C1FD7BF26CBC}"/>
                </a:ext>
              </a:extLst>
            </p:cNvPr>
            <p:cNvSpPr/>
            <p:nvPr/>
          </p:nvSpPr>
          <p:spPr>
            <a:xfrm>
              <a:off x="669636" y="4498814"/>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4</a:t>
              </a:r>
              <a:endParaRPr lang="ko-KR" altLang="en-US" sz="1200" dirty="0">
                <a:solidFill>
                  <a:schemeClr val="tx1"/>
                </a:solidFill>
                <a:latin typeface="helvetica" panose="020B0604020202020204" pitchFamily="34" charset="0"/>
                <a:cs typeface="helvetica" panose="020B0604020202020204" pitchFamily="34" charset="0"/>
              </a:endParaRPr>
            </a:p>
          </p:txBody>
        </p:sp>
        <p:cxnSp>
          <p:nvCxnSpPr>
            <p:cNvPr id="670" name="직선 연결선 669">
              <a:extLst>
                <a:ext uri="{FF2B5EF4-FFF2-40B4-BE49-F238E27FC236}">
                  <a16:creationId xmlns:a16="http://schemas.microsoft.com/office/drawing/2014/main" id="{2DAD37C8-C5E8-408C-94B2-7324EF77529D}"/>
                </a:ext>
              </a:extLst>
            </p:cNvPr>
            <p:cNvCxnSpPr/>
            <p:nvPr/>
          </p:nvCxnSpPr>
          <p:spPr>
            <a:xfrm>
              <a:off x="828746" y="3169983"/>
              <a:ext cx="2209624"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1" name="직선 연결선 670">
              <a:extLst>
                <a:ext uri="{FF2B5EF4-FFF2-40B4-BE49-F238E27FC236}">
                  <a16:creationId xmlns:a16="http://schemas.microsoft.com/office/drawing/2014/main" id="{A4A0601F-166F-4728-9D84-43D37B3E12CE}"/>
                </a:ext>
              </a:extLst>
            </p:cNvPr>
            <p:cNvCxnSpPr/>
            <p:nvPr/>
          </p:nvCxnSpPr>
          <p:spPr>
            <a:xfrm>
              <a:off x="827174" y="2607384"/>
              <a:ext cx="2209624" cy="0"/>
            </a:xfrm>
            <a:prstGeom prst="line">
              <a:avLst/>
            </a:prstGeom>
            <a:ln w="12700">
              <a:solidFill>
                <a:srgbClr val="7030A0"/>
              </a:solidFill>
              <a:prstDash val="dash"/>
            </a:ln>
          </p:spPr>
          <p:style>
            <a:lnRef idx="1">
              <a:schemeClr val="accent1"/>
            </a:lnRef>
            <a:fillRef idx="0">
              <a:schemeClr val="accent1"/>
            </a:fillRef>
            <a:effectRef idx="0">
              <a:schemeClr val="accent1"/>
            </a:effectRef>
            <a:fontRef idx="minor">
              <a:schemeClr val="tx1"/>
            </a:fontRef>
          </p:style>
        </p:cxnSp>
        <p:cxnSp>
          <p:nvCxnSpPr>
            <p:cNvPr id="672" name="직선 연결선 671">
              <a:extLst>
                <a:ext uri="{FF2B5EF4-FFF2-40B4-BE49-F238E27FC236}">
                  <a16:creationId xmlns:a16="http://schemas.microsoft.com/office/drawing/2014/main" id="{DDEAE091-340D-4E03-B999-FE184D7DF418}"/>
                </a:ext>
              </a:extLst>
            </p:cNvPr>
            <p:cNvCxnSpPr/>
            <p:nvPr/>
          </p:nvCxnSpPr>
          <p:spPr>
            <a:xfrm>
              <a:off x="835270" y="4579469"/>
              <a:ext cx="2209624"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73" name="직선 연결선 672">
              <a:extLst>
                <a:ext uri="{FF2B5EF4-FFF2-40B4-BE49-F238E27FC236}">
                  <a16:creationId xmlns:a16="http://schemas.microsoft.com/office/drawing/2014/main" id="{19D2ACD5-CA9A-4C12-BCE9-4154D64386E3}"/>
                </a:ext>
              </a:extLst>
            </p:cNvPr>
            <p:cNvCxnSpPr/>
            <p:nvPr/>
          </p:nvCxnSpPr>
          <p:spPr>
            <a:xfrm>
              <a:off x="828746" y="3863778"/>
              <a:ext cx="2209624" cy="0"/>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549" name="TextBox 548">
              <a:extLst>
                <a:ext uri="{FF2B5EF4-FFF2-40B4-BE49-F238E27FC236}">
                  <a16:creationId xmlns:a16="http://schemas.microsoft.com/office/drawing/2014/main" id="{5B74DC41-5EBD-432F-9350-62104927D3A8}"/>
                </a:ext>
              </a:extLst>
            </p:cNvPr>
            <p:cNvSpPr txBox="1"/>
            <p:nvPr/>
          </p:nvSpPr>
          <p:spPr>
            <a:xfrm>
              <a:off x="588010" y="3416938"/>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sp>
          <p:nvSpPr>
            <p:cNvPr id="550" name="TextBox 549">
              <a:extLst>
                <a:ext uri="{FF2B5EF4-FFF2-40B4-BE49-F238E27FC236}">
                  <a16:creationId xmlns:a16="http://schemas.microsoft.com/office/drawing/2014/main" id="{3470FF7E-11F4-4908-9642-128343D7EA93}"/>
                </a:ext>
              </a:extLst>
            </p:cNvPr>
            <p:cNvSpPr txBox="1"/>
            <p:nvPr/>
          </p:nvSpPr>
          <p:spPr>
            <a:xfrm>
              <a:off x="588010" y="4139223"/>
              <a:ext cx="288032" cy="338554"/>
            </a:xfrm>
            <a:prstGeom prst="rect">
              <a:avLst/>
            </a:prstGeom>
            <a:noFill/>
          </p:spPr>
          <p:txBody>
            <a:bodyPr wrap="square" rtlCol="0">
              <a:spAutoFit/>
            </a:bodyPr>
            <a:lstStyle/>
            <a:p>
              <a:r>
                <a:rPr lang="en-US" altLang="ko-KR" sz="1600" b="1">
                  <a:latin typeface="helvetica" panose="020B0604020202020204" pitchFamily="34" charset="0"/>
                  <a:cs typeface="helvetica" panose="020B0604020202020204" pitchFamily="34" charset="0"/>
                </a:rPr>
                <a:t>d</a:t>
              </a:r>
              <a:endParaRPr lang="ko-KR" altLang="en-US" sz="1600" b="1" dirty="0">
                <a:latin typeface="helvetica" panose="020B0604020202020204" pitchFamily="34" charset="0"/>
                <a:cs typeface="helvetica" panose="020B0604020202020204" pitchFamily="34" charset="0"/>
              </a:endParaRPr>
            </a:p>
          </p:txBody>
        </p:sp>
        <p:sp>
          <p:nvSpPr>
            <p:cNvPr id="551" name="TextBox 550">
              <a:extLst>
                <a:ext uri="{FF2B5EF4-FFF2-40B4-BE49-F238E27FC236}">
                  <a16:creationId xmlns:a16="http://schemas.microsoft.com/office/drawing/2014/main" id="{25939262-4C68-488F-B48C-7CC82C0A74FC}"/>
                </a:ext>
              </a:extLst>
            </p:cNvPr>
            <p:cNvSpPr txBox="1"/>
            <p:nvPr/>
          </p:nvSpPr>
          <p:spPr>
            <a:xfrm rot="10800000" flipV="1">
              <a:off x="1756866" y="1322825"/>
              <a:ext cx="277188" cy="184666"/>
            </a:xfrm>
            <a:prstGeom prst="rect">
              <a:avLst/>
            </a:prstGeom>
            <a:noFill/>
          </p:spPr>
          <p:txBody>
            <a:bodyPr wrap="square" rtlCol="0" anchor="ctr">
              <a:spAutoFit/>
            </a:bodyPr>
            <a:lstStyle/>
            <a:p>
              <a:pPr algn="ctr"/>
              <a:r>
                <a:rPr lang="en-US" altLang="ko-KR" sz="600" b="1">
                  <a:solidFill>
                    <a:schemeClr val="bg1"/>
                  </a:solidFill>
                  <a:latin typeface="helvetica" panose="020B0604020202020204" pitchFamily="34" charset="0"/>
                  <a:cs typeface="helvetica" panose="020B0604020202020204" pitchFamily="34" charset="0"/>
                </a:rPr>
                <a:t>27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554" name="TextBox 553">
              <a:extLst>
                <a:ext uri="{FF2B5EF4-FFF2-40B4-BE49-F238E27FC236}">
                  <a16:creationId xmlns:a16="http://schemas.microsoft.com/office/drawing/2014/main" id="{ADB00783-11F2-41BB-AA4C-230102AFFD21}"/>
                </a:ext>
              </a:extLst>
            </p:cNvPr>
            <p:cNvSpPr txBox="1"/>
            <p:nvPr/>
          </p:nvSpPr>
          <p:spPr>
            <a:xfrm rot="10800000" flipV="1">
              <a:off x="1856418" y="1322824"/>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28</a:t>
              </a:r>
              <a:endParaRPr lang="ko-KR" altLang="en-US" sz="600" b="1" dirty="0">
                <a:solidFill>
                  <a:schemeClr val="bg1"/>
                </a:solidFill>
                <a:latin typeface="helvetica" panose="020B0604020202020204" pitchFamily="34" charset="0"/>
                <a:cs typeface="helvetica" panose="020B0604020202020204" pitchFamily="34" charset="0"/>
              </a:endParaRPr>
            </a:p>
          </p:txBody>
        </p:sp>
        <p:cxnSp>
          <p:nvCxnSpPr>
            <p:cNvPr id="594" name="직선 화살표 연결선 593">
              <a:extLst>
                <a:ext uri="{FF2B5EF4-FFF2-40B4-BE49-F238E27FC236}">
                  <a16:creationId xmlns:a16="http://schemas.microsoft.com/office/drawing/2014/main" id="{549F8AE6-E112-45A3-8202-6667052C5D92}"/>
                </a:ext>
              </a:extLst>
            </p:cNvPr>
            <p:cNvCxnSpPr>
              <a:cxnSpLocks/>
            </p:cNvCxnSpPr>
            <p:nvPr/>
          </p:nvCxnSpPr>
          <p:spPr>
            <a:xfrm flipH="1">
              <a:off x="1984014" y="1916234"/>
              <a:ext cx="169823"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07" name="직선 화살표 연결선 606">
              <a:extLst>
                <a:ext uri="{FF2B5EF4-FFF2-40B4-BE49-F238E27FC236}">
                  <a16:creationId xmlns:a16="http://schemas.microsoft.com/office/drawing/2014/main" id="{5B2B4041-F797-454B-AF5D-3F05BC114DB1}"/>
                </a:ext>
              </a:extLst>
            </p:cNvPr>
            <p:cNvCxnSpPr>
              <a:cxnSpLocks/>
            </p:cNvCxnSpPr>
            <p:nvPr/>
          </p:nvCxnSpPr>
          <p:spPr>
            <a:xfrm rot="10800000" flipH="1">
              <a:off x="1740949" y="1916234"/>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08" name="직선 연결선 607">
              <a:extLst>
                <a:ext uri="{FF2B5EF4-FFF2-40B4-BE49-F238E27FC236}">
                  <a16:creationId xmlns:a16="http://schemas.microsoft.com/office/drawing/2014/main" id="{875A4525-A830-471A-865C-618AB6223E46}"/>
                </a:ext>
              </a:extLst>
            </p:cNvPr>
            <p:cNvCxnSpPr>
              <a:cxnSpLocks/>
            </p:cNvCxnSpPr>
            <p:nvPr/>
          </p:nvCxnSpPr>
          <p:spPr>
            <a:xfrm rot="10800000">
              <a:off x="1986709" y="1873482"/>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09" name="직선 연결선 608">
              <a:extLst>
                <a:ext uri="{FF2B5EF4-FFF2-40B4-BE49-F238E27FC236}">
                  <a16:creationId xmlns:a16="http://schemas.microsoft.com/office/drawing/2014/main" id="{829EA924-F5C8-4D80-8CC6-0EEE6F1C589E}"/>
                </a:ext>
              </a:extLst>
            </p:cNvPr>
            <p:cNvCxnSpPr/>
            <p:nvPr/>
          </p:nvCxnSpPr>
          <p:spPr>
            <a:xfrm rot="10800000">
              <a:off x="1902910" y="1873482"/>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10" name="TextBox 609">
              <a:extLst>
                <a:ext uri="{FF2B5EF4-FFF2-40B4-BE49-F238E27FC236}">
                  <a16:creationId xmlns:a16="http://schemas.microsoft.com/office/drawing/2014/main" id="{AEE949C2-4085-41A2-96A8-A2B9953FE7F8}"/>
                </a:ext>
              </a:extLst>
            </p:cNvPr>
            <p:cNvSpPr txBox="1"/>
            <p:nvPr/>
          </p:nvSpPr>
          <p:spPr>
            <a:xfrm>
              <a:off x="1578073" y="1914877"/>
              <a:ext cx="700860" cy="215444"/>
            </a:xfrm>
            <a:prstGeom prst="rect">
              <a:avLst/>
            </a:prstGeom>
            <a:noFill/>
          </p:spPr>
          <p:txBody>
            <a:bodyPr wrap="square" rtlCol="0">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375±5 nm</a:t>
              </a:r>
              <a:endParaRPr lang="ko-KR" altLang="en-US" sz="800" dirty="0">
                <a:solidFill>
                  <a:schemeClr val="bg1"/>
                </a:solidFill>
                <a:latin typeface="helvetica" panose="020B0604020202020204" pitchFamily="34" charset="0"/>
                <a:cs typeface="helvetica" panose="020B0604020202020204" pitchFamily="34" charset="0"/>
              </a:endParaRPr>
            </a:p>
          </p:txBody>
        </p:sp>
      </p:grpSp>
      <p:sp>
        <p:nvSpPr>
          <p:cNvPr id="616" name="TextBox 615">
            <a:extLst>
              <a:ext uri="{FF2B5EF4-FFF2-40B4-BE49-F238E27FC236}">
                <a16:creationId xmlns:a16="http://schemas.microsoft.com/office/drawing/2014/main" id="{06300B39-82B0-4FDB-A98D-98C990893ACD}"/>
              </a:ext>
            </a:extLst>
          </p:cNvPr>
          <p:cNvSpPr txBox="1"/>
          <p:nvPr/>
        </p:nvSpPr>
        <p:spPr>
          <a:xfrm>
            <a:off x="587527" y="5185786"/>
            <a:ext cx="5557321" cy="2372573"/>
          </a:xfrm>
          <a:prstGeom prst="rect">
            <a:avLst/>
          </a:prstGeom>
          <a:noFill/>
        </p:spPr>
        <p:txBody>
          <a:bodyPr wrap="square">
            <a:spAutoFit/>
          </a:bodyPr>
          <a:lstStyle/>
          <a:p>
            <a:pPr algn="just" latinLnBrk="1">
              <a:lnSpc>
                <a:spcPct val="150000"/>
              </a:lnSpc>
              <a:spcAft>
                <a:spcPts val="1000"/>
              </a:spcAft>
            </a:pP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Fig. 5</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Experimental test of resolution enhancement with NS-SOFI technique.</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a</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SEM image of a ruler pattern milled on 30 nm-thick gold layer deposited on top of a coverslip. Each line dip is labeled with fluorescent colloidal quantum dots to provide a reference length for fluorescence imaging system under test. Total of 44 lines are numbered as indicators of the individual lines.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b</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 diffraction-limited mean image is defined as the average of a set of fluorescent images acquired under dynamic near-field speckle patterns. </a:t>
            </a:r>
            <a:r>
              <a:rPr lang="en-US" altLang="ko-KR" sz="1000" b="1" kern="100" dirty="0" err="1">
                <a:effectLst/>
                <a:latin typeface="Times New Roman" panose="02020603050405020304" pitchFamily="18" charset="0"/>
                <a:ea typeface="맑은 고딕" panose="020B0503020000020004" pitchFamily="34" charset="-127"/>
                <a:cs typeface="Times New Roman" panose="02020603050405020304" pitchFamily="18" charset="0"/>
              </a:rPr>
              <a:t>c,d</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2</a:t>
            </a:r>
            <a:r>
              <a:rPr lang="en-US" altLang="ko-KR" sz="1000" b="0" kern="100" baseline="30000" dirty="0">
                <a:effectLst/>
                <a:latin typeface="Times New Roman" panose="02020603050405020304" pitchFamily="18" charset="0"/>
                <a:ea typeface="맑은 고딕" panose="020B0503020000020004" pitchFamily="34" charset="-127"/>
                <a:cs typeface="Times New Roman" panose="02020603050405020304" pitchFamily="18" charset="0"/>
              </a:rPr>
              <a:t>nd</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and 3</a:t>
            </a:r>
            <a:r>
              <a:rPr lang="en-US" altLang="ko-KR" sz="1000" b="0" kern="100" baseline="30000" dirty="0">
                <a:effectLst/>
                <a:latin typeface="Times New Roman" panose="02020603050405020304" pitchFamily="18" charset="0"/>
                <a:ea typeface="맑은 고딕" panose="020B0503020000020004" pitchFamily="34" charset="-127"/>
                <a:cs typeface="Times New Roman" panose="02020603050405020304" pitchFamily="18" charset="0"/>
              </a:rPr>
              <a:t>rd</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NS-SOFI images of the fluorescent line arrays in the second row (from line 17 to 44).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e</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Cross-sectional intensity profiles taken over the mean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b</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2</a:t>
            </a:r>
            <a:r>
              <a:rPr lang="en-US" altLang="ko-KR" sz="1000" b="0" kern="100" baseline="30000" dirty="0">
                <a:effectLst/>
                <a:latin typeface="Times New Roman" panose="02020603050405020304" pitchFamily="18" charset="0"/>
                <a:ea typeface="맑은 고딕" panose="020B0503020000020004" pitchFamily="34" charset="-127"/>
                <a:cs typeface="Times New Roman" panose="02020603050405020304" pitchFamily="18" charset="0"/>
              </a:rPr>
              <a:t>nd</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and 3</a:t>
            </a:r>
            <a:r>
              <a:rPr lang="en-US" altLang="ko-KR" sz="1000" b="0" kern="100" baseline="30000" dirty="0">
                <a:effectLst/>
                <a:latin typeface="Times New Roman" panose="02020603050405020304" pitchFamily="18" charset="0"/>
                <a:ea typeface="맑은 고딕" panose="020B0503020000020004" pitchFamily="34" charset="-127"/>
                <a:cs typeface="Times New Roman" panose="02020603050405020304" pitchFamily="18" charset="0"/>
              </a:rPr>
              <a:t>rd</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NS-SOFI images (</a:t>
            </a:r>
            <a:r>
              <a:rPr lang="en-US" altLang="ko-KR" sz="1000" b="1" kern="100" dirty="0" err="1">
                <a:effectLst/>
                <a:latin typeface="Times New Roman" panose="02020603050405020304" pitchFamily="18" charset="0"/>
                <a:ea typeface="맑은 고딕" panose="020B0503020000020004" pitchFamily="34" charset="-127"/>
                <a:cs typeface="Times New Roman" panose="02020603050405020304" pitchFamily="18" charset="0"/>
              </a:rPr>
              <a:t>c</a:t>
            </a:r>
            <a:r>
              <a:rPr lang="en-US" altLang="ko-KR" sz="1000" b="0" kern="100" dirty="0" err="1">
                <a:effectLst/>
                <a:latin typeface="Times New Roman" panose="02020603050405020304" pitchFamily="18" charset="0"/>
                <a:ea typeface="맑은 고딕" panose="020B0503020000020004" pitchFamily="34" charset="-127"/>
                <a:cs typeface="Times New Roman" panose="02020603050405020304" pitchFamily="18" charset="0"/>
              </a:rPr>
              <a:t>,</a:t>
            </a:r>
            <a:r>
              <a:rPr lang="en-US" altLang="ko-KR" sz="1000" b="1" kern="100" dirty="0" err="1">
                <a:effectLst/>
                <a:latin typeface="Times New Roman" panose="02020603050405020304" pitchFamily="18" charset="0"/>
                <a:ea typeface="맑은 고딕" panose="020B0503020000020004" pitchFamily="34" charset="-127"/>
                <a:cs typeface="Times New Roman" panose="02020603050405020304" pitchFamily="18" charset="0"/>
              </a:rPr>
              <a:t>d</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More than 20 intensity profiles are taken in parallel to the dashed lines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sym typeface="Wingdings" panose="05000000000000000000" pitchFamily="2" charset="2"/>
              </a:rPr>
              <a:t></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-purple,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sym typeface="Wingdings" panose="05000000000000000000" pitchFamily="2" charset="2"/>
              </a:rPr>
              <a:t></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-black,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sym typeface="Wingdings" panose="05000000000000000000" pitchFamily="2" charset="2"/>
              </a:rPr>
              <a:t></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-blue, and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sym typeface="Wingdings" panose="05000000000000000000" pitchFamily="2" charset="2"/>
              </a:rPr>
              <a:t></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-red) and then averaged to produce a single representative intensity profile as shown in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e</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from which the lateral spatial resolution of each fluorescent image is measured. </a:t>
            </a:r>
            <a:r>
              <a:rPr lang="en-US" altLang="ko-KR" sz="1000" b="0" kern="100" dirty="0">
                <a:effectLst/>
                <a:latin typeface="Times New Roman" panose="02020603050405020304" pitchFamily="18" charset="0"/>
                <a:ea typeface="SimSun" panose="02010600030101010101" pitchFamily="2" charset="-122"/>
                <a:cs typeface="Times New Roman" panose="02020603050405020304" pitchFamily="18" charset="0"/>
              </a:rPr>
              <a:t>Scale bars: </a:t>
            </a:r>
            <a:r>
              <a:rPr lang="en-US" altLang="ko-KR" sz="1000" b="1" kern="100" dirty="0">
                <a:effectLst/>
                <a:latin typeface="Times New Roman" panose="02020603050405020304" pitchFamily="18" charset="0"/>
                <a:ea typeface="SimSun" panose="02010600030101010101" pitchFamily="2" charset="-122"/>
                <a:cs typeface="Times New Roman" panose="02020603050405020304" pitchFamily="18" charset="0"/>
              </a:rPr>
              <a:t>a-d</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1 </a:t>
            </a:r>
            <a:r>
              <a:rPr lang="en-US" altLang="ko-KR" sz="1000" b="0" kern="100" dirty="0">
                <a:effectLst/>
                <a:latin typeface="Symbol" panose="05050102010706020507" pitchFamily="18" charset="2"/>
                <a:ea typeface="맑은 고딕" panose="020B0503020000020004" pitchFamily="34" charset="-127"/>
                <a:cs typeface="Times New Roman" panose="02020603050405020304" pitchFamily="18" charset="0"/>
              </a:rPr>
              <a:t>m</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m.</a:t>
            </a:r>
            <a:endParaRPr lang="ko-KR" altLang="ko-KR" sz="1000" b="1" kern="100" dirty="0">
              <a:effectLst/>
              <a:latin typeface="맑은 고딕" panose="020B0503020000020004" pitchFamily="34" charset="-127"/>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1153322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AD63856-70D2-476B-A90E-048918828A4E}"/>
              </a:ext>
            </a:extLst>
          </p:cNvPr>
          <p:cNvGrpSpPr/>
          <p:nvPr/>
        </p:nvGrpSpPr>
        <p:grpSpPr>
          <a:xfrm>
            <a:off x="588010" y="643572"/>
            <a:ext cx="5759134" cy="4324392"/>
            <a:chOff x="588010" y="643572"/>
            <a:chExt cx="5759134" cy="4324392"/>
          </a:xfrm>
        </p:grpSpPr>
        <p:pic>
          <p:nvPicPr>
            <p:cNvPr id="3" name="Picture 206">
              <a:extLst>
                <a:ext uri="{FF2B5EF4-FFF2-40B4-BE49-F238E27FC236}">
                  <a16:creationId xmlns:a16="http://schemas.microsoft.com/office/drawing/2014/main" id="{7CFAAAC1-9063-4EAE-A4E7-7CD3AC7C6E3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9811" t="-1" r="7169" b="45988"/>
            <a:stretch/>
          </p:blipFill>
          <p:spPr bwMode="auto">
            <a:xfrm rot="10800000">
              <a:off x="875284" y="4236101"/>
              <a:ext cx="2119853" cy="71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D:\Choi_young\Key Data\20180328-0411_NA0.9 lines WFM, S-SOFI\SEM\#test_002.tif">
              <a:extLst>
                <a:ext uri="{FF2B5EF4-FFF2-40B4-BE49-F238E27FC236}">
                  <a16:creationId xmlns:a16="http://schemas.microsoft.com/office/drawing/2014/main" id="{CB5FCE51-6A6F-4FBF-9750-90B479D4FA2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234" b="21270"/>
            <a:stretch/>
          </p:blipFill>
          <p:spPr bwMode="auto">
            <a:xfrm rot="10800000">
              <a:off x="883062" y="751204"/>
              <a:ext cx="2120006" cy="137631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8149662-6427-4816-A060-87A16DC54EB6}"/>
                </a:ext>
              </a:extLst>
            </p:cNvPr>
            <p:cNvSpPr txBox="1"/>
            <p:nvPr/>
          </p:nvSpPr>
          <p:spPr>
            <a:xfrm>
              <a:off x="2112683" y="1919766"/>
              <a:ext cx="700860" cy="215444"/>
            </a:xfrm>
            <a:prstGeom prst="rect">
              <a:avLst/>
            </a:prstGeom>
            <a:noFill/>
          </p:spPr>
          <p:txBody>
            <a:bodyPr wrap="square" rtlCol="0">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324±5 nm</a:t>
              </a:r>
              <a:endParaRPr lang="ko-KR" altLang="en-US" sz="800" dirty="0">
                <a:solidFill>
                  <a:schemeClr val="bg1"/>
                </a:solidFill>
                <a:latin typeface="helvetica" panose="020B0604020202020204" pitchFamily="34" charset="0"/>
                <a:cs typeface="helvetica" panose="020B0604020202020204" pitchFamily="34" charset="0"/>
              </a:endParaRPr>
            </a:p>
          </p:txBody>
        </p:sp>
        <p:cxnSp>
          <p:nvCxnSpPr>
            <p:cNvPr id="6" name="직선 화살표 연결선 5">
              <a:extLst>
                <a:ext uri="{FF2B5EF4-FFF2-40B4-BE49-F238E27FC236}">
                  <a16:creationId xmlns:a16="http://schemas.microsoft.com/office/drawing/2014/main" id="{2F55BEA2-ABC1-4CD2-AAFC-E9A48D3E255A}"/>
                </a:ext>
              </a:extLst>
            </p:cNvPr>
            <p:cNvCxnSpPr>
              <a:cxnSpLocks/>
            </p:cNvCxnSpPr>
            <p:nvPr/>
          </p:nvCxnSpPr>
          <p:spPr>
            <a:xfrm rot="10800000">
              <a:off x="2412657" y="1919247"/>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3734BF0-A144-46FA-951C-FFE6E0C91431}"/>
                </a:ext>
              </a:extLst>
            </p:cNvPr>
            <p:cNvSpPr txBox="1"/>
            <p:nvPr/>
          </p:nvSpPr>
          <p:spPr>
            <a:xfrm rot="10800000" flipV="1">
              <a:off x="883592" y="731937"/>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D5CEB2F7-40E3-41E2-A9B0-7A62F935DEF1}"/>
                </a:ext>
              </a:extLst>
            </p:cNvPr>
            <p:cNvSpPr txBox="1"/>
            <p:nvPr/>
          </p:nvSpPr>
          <p:spPr>
            <a:xfrm rot="10800000" flipV="1">
              <a:off x="1329796" y="731937"/>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03F629D0-8A59-499C-ABA0-888BA8CC57C4}"/>
                </a:ext>
              </a:extLst>
            </p:cNvPr>
            <p:cNvSpPr txBox="1"/>
            <p:nvPr/>
          </p:nvSpPr>
          <p:spPr>
            <a:xfrm rot="10800000" flipV="1">
              <a:off x="1186990" y="731937"/>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a:t>
              </a:r>
              <a:endParaRPr lang="ko-KR" altLang="en-US" sz="600" b="1" dirty="0">
                <a:solidFill>
                  <a:schemeClr val="bg1"/>
                </a:solidFill>
                <a:latin typeface="helvetica" panose="020B0604020202020204" pitchFamily="34" charset="0"/>
                <a:cs typeface="helvetica" panose="020B0604020202020204" pitchFamily="34" charset="0"/>
              </a:endParaRPr>
            </a:p>
          </p:txBody>
        </p:sp>
        <p:cxnSp>
          <p:nvCxnSpPr>
            <p:cNvPr id="10" name="직선 화살표 연결선 9">
              <a:extLst>
                <a:ext uri="{FF2B5EF4-FFF2-40B4-BE49-F238E27FC236}">
                  <a16:creationId xmlns:a16="http://schemas.microsoft.com/office/drawing/2014/main" id="{D91B4CA7-5A51-4257-8FB6-9BC3B7BBE005}"/>
                </a:ext>
              </a:extLst>
            </p:cNvPr>
            <p:cNvCxnSpPr>
              <a:cxnSpLocks/>
            </p:cNvCxnSpPr>
            <p:nvPr/>
          </p:nvCxnSpPr>
          <p:spPr>
            <a:xfrm rot="10800000" flipH="1">
              <a:off x="2194993" y="1919247"/>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A28DD29C-CEB4-446F-B7FC-CF25DF28DFBB}"/>
                </a:ext>
              </a:extLst>
            </p:cNvPr>
            <p:cNvCxnSpPr>
              <a:cxnSpLocks/>
            </p:cNvCxnSpPr>
            <p:nvPr/>
          </p:nvCxnSpPr>
          <p:spPr>
            <a:xfrm rot="10800000">
              <a:off x="1417131" y="1305250"/>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1D6B6321-D218-4111-BDD2-081ACBC07A80}"/>
                </a:ext>
              </a:extLst>
            </p:cNvPr>
            <p:cNvCxnSpPr>
              <a:cxnSpLocks/>
            </p:cNvCxnSpPr>
            <p:nvPr/>
          </p:nvCxnSpPr>
          <p:spPr>
            <a:xfrm rot="10800000" flipH="1">
              <a:off x="1108841" y="1304030"/>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D1A5880-F139-4DF8-AB9D-506619FD1908}"/>
                </a:ext>
              </a:extLst>
            </p:cNvPr>
            <p:cNvSpPr txBox="1"/>
            <p:nvPr/>
          </p:nvSpPr>
          <p:spPr>
            <a:xfrm rot="10800000" flipV="1">
              <a:off x="2815130" y="1327714"/>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14" name="TextBox 13">
              <a:extLst>
                <a:ext uri="{FF2B5EF4-FFF2-40B4-BE49-F238E27FC236}">
                  <a16:creationId xmlns:a16="http://schemas.microsoft.com/office/drawing/2014/main" id="{10A55F1D-498D-425C-9860-4D3B11C389C5}"/>
                </a:ext>
              </a:extLst>
            </p:cNvPr>
            <p:cNvSpPr txBox="1"/>
            <p:nvPr/>
          </p:nvSpPr>
          <p:spPr>
            <a:xfrm rot="10800000" flipV="1">
              <a:off x="784212" y="1327406"/>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15" name="TextBox 14">
              <a:extLst>
                <a:ext uri="{FF2B5EF4-FFF2-40B4-BE49-F238E27FC236}">
                  <a16:creationId xmlns:a16="http://schemas.microsoft.com/office/drawing/2014/main" id="{83907B3D-0A49-4529-AFBE-4D6B514C76CA}"/>
                </a:ext>
              </a:extLst>
            </p:cNvPr>
            <p:cNvSpPr txBox="1"/>
            <p:nvPr/>
          </p:nvSpPr>
          <p:spPr>
            <a:xfrm rot="10800000" flipV="1">
              <a:off x="2815130" y="731937"/>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16</a:t>
              </a:r>
              <a:endParaRPr lang="ko-KR" altLang="en-US" sz="600" b="1" dirty="0">
                <a:solidFill>
                  <a:schemeClr val="bg1"/>
                </a:solidFill>
                <a:latin typeface="helvetica" panose="020B0604020202020204" pitchFamily="34" charset="0"/>
                <a:cs typeface="helvetica" panose="020B0604020202020204" pitchFamily="34" charset="0"/>
              </a:endParaRPr>
            </a:p>
          </p:txBody>
        </p:sp>
        <p:cxnSp>
          <p:nvCxnSpPr>
            <p:cNvPr id="16" name="직선 연결선 15">
              <a:extLst>
                <a:ext uri="{FF2B5EF4-FFF2-40B4-BE49-F238E27FC236}">
                  <a16:creationId xmlns:a16="http://schemas.microsoft.com/office/drawing/2014/main" id="{A5373274-F950-4B9C-8EC8-ACAAC16457A3}"/>
                </a:ext>
              </a:extLst>
            </p:cNvPr>
            <p:cNvCxnSpPr>
              <a:cxnSpLocks/>
            </p:cNvCxnSpPr>
            <p:nvPr/>
          </p:nvCxnSpPr>
          <p:spPr>
            <a:xfrm rot="10800000">
              <a:off x="2415353" y="1876495"/>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CD511C39-B2F6-40C4-9EA6-D6C75A619E15}"/>
                </a:ext>
              </a:extLst>
            </p:cNvPr>
            <p:cNvCxnSpPr/>
            <p:nvPr/>
          </p:nvCxnSpPr>
          <p:spPr>
            <a:xfrm rot="10800000">
              <a:off x="2356954" y="1876495"/>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4022FB20-3B53-4B27-8B2B-B40A9E669283}"/>
                </a:ext>
              </a:extLst>
            </p:cNvPr>
            <p:cNvCxnSpPr/>
            <p:nvPr/>
          </p:nvCxnSpPr>
          <p:spPr>
            <a:xfrm rot="10800000">
              <a:off x="1419548" y="1260867"/>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F4D03670-2CE7-4125-88E8-94409306F906}"/>
                </a:ext>
              </a:extLst>
            </p:cNvPr>
            <p:cNvCxnSpPr/>
            <p:nvPr/>
          </p:nvCxnSpPr>
          <p:spPr>
            <a:xfrm rot="10800000">
              <a:off x="1269121" y="1260866"/>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8687063-FA3D-487B-B6F0-9C58A9574515}"/>
                </a:ext>
              </a:extLst>
            </p:cNvPr>
            <p:cNvSpPr txBox="1"/>
            <p:nvPr/>
          </p:nvSpPr>
          <p:spPr>
            <a:xfrm>
              <a:off x="588010" y="649922"/>
              <a:ext cx="288032" cy="338554"/>
            </a:xfrm>
            <a:prstGeom prst="rect">
              <a:avLst/>
            </a:prstGeom>
            <a:noFill/>
          </p:spPr>
          <p:txBody>
            <a:bodyPr wrap="square" rtlCol="0" anchor="ctr">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21" name="TextBox 20">
              <a:extLst>
                <a:ext uri="{FF2B5EF4-FFF2-40B4-BE49-F238E27FC236}">
                  <a16:creationId xmlns:a16="http://schemas.microsoft.com/office/drawing/2014/main" id="{7C570D88-FA34-482B-9FF3-64DAFEE9CA8D}"/>
                </a:ext>
              </a:extLst>
            </p:cNvPr>
            <p:cNvSpPr txBox="1"/>
            <p:nvPr/>
          </p:nvSpPr>
          <p:spPr>
            <a:xfrm>
              <a:off x="588010" y="2134654"/>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22" name="TextBox 21">
              <a:extLst>
                <a:ext uri="{FF2B5EF4-FFF2-40B4-BE49-F238E27FC236}">
                  <a16:creationId xmlns:a16="http://schemas.microsoft.com/office/drawing/2014/main" id="{DD84E0A0-07A2-4B9B-AB4C-B2703FDE0766}"/>
                </a:ext>
              </a:extLst>
            </p:cNvPr>
            <p:cNvSpPr txBox="1"/>
            <p:nvPr/>
          </p:nvSpPr>
          <p:spPr>
            <a:xfrm>
              <a:off x="3063944" y="643572"/>
              <a:ext cx="288032" cy="338554"/>
            </a:xfrm>
            <a:prstGeom prst="rect">
              <a:avLst/>
            </a:prstGeom>
            <a:noFill/>
          </p:spPr>
          <p:txBody>
            <a:bodyPr wrap="square" rtlCol="0" anchor="ctr">
              <a:spAutoFit/>
            </a:bodyPr>
            <a:lstStyle/>
            <a:p>
              <a:r>
                <a:rPr lang="en-US" altLang="ko-KR" sz="1600" b="1">
                  <a:latin typeface="helvetica" panose="020B0604020202020204" pitchFamily="34" charset="0"/>
                  <a:cs typeface="helvetica" panose="020B0604020202020204" pitchFamily="34" charset="0"/>
                </a:rPr>
                <a:t>e</a:t>
              </a:r>
              <a:endParaRPr lang="ko-KR" altLang="en-US" sz="1600" b="1" dirty="0">
                <a:latin typeface="helvetica" panose="020B0604020202020204" pitchFamily="34" charset="0"/>
                <a:cs typeface="helvetica" panose="020B0604020202020204" pitchFamily="34" charset="0"/>
              </a:endParaRPr>
            </a:p>
          </p:txBody>
        </p:sp>
        <p:sp>
          <p:nvSpPr>
            <p:cNvPr id="23" name="TextBox 22">
              <a:extLst>
                <a:ext uri="{FF2B5EF4-FFF2-40B4-BE49-F238E27FC236}">
                  <a16:creationId xmlns:a16="http://schemas.microsoft.com/office/drawing/2014/main" id="{5F49867D-320F-45E9-A37D-46EAB05EA543}"/>
                </a:ext>
              </a:extLst>
            </p:cNvPr>
            <p:cNvSpPr txBox="1"/>
            <p:nvPr/>
          </p:nvSpPr>
          <p:spPr>
            <a:xfrm>
              <a:off x="946768" y="1296110"/>
              <a:ext cx="796273" cy="215444"/>
            </a:xfrm>
            <a:prstGeom prst="rect">
              <a:avLst/>
            </a:prstGeom>
            <a:noFill/>
          </p:spPr>
          <p:txBody>
            <a:bodyPr wrap="square" rtlCol="0">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742±5 nm</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4" name="TextBox 23">
              <a:extLst>
                <a:ext uri="{FF2B5EF4-FFF2-40B4-BE49-F238E27FC236}">
                  <a16:creationId xmlns:a16="http://schemas.microsoft.com/office/drawing/2014/main" id="{E8242946-AE11-417B-939C-348E4753B5CB}"/>
                </a:ext>
              </a:extLst>
            </p:cNvPr>
            <p:cNvSpPr txBox="1"/>
            <p:nvPr/>
          </p:nvSpPr>
          <p:spPr>
            <a:xfrm rot="10800000" flipV="1">
              <a:off x="2295892" y="1322825"/>
              <a:ext cx="27717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25" name="TextBox 24">
              <a:extLst>
                <a:ext uri="{FF2B5EF4-FFF2-40B4-BE49-F238E27FC236}">
                  <a16:creationId xmlns:a16="http://schemas.microsoft.com/office/drawing/2014/main" id="{C27ED3C5-D6DF-41B1-81A1-442C96A94C18}"/>
                </a:ext>
              </a:extLst>
            </p:cNvPr>
            <p:cNvSpPr txBox="1"/>
            <p:nvPr/>
          </p:nvSpPr>
          <p:spPr>
            <a:xfrm rot="10800000" flipV="1">
              <a:off x="2203750" y="1322825"/>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33</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26" name="제목 1">
              <a:extLst>
                <a:ext uri="{FF2B5EF4-FFF2-40B4-BE49-F238E27FC236}">
                  <a16:creationId xmlns:a16="http://schemas.microsoft.com/office/drawing/2014/main" id="{CADFB386-177E-4B6B-98B1-50DD1A8A040F}"/>
                </a:ext>
              </a:extLst>
            </p:cNvPr>
            <p:cNvSpPr txBox="1">
              <a:spLocks/>
            </p:cNvSpPr>
            <p:nvPr/>
          </p:nvSpPr>
          <p:spPr>
            <a:xfrm>
              <a:off x="750337" y="1943199"/>
              <a:ext cx="518783" cy="215862"/>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solidFill>
                    <a:schemeClr val="bg1"/>
                  </a:solidFill>
                  <a:latin typeface="helvetica" panose="020B0604020202020204" pitchFamily="34" charset="0"/>
                  <a:cs typeface="helvetica" panose="020B0604020202020204" pitchFamily="34" charset="0"/>
                </a:rPr>
                <a:t>SEM</a:t>
              </a:r>
              <a:endParaRPr lang="ko-KR" altLang="en-US" sz="800" dirty="0">
                <a:solidFill>
                  <a:schemeClr val="bg1"/>
                </a:solidFill>
                <a:latin typeface="helvetica" panose="020B0604020202020204" pitchFamily="34" charset="0"/>
                <a:cs typeface="helvetica" panose="020B0604020202020204" pitchFamily="34" charset="0"/>
              </a:endParaRPr>
            </a:p>
          </p:txBody>
        </p:sp>
        <p:pic>
          <p:nvPicPr>
            <p:cNvPr id="27" name="Picture 146">
              <a:extLst>
                <a:ext uri="{FF2B5EF4-FFF2-40B4-BE49-F238E27FC236}">
                  <a16:creationId xmlns:a16="http://schemas.microsoft.com/office/drawing/2014/main" id="{86BD55CD-E54F-41F8-8952-4A8BC6EF0FC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40" t="3130" r="7045"/>
            <a:stretch/>
          </p:blipFill>
          <p:spPr bwMode="auto">
            <a:xfrm rot="10800000">
              <a:off x="879885" y="2218454"/>
              <a:ext cx="2120007" cy="127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그림 27">
              <a:extLst>
                <a:ext uri="{FF2B5EF4-FFF2-40B4-BE49-F238E27FC236}">
                  <a16:creationId xmlns:a16="http://schemas.microsoft.com/office/drawing/2014/main" id="{9EEDCB4D-CE6D-42E5-85F1-77297C60449B}"/>
                </a:ext>
              </a:extLst>
            </p:cNvPr>
            <p:cNvPicPr>
              <a:picLocks noChangeAspect="1"/>
            </p:cNvPicPr>
            <p:nvPr/>
          </p:nvPicPr>
          <p:blipFill rotWithShape="1">
            <a:blip r:embed="rId5"/>
            <a:srcRect l="8818" t="1512" r="3896" b="48482"/>
            <a:stretch/>
          </p:blipFill>
          <p:spPr>
            <a:xfrm rot="10800000">
              <a:off x="875283" y="3521205"/>
              <a:ext cx="2124239" cy="689949"/>
            </a:xfrm>
            <a:prstGeom prst="rect">
              <a:avLst/>
            </a:prstGeom>
          </p:spPr>
        </p:pic>
        <p:cxnSp>
          <p:nvCxnSpPr>
            <p:cNvPr id="29" name="직선 연결선 28">
              <a:extLst>
                <a:ext uri="{FF2B5EF4-FFF2-40B4-BE49-F238E27FC236}">
                  <a16:creationId xmlns:a16="http://schemas.microsoft.com/office/drawing/2014/main" id="{93F0E777-DE01-4901-8221-01ECCC31D4DE}"/>
                </a:ext>
              </a:extLst>
            </p:cNvPr>
            <p:cNvCxnSpPr>
              <a:cxnSpLocks/>
            </p:cNvCxnSpPr>
            <p:nvPr/>
          </p:nvCxnSpPr>
          <p:spPr>
            <a:xfrm>
              <a:off x="2769457" y="3441741"/>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88E3F7E5-B943-40D8-B584-70AB975AF24D}"/>
                </a:ext>
              </a:extLst>
            </p:cNvPr>
            <p:cNvCxnSpPr>
              <a:cxnSpLocks/>
            </p:cNvCxnSpPr>
            <p:nvPr/>
          </p:nvCxnSpPr>
          <p:spPr>
            <a:xfrm>
              <a:off x="2773991" y="2074903"/>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DAB68E9A-2596-40E7-8686-62CEE6BC27EC}"/>
                </a:ext>
              </a:extLst>
            </p:cNvPr>
            <p:cNvCxnSpPr>
              <a:cxnSpLocks/>
            </p:cNvCxnSpPr>
            <p:nvPr/>
          </p:nvCxnSpPr>
          <p:spPr>
            <a:xfrm>
              <a:off x="2763957" y="4159649"/>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B0B11603-F2FD-4229-BF23-B701F9611CB2}"/>
                </a:ext>
              </a:extLst>
            </p:cNvPr>
            <p:cNvCxnSpPr>
              <a:cxnSpLocks/>
            </p:cNvCxnSpPr>
            <p:nvPr/>
          </p:nvCxnSpPr>
          <p:spPr>
            <a:xfrm>
              <a:off x="2763956" y="4895369"/>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A37A620-2C96-48A8-8070-092E726BB780}"/>
                </a:ext>
              </a:extLst>
            </p:cNvPr>
            <p:cNvSpPr txBox="1"/>
            <p:nvPr/>
          </p:nvSpPr>
          <p:spPr>
            <a:xfrm rot="10800000" flipV="1">
              <a:off x="891715" y="2241463"/>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34" name="TextBox 33">
              <a:extLst>
                <a:ext uri="{FF2B5EF4-FFF2-40B4-BE49-F238E27FC236}">
                  <a16:creationId xmlns:a16="http://schemas.microsoft.com/office/drawing/2014/main" id="{544A616A-ABC4-4A94-BF45-599228FA5203}"/>
                </a:ext>
              </a:extLst>
            </p:cNvPr>
            <p:cNvSpPr txBox="1"/>
            <p:nvPr/>
          </p:nvSpPr>
          <p:spPr>
            <a:xfrm rot="10800000" flipV="1">
              <a:off x="2804406" y="2222590"/>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16</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35" name="TextBox 34">
              <a:extLst>
                <a:ext uri="{FF2B5EF4-FFF2-40B4-BE49-F238E27FC236}">
                  <a16:creationId xmlns:a16="http://schemas.microsoft.com/office/drawing/2014/main" id="{13723674-051A-47BB-9A95-93D7523C28A4}"/>
                </a:ext>
              </a:extLst>
            </p:cNvPr>
            <p:cNvSpPr txBox="1"/>
            <p:nvPr/>
          </p:nvSpPr>
          <p:spPr>
            <a:xfrm rot="10800000" flipV="1">
              <a:off x="2815130" y="2774860"/>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36" name="TextBox 35">
              <a:extLst>
                <a:ext uri="{FF2B5EF4-FFF2-40B4-BE49-F238E27FC236}">
                  <a16:creationId xmlns:a16="http://schemas.microsoft.com/office/drawing/2014/main" id="{AB8E7876-2F54-47C0-B6B8-FC5BF6C89288}"/>
                </a:ext>
              </a:extLst>
            </p:cNvPr>
            <p:cNvSpPr txBox="1"/>
            <p:nvPr/>
          </p:nvSpPr>
          <p:spPr>
            <a:xfrm rot="10800000" flipV="1">
              <a:off x="804535" y="2807017"/>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37" name="TextBox 36">
              <a:extLst>
                <a:ext uri="{FF2B5EF4-FFF2-40B4-BE49-F238E27FC236}">
                  <a16:creationId xmlns:a16="http://schemas.microsoft.com/office/drawing/2014/main" id="{8283D74B-6409-4D76-9A2B-09EC0014EBC0}"/>
                </a:ext>
              </a:extLst>
            </p:cNvPr>
            <p:cNvSpPr txBox="1"/>
            <p:nvPr/>
          </p:nvSpPr>
          <p:spPr>
            <a:xfrm rot="10800000" flipV="1">
              <a:off x="2818109" y="3506082"/>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38" name="TextBox 37">
              <a:extLst>
                <a:ext uri="{FF2B5EF4-FFF2-40B4-BE49-F238E27FC236}">
                  <a16:creationId xmlns:a16="http://schemas.microsoft.com/office/drawing/2014/main" id="{B88976A6-55B0-4190-A19F-EA21B1473B46}"/>
                </a:ext>
              </a:extLst>
            </p:cNvPr>
            <p:cNvSpPr txBox="1"/>
            <p:nvPr/>
          </p:nvSpPr>
          <p:spPr>
            <a:xfrm rot="10800000" flipV="1">
              <a:off x="807514" y="3538239"/>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39" name="TextBox 38">
              <a:extLst>
                <a:ext uri="{FF2B5EF4-FFF2-40B4-BE49-F238E27FC236}">
                  <a16:creationId xmlns:a16="http://schemas.microsoft.com/office/drawing/2014/main" id="{6F89E9C2-F1DA-4175-8B8C-1A6FD9AB8776}"/>
                </a:ext>
              </a:extLst>
            </p:cNvPr>
            <p:cNvSpPr txBox="1"/>
            <p:nvPr/>
          </p:nvSpPr>
          <p:spPr>
            <a:xfrm rot="10800000" flipV="1">
              <a:off x="2815294" y="4229211"/>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40" name="TextBox 39">
              <a:extLst>
                <a:ext uri="{FF2B5EF4-FFF2-40B4-BE49-F238E27FC236}">
                  <a16:creationId xmlns:a16="http://schemas.microsoft.com/office/drawing/2014/main" id="{237BDD51-2DE4-40B4-8F82-307CEF3A3CA7}"/>
                </a:ext>
              </a:extLst>
            </p:cNvPr>
            <p:cNvSpPr txBox="1"/>
            <p:nvPr/>
          </p:nvSpPr>
          <p:spPr>
            <a:xfrm rot="10800000" flipV="1">
              <a:off x="809462" y="4261368"/>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17</a:t>
              </a:r>
              <a:endParaRPr lang="ko-KR" altLang="en-US" sz="600" b="1" dirty="0">
                <a:solidFill>
                  <a:schemeClr val="bg1"/>
                </a:solidFill>
                <a:latin typeface="helvetica" panose="020B0604020202020204" pitchFamily="34" charset="0"/>
                <a:cs typeface="helvetica" panose="020B0604020202020204" pitchFamily="34" charset="0"/>
              </a:endParaRPr>
            </a:p>
          </p:txBody>
        </p:sp>
        <p:grpSp>
          <p:nvGrpSpPr>
            <p:cNvPr id="41" name="그룹 40">
              <a:extLst>
                <a:ext uri="{FF2B5EF4-FFF2-40B4-BE49-F238E27FC236}">
                  <a16:creationId xmlns:a16="http://schemas.microsoft.com/office/drawing/2014/main" id="{E7D24DE4-A1AB-4558-8ECF-BB5F155300EE}"/>
                </a:ext>
              </a:extLst>
            </p:cNvPr>
            <p:cNvGrpSpPr/>
            <p:nvPr/>
          </p:nvGrpSpPr>
          <p:grpSpPr>
            <a:xfrm>
              <a:off x="3467469" y="795654"/>
              <a:ext cx="2879675" cy="3914775"/>
              <a:chOff x="3504849" y="751204"/>
              <a:chExt cx="2879675" cy="3914775"/>
            </a:xfrm>
          </p:grpSpPr>
          <p:cxnSp>
            <p:nvCxnSpPr>
              <p:cNvPr id="110" name="직선 연결선 109">
                <a:extLst>
                  <a:ext uri="{FF2B5EF4-FFF2-40B4-BE49-F238E27FC236}">
                    <a16:creationId xmlns:a16="http://schemas.microsoft.com/office/drawing/2014/main" id="{16D3EF18-924A-490D-A216-B7441743B03D}"/>
                  </a:ext>
                </a:extLst>
              </p:cNvPr>
              <p:cNvCxnSpPr>
                <a:cxnSpLocks/>
              </p:cNvCxnSpPr>
              <p:nvPr/>
            </p:nvCxnSpPr>
            <p:spPr>
              <a:xfrm>
                <a:off x="5020180" y="3028557"/>
                <a:ext cx="1989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11" name="Group 442">
                <a:extLst>
                  <a:ext uri="{FF2B5EF4-FFF2-40B4-BE49-F238E27FC236}">
                    <a16:creationId xmlns:a16="http://schemas.microsoft.com/office/drawing/2014/main" id="{CD2A3F33-53C7-4B58-9E59-CD47A31C9F3A}"/>
                  </a:ext>
                </a:extLst>
              </p:cNvPr>
              <p:cNvGrpSpPr>
                <a:grpSpLocks/>
              </p:cNvGrpSpPr>
              <p:nvPr/>
            </p:nvGrpSpPr>
            <p:grpSpPr bwMode="auto">
              <a:xfrm>
                <a:off x="3504850" y="751204"/>
                <a:ext cx="2703513" cy="3914775"/>
                <a:chOff x="2173" y="614"/>
                <a:chExt cx="1703" cy="2466"/>
              </a:xfrm>
            </p:grpSpPr>
            <p:sp>
              <p:nvSpPr>
                <p:cNvPr id="145" name="Line 242">
                  <a:extLst>
                    <a:ext uri="{FF2B5EF4-FFF2-40B4-BE49-F238E27FC236}">
                      <a16:creationId xmlns:a16="http://schemas.microsoft.com/office/drawing/2014/main" id="{AC91AC47-678D-4ABF-B6E5-FBDD1E74BD66}"/>
                    </a:ext>
                  </a:extLst>
                </p:cNvPr>
                <p:cNvSpPr>
                  <a:spLocks noChangeShapeType="1"/>
                </p:cNvSpPr>
                <p:nvPr/>
              </p:nvSpPr>
              <p:spPr bwMode="auto">
                <a:xfrm>
                  <a:off x="2295" y="2978"/>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6" name="Line 243">
                  <a:extLst>
                    <a:ext uri="{FF2B5EF4-FFF2-40B4-BE49-F238E27FC236}">
                      <a16:creationId xmlns:a16="http://schemas.microsoft.com/office/drawing/2014/main" id="{28E5FB0F-AAE6-47B3-A2FE-93DC4C9AACB9}"/>
                    </a:ext>
                  </a:extLst>
                </p:cNvPr>
                <p:cNvSpPr>
                  <a:spLocks noChangeShapeType="1"/>
                </p:cNvSpPr>
                <p:nvPr/>
              </p:nvSpPr>
              <p:spPr bwMode="auto">
                <a:xfrm flipV="1">
                  <a:off x="2365"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7" name="Line 244">
                  <a:extLst>
                    <a:ext uri="{FF2B5EF4-FFF2-40B4-BE49-F238E27FC236}">
                      <a16:creationId xmlns:a16="http://schemas.microsoft.com/office/drawing/2014/main" id="{1ECA678D-CA92-47D5-98FE-E79ADEAF8B35}"/>
                    </a:ext>
                  </a:extLst>
                </p:cNvPr>
                <p:cNvSpPr>
                  <a:spLocks noChangeShapeType="1"/>
                </p:cNvSpPr>
                <p:nvPr/>
              </p:nvSpPr>
              <p:spPr bwMode="auto">
                <a:xfrm flipV="1">
                  <a:off x="2505"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8" name="Line 245">
                  <a:extLst>
                    <a:ext uri="{FF2B5EF4-FFF2-40B4-BE49-F238E27FC236}">
                      <a16:creationId xmlns:a16="http://schemas.microsoft.com/office/drawing/2014/main" id="{952C565D-A038-4DCB-9338-22FA12F0EC89}"/>
                    </a:ext>
                  </a:extLst>
                </p:cNvPr>
                <p:cNvSpPr>
                  <a:spLocks noChangeShapeType="1"/>
                </p:cNvSpPr>
                <p:nvPr/>
              </p:nvSpPr>
              <p:spPr bwMode="auto">
                <a:xfrm flipV="1">
                  <a:off x="2645"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9" name="Line 246">
                  <a:extLst>
                    <a:ext uri="{FF2B5EF4-FFF2-40B4-BE49-F238E27FC236}">
                      <a16:creationId xmlns:a16="http://schemas.microsoft.com/office/drawing/2014/main" id="{39B8B75D-79EE-4268-B34E-CBA8AF1A6410}"/>
                    </a:ext>
                  </a:extLst>
                </p:cNvPr>
                <p:cNvSpPr>
                  <a:spLocks noChangeShapeType="1"/>
                </p:cNvSpPr>
                <p:nvPr/>
              </p:nvSpPr>
              <p:spPr bwMode="auto">
                <a:xfrm flipV="1">
                  <a:off x="2786"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0" name="Line 247">
                  <a:extLst>
                    <a:ext uri="{FF2B5EF4-FFF2-40B4-BE49-F238E27FC236}">
                      <a16:creationId xmlns:a16="http://schemas.microsoft.com/office/drawing/2014/main" id="{CEF3D926-083D-43FB-A759-B55BD05DBFFA}"/>
                    </a:ext>
                  </a:extLst>
                </p:cNvPr>
                <p:cNvSpPr>
                  <a:spLocks noChangeShapeType="1"/>
                </p:cNvSpPr>
                <p:nvPr/>
              </p:nvSpPr>
              <p:spPr bwMode="auto">
                <a:xfrm flipV="1">
                  <a:off x="2926"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1" name="Line 248">
                  <a:extLst>
                    <a:ext uri="{FF2B5EF4-FFF2-40B4-BE49-F238E27FC236}">
                      <a16:creationId xmlns:a16="http://schemas.microsoft.com/office/drawing/2014/main" id="{7E87F249-3E0B-41E6-9971-09571EF88998}"/>
                    </a:ext>
                  </a:extLst>
                </p:cNvPr>
                <p:cNvSpPr>
                  <a:spLocks noChangeShapeType="1"/>
                </p:cNvSpPr>
                <p:nvPr/>
              </p:nvSpPr>
              <p:spPr bwMode="auto">
                <a:xfrm flipV="1">
                  <a:off x="3067"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2" name="Line 249">
                  <a:extLst>
                    <a:ext uri="{FF2B5EF4-FFF2-40B4-BE49-F238E27FC236}">
                      <a16:creationId xmlns:a16="http://schemas.microsoft.com/office/drawing/2014/main" id="{FD11E108-5E5A-4232-9333-3186B624B664}"/>
                    </a:ext>
                  </a:extLst>
                </p:cNvPr>
                <p:cNvSpPr>
                  <a:spLocks noChangeShapeType="1"/>
                </p:cNvSpPr>
                <p:nvPr/>
              </p:nvSpPr>
              <p:spPr bwMode="auto">
                <a:xfrm flipV="1">
                  <a:off x="3207"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3" name="Line 250">
                  <a:extLst>
                    <a:ext uri="{FF2B5EF4-FFF2-40B4-BE49-F238E27FC236}">
                      <a16:creationId xmlns:a16="http://schemas.microsoft.com/office/drawing/2014/main" id="{6919524F-995C-420A-9973-4CC985B21467}"/>
                    </a:ext>
                  </a:extLst>
                </p:cNvPr>
                <p:cNvSpPr>
                  <a:spLocks noChangeShapeType="1"/>
                </p:cNvSpPr>
                <p:nvPr/>
              </p:nvSpPr>
              <p:spPr bwMode="auto">
                <a:xfrm flipV="1">
                  <a:off x="3347"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4" name="Line 251">
                  <a:extLst>
                    <a:ext uri="{FF2B5EF4-FFF2-40B4-BE49-F238E27FC236}">
                      <a16:creationId xmlns:a16="http://schemas.microsoft.com/office/drawing/2014/main" id="{E0C6EFBF-8147-41F4-A1CC-50D05F9B7511}"/>
                    </a:ext>
                  </a:extLst>
                </p:cNvPr>
                <p:cNvSpPr>
                  <a:spLocks noChangeShapeType="1"/>
                </p:cNvSpPr>
                <p:nvPr/>
              </p:nvSpPr>
              <p:spPr bwMode="auto">
                <a:xfrm flipV="1">
                  <a:off x="3488"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5" name="Line 252">
                  <a:extLst>
                    <a:ext uri="{FF2B5EF4-FFF2-40B4-BE49-F238E27FC236}">
                      <a16:creationId xmlns:a16="http://schemas.microsoft.com/office/drawing/2014/main" id="{51291F0D-4054-4538-BB82-6DE7516B9A87}"/>
                    </a:ext>
                  </a:extLst>
                </p:cNvPr>
                <p:cNvSpPr>
                  <a:spLocks noChangeShapeType="1"/>
                </p:cNvSpPr>
                <p:nvPr/>
              </p:nvSpPr>
              <p:spPr bwMode="auto">
                <a:xfrm flipV="1">
                  <a:off x="3628"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6" name="Line 253">
                  <a:extLst>
                    <a:ext uri="{FF2B5EF4-FFF2-40B4-BE49-F238E27FC236}">
                      <a16:creationId xmlns:a16="http://schemas.microsoft.com/office/drawing/2014/main" id="{08F2600A-4875-4F07-BBF3-61E81B24044F}"/>
                    </a:ext>
                  </a:extLst>
                </p:cNvPr>
                <p:cNvSpPr>
                  <a:spLocks noChangeShapeType="1"/>
                </p:cNvSpPr>
                <p:nvPr/>
              </p:nvSpPr>
              <p:spPr bwMode="auto">
                <a:xfrm flipV="1">
                  <a:off x="3769" y="2963"/>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7" name="Line 254">
                  <a:extLst>
                    <a:ext uri="{FF2B5EF4-FFF2-40B4-BE49-F238E27FC236}">
                      <a16:creationId xmlns:a16="http://schemas.microsoft.com/office/drawing/2014/main" id="{2D30A121-8CDB-4241-A114-538E766EB40C}"/>
                    </a:ext>
                  </a:extLst>
                </p:cNvPr>
                <p:cNvSpPr>
                  <a:spLocks noChangeShapeType="1"/>
                </p:cNvSpPr>
                <p:nvPr/>
              </p:nvSpPr>
              <p:spPr bwMode="auto">
                <a:xfrm flipV="1">
                  <a:off x="2295"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8" name="Line 255">
                  <a:extLst>
                    <a:ext uri="{FF2B5EF4-FFF2-40B4-BE49-F238E27FC236}">
                      <a16:creationId xmlns:a16="http://schemas.microsoft.com/office/drawing/2014/main" id="{E7A38FC9-BBDB-4B9D-B5D9-218EE84041F5}"/>
                    </a:ext>
                  </a:extLst>
                </p:cNvPr>
                <p:cNvSpPr>
                  <a:spLocks noChangeShapeType="1"/>
                </p:cNvSpPr>
                <p:nvPr/>
              </p:nvSpPr>
              <p:spPr bwMode="auto">
                <a:xfrm flipV="1">
                  <a:off x="2435"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9" name="Line 256">
                  <a:extLst>
                    <a:ext uri="{FF2B5EF4-FFF2-40B4-BE49-F238E27FC236}">
                      <a16:creationId xmlns:a16="http://schemas.microsoft.com/office/drawing/2014/main" id="{C9575293-ABE5-4BF7-B9E5-431CAA4816C8}"/>
                    </a:ext>
                  </a:extLst>
                </p:cNvPr>
                <p:cNvSpPr>
                  <a:spLocks noChangeShapeType="1"/>
                </p:cNvSpPr>
                <p:nvPr/>
              </p:nvSpPr>
              <p:spPr bwMode="auto">
                <a:xfrm flipV="1">
                  <a:off x="2575"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0" name="Line 257">
                  <a:extLst>
                    <a:ext uri="{FF2B5EF4-FFF2-40B4-BE49-F238E27FC236}">
                      <a16:creationId xmlns:a16="http://schemas.microsoft.com/office/drawing/2014/main" id="{C2FAC248-9CE2-4485-B20D-C70EAC6B8377}"/>
                    </a:ext>
                  </a:extLst>
                </p:cNvPr>
                <p:cNvSpPr>
                  <a:spLocks noChangeShapeType="1"/>
                </p:cNvSpPr>
                <p:nvPr/>
              </p:nvSpPr>
              <p:spPr bwMode="auto">
                <a:xfrm flipV="1">
                  <a:off x="2716"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1" name="Line 258">
                  <a:extLst>
                    <a:ext uri="{FF2B5EF4-FFF2-40B4-BE49-F238E27FC236}">
                      <a16:creationId xmlns:a16="http://schemas.microsoft.com/office/drawing/2014/main" id="{982D3E77-F553-486E-9F3D-46662D945CD1}"/>
                    </a:ext>
                  </a:extLst>
                </p:cNvPr>
                <p:cNvSpPr>
                  <a:spLocks noChangeShapeType="1"/>
                </p:cNvSpPr>
                <p:nvPr/>
              </p:nvSpPr>
              <p:spPr bwMode="auto">
                <a:xfrm flipV="1">
                  <a:off x="2856"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2" name="Line 259">
                  <a:extLst>
                    <a:ext uri="{FF2B5EF4-FFF2-40B4-BE49-F238E27FC236}">
                      <a16:creationId xmlns:a16="http://schemas.microsoft.com/office/drawing/2014/main" id="{7DB24E77-B258-4036-9297-EFBD4BD74284}"/>
                    </a:ext>
                  </a:extLst>
                </p:cNvPr>
                <p:cNvSpPr>
                  <a:spLocks noChangeShapeType="1"/>
                </p:cNvSpPr>
                <p:nvPr/>
              </p:nvSpPr>
              <p:spPr bwMode="auto">
                <a:xfrm flipV="1">
                  <a:off x="2997"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3" name="Line 260">
                  <a:extLst>
                    <a:ext uri="{FF2B5EF4-FFF2-40B4-BE49-F238E27FC236}">
                      <a16:creationId xmlns:a16="http://schemas.microsoft.com/office/drawing/2014/main" id="{D770C3EF-42A1-4500-B96B-63F42F30BEC5}"/>
                    </a:ext>
                  </a:extLst>
                </p:cNvPr>
                <p:cNvSpPr>
                  <a:spLocks noChangeShapeType="1"/>
                </p:cNvSpPr>
                <p:nvPr/>
              </p:nvSpPr>
              <p:spPr bwMode="auto">
                <a:xfrm flipV="1">
                  <a:off x="3137"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4" name="Line 261">
                  <a:extLst>
                    <a:ext uri="{FF2B5EF4-FFF2-40B4-BE49-F238E27FC236}">
                      <a16:creationId xmlns:a16="http://schemas.microsoft.com/office/drawing/2014/main" id="{B5122C30-FB1C-4578-9883-69A0EE72CDB2}"/>
                    </a:ext>
                  </a:extLst>
                </p:cNvPr>
                <p:cNvSpPr>
                  <a:spLocks noChangeShapeType="1"/>
                </p:cNvSpPr>
                <p:nvPr/>
              </p:nvSpPr>
              <p:spPr bwMode="auto">
                <a:xfrm flipV="1">
                  <a:off x="3277"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5" name="Line 262">
                  <a:extLst>
                    <a:ext uri="{FF2B5EF4-FFF2-40B4-BE49-F238E27FC236}">
                      <a16:creationId xmlns:a16="http://schemas.microsoft.com/office/drawing/2014/main" id="{77E9EEAA-B783-4446-B98C-D82BFA750205}"/>
                    </a:ext>
                  </a:extLst>
                </p:cNvPr>
                <p:cNvSpPr>
                  <a:spLocks noChangeShapeType="1"/>
                </p:cNvSpPr>
                <p:nvPr/>
              </p:nvSpPr>
              <p:spPr bwMode="auto">
                <a:xfrm flipV="1">
                  <a:off x="3418"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6" name="Line 263">
                  <a:extLst>
                    <a:ext uri="{FF2B5EF4-FFF2-40B4-BE49-F238E27FC236}">
                      <a16:creationId xmlns:a16="http://schemas.microsoft.com/office/drawing/2014/main" id="{E0455655-52B8-4592-9C79-4B305871A68A}"/>
                    </a:ext>
                  </a:extLst>
                </p:cNvPr>
                <p:cNvSpPr>
                  <a:spLocks noChangeShapeType="1"/>
                </p:cNvSpPr>
                <p:nvPr/>
              </p:nvSpPr>
              <p:spPr bwMode="auto">
                <a:xfrm flipV="1">
                  <a:off x="3558"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7" name="Line 264">
                  <a:extLst>
                    <a:ext uri="{FF2B5EF4-FFF2-40B4-BE49-F238E27FC236}">
                      <a16:creationId xmlns:a16="http://schemas.microsoft.com/office/drawing/2014/main" id="{21341EE5-C7F4-4A5F-BC2E-8B36D66DE495}"/>
                    </a:ext>
                  </a:extLst>
                </p:cNvPr>
                <p:cNvSpPr>
                  <a:spLocks noChangeShapeType="1"/>
                </p:cNvSpPr>
                <p:nvPr/>
              </p:nvSpPr>
              <p:spPr bwMode="auto">
                <a:xfrm flipV="1">
                  <a:off x="3699"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8" name="Line 265">
                  <a:extLst>
                    <a:ext uri="{FF2B5EF4-FFF2-40B4-BE49-F238E27FC236}">
                      <a16:creationId xmlns:a16="http://schemas.microsoft.com/office/drawing/2014/main" id="{7C75233F-E036-4DB4-9D40-EE2D84B4AB5A}"/>
                    </a:ext>
                  </a:extLst>
                </p:cNvPr>
                <p:cNvSpPr>
                  <a:spLocks noChangeShapeType="1"/>
                </p:cNvSpPr>
                <p:nvPr/>
              </p:nvSpPr>
              <p:spPr bwMode="auto">
                <a:xfrm flipV="1">
                  <a:off x="3839" y="2948"/>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69" name="Line 266">
                  <a:extLst>
                    <a:ext uri="{FF2B5EF4-FFF2-40B4-BE49-F238E27FC236}">
                      <a16:creationId xmlns:a16="http://schemas.microsoft.com/office/drawing/2014/main" id="{A13F84A3-FF64-47DF-A471-66980A5931D9}"/>
                    </a:ext>
                  </a:extLst>
                </p:cNvPr>
                <p:cNvSpPr>
                  <a:spLocks noChangeShapeType="1"/>
                </p:cNvSpPr>
                <p:nvPr/>
              </p:nvSpPr>
              <p:spPr bwMode="auto">
                <a:xfrm>
                  <a:off x="2295" y="2387"/>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0" name="Line 267">
                  <a:extLst>
                    <a:ext uri="{FF2B5EF4-FFF2-40B4-BE49-F238E27FC236}">
                      <a16:creationId xmlns:a16="http://schemas.microsoft.com/office/drawing/2014/main" id="{3915422D-3C61-4F65-AB25-C7789DE554D9}"/>
                    </a:ext>
                  </a:extLst>
                </p:cNvPr>
                <p:cNvSpPr>
                  <a:spLocks noChangeShapeType="1"/>
                </p:cNvSpPr>
                <p:nvPr/>
              </p:nvSpPr>
              <p:spPr bwMode="auto">
                <a:xfrm>
                  <a:off x="2365"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1" name="Line 268">
                  <a:extLst>
                    <a:ext uri="{FF2B5EF4-FFF2-40B4-BE49-F238E27FC236}">
                      <a16:creationId xmlns:a16="http://schemas.microsoft.com/office/drawing/2014/main" id="{E9C6B7DA-5043-42DF-8EA9-292CF28047B3}"/>
                    </a:ext>
                  </a:extLst>
                </p:cNvPr>
                <p:cNvSpPr>
                  <a:spLocks noChangeShapeType="1"/>
                </p:cNvSpPr>
                <p:nvPr/>
              </p:nvSpPr>
              <p:spPr bwMode="auto">
                <a:xfrm>
                  <a:off x="2505"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2" name="Line 269">
                  <a:extLst>
                    <a:ext uri="{FF2B5EF4-FFF2-40B4-BE49-F238E27FC236}">
                      <a16:creationId xmlns:a16="http://schemas.microsoft.com/office/drawing/2014/main" id="{A2B83F65-E39F-437B-9BC7-4A973CABCA27}"/>
                    </a:ext>
                  </a:extLst>
                </p:cNvPr>
                <p:cNvSpPr>
                  <a:spLocks noChangeShapeType="1"/>
                </p:cNvSpPr>
                <p:nvPr/>
              </p:nvSpPr>
              <p:spPr bwMode="auto">
                <a:xfrm>
                  <a:off x="2645"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3" name="Line 270">
                  <a:extLst>
                    <a:ext uri="{FF2B5EF4-FFF2-40B4-BE49-F238E27FC236}">
                      <a16:creationId xmlns:a16="http://schemas.microsoft.com/office/drawing/2014/main" id="{593C29A1-7ED7-4430-8A25-1E76AFE74FAC}"/>
                    </a:ext>
                  </a:extLst>
                </p:cNvPr>
                <p:cNvSpPr>
                  <a:spLocks noChangeShapeType="1"/>
                </p:cNvSpPr>
                <p:nvPr/>
              </p:nvSpPr>
              <p:spPr bwMode="auto">
                <a:xfrm>
                  <a:off x="2786"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4" name="Line 271">
                  <a:extLst>
                    <a:ext uri="{FF2B5EF4-FFF2-40B4-BE49-F238E27FC236}">
                      <a16:creationId xmlns:a16="http://schemas.microsoft.com/office/drawing/2014/main" id="{A6C18C3A-9117-41D2-8B42-14A213E09106}"/>
                    </a:ext>
                  </a:extLst>
                </p:cNvPr>
                <p:cNvSpPr>
                  <a:spLocks noChangeShapeType="1"/>
                </p:cNvSpPr>
                <p:nvPr/>
              </p:nvSpPr>
              <p:spPr bwMode="auto">
                <a:xfrm>
                  <a:off x="2926"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5" name="Line 272">
                  <a:extLst>
                    <a:ext uri="{FF2B5EF4-FFF2-40B4-BE49-F238E27FC236}">
                      <a16:creationId xmlns:a16="http://schemas.microsoft.com/office/drawing/2014/main" id="{FD097141-B927-4712-AC8F-42C0C8AEEBA1}"/>
                    </a:ext>
                  </a:extLst>
                </p:cNvPr>
                <p:cNvSpPr>
                  <a:spLocks noChangeShapeType="1"/>
                </p:cNvSpPr>
                <p:nvPr/>
              </p:nvSpPr>
              <p:spPr bwMode="auto">
                <a:xfrm>
                  <a:off x="3067"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6" name="Line 273">
                  <a:extLst>
                    <a:ext uri="{FF2B5EF4-FFF2-40B4-BE49-F238E27FC236}">
                      <a16:creationId xmlns:a16="http://schemas.microsoft.com/office/drawing/2014/main" id="{3BDFF705-7E46-4D8C-827A-846DBFBCAA7B}"/>
                    </a:ext>
                  </a:extLst>
                </p:cNvPr>
                <p:cNvSpPr>
                  <a:spLocks noChangeShapeType="1"/>
                </p:cNvSpPr>
                <p:nvPr/>
              </p:nvSpPr>
              <p:spPr bwMode="auto">
                <a:xfrm>
                  <a:off x="3207"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7" name="Line 274">
                  <a:extLst>
                    <a:ext uri="{FF2B5EF4-FFF2-40B4-BE49-F238E27FC236}">
                      <a16:creationId xmlns:a16="http://schemas.microsoft.com/office/drawing/2014/main" id="{020B0691-76A5-4B95-B7C6-63FC0B3CF349}"/>
                    </a:ext>
                  </a:extLst>
                </p:cNvPr>
                <p:cNvSpPr>
                  <a:spLocks noChangeShapeType="1"/>
                </p:cNvSpPr>
                <p:nvPr/>
              </p:nvSpPr>
              <p:spPr bwMode="auto">
                <a:xfrm>
                  <a:off x="3347"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8" name="Line 275">
                  <a:extLst>
                    <a:ext uri="{FF2B5EF4-FFF2-40B4-BE49-F238E27FC236}">
                      <a16:creationId xmlns:a16="http://schemas.microsoft.com/office/drawing/2014/main" id="{7F119507-8CB8-4997-BEFF-5BA045BE1524}"/>
                    </a:ext>
                  </a:extLst>
                </p:cNvPr>
                <p:cNvSpPr>
                  <a:spLocks noChangeShapeType="1"/>
                </p:cNvSpPr>
                <p:nvPr/>
              </p:nvSpPr>
              <p:spPr bwMode="auto">
                <a:xfrm>
                  <a:off x="3488"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79" name="Line 276">
                  <a:extLst>
                    <a:ext uri="{FF2B5EF4-FFF2-40B4-BE49-F238E27FC236}">
                      <a16:creationId xmlns:a16="http://schemas.microsoft.com/office/drawing/2014/main" id="{CFA3645B-931F-4C47-80B5-E0C7F56787DB}"/>
                    </a:ext>
                  </a:extLst>
                </p:cNvPr>
                <p:cNvSpPr>
                  <a:spLocks noChangeShapeType="1"/>
                </p:cNvSpPr>
                <p:nvPr/>
              </p:nvSpPr>
              <p:spPr bwMode="auto">
                <a:xfrm>
                  <a:off x="3628"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0" name="Line 277">
                  <a:extLst>
                    <a:ext uri="{FF2B5EF4-FFF2-40B4-BE49-F238E27FC236}">
                      <a16:creationId xmlns:a16="http://schemas.microsoft.com/office/drawing/2014/main" id="{8A20B18C-DC92-4F7D-9774-101E210D37A6}"/>
                    </a:ext>
                  </a:extLst>
                </p:cNvPr>
                <p:cNvSpPr>
                  <a:spLocks noChangeShapeType="1"/>
                </p:cNvSpPr>
                <p:nvPr/>
              </p:nvSpPr>
              <p:spPr bwMode="auto">
                <a:xfrm>
                  <a:off x="3769" y="2387"/>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1" name="Line 278">
                  <a:extLst>
                    <a:ext uri="{FF2B5EF4-FFF2-40B4-BE49-F238E27FC236}">
                      <a16:creationId xmlns:a16="http://schemas.microsoft.com/office/drawing/2014/main" id="{A35747F4-3C89-41DA-86D8-EDF5F737CF67}"/>
                    </a:ext>
                  </a:extLst>
                </p:cNvPr>
                <p:cNvSpPr>
                  <a:spLocks noChangeShapeType="1"/>
                </p:cNvSpPr>
                <p:nvPr/>
              </p:nvSpPr>
              <p:spPr bwMode="auto">
                <a:xfrm>
                  <a:off x="2295"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2" name="Line 279">
                  <a:extLst>
                    <a:ext uri="{FF2B5EF4-FFF2-40B4-BE49-F238E27FC236}">
                      <a16:creationId xmlns:a16="http://schemas.microsoft.com/office/drawing/2014/main" id="{115A7190-5777-4D28-A2A8-0D82D01B1FF9}"/>
                    </a:ext>
                  </a:extLst>
                </p:cNvPr>
                <p:cNvSpPr>
                  <a:spLocks noChangeShapeType="1"/>
                </p:cNvSpPr>
                <p:nvPr/>
              </p:nvSpPr>
              <p:spPr bwMode="auto">
                <a:xfrm>
                  <a:off x="2435"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3" name="Line 280">
                  <a:extLst>
                    <a:ext uri="{FF2B5EF4-FFF2-40B4-BE49-F238E27FC236}">
                      <a16:creationId xmlns:a16="http://schemas.microsoft.com/office/drawing/2014/main" id="{9FB7DB29-E529-4E79-9697-85DFB5BFA240}"/>
                    </a:ext>
                  </a:extLst>
                </p:cNvPr>
                <p:cNvSpPr>
                  <a:spLocks noChangeShapeType="1"/>
                </p:cNvSpPr>
                <p:nvPr/>
              </p:nvSpPr>
              <p:spPr bwMode="auto">
                <a:xfrm>
                  <a:off x="2575"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4" name="Line 281">
                  <a:extLst>
                    <a:ext uri="{FF2B5EF4-FFF2-40B4-BE49-F238E27FC236}">
                      <a16:creationId xmlns:a16="http://schemas.microsoft.com/office/drawing/2014/main" id="{0DECD4E3-09FF-4E08-B83B-7EB76649C229}"/>
                    </a:ext>
                  </a:extLst>
                </p:cNvPr>
                <p:cNvSpPr>
                  <a:spLocks noChangeShapeType="1"/>
                </p:cNvSpPr>
                <p:nvPr/>
              </p:nvSpPr>
              <p:spPr bwMode="auto">
                <a:xfrm>
                  <a:off x="2716"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5" name="Line 282">
                  <a:extLst>
                    <a:ext uri="{FF2B5EF4-FFF2-40B4-BE49-F238E27FC236}">
                      <a16:creationId xmlns:a16="http://schemas.microsoft.com/office/drawing/2014/main" id="{EAC801F2-F130-492B-A9D3-95953DCFA000}"/>
                    </a:ext>
                  </a:extLst>
                </p:cNvPr>
                <p:cNvSpPr>
                  <a:spLocks noChangeShapeType="1"/>
                </p:cNvSpPr>
                <p:nvPr/>
              </p:nvSpPr>
              <p:spPr bwMode="auto">
                <a:xfrm>
                  <a:off x="2856"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6" name="Line 283">
                  <a:extLst>
                    <a:ext uri="{FF2B5EF4-FFF2-40B4-BE49-F238E27FC236}">
                      <a16:creationId xmlns:a16="http://schemas.microsoft.com/office/drawing/2014/main" id="{F1B9FA0B-3465-4EF5-AE6F-B4AD5E164200}"/>
                    </a:ext>
                  </a:extLst>
                </p:cNvPr>
                <p:cNvSpPr>
                  <a:spLocks noChangeShapeType="1"/>
                </p:cNvSpPr>
                <p:nvPr/>
              </p:nvSpPr>
              <p:spPr bwMode="auto">
                <a:xfrm>
                  <a:off x="2997"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7" name="Line 284">
                  <a:extLst>
                    <a:ext uri="{FF2B5EF4-FFF2-40B4-BE49-F238E27FC236}">
                      <a16:creationId xmlns:a16="http://schemas.microsoft.com/office/drawing/2014/main" id="{FA99363D-7749-40AA-8E5A-535A19D51B8C}"/>
                    </a:ext>
                  </a:extLst>
                </p:cNvPr>
                <p:cNvSpPr>
                  <a:spLocks noChangeShapeType="1"/>
                </p:cNvSpPr>
                <p:nvPr/>
              </p:nvSpPr>
              <p:spPr bwMode="auto">
                <a:xfrm>
                  <a:off x="3137"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8" name="Line 285">
                  <a:extLst>
                    <a:ext uri="{FF2B5EF4-FFF2-40B4-BE49-F238E27FC236}">
                      <a16:creationId xmlns:a16="http://schemas.microsoft.com/office/drawing/2014/main" id="{2C32DE7E-16C4-481C-AE65-ACFF848151C3}"/>
                    </a:ext>
                  </a:extLst>
                </p:cNvPr>
                <p:cNvSpPr>
                  <a:spLocks noChangeShapeType="1"/>
                </p:cNvSpPr>
                <p:nvPr/>
              </p:nvSpPr>
              <p:spPr bwMode="auto">
                <a:xfrm>
                  <a:off x="3277"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89" name="Line 286">
                  <a:extLst>
                    <a:ext uri="{FF2B5EF4-FFF2-40B4-BE49-F238E27FC236}">
                      <a16:creationId xmlns:a16="http://schemas.microsoft.com/office/drawing/2014/main" id="{67A0BA8B-4D76-4E7A-A78A-82E133426A76}"/>
                    </a:ext>
                  </a:extLst>
                </p:cNvPr>
                <p:cNvSpPr>
                  <a:spLocks noChangeShapeType="1"/>
                </p:cNvSpPr>
                <p:nvPr/>
              </p:nvSpPr>
              <p:spPr bwMode="auto">
                <a:xfrm>
                  <a:off x="3418"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0" name="Line 287">
                  <a:extLst>
                    <a:ext uri="{FF2B5EF4-FFF2-40B4-BE49-F238E27FC236}">
                      <a16:creationId xmlns:a16="http://schemas.microsoft.com/office/drawing/2014/main" id="{C413935A-B8EB-4358-B7FA-CC4C0B3735C2}"/>
                    </a:ext>
                  </a:extLst>
                </p:cNvPr>
                <p:cNvSpPr>
                  <a:spLocks noChangeShapeType="1"/>
                </p:cNvSpPr>
                <p:nvPr/>
              </p:nvSpPr>
              <p:spPr bwMode="auto">
                <a:xfrm>
                  <a:off x="3558"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1" name="Line 288">
                  <a:extLst>
                    <a:ext uri="{FF2B5EF4-FFF2-40B4-BE49-F238E27FC236}">
                      <a16:creationId xmlns:a16="http://schemas.microsoft.com/office/drawing/2014/main" id="{5998240E-91A0-4164-8272-2CDA801454BB}"/>
                    </a:ext>
                  </a:extLst>
                </p:cNvPr>
                <p:cNvSpPr>
                  <a:spLocks noChangeShapeType="1"/>
                </p:cNvSpPr>
                <p:nvPr/>
              </p:nvSpPr>
              <p:spPr bwMode="auto">
                <a:xfrm>
                  <a:off x="3699"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2" name="Line 289">
                  <a:extLst>
                    <a:ext uri="{FF2B5EF4-FFF2-40B4-BE49-F238E27FC236}">
                      <a16:creationId xmlns:a16="http://schemas.microsoft.com/office/drawing/2014/main" id="{45B9F4C9-0663-4DE3-992C-5C241C18D855}"/>
                    </a:ext>
                  </a:extLst>
                </p:cNvPr>
                <p:cNvSpPr>
                  <a:spLocks noChangeShapeType="1"/>
                </p:cNvSpPr>
                <p:nvPr/>
              </p:nvSpPr>
              <p:spPr bwMode="auto">
                <a:xfrm>
                  <a:off x="3839" y="238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3" name="Line 290">
                  <a:extLst>
                    <a:ext uri="{FF2B5EF4-FFF2-40B4-BE49-F238E27FC236}">
                      <a16:creationId xmlns:a16="http://schemas.microsoft.com/office/drawing/2014/main" id="{3E9C088E-F4E3-40B8-8520-C136F37491F8}"/>
                    </a:ext>
                  </a:extLst>
                </p:cNvPr>
                <p:cNvSpPr>
                  <a:spLocks noChangeShapeType="1"/>
                </p:cNvSpPr>
                <p:nvPr/>
              </p:nvSpPr>
              <p:spPr bwMode="auto">
                <a:xfrm flipV="1">
                  <a:off x="2295" y="2387"/>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4" name="Line 291">
                  <a:extLst>
                    <a:ext uri="{FF2B5EF4-FFF2-40B4-BE49-F238E27FC236}">
                      <a16:creationId xmlns:a16="http://schemas.microsoft.com/office/drawing/2014/main" id="{A8313F5D-3EBA-496B-B436-0DE7571786DC}"/>
                    </a:ext>
                  </a:extLst>
                </p:cNvPr>
                <p:cNvSpPr>
                  <a:spLocks noChangeShapeType="1"/>
                </p:cNvSpPr>
                <p:nvPr/>
              </p:nvSpPr>
              <p:spPr bwMode="auto">
                <a:xfrm>
                  <a:off x="2295" y="2872"/>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5" name="Line 292">
                  <a:extLst>
                    <a:ext uri="{FF2B5EF4-FFF2-40B4-BE49-F238E27FC236}">
                      <a16:creationId xmlns:a16="http://schemas.microsoft.com/office/drawing/2014/main" id="{2D28A8EE-0482-473A-B552-F802D8DA23D2}"/>
                    </a:ext>
                  </a:extLst>
                </p:cNvPr>
                <p:cNvSpPr>
                  <a:spLocks noChangeShapeType="1"/>
                </p:cNvSpPr>
                <p:nvPr/>
              </p:nvSpPr>
              <p:spPr bwMode="auto">
                <a:xfrm>
                  <a:off x="2295" y="2661"/>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6" name="Line 293">
                  <a:extLst>
                    <a:ext uri="{FF2B5EF4-FFF2-40B4-BE49-F238E27FC236}">
                      <a16:creationId xmlns:a16="http://schemas.microsoft.com/office/drawing/2014/main" id="{5EA36BAA-59E4-42E5-9033-9E2E1FF51C7D}"/>
                    </a:ext>
                  </a:extLst>
                </p:cNvPr>
                <p:cNvSpPr>
                  <a:spLocks noChangeShapeType="1"/>
                </p:cNvSpPr>
                <p:nvPr/>
              </p:nvSpPr>
              <p:spPr bwMode="auto">
                <a:xfrm>
                  <a:off x="2295" y="2450"/>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7" name="Line 294">
                  <a:extLst>
                    <a:ext uri="{FF2B5EF4-FFF2-40B4-BE49-F238E27FC236}">
                      <a16:creationId xmlns:a16="http://schemas.microsoft.com/office/drawing/2014/main" id="{279B0F00-663D-4002-8F43-F9170B0FA1D8}"/>
                    </a:ext>
                  </a:extLst>
                </p:cNvPr>
                <p:cNvSpPr>
                  <a:spLocks noChangeShapeType="1"/>
                </p:cNvSpPr>
                <p:nvPr/>
              </p:nvSpPr>
              <p:spPr bwMode="auto">
                <a:xfrm>
                  <a:off x="2295" y="2978"/>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8" name="Line 295">
                  <a:extLst>
                    <a:ext uri="{FF2B5EF4-FFF2-40B4-BE49-F238E27FC236}">
                      <a16:creationId xmlns:a16="http://schemas.microsoft.com/office/drawing/2014/main" id="{DFB4D9C9-BE76-4ADD-AED0-EE45E2ACDD84}"/>
                    </a:ext>
                  </a:extLst>
                </p:cNvPr>
                <p:cNvSpPr>
                  <a:spLocks noChangeShapeType="1"/>
                </p:cNvSpPr>
                <p:nvPr/>
              </p:nvSpPr>
              <p:spPr bwMode="auto">
                <a:xfrm>
                  <a:off x="2295" y="2767"/>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99" name="Line 296">
                  <a:extLst>
                    <a:ext uri="{FF2B5EF4-FFF2-40B4-BE49-F238E27FC236}">
                      <a16:creationId xmlns:a16="http://schemas.microsoft.com/office/drawing/2014/main" id="{5D2E5CF0-D2D5-423E-9685-120A268B2A5C}"/>
                    </a:ext>
                  </a:extLst>
                </p:cNvPr>
                <p:cNvSpPr>
                  <a:spLocks noChangeShapeType="1"/>
                </p:cNvSpPr>
                <p:nvPr/>
              </p:nvSpPr>
              <p:spPr bwMode="auto">
                <a:xfrm>
                  <a:off x="2295" y="2556"/>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00" name="Line 297">
                  <a:extLst>
                    <a:ext uri="{FF2B5EF4-FFF2-40B4-BE49-F238E27FC236}">
                      <a16:creationId xmlns:a16="http://schemas.microsoft.com/office/drawing/2014/main" id="{F1B3322F-E61C-4396-B8E7-F6FAED8CF535}"/>
                    </a:ext>
                  </a:extLst>
                </p:cNvPr>
                <p:cNvSpPr>
                  <a:spLocks noChangeShapeType="1"/>
                </p:cNvSpPr>
                <p:nvPr/>
              </p:nvSpPr>
              <p:spPr bwMode="auto">
                <a:xfrm flipV="1">
                  <a:off x="3839" y="2387"/>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01" name="Line 298">
                  <a:extLst>
                    <a:ext uri="{FF2B5EF4-FFF2-40B4-BE49-F238E27FC236}">
                      <a16:creationId xmlns:a16="http://schemas.microsoft.com/office/drawing/2014/main" id="{9D7C09AB-5C61-411B-B02C-287D1525AD12}"/>
                    </a:ext>
                  </a:extLst>
                </p:cNvPr>
                <p:cNvSpPr>
                  <a:spLocks noChangeShapeType="1"/>
                </p:cNvSpPr>
                <p:nvPr/>
              </p:nvSpPr>
              <p:spPr bwMode="auto">
                <a:xfrm flipH="1">
                  <a:off x="3824" y="2872"/>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02" name="Line 299">
                  <a:extLst>
                    <a:ext uri="{FF2B5EF4-FFF2-40B4-BE49-F238E27FC236}">
                      <a16:creationId xmlns:a16="http://schemas.microsoft.com/office/drawing/2014/main" id="{5A8FAF6B-E092-497E-9C5F-FCF2C588519F}"/>
                    </a:ext>
                  </a:extLst>
                </p:cNvPr>
                <p:cNvSpPr>
                  <a:spLocks noChangeShapeType="1"/>
                </p:cNvSpPr>
                <p:nvPr/>
              </p:nvSpPr>
              <p:spPr bwMode="auto">
                <a:xfrm flipH="1">
                  <a:off x="3824" y="2661"/>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03" name="Line 300">
                  <a:extLst>
                    <a:ext uri="{FF2B5EF4-FFF2-40B4-BE49-F238E27FC236}">
                      <a16:creationId xmlns:a16="http://schemas.microsoft.com/office/drawing/2014/main" id="{D09BB18F-95F0-4E07-8FE0-432FC8E26527}"/>
                    </a:ext>
                  </a:extLst>
                </p:cNvPr>
                <p:cNvSpPr>
                  <a:spLocks noChangeShapeType="1"/>
                </p:cNvSpPr>
                <p:nvPr/>
              </p:nvSpPr>
              <p:spPr bwMode="auto">
                <a:xfrm flipH="1">
                  <a:off x="3824" y="2450"/>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04" name="Line 301">
                  <a:extLst>
                    <a:ext uri="{FF2B5EF4-FFF2-40B4-BE49-F238E27FC236}">
                      <a16:creationId xmlns:a16="http://schemas.microsoft.com/office/drawing/2014/main" id="{719A9FE5-C0CA-40AC-8D3C-AA560526CECE}"/>
                    </a:ext>
                  </a:extLst>
                </p:cNvPr>
                <p:cNvSpPr>
                  <a:spLocks noChangeShapeType="1"/>
                </p:cNvSpPr>
                <p:nvPr/>
              </p:nvSpPr>
              <p:spPr bwMode="auto">
                <a:xfrm flipH="1">
                  <a:off x="3809" y="2978"/>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05" name="Line 302">
                  <a:extLst>
                    <a:ext uri="{FF2B5EF4-FFF2-40B4-BE49-F238E27FC236}">
                      <a16:creationId xmlns:a16="http://schemas.microsoft.com/office/drawing/2014/main" id="{45355722-03EB-4FE5-9621-D019380E35AD}"/>
                    </a:ext>
                  </a:extLst>
                </p:cNvPr>
                <p:cNvSpPr>
                  <a:spLocks noChangeShapeType="1"/>
                </p:cNvSpPr>
                <p:nvPr/>
              </p:nvSpPr>
              <p:spPr bwMode="auto">
                <a:xfrm flipH="1">
                  <a:off x="3809" y="2767"/>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06" name="Line 303">
                  <a:extLst>
                    <a:ext uri="{FF2B5EF4-FFF2-40B4-BE49-F238E27FC236}">
                      <a16:creationId xmlns:a16="http://schemas.microsoft.com/office/drawing/2014/main" id="{6ED52B98-5E3A-43FB-BDFE-7ACA04B8C10C}"/>
                    </a:ext>
                  </a:extLst>
                </p:cNvPr>
                <p:cNvSpPr>
                  <a:spLocks noChangeShapeType="1"/>
                </p:cNvSpPr>
                <p:nvPr/>
              </p:nvSpPr>
              <p:spPr bwMode="auto">
                <a:xfrm flipH="1">
                  <a:off x="3809" y="2556"/>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07" name="Rectangle 304">
                  <a:extLst>
                    <a:ext uri="{FF2B5EF4-FFF2-40B4-BE49-F238E27FC236}">
                      <a16:creationId xmlns:a16="http://schemas.microsoft.com/office/drawing/2014/main" id="{A59108C0-54C5-4B7C-8FE7-C938B948BF95}"/>
                    </a:ext>
                  </a:extLst>
                </p:cNvPr>
                <p:cNvSpPr>
                  <a:spLocks noChangeArrowheads="1"/>
                </p:cNvSpPr>
                <p:nvPr/>
              </p:nvSpPr>
              <p:spPr bwMode="auto">
                <a:xfrm>
                  <a:off x="2277"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08" name="Rectangle 305">
                  <a:extLst>
                    <a:ext uri="{FF2B5EF4-FFF2-40B4-BE49-F238E27FC236}">
                      <a16:creationId xmlns:a16="http://schemas.microsoft.com/office/drawing/2014/main" id="{F3D52E21-7BEB-4A5E-BCF3-26011E69F4DC}"/>
                    </a:ext>
                  </a:extLst>
                </p:cNvPr>
                <p:cNvSpPr>
                  <a:spLocks noChangeArrowheads="1"/>
                </p:cNvSpPr>
                <p:nvPr/>
              </p:nvSpPr>
              <p:spPr bwMode="auto">
                <a:xfrm>
                  <a:off x="2417"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09" name="Rectangle 306">
                  <a:extLst>
                    <a:ext uri="{FF2B5EF4-FFF2-40B4-BE49-F238E27FC236}">
                      <a16:creationId xmlns:a16="http://schemas.microsoft.com/office/drawing/2014/main" id="{2EC18B2E-683E-4001-AC48-328DE66A9AB9}"/>
                    </a:ext>
                  </a:extLst>
                </p:cNvPr>
                <p:cNvSpPr>
                  <a:spLocks noChangeArrowheads="1"/>
                </p:cNvSpPr>
                <p:nvPr/>
              </p:nvSpPr>
              <p:spPr bwMode="auto">
                <a:xfrm>
                  <a:off x="2558"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2</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0" name="Rectangle 307">
                  <a:extLst>
                    <a:ext uri="{FF2B5EF4-FFF2-40B4-BE49-F238E27FC236}">
                      <a16:creationId xmlns:a16="http://schemas.microsoft.com/office/drawing/2014/main" id="{C522186D-5A3F-4F1F-B64F-B248CAF048E6}"/>
                    </a:ext>
                  </a:extLst>
                </p:cNvPr>
                <p:cNvSpPr>
                  <a:spLocks noChangeArrowheads="1"/>
                </p:cNvSpPr>
                <p:nvPr/>
              </p:nvSpPr>
              <p:spPr bwMode="auto">
                <a:xfrm>
                  <a:off x="2698"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3</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1" name="Rectangle 308">
                  <a:extLst>
                    <a:ext uri="{FF2B5EF4-FFF2-40B4-BE49-F238E27FC236}">
                      <a16:creationId xmlns:a16="http://schemas.microsoft.com/office/drawing/2014/main" id="{C23297DB-E455-48F2-8A1D-3DA3F87D8F89}"/>
                    </a:ext>
                  </a:extLst>
                </p:cNvPr>
                <p:cNvSpPr>
                  <a:spLocks noChangeArrowheads="1"/>
                </p:cNvSpPr>
                <p:nvPr/>
              </p:nvSpPr>
              <p:spPr bwMode="auto">
                <a:xfrm>
                  <a:off x="2839"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4</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2" name="Rectangle 309">
                  <a:extLst>
                    <a:ext uri="{FF2B5EF4-FFF2-40B4-BE49-F238E27FC236}">
                      <a16:creationId xmlns:a16="http://schemas.microsoft.com/office/drawing/2014/main" id="{E5A9175B-0399-40DE-93B6-100C934F7A37}"/>
                    </a:ext>
                  </a:extLst>
                </p:cNvPr>
                <p:cNvSpPr>
                  <a:spLocks noChangeArrowheads="1"/>
                </p:cNvSpPr>
                <p:nvPr/>
              </p:nvSpPr>
              <p:spPr bwMode="auto">
                <a:xfrm>
                  <a:off x="2979"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3" name="Rectangle 310">
                  <a:extLst>
                    <a:ext uri="{FF2B5EF4-FFF2-40B4-BE49-F238E27FC236}">
                      <a16:creationId xmlns:a16="http://schemas.microsoft.com/office/drawing/2014/main" id="{D084AD8C-FB22-4D8F-A058-3267C075F7FD}"/>
                    </a:ext>
                  </a:extLst>
                </p:cNvPr>
                <p:cNvSpPr>
                  <a:spLocks noChangeArrowheads="1"/>
                </p:cNvSpPr>
                <p:nvPr/>
              </p:nvSpPr>
              <p:spPr bwMode="auto">
                <a:xfrm>
                  <a:off x="3119"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6</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4" name="Rectangle 311">
                  <a:extLst>
                    <a:ext uri="{FF2B5EF4-FFF2-40B4-BE49-F238E27FC236}">
                      <a16:creationId xmlns:a16="http://schemas.microsoft.com/office/drawing/2014/main" id="{8967A0F8-A16D-4C3B-A44D-4894CA54DE4D}"/>
                    </a:ext>
                  </a:extLst>
                </p:cNvPr>
                <p:cNvSpPr>
                  <a:spLocks noChangeArrowheads="1"/>
                </p:cNvSpPr>
                <p:nvPr/>
              </p:nvSpPr>
              <p:spPr bwMode="auto">
                <a:xfrm>
                  <a:off x="3260"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7</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5" name="Rectangle 312">
                  <a:extLst>
                    <a:ext uri="{FF2B5EF4-FFF2-40B4-BE49-F238E27FC236}">
                      <a16:creationId xmlns:a16="http://schemas.microsoft.com/office/drawing/2014/main" id="{CC85A43E-8CD2-49C5-B6A4-0A44491E504B}"/>
                    </a:ext>
                  </a:extLst>
                </p:cNvPr>
                <p:cNvSpPr>
                  <a:spLocks noChangeArrowheads="1"/>
                </p:cNvSpPr>
                <p:nvPr/>
              </p:nvSpPr>
              <p:spPr bwMode="auto">
                <a:xfrm>
                  <a:off x="3400"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8</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6" name="Rectangle 313">
                  <a:extLst>
                    <a:ext uri="{FF2B5EF4-FFF2-40B4-BE49-F238E27FC236}">
                      <a16:creationId xmlns:a16="http://schemas.microsoft.com/office/drawing/2014/main" id="{40E44DE0-65EC-4588-AD38-504B3BD9302C}"/>
                    </a:ext>
                  </a:extLst>
                </p:cNvPr>
                <p:cNvSpPr>
                  <a:spLocks noChangeArrowheads="1"/>
                </p:cNvSpPr>
                <p:nvPr/>
              </p:nvSpPr>
              <p:spPr bwMode="auto">
                <a:xfrm>
                  <a:off x="3541" y="3002"/>
                  <a:ext cx="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9</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7" name="Rectangle 314">
                  <a:extLst>
                    <a:ext uri="{FF2B5EF4-FFF2-40B4-BE49-F238E27FC236}">
                      <a16:creationId xmlns:a16="http://schemas.microsoft.com/office/drawing/2014/main" id="{CD258D63-F4D6-4A8F-98B7-CDEBE2516B35}"/>
                    </a:ext>
                  </a:extLst>
                </p:cNvPr>
                <p:cNvSpPr>
                  <a:spLocks noChangeArrowheads="1"/>
                </p:cNvSpPr>
                <p:nvPr/>
              </p:nvSpPr>
              <p:spPr bwMode="auto">
                <a:xfrm>
                  <a:off x="3663" y="3002"/>
                  <a:ext cx="73"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18" name="Rectangle 315">
                  <a:extLst>
                    <a:ext uri="{FF2B5EF4-FFF2-40B4-BE49-F238E27FC236}">
                      <a16:creationId xmlns:a16="http://schemas.microsoft.com/office/drawing/2014/main" id="{80EB4A16-DEAA-4AD3-972F-74167DF6A0DF}"/>
                    </a:ext>
                  </a:extLst>
                </p:cNvPr>
                <p:cNvSpPr>
                  <a:spLocks noChangeArrowheads="1"/>
                </p:cNvSpPr>
                <p:nvPr/>
              </p:nvSpPr>
              <p:spPr bwMode="auto">
                <a:xfrm>
                  <a:off x="3803" y="3002"/>
                  <a:ext cx="73"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11</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219" name="Rectangle 316">
                  <a:extLst>
                    <a:ext uri="{FF2B5EF4-FFF2-40B4-BE49-F238E27FC236}">
                      <a16:creationId xmlns:a16="http://schemas.microsoft.com/office/drawing/2014/main" id="{A52C74F0-2B5D-488B-A7EF-43EACA2EBCBA}"/>
                    </a:ext>
                  </a:extLst>
                </p:cNvPr>
                <p:cNvSpPr>
                  <a:spLocks noChangeArrowheads="1"/>
                </p:cNvSpPr>
                <p:nvPr/>
              </p:nvSpPr>
              <p:spPr bwMode="auto">
                <a:xfrm>
                  <a:off x="2173" y="2938"/>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20" name="Rectangle 317">
                  <a:extLst>
                    <a:ext uri="{FF2B5EF4-FFF2-40B4-BE49-F238E27FC236}">
                      <a16:creationId xmlns:a16="http://schemas.microsoft.com/office/drawing/2014/main" id="{7C425BB4-ED7F-4766-AACF-395FFAC863BA}"/>
                    </a:ext>
                  </a:extLst>
                </p:cNvPr>
                <p:cNvSpPr>
                  <a:spLocks noChangeArrowheads="1"/>
                </p:cNvSpPr>
                <p:nvPr/>
              </p:nvSpPr>
              <p:spPr bwMode="auto">
                <a:xfrm>
                  <a:off x="2173" y="2728"/>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21" name="Rectangle 318">
                  <a:extLst>
                    <a:ext uri="{FF2B5EF4-FFF2-40B4-BE49-F238E27FC236}">
                      <a16:creationId xmlns:a16="http://schemas.microsoft.com/office/drawing/2014/main" id="{3E8BE098-EFDF-4BD0-80A5-92D04C49DA69}"/>
                    </a:ext>
                  </a:extLst>
                </p:cNvPr>
                <p:cNvSpPr>
                  <a:spLocks noChangeArrowheads="1"/>
                </p:cNvSpPr>
                <p:nvPr/>
              </p:nvSpPr>
              <p:spPr bwMode="auto">
                <a:xfrm>
                  <a:off x="2173" y="2516"/>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22" name="Line 319">
                  <a:extLst>
                    <a:ext uri="{FF2B5EF4-FFF2-40B4-BE49-F238E27FC236}">
                      <a16:creationId xmlns:a16="http://schemas.microsoft.com/office/drawing/2014/main" id="{85369CE7-F34E-4820-AD11-6985ABC46C0B}"/>
                    </a:ext>
                  </a:extLst>
                </p:cNvPr>
                <p:cNvSpPr>
                  <a:spLocks noChangeShapeType="1"/>
                </p:cNvSpPr>
                <p:nvPr/>
              </p:nvSpPr>
              <p:spPr bwMode="auto">
                <a:xfrm>
                  <a:off x="2295" y="2387"/>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23" name="Line 320">
                  <a:extLst>
                    <a:ext uri="{FF2B5EF4-FFF2-40B4-BE49-F238E27FC236}">
                      <a16:creationId xmlns:a16="http://schemas.microsoft.com/office/drawing/2014/main" id="{3E954604-BC52-47F0-A6A4-458FEE72BFDF}"/>
                    </a:ext>
                  </a:extLst>
                </p:cNvPr>
                <p:cNvSpPr>
                  <a:spLocks noChangeShapeType="1"/>
                </p:cNvSpPr>
                <p:nvPr/>
              </p:nvSpPr>
              <p:spPr bwMode="auto">
                <a:xfrm flipV="1">
                  <a:off x="2365"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24" name="Line 321">
                  <a:extLst>
                    <a:ext uri="{FF2B5EF4-FFF2-40B4-BE49-F238E27FC236}">
                      <a16:creationId xmlns:a16="http://schemas.microsoft.com/office/drawing/2014/main" id="{45E44278-086C-442D-9BE8-7B8BD22A17E7}"/>
                    </a:ext>
                  </a:extLst>
                </p:cNvPr>
                <p:cNvSpPr>
                  <a:spLocks noChangeShapeType="1"/>
                </p:cNvSpPr>
                <p:nvPr/>
              </p:nvSpPr>
              <p:spPr bwMode="auto">
                <a:xfrm flipV="1">
                  <a:off x="2505"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25" name="Line 322">
                  <a:extLst>
                    <a:ext uri="{FF2B5EF4-FFF2-40B4-BE49-F238E27FC236}">
                      <a16:creationId xmlns:a16="http://schemas.microsoft.com/office/drawing/2014/main" id="{9380843F-9D49-40AF-96CE-731EC8369454}"/>
                    </a:ext>
                  </a:extLst>
                </p:cNvPr>
                <p:cNvSpPr>
                  <a:spLocks noChangeShapeType="1"/>
                </p:cNvSpPr>
                <p:nvPr/>
              </p:nvSpPr>
              <p:spPr bwMode="auto">
                <a:xfrm flipV="1">
                  <a:off x="2645"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26" name="Line 323">
                  <a:extLst>
                    <a:ext uri="{FF2B5EF4-FFF2-40B4-BE49-F238E27FC236}">
                      <a16:creationId xmlns:a16="http://schemas.microsoft.com/office/drawing/2014/main" id="{D564EBB5-B159-4E26-B9A7-E5884584DE26}"/>
                    </a:ext>
                  </a:extLst>
                </p:cNvPr>
                <p:cNvSpPr>
                  <a:spLocks noChangeShapeType="1"/>
                </p:cNvSpPr>
                <p:nvPr/>
              </p:nvSpPr>
              <p:spPr bwMode="auto">
                <a:xfrm flipV="1">
                  <a:off x="2786"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27" name="Line 324">
                  <a:extLst>
                    <a:ext uri="{FF2B5EF4-FFF2-40B4-BE49-F238E27FC236}">
                      <a16:creationId xmlns:a16="http://schemas.microsoft.com/office/drawing/2014/main" id="{34013EC9-79D2-4D26-8CA9-FE9722F03C59}"/>
                    </a:ext>
                  </a:extLst>
                </p:cNvPr>
                <p:cNvSpPr>
                  <a:spLocks noChangeShapeType="1"/>
                </p:cNvSpPr>
                <p:nvPr/>
              </p:nvSpPr>
              <p:spPr bwMode="auto">
                <a:xfrm flipV="1">
                  <a:off x="2926"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28" name="Line 325">
                  <a:extLst>
                    <a:ext uri="{FF2B5EF4-FFF2-40B4-BE49-F238E27FC236}">
                      <a16:creationId xmlns:a16="http://schemas.microsoft.com/office/drawing/2014/main" id="{91606677-F5B4-45B5-8C06-4A6DF798F2CC}"/>
                    </a:ext>
                  </a:extLst>
                </p:cNvPr>
                <p:cNvSpPr>
                  <a:spLocks noChangeShapeType="1"/>
                </p:cNvSpPr>
                <p:nvPr/>
              </p:nvSpPr>
              <p:spPr bwMode="auto">
                <a:xfrm flipV="1">
                  <a:off x="3067"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29" name="Line 326">
                  <a:extLst>
                    <a:ext uri="{FF2B5EF4-FFF2-40B4-BE49-F238E27FC236}">
                      <a16:creationId xmlns:a16="http://schemas.microsoft.com/office/drawing/2014/main" id="{2141C361-8518-432E-8A11-27750EA74919}"/>
                    </a:ext>
                  </a:extLst>
                </p:cNvPr>
                <p:cNvSpPr>
                  <a:spLocks noChangeShapeType="1"/>
                </p:cNvSpPr>
                <p:nvPr/>
              </p:nvSpPr>
              <p:spPr bwMode="auto">
                <a:xfrm flipV="1">
                  <a:off x="3207"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0" name="Line 327">
                  <a:extLst>
                    <a:ext uri="{FF2B5EF4-FFF2-40B4-BE49-F238E27FC236}">
                      <a16:creationId xmlns:a16="http://schemas.microsoft.com/office/drawing/2014/main" id="{091E4FCB-94FE-4088-9B41-EE6931B7048D}"/>
                    </a:ext>
                  </a:extLst>
                </p:cNvPr>
                <p:cNvSpPr>
                  <a:spLocks noChangeShapeType="1"/>
                </p:cNvSpPr>
                <p:nvPr/>
              </p:nvSpPr>
              <p:spPr bwMode="auto">
                <a:xfrm flipV="1">
                  <a:off x="3347"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1" name="Line 328">
                  <a:extLst>
                    <a:ext uri="{FF2B5EF4-FFF2-40B4-BE49-F238E27FC236}">
                      <a16:creationId xmlns:a16="http://schemas.microsoft.com/office/drawing/2014/main" id="{436DD0C9-9774-4847-A989-EDEDFB4EC13A}"/>
                    </a:ext>
                  </a:extLst>
                </p:cNvPr>
                <p:cNvSpPr>
                  <a:spLocks noChangeShapeType="1"/>
                </p:cNvSpPr>
                <p:nvPr/>
              </p:nvSpPr>
              <p:spPr bwMode="auto">
                <a:xfrm flipV="1">
                  <a:off x="3488"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2" name="Line 329">
                  <a:extLst>
                    <a:ext uri="{FF2B5EF4-FFF2-40B4-BE49-F238E27FC236}">
                      <a16:creationId xmlns:a16="http://schemas.microsoft.com/office/drawing/2014/main" id="{021A60EB-3EA6-4DE5-9E64-2E7378704249}"/>
                    </a:ext>
                  </a:extLst>
                </p:cNvPr>
                <p:cNvSpPr>
                  <a:spLocks noChangeShapeType="1"/>
                </p:cNvSpPr>
                <p:nvPr/>
              </p:nvSpPr>
              <p:spPr bwMode="auto">
                <a:xfrm flipV="1">
                  <a:off x="3628"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3" name="Line 330">
                  <a:extLst>
                    <a:ext uri="{FF2B5EF4-FFF2-40B4-BE49-F238E27FC236}">
                      <a16:creationId xmlns:a16="http://schemas.microsoft.com/office/drawing/2014/main" id="{D6770431-B2C0-4D90-999C-F8362CB48B5C}"/>
                    </a:ext>
                  </a:extLst>
                </p:cNvPr>
                <p:cNvSpPr>
                  <a:spLocks noChangeShapeType="1"/>
                </p:cNvSpPr>
                <p:nvPr/>
              </p:nvSpPr>
              <p:spPr bwMode="auto">
                <a:xfrm flipV="1">
                  <a:off x="3769" y="2372"/>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4" name="Line 331">
                  <a:extLst>
                    <a:ext uri="{FF2B5EF4-FFF2-40B4-BE49-F238E27FC236}">
                      <a16:creationId xmlns:a16="http://schemas.microsoft.com/office/drawing/2014/main" id="{DA65E9DC-76D3-4F49-AECD-624E65E55360}"/>
                    </a:ext>
                  </a:extLst>
                </p:cNvPr>
                <p:cNvSpPr>
                  <a:spLocks noChangeShapeType="1"/>
                </p:cNvSpPr>
                <p:nvPr/>
              </p:nvSpPr>
              <p:spPr bwMode="auto">
                <a:xfrm flipV="1">
                  <a:off x="2295"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5" name="Line 332">
                  <a:extLst>
                    <a:ext uri="{FF2B5EF4-FFF2-40B4-BE49-F238E27FC236}">
                      <a16:creationId xmlns:a16="http://schemas.microsoft.com/office/drawing/2014/main" id="{F27B116B-4217-4A4A-A0CB-8148F5837802}"/>
                    </a:ext>
                  </a:extLst>
                </p:cNvPr>
                <p:cNvSpPr>
                  <a:spLocks noChangeShapeType="1"/>
                </p:cNvSpPr>
                <p:nvPr/>
              </p:nvSpPr>
              <p:spPr bwMode="auto">
                <a:xfrm flipV="1">
                  <a:off x="2435"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6" name="Line 333">
                  <a:extLst>
                    <a:ext uri="{FF2B5EF4-FFF2-40B4-BE49-F238E27FC236}">
                      <a16:creationId xmlns:a16="http://schemas.microsoft.com/office/drawing/2014/main" id="{5262A22E-7DDD-4EAD-923B-D68681230B1E}"/>
                    </a:ext>
                  </a:extLst>
                </p:cNvPr>
                <p:cNvSpPr>
                  <a:spLocks noChangeShapeType="1"/>
                </p:cNvSpPr>
                <p:nvPr/>
              </p:nvSpPr>
              <p:spPr bwMode="auto">
                <a:xfrm flipV="1">
                  <a:off x="2575"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7" name="Line 334">
                  <a:extLst>
                    <a:ext uri="{FF2B5EF4-FFF2-40B4-BE49-F238E27FC236}">
                      <a16:creationId xmlns:a16="http://schemas.microsoft.com/office/drawing/2014/main" id="{FA7F9CF9-3A25-4713-AB9F-E8B1E9086569}"/>
                    </a:ext>
                  </a:extLst>
                </p:cNvPr>
                <p:cNvSpPr>
                  <a:spLocks noChangeShapeType="1"/>
                </p:cNvSpPr>
                <p:nvPr/>
              </p:nvSpPr>
              <p:spPr bwMode="auto">
                <a:xfrm flipV="1">
                  <a:off x="2716"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8" name="Line 335">
                  <a:extLst>
                    <a:ext uri="{FF2B5EF4-FFF2-40B4-BE49-F238E27FC236}">
                      <a16:creationId xmlns:a16="http://schemas.microsoft.com/office/drawing/2014/main" id="{486A0A6C-1124-4397-95C5-F9D505F53872}"/>
                    </a:ext>
                  </a:extLst>
                </p:cNvPr>
                <p:cNvSpPr>
                  <a:spLocks noChangeShapeType="1"/>
                </p:cNvSpPr>
                <p:nvPr/>
              </p:nvSpPr>
              <p:spPr bwMode="auto">
                <a:xfrm flipV="1">
                  <a:off x="2856"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39" name="Line 336">
                  <a:extLst>
                    <a:ext uri="{FF2B5EF4-FFF2-40B4-BE49-F238E27FC236}">
                      <a16:creationId xmlns:a16="http://schemas.microsoft.com/office/drawing/2014/main" id="{3B854DE1-DC3E-40FD-B801-8EAF693FA350}"/>
                    </a:ext>
                  </a:extLst>
                </p:cNvPr>
                <p:cNvSpPr>
                  <a:spLocks noChangeShapeType="1"/>
                </p:cNvSpPr>
                <p:nvPr/>
              </p:nvSpPr>
              <p:spPr bwMode="auto">
                <a:xfrm flipV="1">
                  <a:off x="2997"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0" name="Line 337">
                  <a:extLst>
                    <a:ext uri="{FF2B5EF4-FFF2-40B4-BE49-F238E27FC236}">
                      <a16:creationId xmlns:a16="http://schemas.microsoft.com/office/drawing/2014/main" id="{B3B346AA-2A91-4D33-8F44-D55824D2EE09}"/>
                    </a:ext>
                  </a:extLst>
                </p:cNvPr>
                <p:cNvSpPr>
                  <a:spLocks noChangeShapeType="1"/>
                </p:cNvSpPr>
                <p:nvPr/>
              </p:nvSpPr>
              <p:spPr bwMode="auto">
                <a:xfrm flipV="1">
                  <a:off x="3137"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1" name="Line 338">
                  <a:extLst>
                    <a:ext uri="{FF2B5EF4-FFF2-40B4-BE49-F238E27FC236}">
                      <a16:creationId xmlns:a16="http://schemas.microsoft.com/office/drawing/2014/main" id="{1E176358-DABC-469E-A9E6-CFA4C8853D58}"/>
                    </a:ext>
                  </a:extLst>
                </p:cNvPr>
                <p:cNvSpPr>
                  <a:spLocks noChangeShapeType="1"/>
                </p:cNvSpPr>
                <p:nvPr/>
              </p:nvSpPr>
              <p:spPr bwMode="auto">
                <a:xfrm flipV="1">
                  <a:off x="3277"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2" name="Line 339">
                  <a:extLst>
                    <a:ext uri="{FF2B5EF4-FFF2-40B4-BE49-F238E27FC236}">
                      <a16:creationId xmlns:a16="http://schemas.microsoft.com/office/drawing/2014/main" id="{3C597202-35FD-4512-B78B-19D1853D9EB6}"/>
                    </a:ext>
                  </a:extLst>
                </p:cNvPr>
                <p:cNvSpPr>
                  <a:spLocks noChangeShapeType="1"/>
                </p:cNvSpPr>
                <p:nvPr/>
              </p:nvSpPr>
              <p:spPr bwMode="auto">
                <a:xfrm flipV="1">
                  <a:off x="3418"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3" name="Line 340">
                  <a:extLst>
                    <a:ext uri="{FF2B5EF4-FFF2-40B4-BE49-F238E27FC236}">
                      <a16:creationId xmlns:a16="http://schemas.microsoft.com/office/drawing/2014/main" id="{3F74FB26-2996-4091-8208-7240A8060AEC}"/>
                    </a:ext>
                  </a:extLst>
                </p:cNvPr>
                <p:cNvSpPr>
                  <a:spLocks noChangeShapeType="1"/>
                </p:cNvSpPr>
                <p:nvPr/>
              </p:nvSpPr>
              <p:spPr bwMode="auto">
                <a:xfrm flipV="1">
                  <a:off x="3558"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4" name="Line 341">
                  <a:extLst>
                    <a:ext uri="{FF2B5EF4-FFF2-40B4-BE49-F238E27FC236}">
                      <a16:creationId xmlns:a16="http://schemas.microsoft.com/office/drawing/2014/main" id="{B0E54853-CB2E-4C16-83DF-A0D52B266DA9}"/>
                    </a:ext>
                  </a:extLst>
                </p:cNvPr>
                <p:cNvSpPr>
                  <a:spLocks noChangeShapeType="1"/>
                </p:cNvSpPr>
                <p:nvPr/>
              </p:nvSpPr>
              <p:spPr bwMode="auto">
                <a:xfrm flipV="1">
                  <a:off x="3699"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5" name="Line 342">
                  <a:extLst>
                    <a:ext uri="{FF2B5EF4-FFF2-40B4-BE49-F238E27FC236}">
                      <a16:creationId xmlns:a16="http://schemas.microsoft.com/office/drawing/2014/main" id="{A66B00F7-BD88-4C6B-845A-2C6566FBEC4F}"/>
                    </a:ext>
                  </a:extLst>
                </p:cNvPr>
                <p:cNvSpPr>
                  <a:spLocks noChangeShapeType="1"/>
                </p:cNvSpPr>
                <p:nvPr/>
              </p:nvSpPr>
              <p:spPr bwMode="auto">
                <a:xfrm flipV="1">
                  <a:off x="3839" y="2357"/>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6" name="Line 343">
                  <a:extLst>
                    <a:ext uri="{FF2B5EF4-FFF2-40B4-BE49-F238E27FC236}">
                      <a16:creationId xmlns:a16="http://schemas.microsoft.com/office/drawing/2014/main" id="{EC1865CC-4B2E-4DD1-8297-F2FE1086131B}"/>
                    </a:ext>
                  </a:extLst>
                </p:cNvPr>
                <p:cNvSpPr>
                  <a:spLocks noChangeShapeType="1"/>
                </p:cNvSpPr>
                <p:nvPr/>
              </p:nvSpPr>
              <p:spPr bwMode="auto">
                <a:xfrm flipV="1">
                  <a:off x="2295" y="1796"/>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7" name="Line 344">
                  <a:extLst>
                    <a:ext uri="{FF2B5EF4-FFF2-40B4-BE49-F238E27FC236}">
                      <a16:creationId xmlns:a16="http://schemas.microsoft.com/office/drawing/2014/main" id="{08D597BF-3A5D-4B6C-B854-79D1FDCA13A4}"/>
                    </a:ext>
                  </a:extLst>
                </p:cNvPr>
                <p:cNvSpPr>
                  <a:spLocks noChangeShapeType="1"/>
                </p:cNvSpPr>
                <p:nvPr/>
              </p:nvSpPr>
              <p:spPr bwMode="auto">
                <a:xfrm>
                  <a:off x="2295" y="2281"/>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8" name="Line 345">
                  <a:extLst>
                    <a:ext uri="{FF2B5EF4-FFF2-40B4-BE49-F238E27FC236}">
                      <a16:creationId xmlns:a16="http://schemas.microsoft.com/office/drawing/2014/main" id="{E9665E46-F014-4E56-B4B3-46E746DD15F0}"/>
                    </a:ext>
                  </a:extLst>
                </p:cNvPr>
                <p:cNvSpPr>
                  <a:spLocks noChangeShapeType="1"/>
                </p:cNvSpPr>
                <p:nvPr/>
              </p:nvSpPr>
              <p:spPr bwMode="auto">
                <a:xfrm>
                  <a:off x="2295" y="2070"/>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9" name="Line 346">
                  <a:extLst>
                    <a:ext uri="{FF2B5EF4-FFF2-40B4-BE49-F238E27FC236}">
                      <a16:creationId xmlns:a16="http://schemas.microsoft.com/office/drawing/2014/main" id="{BCF62F08-4407-4C70-9740-FE9A93A36F88}"/>
                    </a:ext>
                  </a:extLst>
                </p:cNvPr>
                <p:cNvSpPr>
                  <a:spLocks noChangeShapeType="1"/>
                </p:cNvSpPr>
                <p:nvPr/>
              </p:nvSpPr>
              <p:spPr bwMode="auto">
                <a:xfrm>
                  <a:off x="2295" y="1859"/>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0" name="Line 347">
                  <a:extLst>
                    <a:ext uri="{FF2B5EF4-FFF2-40B4-BE49-F238E27FC236}">
                      <a16:creationId xmlns:a16="http://schemas.microsoft.com/office/drawing/2014/main" id="{1A56AE49-FDE6-488F-A194-7294CB6F2D4F}"/>
                    </a:ext>
                  </a:extLst>
                </p:cNvPr>
                <p:cNvSpPr>
                  <a:spLocks noChangeShapeType="1"/>
                </p:cNvSpPr>
                <p:nvPr/>
              </p:nvSpPr>
              <p:spPr bwMode="auto">
                <a:xfrm>
                  <a:off x="2295" y="2387"/>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1" name="Line 348">
                  <a:extLst>
                    <a:ext uri="{FF2B5EF4-FFF2-40B4-BE49-F238E27FC236}">
                      <a16:creationId xmlns:a16="http://schemas.microsoft.com/office/drawing/2014/main" id="{60A32548-52EE-40E7-8B39-DB58580D00F7}"/>
                    </a:ext>
                  </a:extLst>
                </p:cNvPr>
                <p:cNvSpPr>
                  <a:spLocks noChangeShapeType="1"/>
                </p:cNvSpPr>
                <p:nvPr/>
              </p:nvSpPr>
              <p:spPr bwMode="auto">
                <a:xfrm>
                  <a:off x="2295" y="2176"/>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2" name="Line 349">
                  <a:extLst>
                    <a:ext uri="{FF2B5EF4-FFF2-40B4-BE49-F238E27FC236}">
                      <a16:creationId xmlns:a16="http://schemas.microsoft.com/office/drawing/2014/main" id="{DEEDCA5E-BD9B-4495-BACB-7DC28CA6041B}"/>
                    </a:ext>
                  </a:extLst>
                </p:cNvPr>
                <p:cNvSpPr>
                  <a:spLocks noChangeShapeType="1"/>
                </p:cNvSpPr>
                <p:nvPr/>
              </p:nvSpPr>
              <p:spPr bwMode="auto">
                <a:xfrm>
                  <a:off x="2295" y="1965"/>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3" name="Line 350">
                  <a:extLst>
                    <a:ext uri="{FF2B5EF4-FFF2-40B4-BE49-F238E27FC236}">
                      <a16:creationId xmlns:a16="http://schemas.microsoft.com/office/drawing/2014/main" id="{50B18763-5C17-4AE5-8D94-EFDD8B329F30}"/>
                    </a:ext>
                  </a:extLst>
                </p:cNvPr>
                <p:cNvSpPr>
                  <a:spLocks noChangeShapeType="1"/>
                </p:cNvSpPr>
                <p:nvPr/>
              </p:nvSpPr>
              <p:spPr bwMode="auto">
                <a:xfrm flipV="1">
                  <a:off x="3839" y="1796"/>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4" name="Line 351">
                  <a:extLst>
                    <a:ext uri="{FF2B5EF4-FFF2-40B4-BE49-F238E27FC236}">
                      <a16:creationId xmlns:a16="http://schemas.microsoft.com/office/drawing/2014/main" id="{9C9377EE-C5CD-48C4-89F4-D37AE03D8D56}"/>
                    </a:ext>
                  </a:extLst>
                </p:cNvPr>
                <p:cNvSpPr>
                  <a:spLocks noChangeShapeType="1"/>
                </p:cNvSpPr>
                <p:nvPr/>
              </p:nvSpPr>
              <p:spPr bwMode="auto">
                <a:xfrm flipH="1">
                  <a:off x="3824" y="2281"/>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5" name="Line 352">
                  <a:extLst>
                    <a:ext uri="{FF2B5EF4-FFF2-40B4-BE49-F238E27FC236}">
                      <a16:creationId xmlns:a16="http://schemas.microsoft.com/office/drawing/2014/main" id="{4C9717C9-72D2-44D2-8AF0-434ED23C81BC}"/>
                    </a:ext>
                  </a:extLst>
                </p:cNvPr>
                <p:cNvSpPr>
                  <a:spLocks noChangeShapeType="1"/>
                </p:cNvSpPr>
                <p:nvPr/>
              </p:nvSpPr>
              <p:spPr bwMode="auto">
                <a:xfrm flipH="1">
                  <a:off x="3824" y="2070"/>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6" name="Line 353">
                  <a:extLst>
                    <a:ext uri="{FF2B5EF4-FFF2-40B4-BE49-F238E27FC236}">
                      <a16:creationId xmlns:a16="http://schemas.microsoft.com/office/drawing/2014/main" id="{0ADC41AA-590E-478D-8843-8D600CB6DF83}"/>
                    </a:ext>
                  </a:extLst>
                </p:cNvPr>
                <p:cNvSpPr>
                  <a:spLocks noChangeShapeType="1"/>
                </p:cNvSpPr>
                <p:nvPr/>
              </p:nvSpPr>
              <p:spPr bwMode="auto">
                <a:xfrm flipH="1">
                  <a:off x="3824" y="1859"/>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7" name="Line 354">
                  <a:extLst>
                    <a:ext uri="{FF2B5EF4-FFF2-40B4-BE49-F238E27FC236}">
                      <a16:creationId xmlns:a16="http://schemas.microsoft.com/office/drawing/2014/main" id="{2584214F-B243-44BC-A2EC-822D9B86ECD4}"/>
                    </a:ext>
                  </a:extLst>
                </p:cNvPr>
                <p:cNvSpPr>
                  <a:spLocks noChangeShapeType="1"/>
                </p:cNvSpPr>
                <p:nvPr/>
              </p:nvSpPr>
              <p:spPr bwMode="auto">
                <a:xfrm flipH="1">
                  <a:off x="3809" y="2387"/>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8" name="Line 355">
                  <a:extLst>
                    <a:ext uri="{FF2B5EF4-FFF2-40B4-BE49-F238E27FC236}">
                      <a16:creationId xmlns:a16="http://schemas.microsoft.com/office/drawing/2014/main" id="{0063EACD-E8D9-495E-9886-953132AF142F}"/>
                    </a:ext>
                  </a:extLst>
                </p:cNvPr>
                <p:cNvSpPr>
                  <a:spLocks noChangeShapeType="1"/>
                </p:cNvSpPr>
                <p:nvPr/>
              </p:nvSpPr>
              <p:spPr bwMode="auto">
                <a:xfrm flipH="1">
                  <a:off x="3809" y="2176"/>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59" name="Line 356">
                  <a:extLst>
                    <a:ext uri="{FF2B5EF4-FFF2-40B4-BE49-F238E27FC236}">
                      <a16:creationId xmlns:a16="http://schemas.microsoft.com/office/drawing/2014/main" id="{93F0C8D5-3090-4986-9086-968AD477A44E}"/>
                    </a:ext>
                  </a:extLst>
                </p:cNvPr>
                <p:cNvSpPr>
                  <a:spLocks noChangeShapeType="1"/>
                </p:cNvSpPr>
                <p:nvPr/>
              </p:nvSpPr>
              <p:spPr bwMode="auto">
                <a:xfrm flipH="1">
                  <a:off x="3809" y="1965"/>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0" name="Rectangle 357">
                  <a:extLst>
                    <a:ext uri="{FF2B5EF4-FFF2-40B4-BE49-F238E27FC236}">
                      <a16:creationId xmlns:a16="http://schemas.microsoft.com/office/drawing/2014/main" id="{61BEA1CF-29E9-406B-96CE-B3CED1C1C742}"/>
                    </a:ext>
                  </a:extLst>
                </p:cNvPr>
                <p:cNvSpPr>
                  <a:spLocks noChangeArrowheads="1"/>
                </p:cNvSpPr>
                <p:nvPr/>
              </p:nvSpPr>
              <p:spPr bwMode="auto">
                <a:xfrm>
                  <a:off x="2173" y="2347"/>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61" name="Rectangle 358">
                  <a:extLst>
                    <a:ext uri="{FF2B5EF4-FFF2-40B4-BE49-F238E27FC236}">
                      <a16:creationId xmlns:a16="http://schemas.microsoft.com/office/drawing/2014/main" id="{6FBD6DA1-0176-4481-A952-7278CF2AB60D}"/>
                    </a:ext>
                  </a:extLst>
                </p:cNvPr>
                <p:cNvSpPr>
                  <a:spLocks noChangeArrowheads="1"/>
                </p:cNvSpPr>
                <p:nvPr/>
              </p:nvSpPr>
              <p:spPr bwMode="auto">
                <a:xfrm>
                  <a:off x="2173" y="2137"/>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262" name="Rectangle 359">
                  <a:extLst>
                    <a:ext uri="{FF2B5EF4-FFF2-40B4-BE49-F238E27FC236}">
                      <a16:creationId xmlns:a16="http://schemas.microsoft.com/office/drawing/2014/main" id="{CD3D403F-13C8-45C1-914F-3DB0898B0F76}"/>
                    </a:ext>
                  </a:extLst>
                </p:cNvPr>
                <p:cNvSpPr>
                  <a:spLocks noChangeArrowheads="1"/>
                </p:cNvSpPr>
                <p:nvPr/>
              </p:nvSpPr>
              <p:spPr bwMode="auto">
                <a:xfrm>
                  <a:off x="2173" y="1925"/>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263" name="Line 360">
                  <a:extLst>
                    <a:ext uri="{FF2B5EF4-FFF2-40B4-BE49-F238E27FC236}">
                      <a16:creationId xmlns:a16="http://schemas.microsoft.com/office/drawing/2014/main" id="{E61614B2-3110-41D8-B80D-43FCFB215FC8}"/>
                    </a:ext>
                  </a:extLst>
                </p:cNvPr>
                <p:cNvSpPr>
                  <a:spLocks noChangeShapeType="1"/>
                </p:cNvSpPr>
                <p:nvPr/>
              </p:nvSpPr>
              <p:spPr bwMode="auto">
                <a:xfrm>
                  <a:off x="2295" y="1796"/>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4" name="Line 361">
                  <a:extLst>
                    <a:ext uri="{FF2B5EF4-FFF2-40B4-BE49-F238E27FC236}">
                      <a16:creationId xmlns:a16="http://schemas.microsoft.com/office/drawing/2014/main" id="{001967BF-9BA5-404A-AED8-D30C851B12EB}"/>
                    </a:ext>
                  </a:extLst>
                </p:cNvPr>
                <p:cNvSpPr>
                  <a:spLocks noChangeShapeType="1"/>
                </p:cNvSpPr>
                <p:nvPr/>
              </p:nvSpPr>
              <p:spPr bwMode="auto">
                <a:xfrm flipV="1">
                  <a:off x="2365"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5" name="Line 362">
                  <a:extLst>
                    <a:ext uri="{FF2B5EF4-FFF2-40B4-BE49-F238E27FC236}">
                      <a16:creationId xmlns:a16="http://schemas.microsoft.com/office/drawing/2014/main" id="{15FAA279-C5B8-471D-9B02-B40E0F1010AD}"/>
                    </a:ext>
                  </a:extLst>
                </p:cNvPr>
                <p:cNvSpPr>
                  <a:spLocks noChangeShapeType="1"/>
                </p:cNvSpPr>
                <p:nvPr/>
              </p:nvSpPr>
              <p:spPr bwMode="auto">
                <a:xfrm flipV="1">
                  <a:off x="2505"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6" name="Line 363">
                  <a:extLst>
                    <a:ext uri="{FF2B5EF4-FFF2-40B4-BE49-F238E27FC236}">
                      <a16:creationId xmlns:a16="http://schemas.microsoft.com/office/drawing/2014/main" id="{E5285FD3-2611-40E1-B21D-90227E1C538C}"/>
                    </a:ext>
                  </a:extLst>
                </p:cNvPr>
                <p:cNvSpPr>
                  <a:spLocks noChangeShapeType="1"/>
                </p:cNvSpPr>
                <p:nvPr/>
              </p:nvSpPr>
              <p:spPr bwMode="auto">
                <a:xfrm flipV="1">
                  <a:off x="2645"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7" name="Line 364">
                  <a:extLst>
                    <a:ext uri="{FF2B5EF4-FFF2-40B4-BE49-F238E27FC236}">
                      <a16:creationId xmlns:a16="http://schemas.microsoft.com/office/drawing/2014/main" id="{ACE66966-AB1C-4CA8-88E8-DBAD24905322}"/>
                    </a:ext>
                  </a:extLst>
                </p:cNvPr>
                <p:cNvSpPr>
                  <a:spLocks noChangeShapeType="1"/>
                </p:cNvSpPr>
                <p:nvPr/>
              </p:nvSpPr>
              <p:spPr bwMode="auto">
                <a:xfrm flipV="1">
                  <a:off x="2786"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8" name="Line 365">
                  <a:extLst>
                    <a:ext uri="{FF2B5EF4-FFF2-40B4-BE49-F238E27FC236}">
                      <a16:creationId xmlns:a16="http://schemas.microsoft.com/office/drawing/2014/main" id="{2C051097-6EDD-48FE-8B9C-9FBBA4355BC4}"/>
                    </a:ext>
                  </a:extLst>
                </p:cNvPr>
                <p:cNvSpPr>
                  <a:spLocks noChangeShapeType="1"/>
                </p:cNvSpPr>
                <p:nvPr/>
              </p:nvSpPr>
              <p:spPr bwMode="auto">
                <a:xfrm flipV="1">
                  <a:off x="2926"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9" name="Line 366">
                  <a:extLst>
                    <a:ext uri="{FF2B5EF4-FFF2-40B4-BE49-F238E27FC236}">
                      <a16:creationId xmlns:a16="http://schemas.microsoft.com/office/drawing/2014/main" id="{72824A0D-F2E4-482D-9F9A-68E726A4ED15}"/>
                    </a:ext>
                  </a:extLst>
                </p:cNvPr>
                <p:cNvSpPr>
                  <a:spLocks noChangeShapeType="1"/>
                </p:cNvSpPr>
                <p:nvPr/>
              </p:nvSpPr>
              <p:spPr bwMode="auto">
                <a:xfrm flipV="1">
                  <a:off x="3067"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0" name="Line 367">
                  <a:extLst>
                    <a:ext uri="{FF2B5EF4-FFF2-40B4-BE49-F238E27FC236}">
                      <a16:creationId xmlns:a16="http://schemas.microsoft.com/office/drawing/2014/main" id="{38E0640D-37AA-40F8-BFB1-1F8040F38785}"/>
                    </a:ext>
                  </a:extLst>
                </p:cNvPr>
                <p:cNvSpPr>
                  <a:spLocks noChangeShapeType="1"/>
                </p:cNvSpPr>
                <p:nvPr/>
              </p:nvSpPr>
              <p:spPr bwMode="auto">
                <a:xfrm flipV="1">
                  <a:off x="3207"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1" name="Line 368">
                  <a:extLst>
                    <a:ext uri="{FF2B5EF4-FFF2-40B4-BE49-F238E27FC236}">
                      <a16:creationId xmlns:a16="http://schemas.microsoft.com/office/drawing/2014/main" id="{11E409B9-800B-4603-ADA8-40174DEFE42E}"/>
                    </a:ext>
                  </a:extLst>
                </p:cNvPr>
                <p:cNvSpPr>
                  <a:spLocks noChangeShapeType="1"/>
                </p:cNvSpPr>
                <p:nvPr/>
              </p:nvSpPr>
              <p:spPr bwMode="auto">
                <a:xfrm flipV="1">
                  <a:off x="3347"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2" name="Line 369">
                  <a:extLst>
                    <a:ext uri="{FF2B5EF4-FFF2-40B4-BE49-F238E27FC236}">
                      <a16:creationId xmlns:a16="http://schemas.microsoft.com/office/drawing/2014/main" id="{03848931-C396-41F5-8E51-D427537AAB48}"/>
                    </a:ext>
                  </a:extLst>
                </p:cNvPr>
                <p:cNvSpPr>
                  <a:spLocks noChangeShapeType="1"/>
                </p:cNvSpPr>
                <p:nvPr/>
              </p:nvSpPr>
              <p:spPr bwMode="auto">
                <a:xfrm flipV="1">
                  <a:off x="3488"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3" name="Line 370">
                  <a:extLst>
                    <a:ext uri="{FF2B5EF4-FFF2-40B4-BE49-F238E27FC236}">
                      <a16:creationId xmlns:a16="http://schemas.microsoft.com/office/drawing/2014/main" id="{BD8E66D1-8CD5-4A92-A938-8553048E7100}"/>
                    </a:ext>
                  </a:extLst>
                </p:cNvPr>
                <p:cNvSpPr>
                  <a:spLocks noChangeShapeType="1"/>
                </p:cNvSpPr>
                <p:nvPr/>
              </p:nvSpPr>
              <p:spPr bwMode="auto">
                <a:xfrm flipV="1">
                  <a:off x="3628"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4" name="Line 371">
                  <a:extLst>
                    <a:ext uri="{FF2B5EF4-FFF2-40B4-BE49-F238E27FC236}">
                      <a16:creationId xmlns:a16="http://schemas.microsoft.com/office/drawing/2014/main" id="{A891636A-0798-48CA-AAD0-F00A82CBDC8B}"/>
                    </a:ext>
                  </a:extLst>
                </p:cNvPr>
                <p:cNvSpPr>
                  <a:spLocks noChangeShapeType="1"/>
                </p:cNvSpPr>
                <p:nvPr/>
              </p:nvSpPr>
              <p:spPr bwMode="auto">
                <a:xfrm flipV="1">
                  <a:off x="3769" y="1781"/>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5" name="Line 372">
                  <a:extLst>
                    <a:ext uri="{FF2B5EF4-FFF2-40B4-BE49-F238E27FC236}">
                      <a16:creationId xmlns:a16="http://schemas.microsoft.com/office/drawing/2014/main" id="{B811980D-F72F-46BD-A9E6-6EEB4E96ACB1}"/>
                    </a:ext>
                  </a:extLst>
                </p:cNvPr>
                <p:cNvSpPr>
                  <a:spLocks noChangeShapeType="1"/>
                </p:cNvSpPr>
                <p:nvPr/>
              </p:nvSpPr>
              <p:spPr bwMode="auto">
                <a:xfrm flipV="1">
                  <a:off x="2295"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6" name="Line 373">
                  <a:extLst>
                    <a:ext uri="{FF2B5EF4-FFF2-40B4-BE49-F238E27FC236}">
                      <a16:creationId xmlns:a16="http://schemas.microsoft.com/office/drawing/2014/main" id="{8587D89F-6C40-49B3-9FC8-CAF803B6585E}"/>
                    </a:ext>
                  </a:extLst>
                </p:cNvPr>
                <p:cNvSpPr>
                  <a:spLocks noChangeShapeType="1"/>
                </p:cNvSpPr>
                <p:nvPr/>
              </p:nvSpPr>
              <p:spPr bwMode="auto">
                <a:xfrm flipV="1">
                  <a:off x="2435"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7" name="Line 374">
                  <a:extLst>
                    <a:ext uri="{FF2B5EF4-FFF2-40B4-BE49-F238E27FC236}">
                      <a16:creationId xmlns:a16="http://schemas.microsoft.com/office/drawing/2014/main" id="{AD487485-B5C3-427F-ACC1-12232DB211CE}"/>
                    </a:ext>
                  </a:extLst>
                </p:cNvPr>
                <p:cNvSpPr>
                  <a:spLocks noChangeShapeType="1"/>
                </p:cNvSpPr>
                <p:nvPr/>
              </p:nvSpPr>
              <p:spPr bwMode="auto">
                <a:xfrm flipV="1">
                  <a:off x="2575"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8" name="Line 375">
                  <a:extLst>
                    <a:ext uri="{FF2B5EF4-FFF2-40B4-BE49-F238E27FC236}">
                      <a16:creationId xmlns:a16="http://schemas.microsoft.com/office/drawing/2014/main" id="{6C04B156-C475-4AAB-A9D9-E4FD8C9E9D1D}"/>
                    </a:ext>
                  </a:extLst>
                </p:cNvPr>
                <p:cNvSpPr>
                  <a:spLocks noChangeShapeType="1"/>
                </p:cNvSpPr>
                <p:nvPr/>
              </p:nvSpPr>
              <p:spPr bwMode="auto">
                <a:xfrm flipV="1">
                  <a:off x="2716"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9" name="Line 376">
                  <a:extLst>
                    <a:ext uri="{FF2B5EF4-FFF2-40B4-BE49-F238E27FC236}">
                      <a16:creationId xmlns:a16="http://schemas.microsoft.com/office/drawing/2014/main" id="{A1467D20-DC10-4C6C-AB36-556B84C4055C}"/>
                    </a:ext>
                  </a:extLst>
                </p:cNvPr>
                <p:cNvSpPr>
                  <a:spLocks noChangeShapeType="1"/>
                </p:cNvSpPr>
                <p:nvPr/>
              </p:nvSpPr>
              <p:spPr bwMode="auto">
                <a:xfrm flipV="1">
                  <a:off x="2856"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0" name="Line 377">
                  <a:extLst>
                    <a:ext uri="{FF2B5EF4-FFF2-40B4-BE49-F238E27FC236}">
                      <a16:creationId xmlns:a16="http://schemas.microsoft.com/office/drawing/2014/main" id="{6704BC56-B7D3-4E1B-84A9-4647E938295F}"/>
                    </a:ext>
                  </a:extLst>
                </p:cNvPr>
                <p:cNvSpPr>
                  <a:spLocks noChangeShapeType="1"/>
                </p:cNvSpPr>
                <p:nvPr/>
              </p:nvSpPr>
              <p:spPr bwMode="auto">
                <a:xfrm flipV="1">
                  <a:off x="2997"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1" name="Line 378">
                  <a:extLst>
                    <a:ext uri="{FF2B5EF4-FFF2-40B4-BE49-F238E27FC236}">
                      <a16:creationId xmlns:a16="http://schemas.microsoft.com/office/drawing/2014/main" id="{410BB07D-511D-43B7-8417-8763C0FCF7FC}"/>
                    </a:ext>
                  </a:extLst>
                </p:cNvPr>
                <p:cNvSpPr>
                  <a:spLocks noChangeShapeType="1"/>
                </p:cNvSpPr>
                <p:nvPr/>
              </p:nvSpPr>
              <p:spPr bwMode="auto">
                <a:xfrm flipV="1">
                  <a:off x="3137"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2" name="Line 379">
                  <a:extLst>
                    <a:ext uri="{FF2B5EF4-FFF2-40B4-BE49-F238E27FC236}">
                      <a16:creationId xmlns:a16="http://schemas.microsoft.com/office/drawing/2014/main" id="{5EEA8CD5-C4F7-4D95-A3C0-B0FDEB9472BF}"/>
                    </a:ext>
                  </a:extLst>
                </p:cNvPr>
                <p:cNvSpPr>
                  <a:spLocks noChangeShapeType="1"/>
                </p:cNvSpPr>
                <p:nvPr/>
              </p:nvSpPr>
              <p:spPr bwMode="auto">
                <a:xfrm flipV="1">
                  <a:off x="3277"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3" name="Line 380">
                  <a:extLst>
                    <a:ext uri="{FF2B5EF4-FFF2-40B4-BE49-F238E27FC236}">
                      <a16:creationId xmlns:a16="http://schemas.microsoft.com/office/drawing/2014/main" id="{299B9E92-B6CB-4EB7-B96A-4C0D2F8D4C21}"/>
                    </a:ext>
                  </a:extLst>
                </p:cNvPr>
                <p:cNvSpPr>
                  <a:spLocks noChangeShapeType="1"/>
                </p:cNvSpPr>
                <p:nvPr/>
              </p:nvSpPr>
              <p:spPr bwMode="auto">
                <a:xfrm flipV="1">
                  <a:off x="3418"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4" name="Line 381">
                  <a:extLst>
                    <a:ext uri="{FF2B5EF4-FFF2-40B4-BE49-F238E27FC236}">
                      <a16:creationId xmlns:a16="http://schemas.microsoft.com/office/drawing/2014/main" id="{03D58DD1-86BC-401C-8FBE-EE7357443B2C}"/>
                    </a:ext>
                  </a:extLst>
                </p:cNvPr>
                <p:cNvSpPr>
                  <a:spLocks noChangeShapeType="1"/>
                </p:cNvSpPr>
                <p:nvPr/>
              </p:nvSpPr>
              <p:spPr bwMode="auto">
                <a:xfrm flipV="1">
                  <a:off x="3558"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5" name="Line 382">
                  <a:extLst>
                    <a:ext uri="{FF2B5EF4-FFF2-40B4-BE49-F238E27FC236}">
                      <a16:creationId xmlns:a16="http://schemas.microsoft.com/office/drawing/2014/main" id="{05E0132C-F7E7-462C-9A9A-329DE15D8DEC}"/>
                    </a:ext>
                  </a:extLst>
                </p:cNvPr>
                <p:cNvSpPr>
                  <a:spLocks noChangeShapeType="1"/>
                </p:cNvSpPr>
                <p:nvPr/>
              </p:nvSpPr>
              <p:spPr bwMode="auto">
                <a:xfrm flipV="1">
                  <a:off x="3699"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6" name="Line 383">
                  <a:extLst>
                    <a:ext uri="{FF2B5EF4-FFF2-40B4-BE49-F238E27FC236}">
                      <a16:creationId xmlns:a16="http://schemas.microsoft.com/office/drawing/2014/main" id="{940839A4-2C32-42A1-8C77-93790014770F}"/>
                    </a:ext>
                  </a:extLst>
                </p:cNvPr>
                <p:cNvSpPr>
                  <a:spLocks noChangeShapeType="1"/>
                </p:cNvSpPr>
                <p:nvPr/>
              </p:nvSpPr>
              <p:spPr bwMode="auto">
                <a:xfrm flipV="1">
                  <a:off x="3839" y="1766"/>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7" name="Line 384">
                  <a:extLst>
                    <a:ext uri="{FF2B5EF4-FFF2-40B4-BE49-F238E27FC236}">
                      <a16:creationId xmlns:a16="http://schemas.microsoft.com/office/drawing/2014/main" id="{BE9C3F7F-2A6F-42FB-A28E-38537C435AEF}"/>
                    </a:ext>
                  </a:extLst>
                </p:cNvPr>
                <p:cNvSpPr>
                  <a:spLocks noChangeShapeType="1"/>
                </p:cNvSpPr>
                <p:nvPr/>
              </p:nvSpPr>
              <p:spPr bwMode="auto">
                <a:xfrm flipV="1">
                  <a:off x="2295" y="1205"/>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8" name="Line 385">
                  <a:extLst>
                    <a:ext uri="{FF2B5EF4-FFF2-40B4-BE49-F238E27FC236}">
                      <a16:creationId xmlns:a16="http://schemas.microsoft.com/office/drawing/2014/main" id="{5D0CA278-FAFE-4843-9189-0FDA855BC8FD}"/>
                    </a:ext>
                  </a:extLst>
                </p:cNvPr>
                <p:cNvSpPr>
                  <a:spLocks noChangeShapeType="1"/>
                </p:cNvSpPr>
                <p:nvPr/>
              </p:nvSpPr>
              <p:spPr bwMode="auto">
                <a:xfrm>
                  <a:off x="2295" y="1690"/>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9" name="Line 386">
                  <a:extLst>
                    <a:ext uri="{FF2B5EF4-FFF2-40B4-BE49-F238E27FC236}">
                      <a16:creationId xmlns:a16="http://schemas.microsoft.com/office/drawing/2014/main" id="{A43F24EF-729E-4C22-AB46-2E429755386A}"/>
                    </a:ext>
                  </a:extLst>
                </p:cNvPr>
                <p:cNvSpPr>
                  <a:spLocks noChangeShapeType="1"/>
                </p:cNvSpPr>
                <p:nvPr/>
              </p:nvSpPr>
              <p:spPr bwMode="auto">
                <a:xfrm>
                  <a:off x="2295" y="1479"/>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0" name="Line 387">
                  <a:extLst>
                    <a:ext uri="{FF2B5EF4-FFF2-40B4-BE49-F238E27FC236}">
                      <a16:creationId xmlns:a16="http://schemas.microsoft.com/office/drawing/2014/main" id="{57387D53-22D5-4ADE-8614-0F7A798A1727}"/>
                    </a:ext>
                  </a:extLst>
                </p:cNvPr>
                <p:cNvSpPr>
                  <a:spLocks noChangeShapeType="1"/>
                </p:cNvSpPr>
                <p:nvPr/>
              </p:nvSpPr>
              <p:spPr bwMode="auto">
                <a:xfrm>
                  <a:off x="2295" y="1269"/>
                  <a:ext cx="14"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1" name="Line 388">
                  <a:extLst>
                    <a:ext uri="{FF2B5EF4-FFF2-40B4-BE49-F238E27FC236}">
                      <a16:creationId xmlns:a16="http://schemas.microsoft.com/office/drawing/2014/main" id="{1A3E41D4-F78E-4C68-9C28-A75266D55D3F}"/>
                    </a:ext>
                  </a:extLst>
                </p:cNvPr>
                <p:cNvSpPr>
                  <a:spLocks noChangeShapeType="1"/>
                </p:cNvSpPr>
                <p:nvPr/>
              </p:nvSpPr>
              <p:spPr bwMode="auto">
                <a:xfrm>
                  <a:off x="2295" y="1796"/>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2" name="Line 389">
                  <a:extLst>
                    <a:ext uri="{FF2B5EF4-FFF2-40B4-BE49-F238E27FC236}">
                      <a16:creationId xmlns:a16="http://schemas.microsoft.com/office/drawing/2014/main" id="{AAD81F26-0DBE-47AA-96AB-001AB628274F}"/>
                    </a:ext>
                  </a:extLst>
                </p:cNvPr>
                <p:cNvSpPr>
                  <a:spLocks noChangeShapeType="1"/>
                </p:cNvSpPr>
                <p:nvPr/>
              </p:nvSpPr>
              <p:spPr bwMode="auto">
                <a:xfrm>
                  <a:off x="2295" y="1585"/>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3" name="Line 390">
                  <a:extLst>
                    <a:ext uri="{FF2B5EF4-FFF2-40B4-BE49-F238E27FC236}">
                      <a16:creationId xmlns:a16="http://schemas.microsoft.com/office/drawing/2014/main" id="{A3A91DA9-4EB1-45FB-87CF-37E51778613A}"/>
                    </a:ext>
                  </a:extLst>
                </p:cNvPr>
                <p:cNvSpPr>
                  <a:spLocks noChangeShapeType="1"/>
                </p:cNvSpPr>
                <p:nvPr/>
              </p:nvSpPr>
              <p:spPr bwMode="auto">
                <a:xfrm>
                  <a:off x="2295" y="1374"/>
                  <a:ext cx="29"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4" name="Line 391">
                  <a:extLst>
                    <a:ext uri="{FF2B5EF4-FFF2-40B4-BE49-F238E27FC236}">
                      <a16:creationId xmlns:a16="http://schemas.microsoft.com/office/drawing/2014/main" id="{6966BBA7-9A9C-42E4-BCE9-E7BF132B2B90}"/>
                    </a:ext>
                  </a:extLst>
                </p:cNvPr>
                <p:cNvSpPr>
                  <a:spLocks noChangeShapeType="1"/>
                </p:cNvSpPr>
                <p:nvPr/>
              </p:nvSpPr>
              <p:spPr bwMode="auto">
                <a:xfrm flipV="1">
                  <a:off x="3839" y="1205"/>
                  <a:ext cx="0" cy="591"/>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5" name="Line 392">
                  <a:extLst>
                    <a:ext uri="{FF2B5EF4-FFF2-40B4-BE49-F238E27FC236}">
                      <a16:creationId xmlns:a16="http://schemas.microsoft.com/office/drawing/2014/main" id="{8AF32B84-7802-437E-80C0-C8262626BAF2}"/>
                    </a:ext>
                  </a:extLst>
                </p:cNvPr>
                <p:cNvSpPr>
                  <a:spLocks noChangeShapeType="1"/>
                </p:cNvSpPr>
                <p:nvPr/>
              </p:nvSpPr>
              <p:spPr bwMode="auto">
                <a:xfrm flipH="1">
                  <a:off x="3824" y="1690"/>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6" name="Line 393">
                  <a:extLst>
                    <a:ext uri="{FF2B5EF4-FFF2-40B4-BE49-F238E27FC236}">
                      <a16:creationId xmlns:a16="http://schemas.microsoft.com/office/drawing/2014/main" id="{CE5E0688-0246-47ED-8EEC-DDBAFCE67B99}"/>
                    </a:ext>
                  </a:extLst>
                </p:cNvPr>
                <p:cNvSpPr>
                  <a:spLocks noChangeShapeType="1"/>
                </p:cNvSpPr>
                <p:nvPr/>
              </p:nvSpPr>
              <p:spPr bwMode="auto">
                <a:xfrm flipH="1">
                  <a:off x="3824" y="1479"/>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7" name="Line 394">
                  <a:extLst>
                    <a:ext uri="{FF2B5EF4-FFF2-40B4-BE49-F238E27FC236}">
                      <a16:creationId xmlns:a16="http://schemas.microsoft.com/office/drawing/2014/main" id="{68FD1576-6BAF-4E0D-B987-3DE6962CB547}"/>
                    </a:ext>
                  </a:extLst>
                </p:cNvPr>
                <p:cNvSpPr>
                  <a:spLocks noChangeShapeType="1"/>
                </p:cNvSpPr>
                <p:nvPr/>
              </p:nvSpPr>
              <p:spPr bwMode="auto">
                <a:xfrm flipH="1">
                  <a:off x="3824" y="1269"/>
                  <a:ext cx="1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8" name="Line 395">
                  <a:extLst>
                    <a:ext uri="{FF2B5EF4-FFF2-40B4-BE49-F238E27FC236}">
                      <a16:creationId xmlns:a16="http://schemas.microsoft.com/office/drawing/2014/main" id="{8EC899F4-C91F-4B81-ADAE-B7A96C205C91}"/>
                    </a:ext>
                  </a:extLst>
                </p:cNvPr>
                <p:cNvSpPr>
                  <a:spLocks noChangeShapeType="1"/>
                </p:cNvSpPr>
                <p:nvPr/>
              </p:nvSpPr>
              <p:spPr bwMode="auto">
                <a:xfrm flipH="1">
                  <a:off x="3809" y="1796"/>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9" name="Line 396">
                  <a:extLst>
                    <a:ext uri="{FF2B5EF4-FFF2-40B4-BE49-F238E27FC236}">
                      <a16:creationId xmlns:a16="http://schemas.microsoft.com/office/drawing/2014/main" id="{8568A381-B417-4566-8F5C-6E899C1E5348}"/>
                    </a:ext>
                  </a:extLst>
                </p:cNvPr>
                <p:cNvSpPr>
                  <a:spLocks noChangeShapeType="1"/>
                </p:cNvSpPr>
                <p:nvPr/>
              </p:nvSpPr>
              <p:spPr bwMode="auto">
                <a:xfrm flipH="1">
                  <a:off x="3809" y="1585"/>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00" name="Line 397">
                  <a:extLst>
                    <a:ext uri="{FF2B5EF4-FFF2-40B4-BE49-F238E27FC236}">
                      <a16:creationId xmlns:a16="http://schemas.microsoft.com/office/drawing/2014/main" id="{D154EC7F-DA99-4BCA-B52D-50F4664251E1}"/>
                    </a:ext>
                  </a:extLst>
                </p:cNvPr>
                <p:cNvSpPr>
                  <a:spLocks noChangeShapeType="1"/>
                </p:cNvSpPr>
                <p:nvPr/>
              </p:nvSpPr>
              <p:spPr bwMode="auto">
                <a:xfrm flipH="1">
                  <a:off x="3809" y="1374"/>
                  <a:ext cx="30"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01" name="Rectangle 398">
                  <a:extLst>
                    <a:ext uri="{FF2B5EF4-FFF2-40B4-BE49-F238E27FC236}">
                      <a16:creationId xmlns:a16="http://schemas.microsoft.com/office/drawing/2014/main" id="{A9F53D63-3F68-42AF-ABC3-1D3407D7DC8C}"/>
                    </a:ext>
                  </a:extLst>
                </p:cNvPr>
                <p:cNvSpPr>
                  <a:spLocks noChangeArrowheads="1"/>
                </p:cNvSpPr>
                <p:nvPr/>
              </p:nvSpPr>
              <p:spPr bwMode="auto">
                <a:xfrm>
                  <a:off x="2173" y="1756"/>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02" name="Rectangle 399">
                  <a:extLst>
                    <a:ext uri="{FF2B5EF4-FFF2-40B4-BE49-F238E27FC236}">
                      <a16:creationId xmlns:a16="http://schemas.microsoft.com/office/drawing/2014/main" id="{33D0FCA6-5333-42CB-B6AB-676BB341B301}"/>
                    </a:ext>
                  </a:extLst>
                </p:cNvPr>
                <p:cNvSpPr>
                  <a:spLocks noChangeArrowheads="1"/>
                </p:cNvSpPr>
                <p:nvPr/>
              </p:nvSpPr>
              <p:spPr bwMode="auto">
                <a:xfrm>
                  <a:off x="2173" y="1546"/>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03" name="Rectangle 400">
                  <a:extLst>
                    <a:ext uri="{FF2B5EF4-FFF2-40B4-BE49-F238E27FC236}">
                      <a16:creationId xmlns:a16="http://schemas.microsoft.com/office/drawing/2014/main" id="{02677E15-94C4-4886-9AC9-C354A445F4F6}"/>
                    </a:ext>
                  </a:extLst>
                </p:cNvPr>
                <p:cNvSpPr>
                  <a:spLocks noChangeArrowheads="1"/>
                </p:cNvSpPr>
                <p:nvPr/>
              </p:nvSpPr>
              <p:spPr bwMode="auto">
                <a:xfrm>
                  <a:off x="2173" y="1334"/>
                  <a:ext cx="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04" name="Line 401">
                  <a:extLst>
                    <a:ext uri="{FF2B5EF4-FFF2-40B4-BE49-F238E27FC236}">
                      <a16:creationId xmlns:a16="http://schemas.microsoft.com/office/drawing/2014/main" id="{8EB70FBB-C7B5-4390-B1A1-5309D41460E9}"/>
                    </a:ext>
                  </a:extLst>
                </p:cNvPr>
                <p:cNvSpPr>
                  <a:spLocks noChangeShapeType="1"/>
                </p:cNvSpPr>
                <p:nvPr/>
              </p:nvSpPr>
              <p:spPr bwMode="auto">
                <a:xfrm>
                  <a:off x="2295" y="1205"/>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05" name="Line 402">
                  <a:extLst>
                    <a:ext uri="{FF2B5EF4-FFF2-40B4-BE49-F238E27FC236}">
                      <a16:creationId xmlns:a16="http://schemas.microsoft.com/office/drawing/2014/main" id="{9927DDD3-55EB-4B1A-A900-89B8D6279CBC}"/>
                    </a:ext>
                  </a:extLst>
                </p:cNvPr>
                <p:cNvSpPr>
                  <a:spLocks noChangeShapeType="1"/>
                </p:cNvSpPr>
                <p:nvPr/>
              </p:nvSpPr>
              <p:spPr bwMode="auto">
                <a:xfrm flipV="1">
                  <a:off x="2365"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06" name="Line 403">
                  <a:extLst>
                    <a:ext uri="{FF2B5EF4-FFF2-40B4-BE49-F238E27FC236}">
                      <a16:creationId xmlns:a16="http://schemas.microsoft.com/office/drawing/2014/main" id="{7F672162-E61D-4EFB-9444-AA967C665F70}"/>
                    </a:ext>
                  </a:extLst>
                </p:cNvPr>
                <p:cNvSpPr>
                  <a:spLocks noChangeShapeType="1"/>
                </p:cNvSpPr>
                <p:nvPr/>
              </p:nvSpPr>
              <p:spPr bwMode="auto">
                <a:xfrm flipV="1">
                  <a:off x="2505"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07" name="Line 404">
                  <a:extLst>
                    <a:ext uri="{FF2B5EF4-FFF2-40B4-BE49-F238E27FC236}">
                      <a16:creationId xmlns:a16="http://schemas.microsoft.com/office/drawing/2014/main" id="{661FAE0E-51F0-48F0-86F0-07032E4942BE}"/>
                    </a:ext>
                  </a:extLst>
                </p:cNvPr>
                <p:cNvSpPr>
                  <a:spLocks noChangeShapeType="1"/>
                </p:cNvSpPr>
                <p:nvPr/>
              </p:nvSpPr>
              <p:spPr bwMode="auto">
                <a:xfrm flipV="1">
                  <a:off x="2645"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08" name="Line 405">
                  <a:extLst>
                    <a:ext uri="{FF2B5EF4-FFF2-40B4-BE49-F238E27FC236}">
                      <a16:creationId xmlns:a16="http://schemas.microsoft.com/office/drawing/2014/main" id="{0C3F6E27-8407-4126-B5B8-BA2D17DE2C09}"/>
                    </a:ext>
                  </a:extLst>
                </p:cNvPr>
                <p:cNvSpPr>
                  <a:spLocks noChangeShapeType="1"/>
                </p:cNvSpPr>
                <p:nvPr/>
              </p:nvSpPr>
              <p:spPr bwMode="auto">
                <a:xfrm flipV="1">
                  <a:off x="2786"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09" name="Line 406">
                  <a:extLst>
                    <a:ext uri="{FF2B5EF4-FFF2-40B4-BE49-F238E27FC236}">
                      <a16:creationId xmlns:a16="http://schemas.microsoft.com/office/drawing/2014/main" id="{A4CDE49B-D096-4E02-AAA7-30FF29F7B868}"/>
                    </a:ext>
                  </a:extLst>
                </p:cNvPr>
                <p:cNvSpPr>
                  <a:spLocks noChangeShapeType="1"/>
                </p:cNvSpPr>
                <p:nvPr/>
              </p:nvSpPr>
              <p:spPr bwMode="auto">
                <a:xfrm flipV="1">
                  <a:off x="2926"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0" name="Line 407">
                  <a:extLst>
                    <a:ext uri="{FF2B5EF4-FFF2-40B4-BE49-F238E27FC236}">
                      <a16:creationId xmlns:a16="http://schemas.microsoft.com/office/drawing/2014/main" id="{DACF122D-EB31-4B6C-B165-0CBCAB71D38B}"/>
                    </a:ext>
                  </a:extLst>
                </p:cNvPr>
                <p:cNvSpPr>
                  <a:spLocks noChangeShapeType="1"/>
                </p:cNvSpPr>
                <p:nvPr/>
              </p:nvSpPr>
              <p:spPr bwMode="auto">
                <a:xfrm flipV="1">
                  <a:off x="3067"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1" name="Line 408">
                  <a:extLst>
                    <a:ext uri="{FF2B5EF4-FFF2-40B4-BE49-F238E27FC236}">
                      <a16:creationId xmlns:a16="http://schemas.microsoft.com/office/drawing/2014/main" id="{3A0802CB-017E-41A9-88A2-C27668228EEE}"/>
                    </a:ext>
                  </a:extLst>
                </p:cNvPr>
                <p:cNvSpPr>
                  <a:spLocks noChangeShapeType="1"/>
                </p:cNvSpPr>
                <p:nvPr/>
              </p:nvSpPr>
              <p:spPr bwMode="auto">
                <a:xfrm flipV="1">
                  <a:off x="3207"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2" name="Line 409">
                  <a:extLst>
                    <a:ext uri="{FF2B5EF4-FFF2-40B4-BE49-F238E27FC236}">
                      <a16:creationId xmlns:a16="http://schemas.microsoft.com/office/drawing/2014/main" id="{4EE39A74-B562-49B9-A4BE-55A63F3ADABA}"/>
                    </a:ext>
                  </a:extLst>
                </p:cNvPr>
                <p:cNvSpPr>
                  <a:spLocks noChangeShapeType="1"/>
                </p:cNvSpPr>
                <p:nvPr/>
              </p:nvSpPr>
              <p:spPr bwMode="auto">
                <a:xfrm flipV="1">
                  <a:off x="3347"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3" name="Line 410">
                  <a:extLst>
                    <a:ext uri="{FF2B5EF4-FFF2-40B4-BE49-F238E27FC236}">
                      <a16:creationId xmlns:a16="http://schemas.microsoft.com/office/drawing/2014/main" id="{C947F229-1DBB-40F2-A1E2-54D7D6589768}"/>
                    </a:ext>
                  </a:extLst>
                </p:cNvPr>
                <p:cNvSpPr>
                  <a:spLocks noChangeShapeType="1"/>
                </p:cNvSpPr>
                <p:nvPr/>
              </p:nvSpPr>
              <p:spPr bwMode="auto">
                <a:xfrm flipV="1">
                  <a:off x="3488"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4" name="Line 411">
                  <a:extLst>
                    <a:ext uri="{FF2B5EF4-FFF2-40B4-BE49-F238E27FC236}">
                      <a16:creationId xmlns:a16="http://schemas.microsoft.com/office/drawing/2014/main" id="{CDB30955-FA64-4DD2-8797-32FBB44CFE7C}"/>
                    </a:ext>
                  </a:extLst>
                </p:cNvPr>
                <p:cNvSpPr>
                  <a:spLocks noChangeShapeType="1"/>
                </p:cNvSpPr>
                <p:nvPr/>
              </p:nvSpPr>
              <p:spPr bwMode="auto">
                <a:xfrm flipV="1">
                  <a:off x="3628"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5" name="Line 412">
                  <a:extLst>
                    <a:ext uri="{FF2B5EF4-FFF2-40B4-BE49-F238E27FC236}">
                      <a16:creationId xmlns:a16="http://schemas.microsoft.com/office/drawing/2014/main" id="{DB6BB08D-01BA-4F2D-9FEB-A55E48C3EC69}"/>
                    </a:ext>
                  </a:extLst>
                </p:cNvPr>
                <p:cNvSpPr>
                  <a:spLocks noChangeShapeType="1"/>
                </p:cNvSpPr>
                <p:nvPr/>
              </p:nvSpPr>
              <p:spPr bwMode="auto">
                <a:xfrm flipV="1">
                  <a:off x="3769" y="1190"/>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6" name="Line 413">
                  <a:extLst>
                    <a:ext uri="{FF2B5EF4-FFF2-40B4-BE49-F238E27FC236}">
                      <a16:creationId xmlns:a16="http://schemas.microsoft.com/office/drawing/2014/main" id="{A8C8533A-7614-4694-A088-3F0084930861}"/>
                    </a:ext>
                  </a:extLst>
                </p:cNvPr>
                <p:cNvSpPr>
                  <a:spLocks noChangeShapeType="1"/>
                </p:cNvSpPr>
                <p:nvPr/>
              </p:nvSpPr>
              <p:spPr bwMode="auto">
                <a:xfrm flipV="1">
                  <a:off x="2295"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7" name="Line 414">
                  <a:extLst>
                    <a:ext uri="{FF2B5EF4-FFF2-40B4-BE49-F238E27FC236}">
                      <a16:creationId xmlns:a16="http://schemas.microsoft.com/office/drawing/2014/main" id="{A22AA9CD-3C13-4FC3-9B19-58A6FACC6D9C}"/>
                    </a:ext>
                  </a:extLst>
                </p:cNvPr>
                <p:cNvSpPr>
                  <a:spLocks noChangeShapeType="1"/>
                </p:cNvSpPr>
                <p:nvPr/>
              </p:nvSpPr>
              <p:spPr bwMode="auto">
                <a:xfrm flipV="1">
                  <a:off x="2435"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8" name="Line 415">
                  <a:extLst>
                    <a:ext uri="{FF2B5EF4-FFF2-40B4-BE49-F238E27FC236}">
                      <a16:creationId xmlns:a16="http://schemas.microsoft.com/office/drawing/2014/main" id="{45F5E4AF-E549-4074-95F2-878A02F5BC1B}"/>
                    </a:ext>
                  </a:extLst>
                </p:cNvPr>
                <p:cNvSpPr>
                  <a:spLocks noChangeShapeType="1"/>
                </p:cNvSpPr>
                <p:nvPr/>
              </p:nvSpPr>
              <p:spPr bwMode="auto">
                <a:xfrm flipV="1">
                  <a:off x="2575"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19" name="Line 416">
                  <a:extLst>
                    <a:ext uri="{FF2B5EF4-FFF2-40B4-BE49-F238E27FC236}">
                      <a16:creationId xmlns:a16="http://schemas.microsoft.com/office/drawing/2014/main" id="{DFEB7ED8-8EBA-4077-8389-CBA03A3D73CC}"/>
                    </a:ext>
                  </a:extLst>
                </p:cNvPr>
                <p:cNvSpPr>
                  <a:spLocks noChangeShapeType="1"/>
                </p:cNvSpPr>
                <p:nvPr/>
              </p:nvSpPr>
              <p:spPr bwMode="auto">
                <a:xfrm flipV="1">
                  <a:off x="2716"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0" name="Line 417">
                  <a:extLst>
                    <a:ext uri="{FF2B5EF4-FFF2-40B4-BE49-F238E27FC236}">
                      <a16:creationId xmlns:a16="http://schemas.microsoft.com/office/drawing/2014/main" id="{9B23EFE6-3361-4883-A641-DD100AD78478}"/>
                    </a:ext>
                  </a:extLst>
                </p:cNvPr>
                <p:cNvSpPr>
                  <a:spLocks noChangeShapeType="1"/>
                </p:cNvSpPr>
                <p:nvPr/>
              </p:nvSpPr>
              <p:spPr bwMode="auto">
                <a:xfrm flipV="1">
                  <a:off x="2856"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1" name="Line 418">
                  <a:extLst>
                    <a:ext uri="{FF2B5EF4-FFF2-40B4-BE49-F238E27FC236}">
                      <a16:creationId xmlns:a16="http://schemas.microsoft.com/office/drawing/2014/main" id="{62ADE313-807E-4133-8304-72A6E1C62EFC}"/>
                    </a:ext>
                  </a:extLst>
                </p:cNvPr>
                <p:cNvSpPr>
                  <a:spLocks noChangeShapeType="1"/>
                </p:cNvSpPr>
                <p:nvPr/>
              </p:nvSpPr>
              <p:spPr bwMode="auto">
                <a:xfrm flipV="1">
                  <a:off x="2997"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2" name="Line 419">
                  <a:extLst>
                    <a:ext uri="{FF2B5EF4-FFF2-40B4-BE49-F238E27FC236}">
                      <a16:creationId xmlns:a16="http://schemas.microsoft.com/office/drawing/2014/main" id="{A16C8F1F-4354-421B-9ABB-5A639B4E664D}"/>
                    </a:ext>
                  </a:extLst>
                </p:cNvPr>
                <p:cNvSpPr>
                  <a:spLocks noChangeShapeType="1"/>
                </p:cNvSpPr>
                <p:nvPr/>
              </p:nvSpPr>
              <p:spPr bwMode="auto">
                <a:xfrm flipV="1">
                  <a:off x="3137"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3" name="Line 420">
                  <a:extLst>
                    <a:ext uri="{FF2B5EF4-FFF2-40B4-BE49-F238E27FC236}">
                      <a16:creationId xmlns:a16="http://schemas.microsoft.com/office/drawing/2014/main" id="{E44D8F47-4762-4F63-B76C-F35BC3629059}"/>
                    </a:ext>
                  </a:extLst>
                </p:cNvPr>
                <p:cNvSpPr>
                  <a:spLocks noChangeShapeType="1"/>
                </p:cNvSpPr>
                <p:nvPr/>
              </p:nvSpPr>
              <p:spPr bwMode="auto">
                <a:xfrm flipV="1">
                  <a:off x="3277"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4" name="Line 421">
                  <a:extLst>
                    <a:ext uri="{FF2B5EF4-FFF2-40B4-BE49-F238E27FC236}">
                      <a16:creationId xmlns:a16="http://schemas.microsoft.com/office/drawing/2014/main" id="{1705ADAD-0D16-423A-9558-712F62037504}"/>
                    </a:ext>
                  </a:extLst>
                </p:cNvPr>
                <p:cNvSpPr>
                  <a:spLocks noChangeShapeType="1"/>
                </p:cNvSpPr>
                <p:nvPr/>
              </p:nvSpPr>
              <p:spPr bwMode="auto">
                <a:xfrm flipV="1">
                  <a:off x="3418"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5" name="Line 422">
                  <a:extLst>
                    <a:ext uri="{FF2B5EF4-FFF2-40B4-BE49-F238E27FC236}">
                      <a16:creationId xmlns:a16="http://schemas.microsoft.com/office/drawing/2014/main" id="{ED08C150-48AF-4CAF-95B8-720AD8CC03AE}"/>
                    </a:ext>
                  </a:extLst>
                </p:cNvPr>
                <p:cNvSpPr>
                  <a:spLocks noChangeShapeType="1"/>
                </p:cNvSpPr>
                <p:nvPr/>
              </p:nvSpPr>
              <p:spPr bwMode="auto">
                <a:xfrm flipV="1">
                  <a:off x="3558"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6" name="Line 423">
                  <a:extLst>
                    <a:ext uri="{FF2B5EF4-FFF2-40B4-BE49-F238E27FC236}">
                      <a16:creationId xmlns:a16="http://schemas.microsoft.com/office/drawing/2014/main" id="{C0D7EAC9-332F-43E5-838D-500E8B082606}"/>
                    </a:ext>
                  </a:extLst>
                </p:cNvPr>
                <p:cNvSpPr>
                  <a:spLocks noChangeShapeType="1"/>
                </p:cNvSpPr>
                <p:nvPr/>
              </p:nvSpPr>
              <p:spPr bwMode="auto">
                <a:xfrm flipV="1">
                  <a:off x="3699"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7" name="Line 424">
                  <a:extLst>
                    <a:ext uri="{FF2B5EF4-FFF2-40B4-BE49-F238E27FC236}">
                      <a16:creationId xmlns:a16="http://schemas.microsoft.com/office/drawing/2014/main" id="{55CB49FE-820C-455E-8604-42297EE4EC8B}"/>
                    </a:ext>
                  </a:extLst>
                </p:cNvPr>
                <p:cNvSpPr>
                  <a:spLocks noChangeShapeType="1"/>
                </p:cNvSpPr>
                <p:nvPr/>
              </p:nvSpPr>
              <p:spPr bwMode="auto">
                <a:xfrm flipV="1">
                  <a:off x="3839" y="1175"/>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8" name="Line 425">
                  <a:extLst>
                    <a:ext uri="{FF2B5EF4-FFF2-40B4-BE49-F238E27FC236}">
                      <a16:creationId xmlns:a16="http://schemas.microsoft.com/office/drawing/2014/main" id="{49DE845A-4F10-4D34-AA1D-C70FC1833785}"/>
                    </a:ext>
                  </a:extLst>
                </p:cNvPr>
                <p:cNvSpPr>
                  <a:spLocks noChangeShapeType="1"/>
                </p:cNvSpPr>
                <p:nvPr/>
              </p:nvSpPr>
              <p:spPr bwMode="auto">
                <a:xfrm>
                  <a:off x="2295" y="614"/>
                  <a:ext cx="1544" cy="0"/>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29" name="Line 426">
                  <a:extLst>
                    <a:ext uri="{FF2B5EF4-FFF2-40B4-BE49-F238E27FC236}">
                      <a16:creationId xmlns:a16="http://schemas.microsoft.com/office/drawing/2014/main" id="{D0A03FF6-C7A0-4364-B2D6-07517A3F8D00}"/>
                    </a:ext>
                  </a:extLst>
                </p:cNvPr>
                <p:cNvSpPr>
                  <a:spLocks noChangeShapeType="1"/>
                </p:cNvSpPr>
                <p:nvPr/>
              </p:nvSpPr>
              <p:spPr bwMode="auto">
                <a:xfrm>
                  <a:off x="2365"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0" name="Line 427">
                  <a:extLst>
                    <a:ext uri="{FF2B5EF4-FFF2-40B4-BE49-F238E27FC236}">
                      <a16:creationId xmlns:a16="http://schemas.microsoft.com/office/drawing/2014/main" id="{3FE89C62-D2A5-4061-A970-94858C1AE21C}"/>
                    </a:ext>
                  </a:extLst>
                </p:cNvPr>
                <p:cNvSpPr>
                  <a:spLocks noChangeShapeType="1"/>
                </p:cNvSpPr>
                <p:nvPr/>
              </p:nvSpPr>
              <p:spPr bwMode="auto">
                <a:xfrm>
                  <a:off x="2505"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1" name="Line 428">
                  <a:extLst>
                    <a:ext uri="{FF2B5EF4-FFF2-40B4-BE49-F238E27FC236}">
                      <a16:creationId xmlns:a16="http://schemas.microsoft.com/office/drawing/2014/main" id="{836C9655-CF95-481A-803B-C04FFCFA7620}"/>
                    </a:ext>
                  </a:extLst>
                </p:cNvPr>
                <p:cNvSpPr>
                  <a:spLocks noChangeShapeType="1"/>
                </p:cNvSpPr>
                <p:nvPr/>
              </p:nvSpPr>
              <p:spPr bwMode="auto">
                <a:xfrm>
                  <a:off x="2645"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2" name="Line 429">
                  <a:extLst>
                    <a:ext uri="{FF2B5EF4-FFF2-40B4-BE49-F238E27FC236}">
                      <a16:creationId xmlns:a16="http://schemas.microsoft.com/office/drawing/2014/main" id="{6257F6A3-C2E6-401A-8F1E-81437F350C36}"/>
                    </a:ext>
                  </a:extLst>
                </p:cNvPr>
                <p:cNvSpPr>
                  <a:spLocks noChangeShapeType="1"/>
                </p:cNvSpPr>
                <p:nvPr/>
              </p:nvSpPr>
              <p:spPr bwMode="auto">
                <a:xfrm>
                  <a:off x="2786"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3" name="Line 430">
                  <a:extLst>
                    <a:ext uri="{FF2B5EF4-FFF2-40B4-BE49-F238E27FC236}">
                      <a16:creationId xmlns:a16="http://schemas.microsoft.com/office/drawing/2014/main" id="{D7E52A43-E113-4A4A-9D8E-5DB9A95092EC}"/>
                    </a:ext>
                  </a:extLst>
                </p:cNvPr>
                <p:cNvSpPr>
                  <a:spLocks noChangeShapeType="1"/>
                </p:cNvSpPr>
                <p:nvPr/>
              </p:nvSpPr>
              <p:spPr bwMode="auto">
                <a:xfrm>
                  <a:off x="2926"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4" name="Line 431">
                  <a:extLst>
                    <a:ext uri="{FF2B5EF4-FFF2-40B4-BE49-F238E27FC236}">
                      <a16:creationId xmlns:a16="http://schemas.microsoft.com/office/drawing/2014/main" id="{1E4C006D-FE7B-45E5-9B03-79D7043BA5D9}"/>
                    </a:ext>
                  </a:extLst>
                </p:cNvPr>
                <p:cNvSpPr>
                  <a:spLocks noChangeShapeType="1"/>
                </p:cNvSpPr>
                <p:nvPr/>
              </p:nvSpPr>
              <p:spPr bwMode="auto">
                <a:xfrm>
                  <a:off x="3067"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5" name="Line 432">
                  <a:extLst>
                    <a:ext uri="{FF2B5EF4-FFF2-40B4-BE49-F238E27FC236}">
                      <a16:creationId xmlns:a16="http://schemas.microsoft.com/office/drawing/2014/main" id="{D393278D-EF6A-47FB-AE98-AD8D6655E96A}"/>
                    </a:ext>
                  </a:extLst>
                </p:cNvPr>
                <p:cNvSpPr>
                  <a:spLocks noChangeShapeType="1"/>
                </p:cNvSpPr>
                <p:nvPr/>
              </p:nvSpPr>
              <p:spPr bwMode="auto">
                <a:xfrm>
                  <a:off x="3207"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6" name="Line 433">
                  <a:extLst>
                    <a:ext uri="{FF2B5EF4-FFF2-40B4-BE49-F238E27FC236}">
                      <a16:creationId xmlns:a16="http://schemas.microsoft.com/office/drawing/2014/main" id="{20470BFD-4A24-4EC9-94BA-C2F7CEA45042}"/>
                    </a:ext>
                  </a:extLst>
                </p:cNvPr>
                <p:cNvSpPr>
                  <a:spLocks noChangeShapeType="1"/>
                </p:cNvSpPr>
                <p:nvPr/>
              </p:nvSpPr>
              <p:spPr bwMode="auto">
                <a:xfrm>
                  <a:off x="3347"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7" name="Line 434">
                  <a:extLst>
                    <a:ext uri="{FF2B5EF4-FFF2-40B4-BE49-F238E27FC236}">
                      <a16:creationId xmlns:a16="http://schemas.microsoft.com/office/drawing/2014/main" id="{650B09F8-7CBD-4738-95A2-E056DE57D5F1}"/>
                    </a:ext>
                  </a:extLst>
                </p:cNvPr>
                <p:cNvSpPr>
                  <a:spLocks noChangeShapeType="1"/>
                </p:cNvSpPr>
                <p:nvPr/>
              </p:nvSpPr>
              <p:spPr bwMode="auto">
                <a:xfrm>
                  <a:off x="3488"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8" name="Line 435">
                  <a:extLst>
                    <a:ext uri="{FF2B5EF4-FFF2-40B4-BE49-F238E27FC236}">
                      <a16:creationId xmlns:a16="http://schemas.microsoft.com/office/drawing/2014/main" id="{19D84F17-98DB-4AD1-8861-78704FF0059F}"/>
                    </a:ext>
                  </a:extLst>
                </p:cNvPr>
                <p:cNvSpPr>
                  <a:spLocks noChangeShapeType="1"/>
                </p:cNvSpPr>
                <p:nvPr/>
              </p:nvSpPr>
              <p:spPr bwMode="auto">
                <a:xfrm>
                  <a:off x="3628"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39" name="Line 436">
                  <a:extLst>
                    <a:ext uri="{FF2B5EF4-FFF2-40B4-BE49-F238E27FC236}">
                      <a16:creationId xmlns:a16="http://schemas.microsoft.com/office/drawing/2014/main" id="{6814C29C-8783-40EF-A950-12991F9158E9}"/>
                    </a:ext>
                  </a:extLst>
                </p:cNvPr>
                <p:cNvSpPr>
                  <a:spLocks noChangeShapeType="1"/>
                </p:cNvSpPr>
                <p:nvPr/>
              </p:nvSpPr>
              <p:spPr bwMode="auto">
                <a:xfrm>
                  <a:off x="3769" y="614"/>
                  <a:ext cx="0" cy="1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0" name="Line 437">
                  <a:extLst>
                    <a:ext uri="{FF2B5EF4-FFF2-40B4-BE49-F238E27FC236}">
                      <a16:creationId xmlns:a16="http://schemas.microsoft.com/office/drawing/2014/main" id="{8E517CC8-330A-4EDE-9BD2-AB837C1D11BE}"/>
                    </a:ext>
                  </a:extLst>
                </p:cNvPr>
                <p:cNvSpPr>
                  <a:spLocks noChangeShapeType="1"/>
                </p:cNvSpPr>
                <p:nvPr/>
              </p:nvSpPr>
              <p:spPr bwMode="auto">
                <a:xfrm>
                  <a:off x="2295"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1" name="Line 438">
                  <a:extLst>
                    <a:ext uri="{FF2B5EF4-FFF2-40B4-BE49-F238E27FC236}">
                      <a16:creationId xmlns:a16="http://schemas.microsoft.com/office/drawing/2014/main" id="{3455DA90-8B42-4F8B-90AE-AE92D213FB6F}"/>
                    </a:ext>
                  </a:extLst>
                </p:cNvPr>
                <p:cNvSpPr>
                  <a:spLocks noChangeShapeType="1"/>
                </p:cNvSpPr>
                <p:nvPr/>
              </p:nvSpPr>
              <p:spPr bwMode="auto">
                <a:xfrm>
                  <a:off x="2435"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2" name="Line 439">
                  <a:extLst>
                    <a:ext uri="{FF2B5EF4-FFF2-40B4-BE49-F238E27FC236}">
                      <a16:creationId xmlns:a16="http://schemas.microsoft.com/office/drawing/2014/main" id="{43E38939-F343-4020-9F13-719414C98FA5}"/>
                    </a:ext>
                  </a:extLst>
                </p:cNvPr>
                <p:cNvSpPr>
                  <a:spLocks noChangeShapeType="1"/>
                </p:cNvSpPr>
                <p:nvPr/>
              </p:nvSpPr>
              <p:spPr bwMode="auto">
                <a:xfrm>
                  <a:off x="2575"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3" name="Line 440">
                  <a:extLst>
                    <a:ext uri="{FF2B5EF4-FFF2-40B4-BE49-F238E27FC236}">
                      <a16:creationId xmlns:a16="http://schemas.microsoft.com/office/drawing/2014/main" id="{D2497100-15E2-4F93-AFC8-579B2B18B6BA}"/>
                    </a:ext>
                  </a:extLst>
                </p:cNvPr>
                <p:cNvSpPr>
                  <a:spLocks noChangeShapeType="1"/>
                </p:cNvSpPr>
                <p:nvPr/>
              </p:nvSpPr>
              <p:spPr bwMode="auto">
                <a:xfrm>
                  <a:off x="2716"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344" name="Line 441">
                  <a:extLst>
                    <a:ext uri="{FF2B5EF4-FFF2-40B4-BE49-F238E27FC236}">
                      <a16:creationId xmlns:a16="http://schemas.microsoft.com/office/drawing/2014/main" id="{C3AEB788-6E81-40F4-AA28-E2731665F567}"/>
                    </a:ext>
                  </a:extLst>
                </p:cNvPr>
                <p:cNvSpPr>
                  <a:spLocks noChangeShapeType="1"/>
                </p:cNvSpPr>
                <p:nvPr/>
              </p:nvSpPr>
              <p:spPr bwMode="auto">
                <a:xfrm>
                  <a:off x="2856" y="614"/>
                  <a:ext cx="0" cy="3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grpSp>
          <p:sp>
            <p:nvSpPr>
              <p:cNvPr id="112" name="Line 443">
                <a:extLst>
                  <a:ext uri="{FF2B5EF4-FFF2-40B4-BE49-F238E27FC236}">
                    <a16:creationId xmlns:a16="http://schemas.microsoft.com/office/drawing/2014/main" id="{7E10ACE5-CB01-48E5-9518-5E85A9D72D3A}"/>
                  </a:ext>
                </a:extLst>
              </p:cNvPr>
              <p:cNvSpPr>
                <a:spLocks noChangeShapeType="1"/>
              </p:cNvSpPr>
              <p:nvPr/>
            </p:nvSpPr>
            <p:spPr bwMode="auto">
              <a:xfrm>
                <a:off x="4812949"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3" name="Line 444">
                <a:extLst>
                  <a:ext uri="{FF2B5EF4-FFF2-40B4-BE49-F238E27FC236}">
                    <a16:creationId xmlns:a16="http://schemas.microsoft.com/office/drawing/2014/main" id="{0240CBD6-4DFD-4A3F-BECD-1FAEAA5DB48F}"/>
                  </a:ext>
                </a:extLst>
              </p:cNvPr>
              <p:cNvSpPr>
                <a:spLocks noChangeShapeType="1"/>
              </p:cNvSpPr>
              <p:nvPr/>
            </p:nvSpPr>
            <p:spPr bwMode="auto">
              <a:xfrm>
                <a:off x="5035199"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4" name="Line 445">
                <a:extLst>
                  <a:ext uri="{FF2B5EF4-FFF2-40B4-BE49-F238E27FC236}">
                    <a16:creationId xmlns:a16="http://schemas.microsoft.com/office/drawing/2014/main" id="{EA7B5D66-9A1B-41F7-8D8F-DF5339A72F8F}"/>
                  </a:ext>
                </a:extLst>
              </p:cNvPr>
              <p:cNvSpPr>
                <a:spLocks noChangeShapeType="1"/>
              </p:cNvSpPr>
              <p:nvPr/>
            </p:nvSpPr>
            <p:spPr bwMode="auto">
              <a:xfrm>
                <a:off x="5257449"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5" name="Line 446">
                <a:extLst>
                  <a:ext uri="{FF2B5EF4-FFF2-40B4-BE49-F238E27FC236}">
                    <a16:creationId xmlns:a16="http://schemas.microsoft.com/office/drawing/2014/main" id="{B12EB55E-5CA5-4318-91D4-3A00E14BF252}"/>
                  </a:ext>
                </a:extLst>
              </p:cNvPr>
              <p:cNvSpPr>
                <a:spLocks noChangeShapeType="1"/>
              </p:cNvSpPr>
              <p:nvPr/>
            </p:nvSpPr>
            <p:spPr bwMode="auto">
              <a:xfrm>
                <a:off x="5481286"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6" name="Line 447">
                <a:extLst>
                  <a:ext uri="{FF2B5EF4-FFF2-40B4-BE49-F238E27FC236}">
                    <a16:creationId xmlns:a16="http://schemas.microsoft.com/office/drawing/2014/main" id="{7F78415E-60E0-41F1-A9FF-7AC2CFA978AE}"/>
                  </a:ext>
                </a:extLst>
              </p:cNvPr>
              <p:cNvSpPr>
                <a:spLocks noChangeShapeType="1"/>
              </p:cNvSpPr>
              <p:nvPr/>
            </p:nvSpPr>
            <p:spPr bwMode="auto">
              <a:xfrm>
                <a:off x="5703536"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7" name="Line 448">
                <a:extLst>
                  <a:ext uri="{FF2B5EF4-FFF2-40B4-BE49-F238E27FC236}">
                    <a16:creationId xmlns:a16="http://schemas.microsoft.com/office/drawing/2014/main" id="{42DE70C5-DE82-488C-B76A-8A9B25961D1F}"/>
                  </a:ext>
                </a:extLst>
              </p:cNvPr>
              <p:cNvSpPr>
                <a:spLocks noChangeShapeType="1"/>
              </p:cNvSpPr>
              <p:nvPr/>
            </p:nvSpPr>
            <p:spPr bwMode="auto">
              <a:xfrm>
                <a:off x="5927374"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8" name="Line 449">
                <a:extLst>
                  <a:ext uri="{FF2B5EF4-FFF2-40B4-BE49-F238E27FC236}">
                    <a16:creationId xmlns:a16="http://schemas.microsoft.com/office/drawing/2014/main" id="{8354349D-4870-4369-8760-502F9DEC6EC3}"/>
                  </a:ext>
                </a:extLst>
              </p:cNvPr>
              <p:cNvSpPr>
                <a:spLocks noChangeShapeType="1"/>
              </p:cNvSpPr>
              <p:nvPr/>
            </p:nvSpPr>
            <p:spPr bwMode="auto">
              <a:xfrm>
                <a:off x="6149624" y="751204"/>
                <a:ext cx="0" cy="47625"/>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9" name="Line 450">
                <a:extLst>
                  <a:ext uri="{FF2B5EF4-FFF2-40B4-BE49-F238E27FC236}">
                    <a16:creationId xmlns:a16="http://schemas.microsoft.com/office/drawing/2014/main" id="{18F31FA4-DD35-404F-835F-1EE57F9FD3DC}"/>
                  </a:ext>
                </a:extLst>
              </p:cNvPr>
              <p:cNvSpPr>
                <a:spLocks noChangeShapeType="1"/>
              </p:cNvSpPr>
              <p:nvPr/>
            </p:nvSpPr>
            <p:spPr bwMode="auto">
              <a:xfrm flipV="1">
                <a:off x="3698524" y="751204"/>
                <a:ext cx="0" cy="938213"/>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0" name="Line 451">
                <a:extLst>
                  <a:ext uri="{FF2B5EF4-FFF2-40B4-BE49-F238E27FC236}">
                    <a16:creationId xmlns:a16="http://schemas.microsoft.com/office/drawing/2014/main" id="{C71BFB28-0F6E-4899-A7A7-9028654A6E5F}"/>
                  </a:ext>
                </a:extLst>
              </p:cNvPr>
              <p:cNvSpPr>
                <a:spLocks noChangeShapeType="1"/>
              </p:cNvSpPr>
              <p:nvPr/>
            </p:nvSpPr>
            <p:spPr bwMode="auto">
              <a:xfrm>
                <a:off x="3698524" y="1521141"/>
                <a:ext cx="222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1" name="Line 452">
                <a:extLst>
                  <a:ext uri="{FF2B5EF4-FFF2-40B4-BE49-F238E27FC236}">
                    <a16:creationId xmlns:a16="http://schemas.microsoft.com/office/drawing/2014/main" id="{C11052CB-901A-4DE0-A09B-F2F0AF65A07E}"/>
                  </a:ext>
                </a:extLst>
              </p:cNvPr>
              <p:cNvSpPr>
                <a:spLocks noChangeShapeType="1"/>
              </p:cNvSpPr>
              <p:nvPr/>
            </p:nvSpPr>
            <p:spPr bwMode="auto">
              <a:xfrm>
                <a:off x="3698524" y="1186179"/>
                <a:ext cx="222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2" name="Line 453">
                <a:extLst>
                  <a:ext uri="{FF2B5EF4-FFF2-40B4-BE49-F238E27FC236}">
                    <a16:creationId xmlns:a16="http://schemas.microsoft.com/office/drawing/2014/main" id="{F9358129-C815-419F-BB4B-C9A213D9FF14}"/>
                  </a:ext>
                </a:extLst>
              </p:cNvPr>
              <p:cNvSpPr>
                <a:spLocks noChangeShapeType="1"/>
              </p:cNvSpPr>
              <p:nvPr/>
            </p:nvSpPr>
            <p:spPr bwMode="auto">
              <a:xfrm>
                <a:off x="3698524" y="852804"/>
                <a:ext cx="222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3" name="Line 454">
                <a:extLst>
                  <a:ext uri="{FF2B5EF4-FFF2-40B4-BE49-F238E27FC236}">
                    <a16:creationId xmlns:a16="http://schemas.microsoft.com/office/drawing/2014/main" id="{B7F5572A-3372-43FD-8363-F651DE0ACF85}"/>
                  </a:ext>
                </a:extLst>
              </p:cNvPr>
              <p:cNvSpPr>
                <a:spLocks noChangeShapeType="1"/>
              </p:cNvSpPr>
              <p:nvPr/>
            </p:nvSpPr>
            <p:spPr bwMode="auto">
              <a:xfrm>
                <a:off x="3698524" y="1689416"/>
                <a:ext cx="46038"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4" name="Line 455">
                <a:extLst>
                  <a:ext uri="{FF2B5EF4-FFF2-40B4-BE49-F238E27FC236}">
                    <a16:creationId xmlns:a16="http://schemas.microsoft.com/office/drawing/2014/main" id="{D06439E0-88AA-4DAB-8E32-6E447FF9DF6F}"/>
                  </a:ext>
                </a:extLst>
              </p:cNvPr>
              <p:cNvSpPr>
                <a:spLocks noChangeShapeType="1"/>
              </p:cNvSpPr>
              <p:nvPr/>
            </p:nvSpPr>
            <p:spPr bwMode="auto">
              <a:xfrm>
                <a:off x="3698524" y="1354454"/>
                <a:ext cx="46038"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5" name="Line 456">
                <a:extLst>
                  <a:ext uri="{FF2B5EF4-FFF2-40B4-BE49-F238E27FC236}">
                    <a16:creationId xmlns:a16="http://schemas.microsoft.com/office/drawing/2014/main" id="{D3C842BF-E9A0-4698-9207-A8CEB0AE64CB}"/>
                  </a:ext>
                </a:extLst>
              </p:cNvPr>
              <p:cNvSpPr>
                <a:spLocks noChangeShapeType="1"/>
              </p:cNvSpPr>
              <p:nvPr/>
            </p:nvSpPr>
            <p:spPr bwMode="auto">
              <a:xfrm>
                <a:off x="3698524" y="1019491"/>
                <a:ext cx="46038"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6" name="Line 457">
                <a:extLst>
                  <a:ext uri="{FF2B5EF4-FFF2-40B4-BE49-F238E27FC236}">
                    <a16:creationId xmlns:a16="http://schemas.microsoft.com/office/drawing/2014/main" id="{0BF69A0A-9CDA-4CE0-81E3-34A8CE0BDFF4}"/>
                  </a:ext>
                </a:extLst>
              </p:cNvPr>
              <p:cNvSpPr>
                <a:spLocks noChangeShapeType="1"/>
              </p:cNvSpPr>
              <p:nvPr/>
            </p:nvSpPr>
            <p:spPr bwMode="auto">
              <a:xfrm flipV="1">
                <a:off x="6149624" y="751204"/>
                <a:ext cx="0" cy="938213"/>
              </a:xfrm>
              <a:prstGeom prst="line">
                <a:avLst/>
              </a:prstGeom>
              <a:noFill/>
              <a:ln w="952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7" name="Line 458">
                <a:extLst>
                  <a:ext uri="{FF2B5EF4-FFF2-40B4-BE49-F238E27FC236}">
                    <a16:creationId xmlns:a16="http://schemas.microsoft.com/office/drawing/2014/main" id="{242C7B57-F4AA-49CE-B884-A6DA01AF8426}"/>
                  </a:ext>
                </a:extLst>
              </p:cNvPr>
              <p:cNvSpPr>
                <a:spLocks noChangeShapeType="1"/>
              </p:cNvSpPr>
              <p:nvPr/>
            </p:nvSpPr>
            <p:spPr bwMode="auto">
              <a:xfrm flipH="1">
                <a:off x="6125811" y="1521141"/>
                <a:ext cx="23813"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8" name="Line 459">
                <a:extLst>
                  <a:ext uri="{FF2B5EF4-FFF2-40B4-BE49-F238E27FC236}">
                    <a16:creationId xmlns:a16="http://schemas.microsoft.com/office/drawing/2014/main" id="{2197FF28-A9FB-4B52-A416-A74413B0CCA5}"/>
                  </a:ext>
                </a:extLst>
              </p:cNvPr>
              <p:cNvSpPr>
                <a:spLocks noChangeShapeType="1"/>
              </p:cNvSpPr>
              <p:nvPr/>
            </p:nvSpPr>
            <p:spPr bwMode="auto">
              <a:xfrm flipH="1">
                <a:off x="6125811" y="1186179"/>
                <a:ext cx="23813"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9" name="Line 460">
                <a:extLst>
                  <a:ext uri="{FF2B5EF4-FFF2-40B4-BE49-F238E27FC236}">
                    <a16:creationId xmlns:a16="http://schemas.microsoft.com/office/drawing/2014/main" id="{70FD16D5-CEB4-4ADA-B3FE-5B229FD18173}"/>
                  </a:ext>
                </a:extLst>
              </p:cNvPr>
              <p:cNvSpPr>
                <a:spLocks noChangeShapeType="1"/>
              </p:cNvSpPr>
              <p:nvPr/>
            </p:nvSpPr>
            <p:spPr bwMode="auto">
              <a:xfrm flipH="1">
                <a:off x="6125811" y="852804"/>
                <a:ext cx="23813"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0" name="Line 461">
                <a:extLst>
                  <a:ext uri="{FF2B5EF4-FFF2-40B4-BE49-F238E27FC236}">
                    <a16:creationId xmlns:a16="http://schemas.microsoft.com/office/drawing/2014/main" id="{661BD659-46CB-4168-BF3E-0E8714638751}"/>
                  </a:ext>
                </a:extLst>
              </p:cNvPr>
              <p:cNvSpPr>
                <a:spLocks noChangeShapeType="1"/>
              </p:cNvSpPr>
              <p:nvPr/>
            </p:nvSpPr>
            <p:spPr bwMode="auto">
              <a:xfrm flipH="1">
                <a:off x="6101999" y="1689416"/>
                <a:ext cx="476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1" name="Line 462">
                <a:extLst>
                  <a:ext uri="{FF2B5EF4-FFF2-40B4-BE49-F238E27FC236}">
                    <a16:creationId xmlns:a16="http://schemas.microsoft.com/office/drawing/2014/main" id="{CEE531A7-8BDA-4426-A5C6-35ADB1C06624}"/>
                  </a:ext>
                </a:extLst>
              </p:cNvPr>
              <p:cNvSpPr>
                <a:spLocks noChangeShapeType="1"/>
              </p:cNvSpPr>
              <p:nvPr/>
            </p:nvSpPr>
            <p:spPr bwMode="auto">
              <a:xfrm flipH="1">
                <a:off x="6101999" y="1354454"/>
                <a:ext cx="476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2" name="Line 463">
                <a:extLst>
                  <a:ext uri="{FF2B5EF4-FFF2-40B4-BE49-F238E27FC236}">
                    <a16:creationId xmlns:a16="http://schemas.microsoft.com/office/drawing/2014/main" id="{F848A671-B140-4457-9C61-D6131257C1EC}"/>
                  </a:ext>
                </a:extLst>
              </p:cNvPr>
              <p:cNvSpPr>
                <a:spLocks noChangeShapeType="1"/>
              </p:cNvSpPr>
              <p:nvPr/>
            </p:nvSpPr>
            <p:spPr bwMode="auto">
              <a:xfrm flipH="1">
                <a:off x="6101999" y="1019491"/>
                <a:ext cx="47625" cy="0"/>
              </a:xfrm>
              <a:prstGeom prst="line">
                <a:avLst/>
              </a:prstGeom>
              <a:noFill/>
              <a:ln w="95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3" name="Rectangle 464">
                <a:extLst>
                  <a:ext uri="{FF2B5EF4-FFF2-40B4-BE49-F238E27FC236}">
                    <a16:creationId xmlns:a16="http://schemas.microsoft.com/office/drawing/2014/main" id="{52733D1C-AA7C-4DF3-8DCC-6AB2DB6128EF}"/>
                  </a:ext>
                </a:extLst>
              </p:cNvPr>
              <p:cNvSpPr>
                <a:spLocks noChangeArrowheads="1"/>
              </p:cNvSpPr>
              <p:nvPr/>
            </p:nvSpPr>
            <p:spPr bwMode="auto">
              <a:xfrm>
                <a:off x="3504849" y="1627504"/>
                <a:ext cx="14427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34" name="Rectangle 465">
                <a:extLst>
                  <a:ext uri="{FF2B5EF4-FFF2-40B4-BE49-F238E27FC236}">
                    <a16:creationId xmlns:a16="http://schemas.microsoft.com/office/drawing/2014/main" id="{09B1A80C-3E8C-409B-9480-9AEAE9814B22}"/>
                  </a:ext>
                </a:extLst>
              </p:cNvPr>
              <p:cNvSpPr>
                <a:spLocks noChangeArrowheads="1"/>
              </p:cNvSpPr>
              <p:nvPr/>
            </p:nvSpPr>
            <p:spPr bwMode="auto">
              <a:xfrm>
                <a:off x="3504849" y="1292541"/>
                <a:ext cx="14427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0.5</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35" name="Rectangle 466">
                <a:extLst>
                  <a:ext uri="{FF2B5EF4-FFF2-40B4-BE49-F238E27FC236}">
                    <a16:creationId xmlns:a16="http://schemas.microsoft.com/office/drawing/2014/main" id="{B4370E0A-2917-435D-9857-317033F37DF1}"/>
                  </a:ext>
                </a:extLst>
              </p:cNvPr>
              <p:cNvSpPr>
                <a:spLocks noChangeArrowheads="1"/>
              </p:cNvSpPr>
              <p:nvPr/>
            </p:nvSpPr>
            <p:spPr bwMode="auto">
              <a:xfrm>
                <a:off x="3504849" y="955991"/>
                <a:ext cx="14427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1.0</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36" name="Freeform 467">
                <a:extLst>
                  <a:ext uri="{FF2B5EF4-FFF2-40B4-BE49-F238E27FC236}">
                    <a16:creationId xmlns:a16="http://schemas.microsoft.com/office/drawing/2014/main" id="{8DE58E40-F4EF-47D6-A493-D06FE4ACFEA5}"/>
                  </a:ext>
                </a:extLst>
              </p:cNvPr>
              <p:cNvSpPr>
                <a:spLocks/>
              </p:cNvSpPr>
              <p:nvPr/>
            </p:nvSpPr>
            <p:spPr bwMode="auto">
              <a:xfrm flipH="1">
                <a:off x="3698524" y="3834129"/>
                <a:ext cx="2452688" cy="669925"/>
              </a:xfrm>
              <a:custGeom>
                <a:avLst/>
                <a:gdLst>
                  <a:gd name="T0" fmla="*/ 22 w 1545"/>
                  <a:gd name="T1" fmla="*/ 422 h 422"/>
                  <a:gd name="T2" fmla="*/ 49 w 1545"/>
                  <a:gd name="T3" fmla="*/ 403 h 422"/>
                  <a:gd name="T4" fmla="*/ 75 w 1545"/>
                  <a:gd name="T5" fmla="*/ 202 h 422"/>
                  <a:gd name="T6" fmla="*/ 101 w 1545"/>
                  <a:gd name="T7" fmla="*/ 318 h 422"/>
                  <a:gd name="T8" fmla="*/ 128 w 1545"/>
                  <a:gd name="T9" fmla="*/ 212 h 422"/>
                  <a:gd name="T10" fmla="*/ 154 w 1545"/>
                  <a:gd name="T11" fmla="*/ 81 h 422"/>
                  <a:gd name="T12" fmla="*/ 180 w 1545"/>
                  <a:gd name="T13" fmla="*/ 42 h 422"/>
                  <a:gd name="T14" fmla="*/ 207 w 1545"/>
                  <a:gd name="T15" fmla="*/ 220 h 422"/>
                  <a:gd name="T16" fmla="*/ 233 w 1545"/>
                  <a:gd name="T17" fmla="*/ 146 h 422"/>
                  <a:gd name="T18" fmla="*/ 260 w 1545"/>
                  <a:gd name="T19" fmla="*/ 188 h 422"/>
                  <a:gd name="T20" fmla="*/ 286 w 1545"/>
                  <a:gd name="T21" fmla="*/ 182 h 422"/>
                  <a:gd name="T22" fmla="*/ 313 w 1545"/>
                  <a:gd name="T23" fmla="*/ 147 h 422"/>
                  <a:gd name="T24" fmla="*/ 339 w 1545"/>
                  <a:gd name="T25" fmla="*/ 71 h 422"/>
                  <a:gd name="T26" fmla="*/ 365 w 1545"/>
                  <a:gd name="T27" fmla="*/ 255 h 422"/>
                  <a:gd name="T28" fmla="*/ 392 w 1545"/>
                  <a:gd name="T29" fmla="*/ 215 h 422"/>
                  <a:gd name="T30" fmla="*/ 418 w 1545"/>
                  <a:gd name="T31" fmla="*/ 254 h 422"/>
                  <a:gd name="T32" fmla="*/ 444 w 1545"/>
                  <a:gd name="T33" fmla="*/ 331 h 422"/>
                  <a:gd name="T34" fmla="*/ 471 w 1545"/>
                  <a:gd name="T35" fmla="*/ 310 h 422"/>
                  <a:gd name="T36" fmla="*/ 497 w 1545"/>
                  <a:gd name="T37" fmla="*/ 385 h 422"/>
                  <a:gd name="T38" fmla="*/ 523 w 1545"/>
                  <a:gd name="T39" fmla="*/ 333 h 422"/>
                  <a:gd name="T40" fmla="*/ 550 w 1545"/>
                  <a:gd name="T41" fmla="*/ 363 h 422"/>
                  <a:gd name="T42" fmla="*/ 576 w 1545"/>
                  <a:gd name="T43" fmla="*/ 339 h 422"/>
                  <a:gd name="T44" fmla="*/ 603 w 1545"/>
                  <a:gd name="T45" fmla="*/ 352 h 422"/>
                  <a:gd name="T46" fmla="*/ 629 w 1545"/>
                  <a:gd name="T47" fmla="*/ 356 h 422"/>
                  <a:gd name="T48" fmla="*/ 656 w 1545"/>
                  <a:gd name="T49" fmla="*/ 345 h 422"/>
                  <a:gd name="T50" fmla="*/ 682 w 1545"/>
                  <a:gd name="T51" fmla="*/ 335 h 422"/>
                  <a:gd name="T52" fmla="*/ 708 w 1545"/>
                  <a:gd name="T53" fmla="*/ 341 h 422"/>
                  <a:gd name="T54" fmla="*/ 735 w 1545"/>
                  <a:gd name="T55" fmla="*/ 276 h 422"/>
                  <a:gd name="T56" fmla="*/ 761 w 1545"/>
                  <a:gd name="T57" fmla="*/ 326 h 422"/>
                  <a:gd name="T58" fmla="*/ 787 w 1545"/>
                  <a:gd name="T59" fmla="*/ 265 h 422"/>
                  <a:gd name="T60" fmla="*/ 814 w 1545"/>
                  <a:gd name="T61" fmla="*/ 385 h 422"/>
                  <a:gd name="T62" fmla="*/ 840 w 1545"/>
                  <a:gd name="T63" fmla="*/ 323 h 422"/>
                  <a:gd name="T64" fmla="*/ 866 w 1545"/>
                  <a:gd name="T65" fmla="*/ 404 h 422"/>
                  <a:gd name="T66" fmla="*/ 893 w 1545"/>
                  <a:gd name="T67" fmla="*/ 279 h 422"/>
                  <a:gd name="T68" fmla="*/ 919 w 1545"/>
                  <a:gd name="T69" fmla="*/ 393 h 422"/>
                  <a:gd name="T70" fmla="*/ 946 w 1545"/>
                  <a:gd name="T71" fmla="*/ 291 h 422"/>
                  <a:gd name="T72" fmla="*/ 972 w 1545"/>
                  <a:gd name="T73" fmla="*/ 330 h 422"/>
                  <a:gd name="T74" fmla="*/ 999 w 1545"/>
                  <a:gd name="T75" fmla="*/ 372 h 422"/>
                  <a:gd name="T76" fmla="*/ 1025 w 1545"/>
                  <a:gd name="T77" fmla="*/ 286 h 422"/>
                  <a:gd name="T78" fmla="*/ 1051 w 1545"/>
                  <a:gd name="T79" fmla="*/ 404 h 422"/>
                  <a:gd name="T80" fmla="*/ 1077 w 1545"/>
                  <a:gd name="T81" fmla="*/ 205 h 422"/>
                  <a:gd name="T82" fmla="*/ 1104 w 1545"/>
                  <a:gd name="T83" fmla="*/ 330 h 422"/>
                  <a:gd name="T84" fmla="*/ 1130 w 1545"/>
                  <a:gd name="T85" fmla="*/ 339 h 422"/>
                  <a:gd name="T86" fmla="*/ 1157 w 1545"/>
                  <a:gd name="T87" fmla="*/ 224 h 422"/>
                  <a:gd name="T88" fmla="*/ 1183 w 1545"/>
                  <a:gd name="T89" fmla="*/ 410 h 422"/>
                  <a:gd name="T90" fmla="*/ 1209 w 1545"/>
                  <a:gd name="T91" fmla="*/ 230 h 422"/>
                  <a:gd name="T92" fmla="*/ 1236 w 1545"/>
                  <a:gd name="T93" fmla="*/ 310 h 422"/>
                  <a:gd name="T94" fmla="*/ 1262 w 1545"/>
                  <a:gd name="T95" fmla="*/ 388 h 422"/>
                  <a:gd name="T96" fmla="*/ 1289 w 1545"/>
                  <a:gd name="T97" fmla="*/ 180 h 422"/>
                  <a:gd name="T98" fmla="*/ 1315 w 1545"/>
                  <a:gd name="T99" fmla="*/ 390 h 422"/>
                  <a:gd name="T100" fmla="*/ 1341 w 1545"/>
                  <a:gd name="T101" fmla="*/ 293 h 422"/>
                  <a:gd name="T102" fmla="*/ 1368 w 1545"/>
                  <a:gd name="T103" fmla="*/ 165 h 422"/>
                  <a:gd name="T104" fmla="*/ 1394 w 1545"/>
                  <a:gd name="T105" fmla="*/ 409 h 422"/>
                  <a:gd name="T106" fmla="*/ 1420 w 1545"/>
                  <a:gd name="T107" fmla="*/ 212 h 422"/>
                  <a:gd name="T108" fmla="*/ 1447 w 1545"/>
                  <a:gd name="T109" fmla="*/ 289 h 422"/>
                  <a:gd name="T110" fmla="*/ 1473 w 1545"/>
                  <a:gd name="T111" fmla="*/ 421 h 422"/>
                  <a:gd name="T112" fmla="*/ 1500 w 1545"/>
                  <a:gd name="T113" fmla="*/ 422 h 422"/>
                  <a:gd name="T114" fmla="*/ 1526 w 1545"/>
                  <a:gd name="T115" fmla="*/ 421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45" h="422">
                    <a:moveTo>
                      <a:pt x="0" y="422"/>
                    </a:moveTo>
                    <a:lnTo>
                      <a:pt x="3" y="422"/>
                    </a:lnTo>
                    <a:lnTo>
                      <a:pt x="7" y="422"/>
                    </a:lnTo>
                    <a:lnTo>
                      <a:pt x="11" y="422"/>
                    </a:lnTo>
                    <a:lnTo>
                      <a:pt x="15" y="422"/>
                    </a:lnTo>
                    <a:lnTo>
                      <a:pt x="19" y="422"/>
                    </a:lnTo>
                    <a:lnTo>
                      <a:pt x="22" y="422"/>
                    </a:lnTo>
                    <a:lnTo>
                      <a:pt x="26" y="422"/>
                    </a:lnTo>
                    <a:lnTo>
                      <a:pt x="30" y="422"/>
                    </a:lnTo>
                    <a:lnTo>
                      <a:pt x="34" y="421"/>
                    </a:lnTo>
                    <a:lnTo>
                      <a:pt x="37" y="420"/>
                    </a:lnTo>
                    <a:lnTo>
                      <a:pt x="41" y="417"/>
                    </a:lnTo>
                    <a:lnTo>
                      <a:pt x="45" y="412"/>
                    </a:lnTo>
                    <a:lnTo>
                      <a:pt x="49" y="403"/>
                    </a:lnTo>
                    <a:lnTo>
                      <a:pt x="53" y="387"/>
                    </a:lnTo>
                    <a:lnTo>
                      <a:pt x="56" y="363"/>
                    </a:lnTo>
                    <a:lnTo>
                      <a:pt x="60" y="332"/>
                    </a:lnTo>
                    <a:lnTo>
                      <a:pt x="64" y="294"/>
                    </a:lnTo>
                    <a:lnTo>
                      <a:pt x="68" y="256"/>
                    </a:lnTo>
                    <a:lnTo>
                      <a:pt x="71" y="222"/>
                    </a:lnTo>
                    <a:lnTo>
                      <a:pt x="75" y="202"/>
                    </a:lnTo>
                    <a:lnTo>
                      <a:pt x="79" y="197"/>
                    </a:lnTo>
                    <a:lnTo>
                      <a:pt x="83" y="210"/>
                    </a:lnTo>
                    <a:lnTo>
                      <a:pt x="86" y="235"/>
                    </a:lnTo>
                    <a:lnTo>
                      <a:pt x="90" y="266"/>
                    </a:lnTo>
                    <a:lnTo>
                      <a:pt x="94" y="293"/>
                    </a:lnTo>
                    <a:lnTo>
                      <a:pt x="98" y="311"/>
                    </a:lnTo>
                    <a:lnTo>
                      <a:pt x="101" y="318"/>
                    </a:lnTo>
                    <a:lnTo>
                      <a:pt x="105" y="312"/>
                    </a:lnTo>
                    <a:lnTo>
                      <a:pt x="109" y="298"/>
                    </a:lnTo>
                    <a:lnTo>
                      <a:pt x="113" y="279"/>
                    </a:lnTo>
                    <a:lnTo>
                      <a:pt x="116" y="258"/>
                    </a:lnTo>
                    <a:lnTo>
                      <a:pt x="120" y="239"/>
                    </a:lnTo>
                    <a:lnTo>
                      <a:pt x="124" y="224"/>
                    </a:lnTo>
                    <a:lnTo>
                      <a:pt x="128" y="212"/>
                    </a:lnTo>
                    <a:lnTo>
                      <a:pt x="131" y="204"/>
                    </a:lnTo>
                    <a:lnTo>
                      <a:pt x="135" y="195"/>
                    </a:lnTo>
                    <a:lnTo>
                      <a:pt x="139" y="184"/>
                    </a:lnTo>
                    <a:lnTo>
                      <a:pt x="143" y="167"/>
                    </a:lnTo>
                    <a:lnTo>
                      <a:pt x="147" y="144"/>
                    </a:lnTo>
                    <a:lnTo>
                      <a:pt x="150" y="114"/>
                    </a:lnTo>
                    <a:lnTo>
                      <a:pt x="154" y="81"/>
                    </a:lnTo>
                    <a:lnTo>
                      <a:pt x="158" y="50"/>
                    </a:lnTo>
                    <a:lnTo>
                      <a:pt x="162" y="23"/>
                    </a:lnTo>
                    <a:lnTo>
                      <a:pt x="165" y="6"/>
                    </a:lnTo>
                    <a:lnTo>
                      <a:pt x="169" y="0"/>
                    </a:lnTo>
                    <a:lnTo>
                      <a:pt x="173" y="5"/>
                    </a:lnTo>
                    <a:lnTo>
                      <a:pt x="177" y="19"/>
                    </a:lnTo>
                    <a:lnTo>
                      <a:pt x="180" y="42"/>
                    </a:lnTo>
                    <a:lnTo>
                      <a:pt x="184" y="70"/>
                    </a:lnTo>
                    <a:lnTo>
                      <a:pt x="188" y="102"/>
                    </a:lnTo>
                    <a:lnTo>
                      <a:pt x="192" y="135"/>
                    </a:lnTo>
                    <a:lnTo>
                      <a:pt x="195" y="165"/>
                    </a:lnTo>
                    <a:lnTo>
                      <a:pt x="199" y="191"/>
                    </a:lnTo>
                    <a:lnTo>
                      <a:pt x="203" y="210"/>
                    </a:lnTo>
                    <a:lnTo>
                      <a:pt x="207" y="220"/>
                    </a:lnTo>
                    <a:lnTo>
                      <a:pt x="211" y="219"/>
                    </a:lnTo>
                    <a:lnTo>
                      <a:pt x="214" y="209"/>
                    </a:lnTo>
                    <a:lnTo>
                      <a:pt x="218" y="191"/>
                    </a:lnTo>
                    <a:lnTo>
                      <a:pt x="222" y="171"/>
                    </a:lnTo>
                    <a:lnTo>
                      <a:pt x="226" y="153"/>
                    </a:lnTo>
                    <a:lnTo>
                      <a:pt x="229" y="144"/>
                    </a:lnTo>
                    <a:lnTo>
                      <a:pt x="233" y="146"/>
                    </a:lnTo>
                    <a:lnTo>
                      <a:pt x="237" y="159"/>
                    </a:lnTo>
                    <a:lnTo>
                      <a:pt x="241" y="179"/>
                    </a:lnTo>
                    <a:lnTo>
                      <a:pt x="245" y="197"/>
                    </a:lnTo>
                    <a:lnTo>
                      <a:pt x="248" y="209"/>
                    </a:lnTo>
                    <a:lnTo>
                      <a:pt x="252" y="210"/>
                    </a:lnTo>
                    <a:lnTo>
                      <a:pt x="256" y="202"/>
                    </a:lnTo>
                    <a:lnTo>
                      <a:pt x="260" y="188"/>
                    </a:lnTo>
                    <a:lnTo>
                      <a:pt x="263" y="173"/>
                    </a:lnTo>
                    <a:lnTo>
                      <a:pt x="267" y="163"/>
                    </a:lnTo>
                    <a:lnTo>
                      <a:pt x="271" y="160"/>
                    </a:lnTo>
                    <a:lnTo>
                      <a:pt x="275" y="163"/>
                    </a:lnTo>
                    <a:lnTo>
                      <a:pt x="279" y="171"/>
                    </a:lnTo>
                    <a:lnTo>
                      <a:pt x="282" y="178"/>
                    </a:lnTo>
                    <a:lnTo>
                      <a:pt x="286" y="182"/>
                    </a:lnTo>
                    <a:lnTo>
                      <a:pt x="290" y="179"/>
                    </a:lnTo>
                    <a:lnTo>
                      <a:pt x="294" y="171"/>
                    </a:lnTo>
                    <a:lnTo>
                      <a:pt x="297" y="160"/>
                    </a:lnTo>
                    <a:lnTo>
                      <a:pt x="301" y="149"/>
                    </a:lnTo>
                    <a:lnTo>
                      <a:pt x="305" y="143"/>
                    </a:lnTo>
                    <a:lnTo>
                      <a:pt x="309" y="143"/>
                    </a:lnTo>
                    <a:lnTo>
                      <a:pt x="313" y="147"/>
                    </a:lnTo>
                    <a:lnTo>
                      <a:pt x="316" y="152"/>
                    </a:lnTo>
                    <a:lnTo>
                      <a:pt x="320" y="152"/>
                    </a:lnTo>
                    <a:lnTo>
                      <a:pt x="324" y="143"/>
                    </a:lnTo>
                    <a:lnTo>
                      <a:pt x="328" y="125"/>
                    </a:lnTo>
                    <a:lnTo>
                      <a:pt x="331" y="102"/>
                    </a:lnTo>
                    <a:lnTo>
                      <a:pt x="335" y="81"/>
                    </a:lnTo>
                    <a:lnTo>
                      <a:pt x="339" y="71"/>
                    </a:lnTo>
                    <a:lnTo>
                      <a:pt x="343" y="77"/>
                    </a:lnTo>
                    <a:lnTo>
                      <a:pt x="347" y="99"/>
                    </a:lnTo>
                    <a:lnTo>
                      <a:pt x="350" y="135"/>
                    </a:lnTo>
                    <a:lnTo>
                      <a:pt x="354" y="176"/>
                    </a:lnTo>
                    <a:lnTo>
                      <a:pt x="358" y="214"/>
                    </a:lnTo>
                    <a:lnTo>
                      <a:pt x="362" y="242"/>
                    </a:lnTo>
                    <a:lnTo>
                      <a:pt x="365" y="255"/>
                    </a:lnTo>
                    <a:lnTo>
                      <a:pt x="369" y="254"/>
                    </a:lnTo>
                    <a:lnTo>
                      <a:pt x="373" y="243"/>
                    </a:lnTo>
                    <a:lnTo>
                      <a:pt x="377" y="227"/>
                    </a:lnTo>
                    <a:lnTo>
                      <a:pt x="380" y="213"/>
                    </a:lnTo>
                    <a:lnTo>
                      <a:pt x="384" y="205"/>
                    </a:lnTo>
                    <a:lnTo>
                      <a:pt x="388" y="206"/>
                    </a:lnTo>
                    <a:lnTo>
                      <a:pt x="392" y="215"/>
                    </a:lnTo>
                    <a:lnTo>
                      <a:pt x="395" y="229"/>
                    </a:lnTo>
                    <a:lnTo>
                      <a:pt x="399" y="245"/>
                    </a:lnTo>
                    <a:lnTo>
                      <a:pt x="403" y="258"/>
                    </a:lnTo>
                    <a:lnTo>
                      <a:pt x="407" y="265"/>
                    </a:lnTo>
                    <a:lnTo>
                      <a:pt x="411" y="266"/>
                    </a:lnTo>
                    <a:lnTo>
                      <a:pt x="414" y="261"/>
                    </a:lnTo>
                    <a:lnTo>
                      <a:pt x="418" y="254"/>
                    </a:lnTo>
                    <a:lnTo>
                      <a:pt x="422" y="249"/>
                    </a:lnTo>
                    <a:lnTo>
                      <a:pt x="426" y="250"/>
                    </a:lnTo>
                    <a:lnTo>
                      <a:pt x="429" y="259"/>
                    </a:lnTo>
                    <a:lnTo>
                      <a:pt x="433" y="275"/>
                    </a:lnTo>
                    <a:lnTo>
                      <a:pt x="437" y="294"/>
                    </a:lnTo>
                    <a:lnTo>
                      <a:pt x="441" y="315"/>
                    </a:lnTo>
                    <a:lnTo>
                      <a:pt x="444" y="331"/>
                    </a:lnTo>
                    <a:lnTo>
                      <a:pt x="448" y="341"/>
                    </a:lnTo>
                    <a:lnTo>
                      <a:pt x="452" y="343"/>
                    </a:lnTo>
                    <a:lnTo>
                      <a:pt x="456" y="338"/>
                    </a:lnTo>
                    <a:lnTo>
                      <a:pt x="459" y="328"/>
                    </a:lnTo>
                    <a:lnTo>
                      <a:pt x="463" y="318"/>
                    </a:lnTo>
                    <a:lnTo>
                      <a:pt x="467" y="310"/>
                    </a:lnTo>
                    <a:lnTo>
                      <a:pt x="471" y="310"/>
                    </a:lnTo>
                    <a:lnTo>
                      <a:pt x="474" y="317"/>
                    </a:lnTo>
                    <a:lnTo>
                      <a:pt x="478" y="331"/>
                    </a:lnTo>
                    <a:lnTo>
                      <a:pt x="482" y="348"/>
                    </a:lnTo>
                    <a:lnTo>
                      <a:pt x="486" y="365"/>
                    </a:lnTo>
                    <a:lnTo>
                      <a:pt x="489" y="378"/>
                    </a:lnTo>
                    <a:lnTo>
                      <a:pt x="493" y="385"/>
                    </a:lnTo>
                    <a:lnTo>
                      <a:pt x="497" y="385"/>
                    </a:lnTo>
                    <a:lnTo>
                      <a:pt x="501" y="379"/>
                    </a:lnTo>
                    <a:lnTo>
                      <a:pt x="504" y="367"/>
                    </a:lnTo>
                    <a:lnTo>
                      <a:pt x="508" y="352"/>
                    </a:lnTo>
                    <a:lnTo>
                      <a:pt x="512" y="339"/>
                    </a:lnTo>
                    <a:lnTo>
                      <a:pt x="516" y="330"/>
                    </a:lnTo>
                    <a:lnTo>
                      <a:pt x="520" y="328"/>
                    </a:lnTo>
                    <a:lnTo>
                      <a:pt x="523" y="333"/>
                    </a:lnTo>
                    <a:lnTo>
                      <a:pt x="527" y="344"/>
                    </a:lnTo>
                    <a:lnTo>
                      <a:pt x="531" y="358"/>
                    </a:lnTo>
                    <a:lnTo>
                      <a:pt x="535" y="370"/>
                    </a:lnTo>
                    <a:lnTo>
                      <a:pt x="538" y="378"/>
                    </a:lnTo>
                    <a:lnTo>
                      <a:pt x="542" y="380"/>
                    </a:lnTo>
                    <a:lnTo>
                      <a:pt x="546" y="374"/>
                    </a:lnTo>
                    <a:lnTo>
                      <a:pt x="550" y="363"/>
                    </a:lnTo>
                    <a:lnTo>
                      <a:pt x="554" y="347"/>
                    </a:lnTo>
                    <a:lnTo>
                      <a:pt x="557" y="331"/>
                    </a:lnTo>
                    <a:lnTo>
                      <a:pt x="561" y="319"/>
                    </a:lnTo>
                    <a:lnTo>
                      <a:pt x="565" y="313"/>
                    </a:lnTo>
                    <a:lnTo>
                      <a:pt x="569" y="315"/>
                    </a:lnTo>
                    <a:lnTo>
                      <a:pt x="572" y="324"/>
                    </a:lnTo>
                    <a:lnTo>
                      <a:pt x="576" y="339"/>
                    </a:lnTo>
                    <a:lnTo>
                      <a:pt x="580" y="356"/>
                    </a:lnTo>
                    <a:lnTo>
                      <a:pt x="584" y="369"/>
                    </a:lnTo>
                    <a:lnTo>
                      <a:pt x="588" y="379"/>
                    </a:lnTo>
                    <a:lnTo>
                      <a:pt x="591" y="380"/>
                    </a:lnTo>
                    <a:lnTo>
                      <a:pt x="595" y="375"/>
                    </a:lnTo>
                    <a:lnTo>
                      <a:pt x="599" y="365"/>
                    </a:lnTo>
                    <a:lnTo>
                      <a:pt x="603" y="352"/>
                    </a:lnTo>
                    <a:lnTo>
                      <a:pt x="606" y="338"/>
                    </a:lnTo>
                    <a:lnTo>
                      <a:pt x="610" y="328"/>
                    </a:lnTo>
                    <a:lnTo>
                      <a:pt x="614" y="323"/>
                    </a:lnTo>
                    <a:lnTo>
                      <a:pt x="618" y="325"/>
                    </a:lnTo>
                    <a:lnTo>
                      <a:pt x="622" y="332"/>
                    </a:lnTo>
                    <a:lnTo>
                      <a:pt x="625" y="343"/>
                    </a:lnTo>
                    <a:lnTo>
                      <a:pt x="629" y="356"/>
                    </a:lnTo>
                    <a:lnTo>
                      <a:pt x="633" y="369"/>
                    </a:lnTo>
                    <a:lnTo>
                      <a:pt x="637" y="378"/>
                    </a:lnTo>
                    <a:lnTo>
                      <a:pt x="640" y="383"/>
                    </a:lnTo>
                    <a:lnTo>
                      <a:pt x="644" y="382"/>
                    </a:lnTo>
                    <a:lnTo>
                      <a:pt x="648" y="375"/>
                    </a:lnTo>
                    <a:lnTo>
                      <a:pt x="652" y="362"/>
                    </a:lnTo>
                    <a:lnTo>
                      <a:pt x="656" y="345"/>
                    </a:lnTo>
                    <a:lnTo>
                      <a:pt x="659" y="327"/>
                    </a:lnTo>
                    <a:lnTo>
                      <a:pt x="663" y="311"/>
                    </a:lnTo>
                    <a:lnTo>
                      <a:pt x="667" y="301"/>
                    </a:lnTo>
                    <a:lnTo>
                      <a:pt x="671" y="299"/>
                    </a:lnTo>
                    <a:lnTo>
                      <a:pt x="674" y="306"/>
                    </a:lnTo>
                    <a:lnTo>
                      <a:pt x="678" y="319"/>
                    </a:lnTo>
                    <a:lnTo>
                      <a:pt x="682" y="335"/>
                    </a:lnTo>
                    <a:lnTo>
                      <a:pt x="686" y="352"/>
                    </a:lnTo>
                    <a:lnTo>
                      <a:pt x="690" y="365"/>
                    </a:lnTo>
                    <a:lnTo>
                      <a:pt x="693" y="374"/>
                    </a:lnTo>
                    <a:lnTo>
                      <a:pt x="697" y="375"/>
                    </a:lnTo>
                    <a:lnTo>
                      <a:pt x="701" y="370"/>
                    </a:lnTo>
                    <a:lnTo>
                      <a:pt x="705" y="359"/>
                    </a:lnTo>
                    <a:lnTo>
                      <a:pt x="708" y="341"/>
                    </a:lnTo>
                    <a:lnTo>
                      <a:pt x="712" y="320"/>
                    </a:lnTo>
                    <a:lnTo>
                      <a:pt x="716" y="297"/>
                    </a:lnTo>
                    <a:lnTo>
                      <a:pt x="720" y="275"/>
                    </a:lnTo>
                    <a:lnTo>
                      <a:pt x="723" y="261"/>
                    </a:lnTo>
                    <a:lnTo>
                      <a:pt x="727" y="255"/>
                    </a:lnTo>
                    <a:lnTo>
                      <a:pt x="731" y="261"/>
                    </a:lnTo>
                    <a:lnTo>
                      <a:pt x="735" y="276"/>
                    </a:lnTo>
                    <a:lnTo>
                      <a:pt x="738" y="299"/>
                    </a:lnTo>
                    <a:lnTo>
                      <a:pt x="742" y="323"/>
                    </a:lnTo>
                    <a:lnTo>
                      <a:pt x="746" y="344"/>
                    </a:lnTo>
                    <a:lnTo>
                      <a:pt x="750" y="357"/>
                    </a:lnTo>
                    <a:lnTo>
                      <a:pt x="753" y="359"/>
                    </a:lnTo>
                    <a:lnTo>
                      <a:pt x="757" y="348"/>
                    </a:lnTo>
                    <a:lnTo>
                      <a:pt x="761" y="326"/>
                    </a:lnTo>
                    <a:lnTo>
                      <a:pt x="765" y="296"/>
                    </a:lnTo>
                    <a:lnTo>
                      <a:pt x="768" y="265"/>
                    </a:lnTo>
                    <a:lnTo>
                      <a:pt x="772" y="239"/>
                    </a:lnTo>
                    <a:lnTo>
                      <a:pt x="776" y="224"/>
                    </a:lnTo>
                    <a:lnTo>
                      <a:pt x="780" y="224"/>
                    </a:lnTo>
                    <a:lnTo>
                      <a:pt x="783" y="239"/>
                    </a:lnTo>
                    <a:lnTo>
                      <a:pt x="787" y="265"/>
                    </a:lnTo>
                    <a:lnTo>
                      <a:pt x="791" y="298"/>
                    </a:lnTo>
                    <a:lnTo>
                      <a:pt x="795" y="330"/>
                    </a:lnTo>
                    <a:lnTo>
                      <a:pt x="798" y="357"/>
                    </a:lnTo>
                    <a:lnTo>
                      <a:pt x="802" y="377"/>
                    </a:lnTo>
                    <a:lnTo>
                      <a:pt x="806" y="388"/>
                    </a:lnTo>
                    <a:lnTo>
                      <a:pt x="810" y="391"/>
                    </a:lnTo>
                    <a:lnTo>
                      <a:pt x="814" y="385"/>
                    </a:lnTo>
                    <a:lnTo>
                      <a:pt x="817" y="372"/>
                    </a:lnTo>
                    <a:lnTo>
                      <a:pt x="821" y="356"/>
                    </a:lnTo>
                    <a:lnTo>
                      <a:pt x="825" y="338"/>
                    </a:lnTo>
                    <a:lnTo>
                      <a:pt x="829" y="323"/>
                    </a:lnTo>
                    <a:lnTo>
                      <a:pt x="832" y="315"/>
                    </a:lnTo>
                    <a:lnTo>
                      <a:pt x="836" y="315"/>
                    </a:lnTo>
                    <a:lnTo>
                      <a:pt x="840" y="323"/>
                    </a:lnTo>
                    <a:lnTo>
                      <a:pt x="844" y="338"/>
                    </a:lnTo>
                    <a:lnTo>
                      <a:pt x="847" y="356"/>
                    </a:lnTo>
                    <a:lnTo>
                      <a:pt x="851" y="374"/>
                    </a:lnTo>
                    <a:lnTo>
                      <a:pt x="855" y="389"/>
                    </a:lnTo>
                    <a:lnTo>
                      <a:pt x="859" y="400"/>
                    </a:lnTo>
                    <a:lnTo>
                      <a:pt x="863" y="405"/>
                    </a:lnTo>
                    <a:lnTo>
                      <a:pt x="866" y="404"/>
                    </a:lnTo>
                    <a:lnTo>
                      <a:pt x="870" y="397"/>
                    </a:lnTo>
                    <a:lnTo>
                      <a:pt x="874" y="384"/>
                    </a:lnTo>
                    <a:lnTo>
                      <a:pt x="878" y="364"/>
                    </a:lnTo>
                    <a:lnTo>
                      <a:pt x="881" y="340"/>
                    </a:lnTo>
                    <a:lnTo>
                      <a:pt x="885" y="315"/>
                    </a:lnTo>
                    <a:lnTo>
                      <a:pt x="889" y="293"/>
                    </a:lnTo>
                    <a:lnTo>
                      <a:pt x="893" y="279"/>
                    </a:lnTo>
                    <a:lnTo>
                      <a:pt x="897" y="278"/>
                    </a:lnTo>
                    <a:lnTo>
                      <a:pt x="900" y="287"/>
                    </a:lnTo>
                    <a:lnTo>
                      <a:pt x="904" y="307"/>
                    </a:lnTo>
                    <a:lnTo>
                      <a:pt x="908" y="332"/>
                    </a:lnTo>
                    <a:lnTo>
                      <a:pt x="912" y="357"/>
                    </a:lnTo>
                    <a:lnTo>
                      <a:pt x="915" y="378"/>
                    </a:lnTo>
                    <a:lnTo>
                      <a:pt x="919" y="393"/>
                    </a:lnTo>
                    <a:lnTo>
                      <a:pt x="923" y="401"/>
                    </a:lnTo>
                    <a:lnTo>
                      <a:pt x="927" y="401"/>
                    </a:lnTo>
                    <a:lnTo>
                      <a:pt x="931" y="394"/>
                    </a:lnTo>
                    <a:lnTo>
                      <a:pt x="934" y="378"/>
                    </a:lnTo>
                    <a:lnTo>
                      <a:pt x="938" y="354"/>
                    </a:lnTo>
                    <a:lnTo>
                      <a:pt x="942" y="324"/>
                    </a:lnTo>
                    <a:lnTo>
                      <a:pt x="946" y="291"/>
                    </a:lnTo>
                    <a:lnTo>
                      <a:pt x="949" y="262"/>
                    </a:lnTo>
                    <a:lnTo>
                      <a:pt x="953" y="242"/>
                    </a:lnTo>
                    <a:lnTo>
                      <a:pt x="957" y="236"/>
                    </a:lnTo>
                    <a:lnTo>
                      <a:pt x="961" y="245"/>
                    </a:lnTo>
                    <a:lnTo>
                      <a:pt x="965" y="267"/>
                    </a:lnTo>
                    <a:lnTo>
                      <a:pt x="968" y="298"/>
                    </a:lnTo>
                    <a:lnTo>
                      <a:pt x="972" y="330"/>
                    </a:lnTo>
                    <a:lnTo>
                      <a:pt x="976" y="359"/>
                    </a:lnTo>
                    <a:lnTo>
                      <a:pt x="980" y="381"/>
                    </a:lnTo>
                    <a:lnTo>
                      <a:pt x="983" y="395"/>
                    </a:lnTo>
                    <a:lnTo>
                      <a:pt x="987" y="401"/>
                    </a:lnTo>
                    <a:lnTo>
                      <a:pt x="991" y="399"/>
                    </a:lnTo>
                    <a:lnTo>
                      <a:pt x="995" y="389"/>
                    </a:lnTo>
                    <a:lnTo>
                      <a:pt x="999" y="372"/>
                    </a:lnTo>
                    <a:lnTo>
                      <a:pt x="1002" y="350"/>
                    </a:lnTo>
                    <a:lnTo>
                      <a:pt x="1006" y="325"/>
                    </a:lnTo>
                    <a:lnTo>
                      <a:pt x="1010" y="300"/>
                    </a:lnTo>
                    <a:lnTo>
                      <a:pt x="1014" y="281"/>
                    </a:lnTo>
                    <a:lnTo>
                      <a:pt x="1017" y="272"/>
                    </a:lnTo>
                    <a:lnTo>
                      <a:pt x="1021" y="274"/>
                    </a:lnTo>
                    <a:lnTo>
                      <a:pt x="1025" y="286"/>
                    </a:lnTo>
                    <a:lnTo>
                      <a:pt x="1029" y="307"/>
                    </a:lnTo>
                    <a:lnTo>
                      <a:pt x="1032" y="331"/>
                    </a:lnTo>
                    <a:lnTo>
                      <a:pt x="1036" y="356"/>
                    </a:lnTo>
                    <a:lnTo>
                      <a:pt x="1040" y="376"/>
                    </a:lnTo>
                    <a:lnTo>
                      <a:pt x="1044" y="392"/>
                    </a:lnTo>
                    <a:lnTo>
                      <a:pt x="1047" y="401"/>
                    </a:lnTo>
                    <a:lnTo>
                      <a:pt x="1051" y="404"/>
                    </a:lnTo>
                    <a:lnTo>
                      <a:pt x="1055" y="401"/>
                    </a:lnTo>
                    <a:lnTo>
                      <a:pt x="1059" y="388"/>
                    </a:lnTo>
                    <a:lnTo>
                      <a:pt x="1062" y="366"/>
                    </a:lnTo>
                    <a:lnTo>
                      <a:pt x="1066" y="334"/>
                    </a:lnTo>
                    <a:lnTo>
                      <a:pt x="1070" y="292"/>
                    </a:lnTo>
                    <a:lnTo>
                      <a:pt x="1074" y="247"/>
                    </a:lnTo>
                    <a:lnTo>
                      <a:pt x="1077" y="205"/>
                    </a:lnTo>
                    <a:lnTo>
                      <a:pt x="1081" y="174"/>
                    </a:lnTo>
                    <a:lnTo>
                      <a:pt x="1085" y="162"/>
                    </a:lnTo>
                    <a:lnTo>
                      <a:pt x="1089" y="172"/>
                    </a:lnTo>
                    <a:lnTo>
                      <a:pt x="1093" y="201"/>
                    </a:lnTo>
                    <a:lnTo>
                      <a:pt x="1096" y="243"/>
                    </a:lnTo>
                    <a:lnTo>
                      <a:pt x="1100" y="288"/>
                    </a:lnTo>
                    <a:lnTo>
                      <a:pt x="1104" y="330"/>
                    </a:lnTo>
                    <a:lnTo>
                      <a:pt x="1108" y="363"/>
                    </a:lnTo>
                    <a:lnTo>
                      <a:pt x="1111" y="385"/>
                    </a:lnTo>
                    <a:lnTo>
                      <a:pt x="1115" y="397"/>
                    </a:lnTo>
                    <a:lnTo>
                      <a:pt x="1119" y="397"/>
                    </a:lnTo>
                    <a:lnTo>
                      <a:pt x="1123" y="388"/>
                    </a:lnTo>
                    <a:lnTo>
                      <a:pt x="1126" y="369"/>
                    </a:lnTo>
                    <a:lnTo>
                      <a:pt x="1130" y="339"/>
                    </a:lnTo>
                    <a:lnTo>
                      <a:pt x="1134" y="301"/>
                    </a:lnTo>
                    <a:lnTo>
                      <a:pt x="1138" y="260"/>
                    </a:lnTo>
                    <a:lnTo>
                      <a:pt x="1141" y="222"/>
                    </a:lnTo>
                    <a:lnTo>
                      <a:pt x="1145" y="195"/>
                    </a:lnTo>
                    <a:lnTo>
                      <a:pt x="1149" y="186"/>
                    </a:lnTo>
                    <a:lnTo>
                      <a:pt x="1153" y="196"/>
                    </a:lnTo>
                    <a:lnTo>
                      <a:pt x="1157" y="224"/>
                    </a:lnTo>
                    <a:lnTo>
                      <a:pt x="1160" y="262"/>
                    </a:lnTo>
                    <a:lnTo>
                      <a:pt x="1164" y="304"/>
                    </a:lnTo>
                    <a:lnTo>
                      <a:pt x="1168" y="341"/>
                    </a:lnTo>
                    <a:lnTo>
                      <a:pt x="1172" y="372"/>
                    </a:lnTo>
                    <a:lnTo>
                      <a:pt x="1175" y="392"/>
                    </a:lnTo>
                    <a:lnTo>
                      <a:pt x="1179" y="405"/>
                    </a:lnTo>
                    <a:lnTo>
                      <a:pt x="1183" y="410"/>
                    </a:lnTo>
                    <a:lnTo>
                      <a:pt x="1187" y="407"/>
                    </a:lnTo>
                    <a:lnTo>
                      <a:pt x="1191" y="398"/>
                    </a:lnTo>
                    <a:lnTo>
                      <a:pt x="1194" y="380"/>
                    </a:lnTo>
                    <a:lnTo>
                      <a:pt x="1198" y="353"/>
                    </a:lnTo>
                    <a:lnTo>
                      <a:pt x="1202" y="316"/>
                    </a:lnTo>
                    <a:lnTo>
                      <a:pt x="1206" y="273"/>
                    </a:lnTo>
                    <a:lnTo>
                      <a:pt x="1209" y="230"/>
                    </a:lnTo>
                    <a:lnTo>
                      <a:pt x="1213" y="193"/>
                    </a:lnTo>
                    <a:lnTo>
                      <a:pt x="1217" y="171"/>
                    </a:lnTo>
                    <a:lnTo>
                      <a:pt x="1221" y="170"/>
                    </a:lnTo>
                    <a:lnTo>
                      <a:pt x="1225" y="189"/>
                    </a:lnTo>
                    <a:lnTo>
                      <a:pt x="1228" y="223"/>
                    </a:lnTo>
                    <a:lnTo>
                      <a:pt x="1232" y="266"/>
                    </a:lnTo>
                    <a:lnTo>
                      <a:pt x="1236" y="310"/>
                    </a:lnTo>
                    <a:lnTo>
                      <a:pt x="1240" y="347"/>
                    </a:lnTo>
                    <a:lnTo>
                      <a:pt x="1243" y="376"/>
                    </a:lnTo>
                    <a:lnTo>
                      <a:pt x="1247" y="395"/>
                    </a:lnTo>
                    <a:lnTo>
                      <a:pt x="1251" y="405"/>
                    </a:lnTo>
                    <a:lnTo>
                      <a:pt x="1255" y="407"/>
                    </a:lnTo>
                    <a:lnTo>
                      <a:pt x="1259" y="402"/>
                    </a:lnTo>
                    <a:lnTo>
                      <a:pt x="1262" y="388"/>
                    </a:lnTo>
                    <a:lnTo>
                      <a:pt x="1266" y="366"/>
                    </a:lnTo>
                    <a:lnTo>
                      <a:pt x="1270" y="335"/>
                    </a:lnTo>
                    <a:lnTo>
                      <a:pt x="1274" y="296"/>
                    </a:lnTo>
                    <a:lnTo>
                      <a:pt x="1277" y="254"/>
                    </a:lnTo>
                    <a:lnTo>
                      <a:pt x="1281" y="216"/>
                    </a:lnTo>
                    <a:lnTo>
                      <a:pt x="1285" y="189"/>
                    </a:lnTo>
                    <a:lnTo>
                      <a:pt x="1289" y="180"/>
                    </a:lnTo>
                    <a:lnTo>
                      <a:pt x="1293" y="190"/>
                    </a:lnTo>
                    <a:lnTo>
                      <a:pt x="1296" y="218"/>
                    </a:lnTo>
                    <a:lnTo>
                      <a:pt x="1300" y="256"/>
                    </a:lnTo>
                    <a:lnTo>
                      <a:pt x="1304" y="299"/>
                    </a:lnTo>
                    <a:lnTo>
                      <a:pt x="1308" y="337"/>
                    </a:lnTo>
                    <a:lnTo>
                      <a:pt x="1311" y="368"/>
                    </a:lnTo>
                    <a:lnTo>
                      <a:pt x="1315" y="390"/>
                    </a:lnTo>
                    <a:lnTo>
                      <a:pt x="1319" y="403"/>
                    </a:lnTo>
                    <a:lnTo>
                      <a:pt x="1323" y="408"/>
                    </a:lnTo>
                    <a:lnTo>
                      <a:pt x="1326" y="405"/>
                    </a:lnTo>
                    <a:lnTo>
                      <a:pt x="1330" y="394"/>
                    </a:lnTo>
                    <a:lnTo>
                      <a:pt x="1334" y="372"/>
                    </a:lnTo>
                    <a:lnTo>
                      <a:pt x="1338" y="339"/>
                    </a:lnTo>
                    <a:lnTo>
                      <a:pt x="1341" y="293"/>
                    </a:lnTo>
                    <a:lnTo>
                      <a:pt x="1345" y="238"/>
                    </a:lnTo>
                    <a:lnTo>
                      <a:pt x="1349" y="181"/>
                    </a:lnTo>
                    <a:lnTo>
                      <a:pt x="1353" y="133"/>
                    </a:lnTo>
                    <a:lnTo>
                      <a:pt x="1357" y="102"/>
                    </a:lnTo>
                    <a:lnTo>
                      <a:pt x="1360" y="98"/>
                    </a:lnTo>
                    <a:lnTo>
                      <a:pt x="1364" y="121"/>
                    </a:lnTo>
                    <a:lnTo>
                      <a:pt x="1368" y="165"/>
                    </a:lnTo>
                    <a:lnTo>
                      <a:pt x="1372" y="220"/>
                    </a:lnTo>
                    <a:lnTo>
                      <a:pt x="1375" y="277"/>
                    </a:lnTo>
                    <a:lnTo>
                      <a:pt x="1379" y="326"/>
                    </a:lnTo>
                    <a:lnTo>
                      <a:pt x="1383" y="363"/>
                    </a:lnTo>
                    <a:lnTo>
                      <a:pt x="1387" y="389"/>
                    </a:lnTo>
                    <a:lnTo>
                      <a:pt x="1390" y="404"/>
                    </a:lnTo>
                    <a:lnTo>
                      <a:pt x="1394" y="409"/>
                    </a:lnTo>
                    <a:lnTo>
                      <a:pt x="1398" y="407"/>
                    </a:lnTo>
                    <a:lnTo>
                      <a:pt x="1402" y="397"/>
                    </a:lnTo>
                    <a:lnTo>
                      <a:pt x="1405" y="379"/>
                    </a:lnTo>
                    <a:lnTo>
                      <a:pt x="1409" y="350"/>
                    </a:lnTo>
                    <a:lnTo>
                      <a:pt x="1413" y="310"/>
                    </a:lnTo>
                    <a:lnTo>
                      <a:pt x="1417" y="262"/>
                    </a:lnTo>
                    <a:lnTo>
                      <a:pt x="1420" y="212"/>
                    </a:lnTo>
                    <a:lnTo>
                      <a:pt x="1424" y="169"/>
                    </a:lnTo>
                    <a:lnTo>
                      <a:pt x="1428" y="141"/>
                    </a:lnTo>
                    <a:lnTo>
                      <a:pt x="1432" y="136"/>
                    </a:lnTo>
                    <a:lnTo>
                      <a:pt x="1435" y="154"/>
                    </a:lnTo>
                    <a:lnTo>
                      <a:pt x="1439" y="191"/>
                    </a:lnTo>
                    <a:lnTo>
                      <a:pt x="1443" y="239"/>
                    </a:lnTo>
                    <a:lnTo>
                      <a:pt x="1447" y="289"/>
                    </a:lnTo>
                    <a:lnTo>
                      <a:pt x="1450" y="333"/>
                    </a:lnTo>
                    <a:lnTo>
                      <a:pt x="1454" y="367"/>
                    </a:lnTo>
                    <a:lnTo>
                      <a:pt x="1458" y="391"/>
                    </a:lnTo>
                    <a:lnTo>
                      <a:pt x="1462" y="406"/>
                    </a:lnTo>
                    <a:lnTo>
                      <a:pt x="1466" y="414"/>
                    </a:lnTo>
                    <a:lnTo>
                      <a:pt x="1469" y="419"/>
                    </a:lnTo>
                    <a:lnTo>
                      <a:pt x="1473" y="421"/>
                    </a:lnTo>
                    <a:lnTo>
                      <a:pt x="1477" y="422"/>
                    </a:lnTo>
                    <a:lnTo>
                      <a:pt x="1481" y="422"/>
                    </a:lnTo>
                    <a:lnTo>
                      <a:pt x="1484" y="422"/>
                    </a:lnTo>
                    <a:lnTo>
                      <a:pt x="1488" y="422"/>
                    </a:lnTo>
                    <a:lnTo>
                      <a:pt x="1492" y="422"/>
                    </a:lnTo>
                    <a:lnTo>
                      <a:pt x="1496" y="422"/>
                    </a:lnTo>
                    <a:lnTo>
                      <a:pt x="1500" y="422"/>
                    </a:lnTo>
                    <a:lnTo>
                      <a:pt x="1503" y="422"/>
                    </a:lnTo>
                    <a:lnTo>
                      <a:pt x="1507" y="422"/>
                    </a:lnTo>
                    <a:lnTo>
                      <a:pt x="1511" y="422"/>
                    </a:lnTo>
                    <a:lnTo>
                      <a:pt x="1515" y="422"/>
                    </a:lnTo>
                    <a:lnTo>
                      <a:pt x="1518" y="422"/>
                    </a:lnTo>
                    <a:lnTo>
                      <a:pt x="1522" y="421"/>
                    </a:lnTo>
                    <a:lnTo>
                      <a:pt x="1526" y="421"/>
                    </a:lnTo>
                    <a:lnTo>
                      <a:pt x="1530" y="421"/>
                    </a:lnTo>
                    <a:lnTo>
                      <a:pt x="1534" y="421"/>
                    </a:lnTo>
                    <a:lnTo>
                      <a:pt x="1537" y="422"/>
                    </a:lnTo>
                    <a:lnTo>
                      <a:pt x="1541" y="422"/>
                    </a:lnTo>
                    <a:lnTo>
                      <a:pt x="1545" y="422"/>
                    </a:lnTo>
                  </a:path>
                </a:pathLst>
              </a:custGeom>
              <a:noFill/>
              <a:ln w="1270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7" name="Freeform 468">
                <a:extLst>
                  <a:ext uri="{FF2B5EF4-FFF2-40B4-BE49-F238E27FC236}">
                    <a16:creationId xmlns:a16="http://schemas.microsoft.com/office/drawing/2014/main" id="{8624A7C9-296B-4E70-B603-8560CAF65024}"/>
                  </a:ext>
                </a:extLst>
              </p:cNvPr>
              <p:cNvSpPr>
                <a:spLocks/>
              </p:cNvSpPr>
              <p:nvPr/>
            </p:nvSpPr>
            <p:spPr bwMode="auto">
              <a:xfrm flipH="1">
                <a:off x="3698524" y="2895916"/>
                <a:ext cx="2459038" cy="665163"/>
              </a:xfrm>
              <a:custGeom>
                <a:avLst/>
                <a:gdLst>
                  <a:gd name="T0" fmla="*/ 22 w 1549"/>
                  <a:gd name="T1" fmla="*/ 402 h 419"/>
                  <a:gd name="T2" fmla="*/ 50 w 1549"/>
                  <a:gd name="T3" fmla="*/ 333 h 419"/>
                  <a:gd name="T4" fmla="*/ 79 w 1549"/>
                  <a:gd name="T5" fmla="*/ 92 h 419"/>
                  <a:gd name="T6" fmla="*/ 107 w 1549"/>
                  <a:gd name="T7" fmla="*/ 140 h 419"/>
                  <a:gd name="T8" fmla="*/ 135 w 1549"/>
                  <a:gd name="T9" fmla="*/ 10 h 419"/>
                  <a:gd name="T10" fmla="*/ 164 w 1549"/>
                  <a:gd name="T11" fmla="*/ 30 h 419"/>
                  <a:gd name="T12" fmla="*/ 192 w 1549"/>
                  <a:gd name="T13" fmla="*/ 48 h 419"/>
                  <a:gd name="T14" fmla="*/ 220 w 1549"/>
                  <a:gd name="T15" fmla="*/ 109 h 419"/>
                  <a:gd name="T16" fmla="*/ 248 w 1549"/>
                  <a:gd name="T17" fmla="*/ 86 h 419"/>
                  <a:gd name="T18" fmla="*/ 277 w 1549"/>
                  <a:gd name="T19" fmla="*/ 73 h 419"/>
                  <a:gd name="T20" fmla="*/ 305 w 1549"/>
                  <a:gd name="T21" fmla="*/ 75 h 419"/>
                  <a:gd name="T22" fmla="*/ 333 w 1549"/>
                  <a:gd name="T23" fmla="*/ 40 h 419"/>
                  <a:gd name="T24" fmla="*/ 362 w 1549"/>
                  <a:gd name="T25" fmla="*/ 126 h 419"/>
                  <a:gd name="T26" fmla="*/ 390 w 1549"/>
                  <a:gd name="T27" fmla="*/ 170 h 419"/>
                  <a:gd name="T28" fmla="*/ 418 w 1549"/>
                  <a:gd name="T29" fmla="*/ 194 h 419"/>
                  <a:gd name="T30" fmla="*/ 446 w 1549"/>
                  <a:gd name="T31" fmla="*/ 241 h 419"/>
                  <a:gd name="T32" fmla="*/ 474 w 1549"/>
                  <a:gd name="T33" fmla="*/ 240 h 419"/>
                  <a:gd name="T34" fmla="*/ 503 w 1549"/>
                  <a:gd name="T35" fmla="*/ 288 h 419"/>
                  <a:gd name="T36" fmla="*/ 531 w 1549"/>
                  <a:gd name="T37" fmla="*/ 290 h 419"/>
                  <a:gd name="T38" fmla="*/ 559 w 1549"/>
                  <a:gd name="T39" fmla="*/ 300 h 419"/>
                  <a:gd name="T40" fmla="*/ 588 w 1549"/>
                  <a:gd name="T41" fmla="*/ 312 h 419"/>
                  <a:gd name="T42" fmla="*/ 616 w 1549"/>
                  <a:gd name="T43" fmla="*/ 298 h 419"/>
                  <a:gd name="T44" fmla="*/ 644 w 1549"/>
                  <a:gd name="T45" fmla="*/ 328 h 419"/>
                  <a:gd name="T46" fmla="*/ 672 w 1549"/>
                  <a:gd name="T47" fmla="*/ 287 h 419"/>
                  <a:gd name="T48" fmla="*/ 701 w 1549"/>
                  <a:gd name="T49" fmla="*/ 329 h 419"/>
                  <a:gd name="T50" fmla="*/ 729 w 1549"/>
                  <a:gd name="T51" fmla="*/ 269 h 419"/>
                  <a:gd name="T52" fmla="*/ 757 w 1549"/>
                  <a:gd name="T53" fmla="*/ 301 h 419"/>
                  <a:gd name="T54" fmla="*/ 786 w 1549"/>
                  <a:gd name="T55" fmla="*/ 254 h 419"/>
                  <a:gd name="T56" fmla="*/ 814 w 1549"/>
                  <a:gd name="T57" fmla="*/ 331 h 419"/>
                  <a:gd name="T58" fmla="*/ 842 w 1549"/>
                  <a:gd name="T59" fmla="*/ 298 h 419"/>
                  <a:gd name="T60" fmla="*/ 870 w 1549"/>
                  <a:gd name="T61" fmla="*/ 345 h 419"/>
                  <a:gd name="T62" fmla="*/ 899 w 1549"/>
                  <a:gd name="T63" fmla="*/ 275 h 419"/>
                  <a:gd name="T64" fmla="*/ 927 w 1549"/>
                  <a:gd name="T65" fmla="*/ 336 h 419"/>
                  <a:gd name="T66" fmla="*/ 955 w 1549"/>
                  <a:gd name="T67" fmla="*/ 274 h 419"/>
                  <a:gd name="T68" fmla="*/ 983 w 1549"/>
                  <a:gd name="T69" fmla="*/ 313 h 419"/>
                  <a:gd name="T70" fmla="*/ 1011 w 1549"/>
                  <a:gd name="T71" fmla="*/ 266 h 419"/>
                  <a:gd name="T72" fmla="*/ 1040 w 1549"/>
                  <a:gd name="T73" fmla="*/ 284 h 419"/>
                  <a:gd name="T74" fmla="*/ 1068 w 1549"/>
                  <a:gd name="T75" fmla="*/ 297 h 419"/>
                  <a:gd name="T76" fmla="*/ 1096 w 1549"/>
                  <a:gd name="T77" fmla="*/ 216 h 419"/>
                  <a:gd name="T78" fmla="*/ 1125 w 1549"/>
                  <a:gd name="T79" fmla="*/ 304 h 419"/>
                  <a:gd name="T80" fmla="*/ 1153 w 1549"/>
                  <a:gd name="T81" fmla="*/ 180 h 419"/>
                  <a:gd name="T82" fmla="*/ 1181 w 1549"/>
                  <a:gd name="T83" fmla="*/ 315 h 419"/>
                  <a:gd name="T84" fmla="*/ 1209 w 1549"/>
                  <a:gd name="T85" fmla="*/ 228 h 419"/>
                  <a:gd name="T86" fmla="*/ 1238 w 1549"/>
                  <a:gd name="T87" fmla="*/ 221 h 419"/>
                  <a:gd name="T88" fmla="*/ 1266 w 1549"/>
                  <a:gd name="T89" fmla="*/ 327 h 419"/>
                  <a:gd name="T90" fmla="*/ 1294 w 1549"/>
                  <a:gd name="T91" fmla="*/ 203 h 419"/>
                  <a:gd name="T92" fmla="*/ 1323 w 1549"/>
                  <a:gd name="T93" fmla="*/ 326 h 419"/>
                  <a:gd name="T94" fmla="*/ 1351 w 1549"/>
                  <a:gd name="T95" fmla="*/ 236 h 419"/>
                  <a:gd name="T96" fmla="*/ 1379 w 1549"/>
                  <a:gd name="T97" fmla="*/ 243 h 419"/>
                  <a:gd name="T98" fmla="*/ 1407 w 1549"/>
                  <a:gd name="T99" fmla="*/ 329 h 419"/>
                  <a:gd name="T100" fmla="*/ 1435 w 1549"/>
                  <a:gd name="T101" fmla="*/ 168 h 419"/>
                  <a:gd name="T102" fmla="*/ 1464 w 1549"/>
                  <a:gd name="T103" fmla="*/ 322 h 419"/>
                  <a:gd name="T104" fmla="*/ 1492 w 1549"/>
                  <a:gd name="T105" fmla="*/ 417 h 419"/>
                  <a:gd name="T106" fmla="*/ 1520 w 1549"/>
                  <a:gd name="T107" fmla="*/ 415 h 419"/>
                  <a:gd name="T108" fmla="*/ 1549 w 1549"/>
                  <a:gd name="T109" fmla="*/ 405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49" h="419">
                    <a:moveTo>
                      <a:pt x="0" y="394"/>
                    </a:moveTo>
                    <a:lnTo>
                      <a:pt x="5" y="395"/>
                    </a:lnTo>
                    <a:lnTo>
                      <a:pt x="11" y="397"/>
                    </a:lnTo>
                    <a:lnTo>
                      <a:pt x="16" y="400"/>
                    </a:lnTo>
                    <a:lnTo>
                      <a:pt x="22" y="402"/>
                    </a:lnTo>
                    <a:lnTo>
                      <a:pt x="28" y="402"/>
                    </a:lnTo>
                    <a:lnTo>
                      <a:pt x="34" y="397"/>
                    </a:lnTo>
                    <a:lnTo>
                      <a:pt x="39" y="386"/>
                    </a:lnTo>
                    <a:lnTo>
                      <a:pt x="45" y="366"/>
                    </a:lnTo>
                    <a:lnTo>
                      <a:pt x="50" y="333"/>
                    </a:lnTo>
                    <a:lnTo>
                      <a:pt x="56" y="289"/>
                    </a:lnTo>
                    <a:lnTo>
                      <a:pt x="62" y="236"/>
                    </a:lnTo>
                    <a:lnTo>
                      <a:pt x="68" y="179"/>
                    </a:lnTo>
                    <a:lnTo>
                      <a:pt x="73" y="128"/>
                    </a:lnTo>
                    <a:lnTo>
                      <a:pt x="79" y="92"/>
                    </a:lnTo>
                    <a:lnTo>
                      <a:pt x="84" y="77"/>
                    </a:lnTo>
                    <a:lnTo>
                      <a:pt x="90" y="84"/>
                    </a:lnTo>
                    <a:lnTo>
                      <a:pt x="96" y="105"/>
                    </a:lnTo>
                    <a:lnTo>
                      <a:pt x="101" y="127"/>
                    </a:lnTo>
                    <a:lnTo>
                      <a:pt x="107" y="140"/>
                    </a:lnTo>
                    <a:lnTo>
                      <a:pt x="113" y="134"/>
                    </a:lnTo>
                    <a:lnTo>
                      <a:pt x="118" y="110"/>
                    </a:lnTo>
                    <a:lnTo>
                      <a:pt x="124" y="73"/>
                    </a:lnTo>
                    <a:lnTo>
                      <a:pt x="130" y="36"/>
                    </a:lnTo>
                    <a:lnTo>
                      <a:pt x="135" y="10"/>
                    </a:lnTo>
                    <a:lnTo>
                      <a:pt x="141" y="0"/>
                    </a:lnTo>
                    <a:lnTo>
                      <a:pt x="147" y="5"/>
                    </a:lnTo>
                    <a:lnTo>
                      <a:pt x="152" y="17"/>
                    </a:lnTo>
                    <a:lnTo>
                      <a:pt x="158" y="28"/>
                    </a:lnTo>
                    <a:lnTo>
                      <a:pt x="164" y="30"/>
                    </a:lnTo>
                    <a:lnTo>
                      <a:pt x="169" y="24"/>
                    </a:lnTo>
                    <a:lnTo>
                      <a:pt x="175" y="16"/>
                    </a:lnTo>
                    <a:lnTo>
                      <a:pt x="180" y="14"/>
                    </a:lnTo>
                    <a:lnTo>
                      <a:pt x="186" y="24"/>
                    </a:lnTo>
                    <a:lnTo>
                      <a:pt x="192" y="48"/>
                    </a:lnTo>
                    <a:lnTo>
                      <a:pt x="198" y="78"/>
                    </a:lnTo>
                    <a:lnTo>
                      <a:pt x="203" y="107"/>
                    </a:lnTo>
                    <a:lnTo>
                      <a:pt x="209" y="123"/>
                    </a:lnTo>
                    <a:lnTo>
                      <a:pt x="214" y="123"/>
                    </a:lnTo>
                    <a:lnTo>
                      <a:pt x="220" y="109"/>
                    </a:lnTo>
                    <a:lnTo>
                      <a:pt x="226" y="89"/>
                    </a:lnTo>
                    <a:lnTo>
                      <a:pt x="232" y="72"/>
                    </a:lnTo>
                    <a:lnTo>
                      <a:pt x="237" y="65"/>
                    </a:lnTo>
                    <a:lnTo>
                      <a:pt x="243" y="71"/>
                    </a:lnTo>
                    <a:lnTo>
                      <a:pt x="248" y="86"/>
                    </a:lnTo>
                    <a:lnTo>
                      <a:pt x="254" y="101"/>
                    </a:lnTo>
                    <a:lnTo>
                      <a:pt x="260" y="108"/>
                    </a:lnTo>
                    <a:lnTo>
                      <a:pt x="265" y="105"/>
                    </a:lnTo>
                    <a:lnTo>
                      <a:pt x="271" y="91"/>
                    </a:lnTo>
                    <a:lnTo>
                      <a:pt x="277" y="73"/>
                    </a:lnTo>
                    <a:lnTo>
                      <a:pt x="282" y="57"/>
                    </a:lnTo>
                    <a:lnTo>
                      <a:pt x="288" y="50"/>
                    </a:lnTo>
                    <a:lnTo>
                      <a:pt x="294" y="54"/>
                    </a:lnTo>
                    <a:lnTo>
                      <a:pt x="299" y="64"/>
                    </a:lnTo>
                    <a:lnTo>
                      <a:pt x="305" y="75"/>
                    </a:lnTo>
                    <a:lnTo>
                      <a:pt x="310" y="80"/>
                    </a:lnTo>
                    <a:lnTo>
                      <a:pt x="316" y="77"/>
                    </a:lnTo>
                    <a:lnTo>
                      <a:pt x="322" y="65"/>
                    </a:lnTo>
                    <a:lnTo>
                      <a:pt x="328" y="50"/>
                    </a:lnTo>
                    <a:lnTo>
                      <a:pt x="333" y="40"/>
                    </a:lnTo>
                    <a:lnTo>
                      <a:pt x="339" y="39"/>
                    </a:lnTo>
                    <a:lnTo>
                      <a:pt x="344" y="51"/>
                    </a:lnTo>
                    <a:lnTo>
                      <a:pt x="350" y="73"/>
                    </a:lnTo>
                    <a:lnTo>
                      <a:pt x="356" y="100"/>
                    </a:lnTo>
                    <a:lnTo>
                      <a:pt x="362" y="126"/>
                    </a:lnTo>
                    <a:lnTo>
                      <a:pt x="367" y="146"/>
                    </a:lnTo>
                    <a:lnTo>
                      <a:pt x="373" y="159"/>
                    </a:lnTo>
                    <a:lnTo>
                      <a:pt x="378" y="165"/>
                    </a:lnTo>
                    <a:lnTo>
                      <a:pt x="384" y="168"/>
                    </a:lnTo>
                    <a:lnTo>
                      <a:pt x="390" y="170"/>
                    </a:lnTo>
                    <a:lnTo>
                      <a:pt x="395" y="172"/>
                    </a:lnTo>
                    <a:lnTo>
                      <a:pt x="401" y="176"/>
                    </a:lnTo>
                    <a:lnTo>
                      <a:pt x="407" y="181"/>
                    </a:lnTo>
                    <a:lnTo>
                      <a:pt x="412" y="187"/>
                    </a:lnTo>
                    <a:lnTo>
                      <a:pt x="418" y="194"/>
                    </a:lnTo>
                    <a:lnTo>
                      <a:pt x="424" y="203"/>
                    </a:lnTo>
                    <a:lnTo>
                      <a:pt x="429" y="213"/>
                    </a:lnTo>
                    <a:lnTo>
                      <a:pt x="435" y="225"/>
                    </a:lnTo>
                    <a:lnTo>
                      <a:pt x="441" y="234"/>
                    </a:lnTo>
                    <a:lnTo>
                      <a:pt x="446" y="241"/>
                    </a:lnTo>
                    <a:lnTo>
                      <a:pt x="452" y="243"/>
                    </a:lnTo>
                    <a:lnTo>
                      <a:pt x="458" y="241"/>
                    </a:lnTo>
                    <a:lnTo>
                      <a:pt x="463" y="238"/>
                    </a:lnTo>
                    <a:lnTo>
                      <a:pt x="469" y="237"/>
                    </a:lnTo>
                    <a:lnTo>
                      <a:pt x="474" y="240"/>
                    </a:lnTo>
                    <a:lnTo>
                      <a:pt x="480" y="249"/>
                    </a:lnTo>
                    <a:lnTo>
                      <a:pt x="486" y="261"/>
                    </a:lnTo>
                    <a:lnTo>
                      <a:pt x="492" y="273"/>
                    </a:lnTo>
                    <a:lnTo>
                      <a:pt x="497" y="283"/>
                    </a:lnTo>
                    <a:lnTo>
                      <a:pt x="503" y="288"/>
                    </a:lnTo>
                    <a:lnTo>
                      <a:pt x="508" y="288"/>
                    </a:lnTo>
                    <a:lnTo>
                      <a:pt x="514" y="287"/>
                    </a:lnTo>
                    <a:lnTo>
                      <a:pt x="520" y="285"/>
                    </a:lnTo>
                    <a:lnTo>
                      <a:pt x="526" y="286"/>
                    </a:lnTo>
                    <a:lnTo>
                      <a:pt x="531" y="290"/>
                    </a:lnTo>
                    <a:lnTo>
                      <a:pt x="537" y="296"/>
                    </a:lnTo>
                    <a:lnTo>
                      <a:pt x="542" y="301"/>
                    </a:lnTo>
                    <a:lnTo>
                      <a:pt x="548" y="303"/>
                    </a:lnTo>
                    <a:lnTo>
                      <a:pt x="554" y="303"/>
                    </a:lnTo>
                    <a:lnTo>
                      <a:pt x="559" y="300"/>
                    </a:lnTo>
                    <a:lnTo>
                      <a:pt x="565" y="298"/>
                    </a:lnTo>
                    <a:lnTo>
                      <a:pt x="571" y="298"/>
                    </a:lnTo>
                    <a:lnTo>
                      <a:pt x="576" y="301"/>
                    </a:lnTo>
                    <a:lnTo>
                      <a:pt x="582" y="307"/>
                    </a:lnTo>
                    <a:lnTo>
                      <a:pt x="588" y="312"/>
                    </a:lnTo>
                    <a:lnTo>
                      <a:pt x="593" y="314"/>
                    </a:lnTo>
                    <a:lnTo>
                      <a:pt x="599" y="313"/>
                    </a:lnTo>
                    <a:lnTo>
                      <a:pt x="604" y="307"/>
                    </a:lnTo>
                    <a:lnTo>
                      <a:pt x="610" y="301"/>
                    </a:lnTo>
                    <a:lnTo>
                      <a:pt x="616" y="298"/>
                    </a:lnTo>
                    <a:lnTo>
                      <a:pt x="622" y="301"/>
                    </a:lnTo>
                    <a:lnTo>
                      <a:pt x="627" y="308"/>
                    </a:lnTo>
                    <a:lnTo>
                      <a:pt x="633" y="318"/>
                    </a:lnTo>
                    <a:lnTo>
                      <a:pt x="638" y="326"/>
                    </a:lnTo>
                    <a:lnTo>
                      <a:pt x="644" y="328"/>
                    </a:lnTo>
                    <a:lnTo>
                      <a:pt x="650" y="324"/>
                    </a:lnTo>
                    <a:lnTo>
                      <a:pt x="656" y="313"/>
                    </a:lnTo>
                    <a:lnTo>
                      <a:pt x="661" y="300"/>
                    </a:lnTo>
                    <a:lnTo>
                      <a:pt x="667" y="290"/>
                    </a:lnTo>
                    <a:lnTo>
                      <a:pt x="672" y="287"/>
                    </a:lnTo>
                    <a:lnTo>
                      <a:pt x="678" y="292"/>
                    </a:lnTo>
                    <a:lnTo>
                      <a:pt x="684" y="303"/>
                    </a:lnTo>
                    <a:lnTo>
                      <a:pt x="690" y="317"/>
                    </a:lnTo>
                    <a:lnTo>
                      <a:pt x="695" y="327"/>
                    </a:lnTo>
                    <a:lnTo>
                      <a:pt x="701" y="329"/>
                    </a:lnTo>
                    <a:lnTo>
                      <a:pt x="706" y="322"/>
                    </a:lnTo>
                    <a:lnTo>
                      <a:pt x="712" y="307"/>
                    </a:lnTo>
                    <a:lnTo>
                      <a:pt x="718" y="290"/>
                    </a:lnTo>
                    <a:lnTo>
                      <a:pt x="723" y="275"/>
                    </a:lnTo>
                    <a:lnTo>
                      <a:pt x="729" y="269"/>
                    </a:lnTo>
                    <a:lnTo>
                      <a:pt x="735" y="272"/>
                    </a:lnTo>
                    <a:lnTo>
                      <a:pt x="740" y="281"/>
                    </a:lnTo>
                    <a:lnTo>
                      <a:pt x="746" y="293"/>
                    </a:lnTo>
                    <a:lnTo>
                      <a:pt x="752" y="301"/>
                    </a:lnTo>
                    <a:lnTo>
                      <a:pt x="757" y="301"/>
                    </a:lnTo>
                    <a:lnTo>
                      <a:pt x="763" y="292"/>
                    </a:lnTo>
                    <a:lnTo>
                      <a:pt x="768" y="276"/>
                    </a:lnTo>
                    <a:lnTo>
                      <a:pt x="774" y="261"/>
                    </a:lnTo>
                    <a:lnTo>
                      <a:pt x="780" y="252"/>
                    </a:lnTo>
                    <a:lnTo>
                      <a:pt x="786" y="254"/>
                    </a:lnTo>
                    <a:lnTo>
                      <a:pt x="791" y="266"/>
                    </a:lnTo>
                    <a:lnTo>
                      <a:pt x="797" y="286"/>
                    </a:lnTo>
                    <a:lnTo>
                      <a:pt x="802" y="307"/>
                    </a:lnTo>
                    <a:lnTo>
                      <a:pt x="808" y="323"/>
                    </a:lnTo>
                    <a:lnTo>
                      <a:pt x="814" y="331"/>
                    </a:lnTo>
                    <a:lnTo>
                      <a:pt x="820" y="328"/>
                    </a:lnTo>
                    <a:lnTo>
                      <a:pt x="825" y="319"/>
                    </a:lnTo>
                    <a:lnTo>
                      <a:pt x="831" y="308"/>
                    </a:lnTo>
                    <a:lnTo>
                      <a:pt x="836" y="300"/>
                    </a:lnTo>
                    <a:lnTo>
                      <a:pt x="842" y="298"/>
                    </a:lnTo>
                    <a:lnTo>
                      <a:pt x="847" y="305"/>
                    </a:lnTo>
                    <a:lnTo>
                      <a:pt x="853" y="318"/>
                    </a:lnTo>
                    <a:lnTo>
                      <a:pt x="859" y="332"/>
                    </a:lnTo>
                    <a:lnTo>
                      <a:pt x="865" y="343"/>
                    </a:lnTo>
                    <a:lnTo>
                      <a:pt x="870" y="345"/>
                    </a:lnTo>
                    <a:lnTo>
                      <a:pt x="876" y="338"/>
                    </a:lnTo>
                    <a:lnTo>
                      <a:pt x="881" y="322"/>
                    </a:lnTo>
                    <a:lnTo>
                      <a:pt x="887" y="303"/>
                    </a:lnTo>
                    <a:lnTo>
                      <a:pt x="893" y="285"/>
                    </a:lnTo>
                    <a:lnTo>
                      <a:pt x="899" y="275"/>
                    </a:lnTo>
                    <a:lnTo>
                      <a:pt x="904" y="276"/>
                    </a:lnTo>
                    <a:lnTo>
                      <a:pt x="910" y="287"/>
                    </a:lnTo>
                    <a:lnTo>
                      <a:pt x="915" y="305"/>
                    </a:lnTo>
                    <a:lnTo>
                      <a:pt x="921" y="323"/>
                    </a:lnTo>
                    <a:lnTo>
                      <a:pt x="927" y="336"/>
                    </a:lnTo>
                    <a:lnTo>
                      <a:pt x="932" y="339"/>
                    </a:lnTo>
                    <a:lnTo>
                      <a:pt x="938" y="331"/>
                    </a:lnTo>
                    <a:lnTo>
                      <a:pt x="944" y="314"/>
                    </a:lnTo>
                    <a:lnTo>
                      <a:pt x="949" y="293"/>
                    </a:lnTo>
                    <a:lnTo>
                      <a:pt x="955" y="274"/>
                    </a:lnTo>
                    <a:lnTo>
                      <a:pt x="961" y="263"/>
                    </a:lnTo>
                    <a:lnTo>
                      <a:pt x="966" y="264"/>
                    </a:lnTo>
                    <a:lnTo>
                      <a:pt x="972" y="276"/>
                    </a:lnTo>
                    <a:lnTo>
                      <a:pt x="977" y="295"/>
                    </a:lnTo>
                    <a:lnTo>
                      <a:pt x="983" y="313"/>
                    </a:lnTo>
                    <a:lnTo>
                      <a:pt x="989" y="325"/>
                    </a:lnTo>
                    <a:lnTo>
                      <a:pt x="995" y="325"/>
                    </a:lnTo>
                    <a:lnTo>
                      <a:pt x="1000" y="313"/>
                    </a:lnTo>
                    <a:lnTo>
                      <a:pt x="1006" y="291"/>
                    </a:lnTo>
                    <a:lnTo>
                      <a:pt x="1011" y="266"/>
                    </a:lnTo>
                    <a:lnTo>
                      <a:pt x="1017" y="246"/>
                    </a:lnTo>
                    <a:lnTo>
                      <a:pt x="1023" y="237"/>
                    </a:lnTo>
                    <a:lnTo>
                      <a:pt x="1029" y="241"/>
                    </a:lnTo>
                    <a:lnTo>
                      <a:pt x="1034" y="259"/>
                    </a:lnTo>
                    <a:lnTo>
                      <a:pt x="1040" y="284"/>
                    </a:lnTo>
                    <a:lnTo>
                      <a:pt x="1045" y="310"/>
                    </a:lnTo>
                    <a:lnTo>
                      <a:pt x="1051" y="328"/>
                    </a:lnTo>
                    <a:lnTo>
                      <a:pt x="1057" y="332"/>
                    </a:lnTo>
                    <a:lnTo>
                      <a:pt x="1062" y="321"/>
                    </a:lnTo>
                    <a:lnTo>
                      <a:pt x="1068" y="297"/>
                    </a:lnTo>
                    <a:lnTo>
                      <a:pt x="1074" y="265"/>
                    </a:lnTo>
                    <a:lnTo>
                      <a:pt x="1079" y="234"/>
                    </a:lnTo>
                    <a:lnTo>
                      <a:pt x="1085" y="212"/>
                    </a:lnTo>
                    <a:lnTo>
                      <a:pt x="1091" y="206"/>
                    </a:lnTo>
                    <a:lnTo>
                      <a:pt x="1096" y="216"/>
                    </a:lnTo>
                    <a:lnTo>
                      <a:pt x="1102" y="240"/>
                    </a:lnTo>
                    <a:lnTo>
                      <a:pt x="1108" y="269"/>
                    </a:lnTo>
                    <a:lnTo>
                      <a:pt x="1113" y="294"/>
                    </a:lnTo>
                    <a:lnTo>
                      <a:pt x="1119" y="307"/>
                    </a:lnTo>
                    <a:lnTo>
                      <a:pt x="1125" y="304"/>
                    </a:lnTo>
                    <a:lnTo>
                      <a:pt x="1130" y="285"/>
                    </a:lnTo>
                    <a:lnTo>
                      <a:pt x="1136" y="253"/>
                    </a:lnTo>
                    <a:lnTo>
                      <a:pt x="1141" y="219"/>
                    </a:lnTo>
                    <a:lnTo>
                      <a:pt x="1147" y="192"/>
                    </a:lnTo>
                    <a:lnTo>
                      <a:pt x="1153" y="180"/>
                    </a:lnTo>
                    <a:lnTo>
                      <a:pt x="1159" y="187"/>
                    </a:lnTo>
                    <a:lnTo>
                      <a:pt x="1164" y="212"/>
                    </a:lnTo>
                    <a:lnTo>
                      <a:pt x="1170" y="248"/>
                    </a:lnTo>
                    <a:lnTo>
                      <a:pt x="1175" y="285"/>
                    </a:lnTo>
                    <a:lnTo>
                      <a:pt x="1181" y="315"/>
                    </a:lnTo>
                    <a:lnTo>
                      <a:pt x="1187" y="330"/>
                    </a:lnTo>
                    <a:lnTo>
                      <a:pt x="1193" y="326"/>
                    </a:lnTo>
                    <a:lnTo>
                      <a:pt x="1198" y="305"/>
                    </a:lnTo>
                    <a:lnTo>
                      <a:pt x="1204" y="269"/>
                    </a:lnTo>
                    <a:lnTo>
                      <a:pt x="1209" y="228"/>
                    </a:lnTo>
                    <a:lnTo>
                      <a:pt x="1215" y="192"/>
                    </a:lnTo>
                    <a:lnTo>
                      <a:pt x="1221" y="170"/>
                    </a:lnTo>
                    <a:lnTo>
                      <a:pt x="1226" y="168"/>
                    </a:lnTo>
                    <a:lnTo>
                      <a:pt x="1232" y="187"/>
                    </a:lnTo>
                    <a:lnTo>
                      <a:pt x="1238" y="221"/>
                    </a:lnTo>
                    <a:lnTo>
                      <a:pt x="1243" y="262"/>
                    </a:lnTo>
                    <a:lnTo>
                      <a:pt x="1249" y="300"/>
                    </a:lnTo>
                    <a:lnTo>
                      <a:pt x="1255" y="326"/>
                    </a:lnTo>
                    <a:lnTo>
                      <a:pt x="1260" y="335"/>
                    </a:lnTo>
                    <a:lnTo>
                      <a:pt x="1266" y="327"/>
                    </a:lnTo>
                    <a:lnTo>
                      <a:pt x="1271" y="303"/>
                    </a:lnTo>
                    <a:lnTo>
                      <a:pt x="1277" y="271"/>
                    </a:lnTo>
                    <a:lnTo>
                      <a:pt x="1283" y="237"/>
                    </a:lnTo>
                    <a:lnTo>
                      <a:pt x="1289" y="212"/>
                    </a:lnTo>
                    <a:lnTo>
                      <a:pt x="1294" y="203"/>
                    </a:lnTo>
                    <a:lnTo>
                      <a:pt x="1300" y="211"/>
                    </a:lnTo>
                    <a:lnTo>
                      <a:pt x="1305" y="235"/>
                    </a:lnTo>
                    <a:lnTo>
                      <a:pt x="1311" y="268"/>
                    </a:lnTo>
                    <a:lnTo>
                      <a:pt x="1317" y="301"/>
                    </a:lnTo>
                    <a:lnTo>
                      <a:pt x="1323" y="326"/>
                    </a:lnTo>
                    <a:lnTo>
                      <a:pt x="1328" y="336"/>
                    </a:lnTo>
                    <a:lnTo>
                      <a:pt x="1334" y="330"/>
                    </a:lnTo>
                    <a:lnTo>
                      <a:pt x="1339" y="307"/>
                    </a:lnTo>
                    <a:lnTo>
                      <a:pt x="1345" y="273"/>
                    </a:lnTo>
                    <a:lnTo>
                      <a:pt x="1351" y="236"/>
                    </a:lnTo>
                    <a:lnTo>
                      <a:pt x="1357" y="204"/>
                    </a:lnTo>
                    <a:lnTo>
                      <a:pt x="1362" y="187"/>
                    </a:lnTo>
                    <a:lnTo>
                      <a:pt x="1368" y="188"/>
                    </a:lnTo>
                    <a:lnTo>
                      <a:pt x="1373" y="209"/>
                    </a:lnTo>
                    <a:lnTo>
                      <a:pt x="1379" y="243"/>
                    </a:lnTo>
                    <a:lnTo>
                      <a:pt x="1385" y="281"/>
                    </a:lnTo>
                    <a:lnTo>
                      <a:pt x="1390" y="316"/>
                    </a:lnTo>
                    <a:lnTo>
                      <a:pt x="1396" y="337"/>
                    </a:lnTo>
                    <a:lnTo>
                      <a:pt x="1402" y="342"/>
                    </a:lnTo>
                    <a:lnTo>
                      <a:pt x="1407" y="329"/>
                    </a:lnTo>
                    <a:lnTo>
                      <a:pt x="1413" y="300"/>
                    </a:lnTo>
                    <a:lnTo>
                      <a:pt x="1419" y="261"/>
                    </a:lnTo>
                    <a:lnTo>
                      <a:pt x="1424" y="219"/>
                    </a:lnTo>
                    <a:lnTo>
                      <a:pt x="1430" y="185"/>
                    </a:lnTo>
                    <a:lnTo>
                      <a:pt x="1435" y="168"/>
                    </a:lnTo>
                    <a:lnTo>
                      <a:pt x="1441" y="171"/>
                    </a:lnTo>
                    <a:lnTo>
                      <a:pt x="1447" y="196"/>
                    </a:lnTo>
                    <a:lnTo>
                      <a:pt x="1453" y="234"/>
                    </a:lnTo>
                    <a:lnTo>
                      <a:pt x="1458" y="279"/>
                    </a:lnTo>
                    <a:lnTo>
                      <a:pt x="1464" y="322"/>
                    </a:lnTo>
                    <a:lnTo>
                      <a:pt x="1469" y="358"/>
                    </a:lnTo>
                    <a:lnTo>
                      <a:pt x="1475" y="385"/>
                    </a:lnTo>
                    <a:lnTo>
                      <a:pt x="1481" y="402"/>
                    </a:lnTo>
                    <a:lnTo>
                      <a:pt x="1487" y="412"/>
                    </a:lnTo>
                    <a:lnTo>
                      <a:pt x="1492" y="417"/>
                    </a:lnTo>
                    <a:lnTo>
                      <a:pt x="1498" y="419"/>
                    </a:lnTo>
                    <a:lnTo>
                      <a:pt x="1503" y="419"/>
                    </a:lnTo>
                    <a:lnTo>
                      <a:pt x="1509" y="419"/>
                    </a:lnTo>
                    <a:lnTo>
                      <a:pt x="1515" y="417"/>
                    </a:lnTo>
                    <a:lnTo>
                      <a:pt x="1520" y="415"/>
                    </a:lnTo>
                    <a:lnTo>
                      <a:pt x="1526" y="412"/>
                    </a:lnTo>
                    <a:lnTo>
                      <a:pt x="1532" y="409"/>
                    </a:lnTo>
                    <a:lnTo>
                      <a:pt x="1537" y="407"/>
                    </a:lnTo>
                    <a:lnTo>
                      <a:pt x="1543" y="405"/>
                    </a:lnTo>
                    <a:lnTo>
                      <a:pt x="1549" y="405"/>
                    </a:lnTo>
                  </a:path>
                </a:pathLst>
              </a:custGeom>
              <a:noFill/>
              <a:ln w="1270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8" name="Freeform 469">
                <a:extLst>
                  <a:ext uri="{FF2B5EF4-FFF2-40B4-BE49-F238E27FC236}">
                    <a16:creationId xmlns:a16="http://schemas.microsoft.com/office/drawing/2014/main" id="{70246AC9-F29A-456E-92EC-E3379C389548}"/>
                  </a:ext>
                </a:extLst>
              </p:cNvPr>
              <p:cNvSpPr>
                <a:spLocks/>
              </p:cNvSpPr>
              <p:nvPr/>
            </p:nvSpPr>
            <p:spPr bwMode="auto">
              <a:xfrm flipH="1">
                <a:off x="3698524" y="1957704"/>
                <a:ext cx="2459038" cy="525463"/>
              </a:xfrm>
              <a:custGeom>
                <a:avLst/>
                <a:gdLst>
                  <a:gd name="T0" fmla="*/ 22 w 1549"/>
                  <a:gd name="T1" fmla="*/ 264 h 331"/>
                  <a:gd name="T2" fmla="*/ 56 w 1549"/>
                  <a:gd name="T3" fmla="*/ 180 h 331"/>
                  <a:gd name="T4" fmla="*/ 90 w 1549"/>
                  <a:gd name="T5" fmla="*/ 59 h 331"/>
                  <a:gd name="T6" fmla="*/ 124 w 1549"/>
                  <a:gd name="T7" fmla="*/ 7 h 331"/>
                  <a:gd name="T8" fmla="*/ 158 w 1549"/>
                  <a:gd name="T9" fmla="*/ 1 h 331"/>
                  <a:gd name="T10" fmla="*/ 192 w 1549"/>
                  <a:gd name="T11" fmla="*/ 1 h 331"/>
                  <a:gd name="T12" fmla="*/ 226 w 1549"/>
                  <a:gd name="T13" fmla="*/ 10 h 331"/>
                  <a:gd name="T14" fmla="*/ 260 w 1549"/>
                  <a:gd name="T15" fmla="*/ 17 h 331"/>
                  <a:gd name="T16" fmla="*/ 294 w 1549"/>
                  <a:gd name="T17" fmla="*/ 20 h 331"/>
                  <a:gd name="T18" fmla="*/ 328 w 1549"/>
                  <a:gd name="T19" fmla="*/ 20 h 331"/>
                  <a:gd name="T20" fmla="*/ 362 w 1549"/>
                  <a:gd name="T21" fmla="*/ 29 h 331"/>
                  <a:gd name="T22" fmla="*/ 395 w 1549"/>
                  <a:gd name="T23" fmla="*/ 53 h 331"/>
                  <a:gd name="T24" fmla="*/ 429 w 1549"/>
                  <a:gd name="T25" fmla="*/ 75 h 331"/>
                  <a:gd name="T26" fmla="*/ 463 w 1549"/>
                  <a:gd name="T27" fmla="*/ 93 h 331"/>
                  <a:gd name="T28" fmla="*/ 497 w 1549"/>
                  <a:gd name="T29" fmla="*/ 121 h 331"/>
                  <a:gd name="T30" fmla="*/ 531 w 1549"/>
                  <a:gd name="T31" fmla="*/ 145 h 331"/>
                  <a:gd name="T32" fmla="*/ 565 w 1549"/>
                  <a:gd name="T33" fmla="*/ 156 h 331"/>
                  <a:gd name="T34" fmla="*/ 599 w 1549"/>
                  <a:gd name="T35" fmla="*/ 164 h 331"/>
                  <a:gd name="T36" fmla="*/ 633 w 1549"/>
                  <a:gd name="T37" fmla="*/ 174 h 331"/>
                  <a:gd name="T38" fmla="*/ 667 w 1549"/>
                  <a:gd name="T39" fmla="*/ 184 h 331"/>
                  <a:gd name="T40" fmla="*/ 701 w 1549"/>
                  <a:gd name="T41" fmla="*/ 186 h 331"/>
                  <a:gd name="T42" fmla="*/ 735 w 1549"/>
                  <a:gd name="T43" fmla="*/ 177 h 331"/>
                  <a:gd name="T44" fmla="*/ 768 w 1549"/>
                  <a:gd name="T45" fmla="*/ 169 h 331"/>
                  <a:gd name="T46" fmla="*/ 802 w 1549"/>
                  <a:gd name="T47" fmla="*/ 173 h 331"/>
                  <a:gd name="T48" fmla="*/ 836 w 1549"/>
                  <a:gd name="T49" fmla="*/ 187 h 331"/>
                  <a:gd name="T50" fmla="*/ 870 w 1549"/>
                  <a:gd name="T51" fmla="*/ 197 h 331"/>
                  <a:gd name="T52" fmla="*/ 904 w 1549"/>
                  <a:gd name="T53" fmla="*/ 196 h 331"/>
                  <a:gd name="T54" fmla="*/ 938 w 1549"/>
                  <a:gd name="T55" fmla="*/ 196 h 331"/>
                  <a:gd name="T56" fmla="*/ 972 w 1549"/>
                  <a:gd name="T57" fmla="*/ 201 h 331"/>
                  <a:gd name="T58" fmla="*/ 1006 w 1549"/>
                  <a:gd name="T59" fmla="*/ 203 h 331"/>
                  <a:gd name="T60" fmla="*/ 1040 w 1549"/>
                  <a:gd name="T61" fmla="*/ 204 h 331"/>
                  <a:gd name="T62" fmla="*/ 1074 w 1549"/>
                  <a:gd name="T63" fmla="*/ 196 h 331"/>
                  <a:gd name="T64" fmla="*/ 1108 w 1549"/>
                  <a:gd name="T65" fmla="*/ 175 h 331"/>
                  <a:gd name="T66" fmla="*/ 1141 w 1549"/>
                  <a:gd name="T67" fmla="*/ 158 h 331"/>
                  <a:gd name="T68" fmla="*/ 1175 w 1549"/>
                  <a:gd name="T69" fmla="*/ 149 h 331"/>
                  <a:gd name="T70" fmla="*/ 1209 w 1549"/>
                  <a:gd name="T71" fmla="*/ 143 h 331"/>
                  <a:gd name="T72" fmla="*/ 1243 w 1549"/>
                  <a:gd name="T73" fmla="*/ 127 h 331"/>
                  <a:gd name="T74" fmla="*/ 1277 w 1549"/>
                  <a:gd name="T75" fmla="*/ 114 h 331"/>
                  <a:gd name="T76" fmla="*/ 1311 w 1549"/>
                  <a:gd name="T77" fmla="*/ 98 h 331"/>
                  <a:gd name="T78" fmla="*/ 1345 w 1549"/>
                  <a:gd name="T79" fmla="*/ 99 h 331"/>
                  <a:gd name="T80" fmla="*/ 1379 w 1549"/>
                  <a:gd name="T81" fmla="*/ 99 h 331"/>
                  <a:gd name="T82" fmla="*/ 1413 w 1549"/>
                  <a:gd name="T83" fmla="*/ 105 h 331"/>
                  <a:gd name="T84" fmla="*/ 1447 w 1549"/>
                  <a:gd name="T85" fmla="*/ 104 h 331"/>
                  <a:gd name="T86" fmla="*/ 1481 w 1549"/>
                  <a:gd name="T87" fmla="*/ 164 h 331"/>
                  <a:gd name="T88" fmla="*/ 1515 w 1549"/>
                  <a:gd name="T89" fmla="*/ 272 h 331"/>
                  <a:gd name="T90" fmla="*/ 1549 w 1549"/>
                  <a:gd name="T91"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49" h="331">
                    <a:moveTo>
                      <a:pt x="0" y="284"/>
                    </a:moveTo>
                    <a:lnTo>
                      <a:pt x="11" y="276"/>
                    </a:lnTo>
                    <a:lnTo>
                      <a:pt x="22" y="264"/>
                    </a:lnTo>
                    <a:lnTo>
                      <a:pt x="34" y="245"/>
                    </a:lnTo>
                    <a:lnTo>
                      <a:pt x="45" y="217"/>
                    </a:lnTo>
                    <a:lnTo>
                      <a:pt x="56" y="180"/>
                    </a:lnTo>
                    <a:lnTo>
                      <a:pt x="68" y="138"/>
                    </a:lnTo>
                    <a:lnTo>
                      <a:pt x="79" y="96"/>
                    </a:lnTo>
                    <a:lnTo>
                      <a:pt x="90" y="59"/>
                    </a:lnTo>
                    <a:lnTo>
                      <a:pt x="101" y="32"/>
                    </a:lnTo>
                    <a:lnTo>
                      <a:pt x="113" y="15"/>
                    </a:lnTo>
                    <a:lnTo>
                      <a:pt x="124" y="7"/>
                    </a:lnTo>
                    <a:lnTo>
                      <a:pt x="135" y="3"/>
                    </a:lnTo>
                    <a:lnTo>
                      <a:pt x="147" y="1"/>
                    </a:lnTo>
                    <a:lnTo>
                      <a:pt x="158" y="1"/>
                    </a:lnTo>
                    <a:lnTo>
                      <a:pt x="169" y="0"/>
                    </a:lnTo>
                    <a:lnTo>
                      <a:pt x="180" y="0"/>
                    </a:lnTo>
                    <a:lnTo>
                      <a:pt x="192" y="1"/>
                    </a:lnTo>
                    <a:lnTo>
                      <a:pt x="203" y="4"/>
                    </a:lnTo>
                    <a:lnTo>
                      <a:pt x="214" y="7"/>
                    </a:lnTo>
                    <a:lnTo>
                      <a:pt x="226" y="10"/>
                    </a:lnTo>
                    <a:lnTo>
                      <a:pt x="237" y="13"/>
                    </a:lnTo>
                    <a:lnTo>
                      <a:pt x="248" y="15"/>
                    </a:lnTo>
                    <a:lnTo>
                      <a:pt x="260" y="17"/>
                    </a:lnTo>
                    <a:lnTo>
                      <a:pt x="271" y="19"/>
                    </a:lnTo>
                    <a:lnTo>
                      <a:pt x="282" y="20"/>
                    </a:lnTo>
                    <a:lnTo>
                      <a:pt x="294" y="20"/>
                    </a:lnTo>
                    <a:lnTo>
                      <a:pt x="305" y="20"/>
                    </a:lnTo>
                    <a:lnTo>
                      <a:pt x="316" y="20"/>
                    </a:lnTo>
                    <a:lnTo>
                      <a:pt x="328" y="20"/>
                    </a:lnTo>
                    <a:lnTo>
                      <a:pt x="339" y="21"/>
                    </a:lnTo>
                    <a:lnTo>
                      <a:pt x="350" y="24"/>
                    </a:lnTo>
                    <a:lnTo>
                      <a:pt x="362" y="29"/>
                    </a:lnTo>
                    <a:lnTo>
                      <a:pt x="373" y="36"/>
                    </a:lnTo>
                    <a:lnTo>
                      <a:pt x="384" y="45"/>
                    </a:lnTo>
                    <a:lnTo>
                      <a:pt x="395" y="53"/>
                    </a:lnTo>
                    <a:lnTo>
                      <a:pt x="407" y="61"/>
                    </a:lnTo>
                    <a:lnTo>
                      <a:pt x="418" y="68"/>
                    </a:lnTo>
                    <a:lnTo>
                      <a:pt x="429" y="75"/>
                    </a:lnTo>
                    <a:lnTo>
                      <a:pt x="441" y="80"/>
                    </a:lnTo>
                    <a:lnTo>
                      <a:pt x="452" y="86"/>
                    </a:lnTo>
                    <a:lnTo>
                      <a:pt x="463" y="93"/>
                    </a:lnTo>
                    <a:lnTo>
                      <a:pt x="474" y="102"/>
                    </a:lnTo>
                    <a:lnTo>
                      <a:pt x="486" y="111"/>
                    </a:lnTo>
                    <a:lnTo>
                      <a:pt x="497" y="121"/>
                    </a:lnTo>
                    <a:lnTo>
                      <a:pt x="508" y="130"/>
                    </a:lnTo>
                    <a:lnTo>
                      <a:pt x="520" y="138"/>
                    </a:lnTo>
                    <a:lnTo>
                      <a:pt x="531" y="145"/>
                    </a:lnTo>
                    <a:lnTo>
                      <a:pt x="542" y="149"/>
                    </a:lnTo>
                    <a:lnTo>
                      <a:pt x="554" y="153"/>
                    </a:lnTo>
                    <a:lnTo>
                      <a:pt x="565" y="156"/>
                    </a:lnTo>
                    <a:lnTo>
                      <a:pt x="576" y="159"/>
                    </a:lnTo>
                    <a:lnTo>
                      <a:pt x="588" y="162"/>
                    </a:lnTo>
                    <a:lnTo>
                      <a:pt x="599" y="164"/>
                    </a:lnTo>
                    <a:lnTo>
                      <a:pt x="610" y="167"/>
                    </a:lnTo>
                    <a:lnTo>
                      <a:pt x="622" y="171"/>
                    </a:lnTo>
                    <a:lnTo>
                      <a:pt x="633" y="174"/>
                    </a:lnTo>
                    <a:lnTo>
                      <a:pt x="644" y="178"/>
                    </a:lnTo>
                    <a:lnTo>
                      <a:pt x="656" y="181"/>
                    </a:lnTo>
                    <a:lnTo>
                      <a:pt x="667" y="184"/>
                    </a:lnTo>
                    <a:lnTo>
                      <a:pt x="678" y="186"/>
                    </a:lnTo>
                    <a:lnTo>
                      <a:pt x="690" y="186"/>
                    </a:lnTo>
                    <a:lnTo>
                      <a:pt x="701" y="186"/>
                    </a:lnTo>
                    <a:lnTo>
                      <a:pt x="712" y="184"/>
                    </a:lnTo>
                    <a:lnTo>
                      <a:pt x="723" y="181"/>
                    </a:lnTo>
                    <a:lnTo>
                      <a:pt x="735" y="177"/>
                    </a:lnTo>
                    <a:lnTo>
                      <a:pt x="746" y="174"/>
                    </a:lnTo>
                    <a:lnTo>
                      <a:pt x="757" y="171"/>
                    </a:lnTo>
                    <a:lnTo>
                      <a:pt x="768" y="169"/>
                    </a:lnTo>
                    <a:lnTo>
                      <a:pt x="780" y="168"/>
                    </a:lnTo>
                    <a:lnTo>
                      <a:pt x="791" y="170"/>
                    </a:lnTo>
                    <a:lnTo>
                      <a:pt x="802" y="173"/>
                    </a:lnTo>
                    <a:lnTo>
                      <a:pt x="814" y="177"/>
                    </a:lnTo>
                    <a:lnTo>
                      <a:pt x="825" y="182"/>
                    </a:lnTo>
                    <a:lnTo>
                      <a:pt x="836" y="187"/>
                    </a:lnTo>
                    <a:lnTo>
                      <a:pt x="847" y="191"/>
                    </a:lnTo>
                    <a:lnTo>
                      <a:pt x="859" y="195"/>
                    </a:lnTo>
                    <a:lnTo>
                      <a:pt x="870" y="197"/>
                    </a:lnTo>
                    <a:lnTo>
                      <a:pt x="881" y="197"/>
                    </a:lnTo>
                    <a:lnTo>
                      <a:pt x="893" y="197"/>
                    </a:lnTo>
                    <a:lnTo>
                      <a:pt x="904" y="196"/>
                    </a:lnTo>
                    <a:lnTo>
                      <a:pt x="915" y="195"/>
                    </a:lnTo>
                    <a:lnTo>
                      <a:pt x="927" y="195"/>
                    </a:lnTo>
                    <a:lnTo>
                      <a:pt x="938" y="196"/>
                    </a:lnTo>
                    <a:lnTo>
                      <a:pt x="949" y="198"/>
                    </a:lnTo>
                    <a:lnTo>
                      <a:pt x="961" y="200"/>
                    </a:lnTo>
                    <a:lnTo>
                      <a:pt x="972" y="201"/>
                    </a:lnTo>
                    <a:lnTo>
                      <a:pt x="983" y="203"/>
                    </a:lnTo>
                    <a:lnTo>
                      <a:pt x="995" y="203"/>
                    </a:lnTo>
                    <a:lnTo>
                      <a:pt x="1006" y="203"/>
                    </a:lnTo>
                    <a:lnTo>
                      <a:pt x="1017" y="203"/>
                    </a:lnTo>
                    <a:lnTo>
                      <a:pt x="1029" y="203"/>
                    </a:lnTo>
                    <a:lnTo>
                      <a:pt x="1040" y="204"/>
                    </a:lnTo>
                    <a:lnTo>
                      <a:pt x="1051" y="203"/>
                    </a:lnTo>
                    <a:lnTo>
                      <a:pt x="1062" y="201"/>
                    </a:lnTo>
                    <a:lnTo>
                      <a:pt x="1074" y="196"/>
                    </a:lnTo>
                    <a:lnTo>
                      <a:pt x="1085" y="190"/>
                    </a:lnTo>
                    <a:lnTo>
                      <a:pt x="1096" y="182"/>
                    </a:lnTo>
                    <a:lnTo>
                      <a:pt x="1108" y="175"/>
                    </a:lnTo>
                    <a:lnTo>
                      <a:pt x="1119" y="169"/>
                    </a:lnTo>
                    <a:lnTo>
                      <a:pt x="1130" y="164"/>
                    </a:lnTo>
                    <a:lnTo>
                      <a:pt x="1141" y="158"/>
                    </a:lnTo>
                    <a:lnTo>
                      <a:pt x="1153" y="154"/>
                    </a:lnTo>
                    <a:lnTo>
                      <a:pt x="1164" y="150"/>
                    </a:lnTo>
                    <a:lnTo>
                      <a:pt x="1175" y="149"/>
                    </a:lnTo>
                    <a:lnTo>
                      <a:pt x="1187" y="147"/>
                    </a:lnTo>
                    <a:lnTo>
                      <a:pt x="1198" y="146"/>
                    </a:lnTo>
                    <a:lnTo>
                      <a:pt x="1209" y="143"/>
                    </a:lnTo>
                    <a:lnTo>
                      <a:pt x="1221" y="138"/>
                    </a:lnTo>
                    <a:lnTo>
                      <a:pt x="1232" y="132"/>
                    </a:lnTo>
                    <a:lnTo>
                      <a:pt x="1243" y="127"/>
                    </a:lnTo>
                    <a:lnTo>
                      <a:pt x="1255" y="123"/>
                    </a:lnTo>
                    <a:lnTo>
                      <a:pt x="1266" y="119"/>
                    </a:lnTo>
                    <a:lnTo>
                      <a:pt x="1277" y="114"/>
                    </a:lnTo>
                    <a:lnTo>
                      <a:pt x="1289" y="108"/>
                    </a:lnTo>
                    <a:lnTo>
                      <a:pt x="1300" y="102"/>
                    </a:lnTo>
                    <a:lnTo>
                      <a:pt x="1311" y="98"/>
                    </a:lnTo>
                    <a:lnTo>
                      <a:pt x="1323" y="97"/>
                    </a:lnTo>
                    <a:lnTo>
                      <a:pt x="1334" y="98"/>
                    </a:lnTo>
                    <a:lnTo>
                      <a:pt x="1345" y="99"/>
                    </a:lnTo>
                    <a:lnTo>
                      <a:pt x="1357" y="99"/>
                    </a:lnTo>
                    <a:lnTo>
                      <a:pt x="1368" y="99"/>
                    </a:lnTo>
                    <a:lnTo>
                      <a:pt x="1379" y="99"/>
                    </a:lnTo>
                    <a:lnTo>
                      <a:pt x="1390" y="100"/>
                    </a:lnTo>
                    <a:lnTo>
                      <a:pt x="1402" y="103"/>
                    </a:lnTo>
                    <a:lnTo>
                      <a:pt x="1413" y="105"/>
                    </a:lnTo>
                    <a:lnTo>
                      <a:pt x="1424" y="104"/>
                    </a:lnTo>
                    <a:lnTo>
                      <a:pt x="1435" y="102"/>
                    </a:lnTo>
                    <a:lnTo>
                      <a:pt x="1447" y="104"/>
                    </a:lnTo>
                    <a:lnTo>
                      <a:pt x="1458" y="113"/>
                    </a:lnTo>
                    <a:lnTo>
                      <a:pt x="1469" y="133"/>
                    </a:lnTo>
                    <a:lnTo>
                      <a:pt x="1481" y="164"/>
                    </a:lnTo>
                    <a:lnTo>
                      <a:pt x="1492" y="202"/>
                    </a:lnTo>
                    <a:lnTo>
                      <a:pt x="1503" y="239"/>
                    </a:lnTo>
                    <a:lnTo>
                      <a:pt x="1515" y="272"/>
                    </a:lnTo>
                    <a:lnTo>
                      <a:pt x="1526" y="297"/>
                    </a:lnTo>
                    <a:lnTo>
                      <a:pt x="1537" y="316"/>
                    </a:lnTo>
                    <a:lnTo>
                      <a:pt x="1549" y="331"/>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9" name="Freeform 470">
                <a:extLst>
                  <a:ext uri="{FF2B5EF4-FFF2-40B4-BE49-F238E27FC236}">
                    <a16:creationId xmlns:a16="http://schemas.microsoft.com/office/drawing/2014/main" id="{733E49AA-54E8-4C98-A555-272341E07942}"/>
                  </a:ext>
                </a:extLst>
              </p:cNvPr>
              <p:cNvSpPr>
                <a:spLocks/>
              </p:cNvSpPr>
              <p:nvPr/>
            </p:nvSpPr>
            <p:spPr bwMode="auto">
              <a:xfrm flipH="1">
                <a:off x="3698524" y="1019491"/>
                <a:ext cx="2436813" cy="385763"/>
              </a:xfrm>
              <a:custGeom>
                <a:avLst/>
                <a:gdLst>
                  <a:gd name="T0" fmla="*/ 22 w 1535"/>
                  <a:gd name="T1" fmla="*/ 196 h 243"/>
                  <a:gd name="T2" fmla="*/ 56 w 1535"/>
                  <a:gd name="T3" fmla="*/ 153 h 243"/>
                  <a:gd name="T4" fmla="*/ 89 w 1535"/>
                  <a:gd name="T5" fmla="*/ 53 h 243"/>
                  <a:gd name="T6" fmla="*/ 123 w 1535"/>
                  <a:gd name="T7" fmla="*/ 25 h 243"/>
                  <a:gd name="T8" fmla="*/ 157 w 1535"/>
                  <a:gd name="T9" fmla="*/ 28 h 243"/>
                  <a:gd name="T10" fmla="*/ 190 w 1535"/>
                  <a:gd name="T11" fmla="*/ 19 h 243"/>
                  <a:gd name="T12" fmla="*/ 224 w 1535"/>
                  <a:gd name="T13" fmla="*/ 15 h 243"/>
                  <a:gd name="T14" fmla="*/ 257 w 1535"/>
                  <a:gd name="T15" fmla="*/ 8 h 243"/>
                  <a:gd name="T16" fmla="*/ 291 w 1535"/>
                  <a:gd name="T17" fmla="*/ 60 h 243"/>
                  <a:gd name="T18" fmla="*/ 325 w 1535"/>
                  <a:gd name="T19" fmla="*/ 55 h 243"/>
                  <a:gd name="T20" fmla="*/ 358 w 1535"/>
                  <a:gd name="T21" fmla="*/ 64 h 243"/>
                  <a:gd name="T22" fmla="*/ 392 w 1535"/>
                  <a:gd name="T23" fmla="*/ 72 h 243"/>
                  <a:gd name="T24" fmla="*/ 426 w 1535"/>
                  <a:gd name="T25" fmla="*/ 68 h 243"/>
                  <a:gd name="T26" fmla="*/ 459 w 1535"/>
                  <a:gd name="T27" fmla="*/ 105 h 243"/>
                  <a:gd name="T28" fmla="*/ 493 w 1535"/>
                  <a:gd name="T29" fmla="*/ 100 h 243"/>
                  <a:gd name="T30" fmla="*/ 526 w 1535"/>
                  <a:gd name="T31" fmla="*/ 124 h 243"/>
                  <a:gd name="T32" fmla="*/ 560 w 1535"/>
                  <a:gd name="T33" fmla="*/ 111 h 243"/>
                  <a:gd name="T34" fmla="*/ 594 w 1535"/>
                  <a:gd name="T35" fmla="*/ 94 h 243"/>
                  <a:gd name="T36" fmla="*/ 628 w 1535"/>
                  <a:gd name="T37" fmla="*/ 139 h 243"/>
                  <a:gd name="T38" fmla="*/ 661 w 1535"/>
                  <a:gd name="T39" fmla="*/ 131 h 243"/>
                  <a:gd name="T40" fmla="*/ 695 w 1535"/>
                  <a:gd name="T41" fmla="*/ 145 h 243"/>
                  <a:gd name="T42" fmla="*/ 728 w 1535"/>
                  <a:gd name="T43" fmla="*/ 150 h 243"/>
                  <a:gd name="T44" fmla="*/ 762 w 1535"/>
                  <a:gd name="T45" fmla="*/ 129 h 243"/>
                  <a:gd name="T46" fmla="*/ 795 w 1535"/>
                  <a:gd name="T47" fmla="*/ 169 h 243"/>
                  <a:gd name="T48" fmla="*/ 829 w 1535"/>
                  <a:gd name="T49" fmla="*/ 141 h 243"/>
                  <a:gd name="T50" fmla="*/ 863 w 1535"/>
                  <a:gd name="T51" fmla="*/ 117 h 243"/>
                  <a:gd name="T52" fmla="*/ 897 w 1535"/>
                  <a:gd name="T53" fmla="*/ 150 h 243"/>
                  <a:gd name="T54" fmla="*/ 930 w 1535"/>
                  <a:gd name="T55" fmla="*/ 105 h 243"/>
                  <a:gd name="T56" fmla="*/ 964 w 1535"/>
                  <a:gd name="T57" fmla="*/ 112 h 243"/>
                  <a:gd name="T58" fmla="*/ 997 w 1535"/>
                  <a:gd name="T59" fmla="*/ 121 h 243"/>
                  <a:gd name="T60" fmla="*/ 1031 w 1535"/>
                  <a:gd name="T61" fmla="*/ 60 h 243"/>
                  <a:gd name="T62" fmla="*/ 1064 w 1535"/>
                  <a:gd name="T63" fmla="*/ 99 h 243"/>
                  <a:gd name="T64" fmla="*/ 1098 w 1535"/>
                  <a:gd name="T65" fmla="*/ 95 h 243"/>
                  <a:gd name="T66" fmla="*/ 1132 w 1535"/>
                  <a:gd name="T67" fmla="*/ 36 h 243"/>
                  <a:gd name="T68" fmla="*/ 1166 w 1535"/>
                  <a:gd name="T69" fmla="*/ 103 h 243"/>
                  <a:gd name="T70" fmla="*/ 1199 w 1535"/>
                  <a:gd name="T71" fmla="*/ 92 h 243"/>
                  <a:gd name="T72" fmla="*/ 1233 w 1535"/>
                  <a:gd name="T73" fmla="*/ 27 h 243"/>
                  <a:gd name="T74" fmla="*/ 1266 w 1535"/>
                  <a:gd name="T75" fmla="*/ 94 h 243"/>
                  <a:gd name="T76" fmla="*/ 1300 w 1535"/>
                  <a:gd name="T77" fmla="*/ 69 h 243"/>
                  <a:gd name="T78" fmla="*/ 1333 w 1535"/>
                  <a:gd name="T79" fmla="*/ 5 h 243"/>
                  <a:gd name="T80" fmla="*/ 1367 w 1535"/>
                  <a:gd name="T81" fmla="*/ 95 h 243"/>
                  <a:gd name="T82" fmla="*/ 1401 w 1535"/>
                  <a:gd name="T83" fmla="*/ 79 h 243"/>
                  <a:gd name="T84" fmla="*/ 1435 w 1535"/>
                  <a:gd name="T85" fmla="*/ 0 h 243"/>
                  <a:gd name="T86" fmla="*/ 1468 w 1535"/>
                  <a:gd name="T87" fmla="*/ 115 h 243"/>
                  <a:gd name="T88" fmla="*/ 1502 w 1535"/>
                  <a:gd name="T89" fmla="*/ 222 h 243"/>
                  <a:gd name="T90" fmla="*/ 1535 w 1535"/>
                  <a:gd name="T91" fmla="*/ 243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35" h="243">
                    <a:moveTo>
                      <a:pt x="0" y="202"/>
                    </a:moveTo>
                    <a:lnTo>
                      <a:pt x="11" y="199"/>
                    </a:lnTo>
                    <a:lnTo>
                      <a:pt x="22" y="196"/>
                    </a:lnTo>
                    <a:lnTo>
                      <a:pt x="33" y="189"/>
                    </a:lnTo>
                    <a:lnTo>
                      <a:pt x="44" y="176"/>
                    </a:lnTo>
                    <a:lnTo>
                      <a:pt x="56" y="153"/>
                    </a:lnTo>
                    <a:lnTo>
                      <a:pt x="67" y="122"/>
                    </a:lnTo>
                    <a:lnTo>
                      <a:pt x="78" y="86"/>
                    </a:lnTo>
                    <a:lnTo>
                      <a:pt x="89" y="53"/>
                    </a:lnTo>
                    <a:lnTo>
                      <a:pt x="100" y="31"/>
                    </a:lnTo>
                    <a:lnTo>
                      <a:pt x="112" y="22"/>
                    </a:lnTo>
                    <a:lnTo>
                      <a:pt x="123" y="25"/>
                    </a:lnTo>
                    <a:lnTo>
                      <a:pt x="134" y="30"/>
                    </a:lnTo>
                    <a:lnTo>
                      <a:pt x="146" y="33"/>
                    </a:lnTo>
                    <a:lnTo>
                      <a:pt x="157" y="28"/>
                    </a:lnTo>
                    <a:lnTo>
                      <a:pt x="168" y="22"/>
                    </a:lnTo>
                    <a:lnTo>
                      <a:pt x="179" y="18"/>
                    </a:lnTo>
                    <a:lnTo>
                      <a:pt x="190" y="19"/>
                    </a:lnTo>
                    <a:lnTo>
                      <a:pt x="201" y="21"/>
                    </a:lnTo>
                    <a:lnTo>
                      <a:pt x="213" y="20"/>
                    </a:lnTo>
                    <a:lnTo>
                      <a:pt x="224" y="15"/>
                    </a:lnTo>
                    <a:lnTo>
                      <a:pt x="235" y="6"/>
                    </a:lnTo>
                    <a:lnTo>
                      <a:pt x="246" y="2"/>
                    </a:lnTo>
                    <a:lnTo>
                      <a:pt x="257" y="8"/>
                    </a:lnTo>
                    <a:lnTo>
                      <a:pt x="269" y="24"/>
                    </a:lnTo>
                    <a:lnTo>
                      <a:pt x="280" y="43"/>
                    </a:lnTo>
                    <a:lnTo>
                      <a:pt x="291" y="60"/>
                    </a:lnTo>
                    <a:lnTo>
                      <a:pt x="302" y="65"/>
                    </a:lnTo>
                    <a:lnTo>
                      <a:pt x="313" y="62"/>
                    </a:lnTo>
                    <a:lnTo>
                      <a:pt x="325" y="55"/>
                    </a:lnTo>
                    <a:lnTo>
                      <a:pt x="336" y="52"/>
                    </a:lnTo>
                    <a:lnTo>
                      <a:pt x="347" y="56"/>
                    </a:lnTo>
                    <a:lnTo>
                      <a:pt x="358" y="64"/>
                    </a:lnTo>
                    <a:lnTo>
                      <a:pt x="369" y="72"/>
                    </a:lnTo>
                    <a:lnTo>
                      <a:pt x="381" y="75"/>
                    </a:lnTo>
                    <a:lnTo>
                      <a:pt x="392" y="72"/>
                    </a:lnTo>
                    <a:lnTo>
                      <a:pt x="403" y="66"/>
                    </a:lnTo>
                    <a:lnTo>
                      <a:pt x="415" y="62"/>
                    </a:lnTo>
                    <a:lnTo>
                      <a:pt x="426" y="68"/>
                    </a:lnTo>
                    <a:lnTo>
                      <a:pt x="437" y="81"/>
                    </a:lnTo>
                    <a:lnTo>
                      <a:pt x="448" y="96"/>
                    </a:lnTo>
                    <a:lnTo>
                      <a:pt x="459" y="105"/>
                    </a:lnTo>
                    <a:lnTo>
                      <a:pt x="470" y="106"/>
                    </a:lnTo>
                    <a:lnTo>
                      <a:pt x="482" y="103"/>
                    </a:lnTo>
                    <a:lnTo>
                      <a:pt x="493" y="100"/>
                    </a:lnTo>
                    <a:lnTo>
                      <a:pt x="504" y="103"/>
                    </a:lnTo>
                    <a:lnTo>
                      <a:pt x="515" y="113"/>
                    </a:lnTo>
                    <a:lnTo>
                      <a:pt x="526" y="124"/>
                    </a:lnTo>
                    <a:lnTo>
                      <a:pt x="538" y="129"/>
                    </a:lnTo>
                    <a:lnTo>
                      <a:pt x="549" y="124"/>
                    </a:lnTo>
                    <a:lnTo>
                      <a:pt x="560" y="111"/>
                    </a:lnTo>
                    <a:lnTo>
                      <a:pt x="571" y="97"/>
                    </a:lnTo>
                    <a:lnTo>
                      <a:pt x="582" y="90"/>
                    </a:lnTo>
                    <a:lnTo>
                      <a:pt x="594" y="94"/>
                    </a:lnTo>
                    <a:lnTo>
                      <a:pt x="605" y="108"/>
                    </a:lnTo>
                    <a:lnTo>
                      <a:pt x="616" y="126"/>
                    </a:lnTo>
                    <a:lnTo>
                      <a:pt x="628" y="139"/>
                    </a:lnTo>
                    <a:lnTo>
                      <a:pt x="639" y="143"/>
                    </a:lnTo>
                    <a:lnTo>
                      <a:pt x="650" y="138"/>
                    </a:lnTo>
                    <a:lnTo>
                      <a:pt x="661" y="131"/>
                    </a:lnTo>
                    <a:lnTo>
                      <a:pt x="672" y="129"/>
                    </a:lnTo>
                    <a:lnTo>
                      <a:pt x="684" y="134"/>
                    </a:lnTo>
                    <a:lnTo>
                      <a:pt x="695" y="145"/>
                    </a:lnTo>
                    <a:lnTo>
                      <a:pt x="706" y="154"/>
                    </a:lnTo>
                    <a:lnTo>
                      <a:pt x="717" y="157"/>
                    </a:lnTo>
                    <a:lnTo>
                      <a:pt x="728" y="150"/>
                    </a:lnTo>
                    <a:lnTo>
                      <a:pt x="739" y="139"/>
                    </a:lnTo>
                    <a:lnTo>
                      <a:pt x="751" y="129"/>
                    </a:lnTo>
                    <a:lnTo>
                      <a:pt x="762" y="129"/>
                    </a:lnTo>
                    <a:lnTo>
                      <a:pt x="773" y="140"/>
                    </a:lnTo>
                    <a:lnTo>
                      <a:pt x="784" y="156"/>
                    </a:lnTo>
                    <a:lnTo>
                      <a:pt x="795" y="169"/>
                    </a:lnTo>
                    <a:lnTo>
                      <a:pt x="807" y="171"/>
                    </a:lnTo>
                    <a:lnTo>
                      <a:pt x="818" y="161"/>
                    </a:lnTo>
                    <a:lnTo>
                      <a:pt x="829" y="141"/>
                    </a:lnTo>
                    <a:lnTo>
                      <a:pt x="840" y="123"/>
                    </a:lnTo>
                    <a:lnTo>
                      <a:pt x="851" y="113"/>
                    </a:lnTo>
                    <a:lnTo>
                      <a:pt x="863" y="117"/>
                    </a:lnTo>
                    <a:lnTo>
                      <a:pt x="874" y="131"/>
                    </a:lnTo>
                    <a:lnTo>
                      <a:pt x="885" y="145"/>
                    </a:lnTo>
                    <a:lnTo>
                      <a:pt x="897" y="150"/>
                    </a:lnTo>
                    <a:lnTo>
                      <a:pt x="908" y="142"/>
                    </a:lnTo>
                    <a:lnTo>
                      <a:pt x="919" y="124"/>
                    </a:lnTo>
                    <a:lnTo>
                      <a:pt x="930" y="105"/>
                    </a:lnTo>
                    <a:lnTo>
                      <a:pt x="941" y="95"/>
                    </a:lnTo>
                    <a:lnTo>
                      <a:pt x="953" y="98"/>
                    </a:lnTo>
                    <a:lnTo>
                      <a:pt x="964" y="112"/>
                    </a:lnTo>
                    <a:lnTo>
                      <a:pt x="975" y="125"/>
                    </a:lnTo>
                    <a:lnTo>
                      <a:pt x="986" y="130"/>
                    </a:lnTo>
                    <a:lnTo>
                      <a:pt x="997" y="121"/>
                    </a:lnTo>
                    <a:lnTo>
                      <a:pt x="1008" y="99"/>
                    </a:lnTo>
                    <a:lnTo>
                      <a:pt x="1020" y="75"/>
                    </a:lnTo>
                    <a:lnTo>
                      <a:pt x="1031" y="60"/>
                    </a:lnTo>
                    <a:lnTo>
                      <a:pt x="1042" y="61"/>
                    </a:lnTo>
                    <a:lnTo>
                      <a:pt x="1053" y="77"/>
                    </a:lnTo>
                    <a:lnTo>
                      <a:pt x="1064" y="99"/>
                    </a:lnTo>
                    <a:lnTo>
                      <a:pt x="1076" y="114"/>
                    </a:lnTo>
                    <a:lnTo>
                      <a:pt x="1087" y="113"/>
                    </a:lnTo>
                    <a:lnTo>
                      <a:pt x="1098" y="95"/>
                    </a:lnTo>
                    <a:lnTo>
                      <a:pt x="1109" y="68"/>
                    </a:lnTo>
                    <a:lnTo>
                      <a:pt x="1121" y="45"/>
                    </a:lnTo>
                    <a:lnTo>
                      <a:pt x="1132" y="36"/>
                    </a:lnTo>
                    <a:lnTo>
                      <a:pt x="1143" y="48"/>
                    </a:lnTo>
                    <a:lnTo>
                      <a:pt x="1154" y="74"/>
                    </a:lnTo>
                    <a:lnTo>
                      <a:pt x="1166" y="103"/>
                    </a:lnTo>
                    <a:lnTo>
                      <a:pt x="1177" y="119"/>
                    </a:lnTo>
                    <a:lnTo>
                      <a:pt x="1188" y="115"/>
                    </a:lnTo>
                    <a:lnTo>
                      <a:pt x="1199" y="92"/>
                    </a:lnTo>
                    <a:lnTo>
                      <a:pt x="1210" y="61"/>
                    </a:lnTo>
                    <a:lnTo>
                      <a:pt x="1222" y="34"/>
                    </a:lnTo>
                    <a:lnTo>
                      <a:pt x="1233" y="27"/>
                    </a:lnTo>
                    <a:lnTo>
                      <a:pt x="1244" y="40"/>
                    </a:lnTo>
                    <a:lnTo>
                      <a:pt x="1255" y="67"/>
                    </a:lnTo>
                    <a:lnTo>
                      <a:pt x="1266" y="94"/>
                    </a:lnTo>
                    <a:lnTo>
                      <a:pt x="1277" y="108"/>
                    </a:lnTo>
                    <a:lnTo>
                      <a:pt x="1289" y="99"/>
                    </a:lnTo>
                    <a:lnTo>
                      <a:pt x="1300" y="69"/>
                    </a:lnTo>
                    <a:lnTo>
                      <a:pt x="1311" y="33"/>
                    </a:lnTo>
                    <a:lnTo>
                      <a:pt x="1322" y="8"/>
                    </a:lnTo>
                    <a:lnTo>
                      <a:pt x="1333" y="5"/>
                    </a:lnTo>
                    <a:lnTo>
                      <a:pt x="1345" y="25"/>
                    </a:lnTo>
                    <a:lnTo>
                      <a:pt x="1356" y="61"/>
                    </a:lnTo>
                    <a:lnTo>
                      <a:pt x="1367" y="95"/>
                    </a:lnTo>
                    <a:lnTo>
                      <a:pt x="1379" y="114"/>
                    </a:lnTo>
                    <a:lnTo>
                      <a:pt x="1390" y="107"/>
                    </a:lnTo>
                    <a:lnTo>
                      <a:pt x="1401" y="79"/>
                    </a:lnTo>
                    <a:lnTo>
                      <a:pt x="1412" y="40"/>
                    </a:lnTo>
                    <a:lnTo>
                      <a:pt x="1423" y="8"/>
                    </a:lnTo>
                    <a:lnTo>
                      <a:pt x="1435" y="0"/>
                    </a:lnTo>
                    <a:lnTo>
                      <a:pt x="1446" y="20"/>
                    </a:lnTo>
                    <a:lnTo>
                      <a:pt x="1457" y="62"/>
                    </a:lnTo>
                    <a:lnTo>
                      <a:pt x="1468" y="115"/>
                    </a:lnTo>
                    <a:lnTo>
                      <a:pt x="1479" y="162"/>
                    </a:lnTo>
                    <a:lnTo>
                      <a:pt x="1491" y="199"/>
                    </a:lnTo>
                    <a:lnTo>
                      <a:pt x="1502" y="222"/>
                    </a:lnTo>
                    <a:lnTo>
                      <a:pt x="1513" y="234"/>
                    </a:lnTo>
                    <a:lnTo>
                      <a:pt x="1524" y="239"/>
                    </a:lnTo>
                    <a:lnTo>
                      <a:pt x="1535" y="243"/>
                    </a:lnTo>
                  </a:path>
                </a:pathLst>
              </a:custGeom>
              <a:noFill/>
              <a:ln w="12700">
                <a:solidFill>
                  <a:srgbClr val="A000C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0" name="Rectangle 471">
                <a:extLst>
                  <a:ext uri="{FF2B5EF4-FFF2-40B4-BE49-F238E27FC236}">
                    <a16:creationId xmlns:a16="http://schemas.microsoft.com/office/drawing/2014/main" id="{FEE9C69C-F6CC-4BD6-8758-BC4A5B3D3758}"/>
                  </a:ext>
                </a:extLst>
              </p:cNvPr>
              <p:cNvSpPr>
                <a:spLocks noChangeArrowheads="1"/>
              </p:cNvSpPr>
              <p:nvPr/>
            </p:nvSpPr>
            <p:spPr bwMode="auto">
              <a:xfrm>
                <a:off x="4906611" y="3351529"/>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41" name="Rectangle 472">
                <a:extLst>
                  <a:ext uri="{FF2B5EF4-FFF2-40B4-BE49-F238E27FC236}">
                    <a16:creationId xmlns:a16="http://schemas.microsoft.com/office/drawing/2014/main" id="{1EA7504F-0A24-462E-888E-EE7D56A28710}"/>
                  </a:ext>
                </a:extLst>
              </p:cNvPr>
              <p:cNvSpPr>
                <a:spLocks noChangeArrowheads="1"/>
              </p:cNvSpPr>
              <p:nvPr/>
            </p:nvSpPr>
            <p:spPr bwMode="auto">
              <a:xfrm rot="16200000">
                <a:off x="6289947" y="3927046"/>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42" name="Rectangle 473">
                <a:extLst>
                  <a:ext uri="{FF2B5EF4-FFF2-40B4-BE49-F238E27FC236}">
                    <a16:creationId xmlns:a16="http://schemas.microsoft.com/office/drawing/2014/main" id="{C2FCF65F-23C9-439B-9A70-569FEB811EE4}"/>
                  </a:ext>
                </a:extLst>
              </p:cNvPr>
              <p:cNvSpPr>
                <a:spLocks noChangeArrowheads="1"/>
              </p:cNvSpPr>
              <p:nvPr/>
            </p:nvSpPr>
            <p:spPr bwMode="auto">
              <a:xfrm rot="16200000">
                <a:off x="6289947" y="2988834"/>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43" name="Rectangle 474">
                <a:extLst>
                  <a:ext uri="{FF2B5EF4-FFF2-40B4-BE49-F238E27FC236}">
                    <a16:creationId xmlns:a16="http://schemas.microsoft.com/office/drawing/2014/main" id="{8290C9AB-A2AB-4F1B-9BC8-97DADED023FE}"/>
                  </a:ext>
                </a:extLst>
              </p:cNvPr>
              <p:cNvSpPr>
                <a:spLocks noChangeArrowheads="1"/>
              </p:cNvSpPr>
              <p:nvPr/>
            </p:nvSpPr>
            <p:spPr bwMode="auto">
              <a:xfrm rot="16200000">
                <a:off x="6289947" y="2050621"/>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144" name="Rectangle 475">
                <a:extLst>
                  <a:ext uri="{FF2B5EF4-FFF2-40B4-BE49-F238E27FC236}">
                    <a16:creationId xmlns:a16="http://schemas.microsoft.com/office/drawing/2014/main" id="{C6F84C3D-C6F5-4C3B-A544-008F28A8C94D}"/>
                  </a:ext>
                </a:extLst>
              </p:cNvPr>
              <p:cNvSpPr>
                <a:spLocks noChangeArrowheads="1"/>
              </p:cNvSpPr>
              <p:nvPr/>
            </p:nvSpPr>
            <p:spPr bwMode="auto">
              <a:xfrm rot="16200000">
                <a:off x="6289947" y="1113996"/>
                <a:ext cx="3526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rgbClr val="000000"/>
                    </a:solidFill>
                    <a:effectLst/>
                    <a:latin typeface="helvetica" panose="020B0604020202020204" pitchFamily="34" charset="0"/>
                    <a:cs typeface="helvetica" panose="020B0604020202020204" pitchFamily="34" charset="0"/>
                  </a:rPr>
                  <a:t> </a:t>
                </a:r>
                <a:endParaRPr kumimoji="0" lang="ko-KR" altLang="ko-KR" sz="1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grpSp>
        <p:sp>
          <p:nvSpPr>
            <p:cNvPr id="42" name="TextBox 41">
              <a:extLst>
                <a:ext uri="{FF2B5EF4-FFF2-40B4-BE49-F238E27FC236}">
                  <a16:creationId xmlns:a16="http://schemas.microsoft.com/office/drawing/2014/main" id="{E3D42FDF-4FFF-48D1-914A-8FE773272144}"/>
                </a:ext>
              </a:extLst>
            </p:cNvPr>
            <p:cNvSpPr txBox="1"/>
            <p:nvPr/>
          </p:nvSpPr>
          <p:spPr>
            <a:xfrm rot="10800000" flipV="1">
              <a:off x="2813136" y="2775416"/>
              <a:ext cx="277186" cy="184666"/>
            </a:xfrm>
            <a:prstGeom prst="rect">
              <a:avLst/>
            </a:prstGeom>
            <a:noFill/>
          </p:spPr>
          <p:txBody>
            <a:bodyPr wrap="square" rtlCol="0">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43" name="TextBox 42">
              <a:extLst>
                <a:ext uri="{FF2B5EF4-FFF2-40B4-BE49-F238E27FC236}">
                  <a16:creationId xmlns:a16="http://schemas.microsoft.com/office/drawing/2014/main" id="{566E60C5-D887-4756-B05B-670C842BC61A}"/>
                </a:ext>
              </a:extLst>
            </p:cNvPr>
            <p:cNvSpPr txBox="1"/>
            <p:nvPr/>
          </p:nvSpPr>
          <p:spPr>
            <a:xfrm rot="10800000" flipV="1">
              <a:off x="2309992" y="4222476"/>
              <a:ext cx="27717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44" name="TextBox 43">
              <a:extLst>
                <a:ext uri="{FF2B5EF4-FFF2-40B4-BE49-F238E27FC236}">
                  <a16:creationId xmlns:a16="http://schemas.microsoft.com/office/drawing/2014/main" id="{BD457C98-7EDC-4329-A2C8-2F015A1D7C38}"/>
                </a:ext>
              </a:extLst>
            </p:cNvPr>
            <p:cNvSpPr txBox="1"/>
            <p:nvPr/>
          </p:nvSpPr>
          <p:spPr>
            <a:xfrm rot="10800000" flipV="1">
              <a:off x="2217850" y="4222476"/>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33</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45" name="타원 44">
              <a:extLst>
                <a:ext uri="{FF2B5EF4-FFF2-40B4-BE49-F238E27FC236}">
                  <a16:creationId xmlns:a16="http://schemas.microsoft.com/office/drawing/2014/main" id="{06F13CE8-8160-4E88-A108-F9D9831E69BC}"/>
                </a:ext>
              </a:extLst>
            </p:cNvPr>
            <p:cNvSpPr/>
            <p:nvPr/>
          </p:nvSpPr>
          <p:spPr>
            <a:xfrm>
              <a:off x="3740152" y="857722"/>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1</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46" name="Rectangle 21">
              <a:extLst>
                <a:ext uri="{FF2B5EF4-FFF2-40B4-BE49-F238E27FC236}">
                  <a16:creationId xmlns:a16="http://schemas.microsoft.com/office/drawing/2014/main" id="{98F64DC0-1117-4187-B248-47FD942B0A2A}"/>
                </a:ext>
              </a:extLst>
            </p:cNvPr>
            <p:cNvSpPr>
              <a:spLocks noChangeArrowheads="1"/>
            </p:cNvSpPr>
            <p:nvPr/>
          </p:nvSpPr>
          <p:spPr bwMode="auto">
            <a:xfrm rot="16200000">
              <a:off x="2338958" y="2698772"/>
              <a:ext cx="183543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kumimoji="0" lang="en-US" altLang="ko-KR" sz="1200" b="0" i="0" u="none" strike="noStrike" cap="none" normalizeH="0" baseline="0" dirty="0" err="1">
                  <a:ln>
                    <a:noFill/>
                  </a:ln>
                  <a:solidFill>
                    <a:srgbClr val="262626"/>
                  </a:solidFill>
                  <a:effectLst/>
                  <a:latin typeface="helvetica" panose="020B0604020202020204" pitchFamily="34" charset="0"/>
                  <a:cs typeface="helvetica" panose="020B0604020202020204" pitchFamily="34" charset="0"/>
                </a:rPr>
                <a:t>a.u</a:t>
              </a: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7" name="제목 1">
              <a:extLst>
                <a:ext uri="{FF2B5EF4-FFF2-40B4-BE49-F238E27FC236}">
                  <a16:creationId xmlns:a16="http://schemas.microsoft.com/office/drawing/2014/main" id="{B6033F51-9286-4C9D-A371-C2DD63E0B609}"/>
                </a:ext>
              </a:extLst>
            </p:cNvPr>
            <p:cNvSpPr txBox="1">
              <a:spLocks/>
            </p:cNvSpPr>
            <p:nvPr/>
          </p:nvSpPr>
          <p:spPr>
            <a:xfrm>
              <a:off x="729206" y="3339706"/>
              <a:ext cx="597258" cy="18398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solidFill>
                    <a:schemeClr val="bg1"/>
                  </a:solidFill>
                  <a:latin typeface="helvetica" panose="020B0604020202020204" pitchFamily="34" charset="0"/>
                  <a:cs typeface="helvetica" panose="020B0604020202020204" pitchFamily="34" charset="0"/>
                </a:rPr>
                <a:t>Mean</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48" name="제목 1">
              <a:extLst>
                <a:ext uri="{FF2B5EF4-FFF2-40B4-BE49-F238E27FC236}">
                  <a16:creationId xmlns:a16="http://schemas.microsoft.com/office/drawing/2014/main" id="{B11078F3-4493-4B24-8568-B519694F1DE3}"/>
                </a:ext>
              </a:extLst>
            </p:cNvPr>
            <p:cNvSpPr txBox="1">
              <a:spLocks/>
            </p:cNvSpPr>
            <p:nvPr/>
          </p:nvSpPr>
          <p:spPr>
            <a:xfrm>
              <a:off x="748434" y="4728584"/>
              <a:ext cx="900030" cy="23789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solidFill>
                    <a:schemeClr val="bg1"/>
                  </a:solidFill>
                  <a:latin typeface="helvetica" panose="020B0604020202020204" pitchFamily="34" charset="0"/>
                  <a:cs typeface="helvetica" panose="020B0604020202020204" pitchFamily="34" charset="0"/>
                </a:rPr>
                <a:t>3</a:t>
              </a:r>
              <a:r>
                <a:rPr lang="en-US" altLang="ko-KR" sz="800" baseline="30000" dirty="0">
                  <a:solidFill>
                    <a:schemeClr val="bg1"/>
                  </a:solidFill>
                  <a:latin typeface="helvetica" panose="020B0604020202020204" pitchFamily="34" charset="0"/>
                  <a:cs typeface="helvetica" panose="020B0604020202020204" pitchFamily="34" charset="0"/>
                </a:rPr>
                <a:t>rd</a:t>
              </a:r>
              <a:r>
                <a:rPr lang="en-US" altLang="ko-KR" sz="800" dirty="0">
                  <a:solidFill>
                    <a:schemeClr val="bg1"/>
                  </a:solidFill>
                  <a:latin typeface="helvetica" panose="020B0604020202020204" pitchFamily="34" charset="0"/>
                  <a:cs typeface="helvetica" panose="020B0604020202020204" pitchFamily="34" charset="0"/>
                </a:rPr>
                <a:t> NS-SOFI</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49" name="제목 1">
              <a:extLst>
                <a:ext uri="{FF2B5EF4-FFF2-40B4-BE49-F238E27FC236}">
                  <a16:creationId xmlns:a16="http://schemas.microsoft.com/office/drawing/2014/main" id="{3ABCCACD-9D72-41BA-8C57-9070CE444FDE}"/>
                </a:ext>
              </a:extLst>
            </p:cNvPr>
            <p:cNvSpPr txBox="1">
              <a:spLocks/>
            </p:cNvSpPr>
            <p:nvPr/>
          </p:nvSpPr>
          <p:spPr>
            <a:xfrm>
              <a:off x="772492" y="4063100"/>
              <a:ext cx="843291" cy="18398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solidFill>
                    <a:schemeClr val="bg1"/>
                  </a:solidFill>
                  <a:latin typeface="helvetica" panose="020B0604020202020204" pitchFamily="34" charset="0"/>
                  <a:cs typeface="helvetica" panose="020B0604020202020204" pitchFamily="34" charset="0"/>
                </a:rPr>
                <a:t>2</a:t>
              </a:r>
              <a:r>
                <a:rPr lang="en-US" altLang="ko-KR" sz="800" baseline="30000" dirty="0">
                  <a:solidFill>
                    <a:schemeClr val="bg1"/>
                  </a:solidFill>
                  <a:latin typeface="helvetica" panose="020B0604020202020204" pitchFamily="34" charset="0"/>
                  <a:cs typeface="helvetica" panose="020B0604020202020204" pitchFamily="34" charset="0"/>
                </a:rPr>
                <a:t>nd</a:t>
              </a:r>
              <a:r>
                <a:rPr lang="en-US" altLang="ko-KR" sz="800" dirty="0">
                  <a:solidFill>
                    <a:schemeClr val="bg1"/>
                  </a:solidFill>
                  <a:latin typeface="helvetica" panose="020B0604020202020204" pitchFamily="34" charset="0"/>
                  <a:cs typeface="helvetica" panose="020B0604020202020204" pitchFamily="34" charset="0"/>
                </a:rPr>
                <a:t> NS-SOFI</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50" name="타원 49">
              <a:extLst>
                <a:ext uri="{FF2B5EF4-FFF2-40B4-BE49-F238E27FC236}">
                  <a16:creationId xmlns:a16="http://schemas.microsoft.com/office/drawing/2014/main" id="{0CA8606C-DBBF-4543-B725-8A52F25AAD7A}"/>
                </a:ext>
              </a:extLst>
            </p:cNvPr>
            <p:cNvSpPr/>
            <p:nvPr/>
          </p:nvSpPr>
          <p:spPr>
            <a:xfrm>
              <a:off x="3740152" y="1776729"/>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2</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51" name="타원 50">
              <a:extLst>
                <a:ext uri="{FF2B5EF4-FFF2-40B4-BE49-F238E27FC236}">
                  <a16:creationId xmlns:a16="http://schemas.microsoft.com/office/drawing/2014/main" id="{9A741CFE-1EA3-44AA-88E7-62C2E6D406C8}"/>
                </a:ext>
              </a:extLst>
            </p:cNvPr>
            <p:cNvSpPr/>
            <p:nvPr/>
          </p:nvSpPr>
          <p:spPr>
            <a:xfrm>
              <a:off x="3740152" y="2719551"/>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3</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52" name="타원 51">
              <a:extLst>
                <a:ext uri="{FF2B5EF4-FFF2-40B4-BE49-F238E27FC236}">
                  <a16:creationId xmlns:a16="http://schemas.microsoft.com/office/drawing/2014/main" id="{6A6204F6-87C4-452B-9ADD-827E83FBF954}"/>
                </a:ext>
              </a:extLst>
            </p:cNvPr>
            <p:cNvSpPr/>
            <p:nvPr/>
          </p:nvSpPr>
          <p:spPr>
            <a:xfrm>
              <a:off x="3740152" y="3686186"/>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4</a:t>
              </a:r>
              <a:endParaRPr lang="ko-KR" altLang="en-US" sz="1200" dirty="0">
                <a:solidFill>
                  <a:schemeClr val="tx1"/>
                </a:solidFill>
                <a:latin typeface="helvetica" panose="020B0604020202020204" pitchFamily="34" charset="0"/>
                <a:cs typeface="helvetica" panose="020B0604020202020204" pitchFamily="34" charset="0"/>
              </a:endParaRPr>
            </a:p>
          </p:txBody>
        </p:sp>
        <p:cxnSp>
          <p:nvCxnSpPr>
            <p:cNvPr id="53" name="직선 연결선 52">
              <a:extLst>
                <a:ext uri="{FF2B5EF4-FFF2-40B4-BE49-F238E27FC236}">
                  <a16:creationId xmlns:a16="http://schemas.microsoft.com/office/drawing/2014/main" id="{E9E54855-1D28-4BB2-898D-C6378157EBEC}"/>
                </a:ext>
              </a:extLst>
            </p:cNvPr>
            <p:cNvCxnSpPr>
              <a:cxnSpLocks/>
            </p:cNvCxnSpPr>
            <p:nvPr/>
          </p:nvCxnSpPr>
          <p:spPr>
            <a:xfrm>
              <a:off x="4146656" y="1123552"/>
              <a:ext cx="0" cy="4909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BAE5B97A-BB44-466C-9AE9-AE9C5D277FC3}"/>
                </a:ext>
              </a:extLst>
            </p:cNvPr>
            <p:cNvCxnSpPr>
              <a:cxnSpLocks/>
            </p:cNvCxnSpPr>
            <p:nvPr/>
          </p:nvCxnSpPr>
          <p:spPr>
            <a:xfrm>
              <a:off x="4301119" y="1132195"/>
              <a:ext cx="0" cy="4822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화살표 연결선 54">
              <a:extLst>
                <a:ext uri="{FF2B5EF4-FFF2-40B4-BE49-F238E27FC236}">
                  <a16:creationId xmlns:a16="http://schemas.microsoft.com/office/drawing/2014/main" id="{CA402929-7793-4E52-B20B-10AA69A6B8EA}"/>
                </a:ext>
              </a:extLst>
            </p:cNvPr>
            <p:cNvCxnSpPr/>
            <p:nvPr/>
          </p:nvCxnSpPr>
          <p:spPr>
            <a:xfrm>
              <a:off x="3965513" y="1508247"/>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직선 화살표 연결선 55">
              <a:extLst>
                <a:ext uri="{FF2B5EF4-FFF2-40B4-BE49-F238E27FC236}">
                  <a16:creationId xmlns:a16="http://schemas.microsoft.com/office/drawing/2014/main" id="{8CCEA0E3-3DCD-46CF-9B17-49738515960F}"/>
                </a:ext>
              </a:extLst>
            </p:cNvPr>
            <p:cNvCxnSpPr/>
            <p:nvPr/>
          </p:nvCxnSpPr>
          <p:spPr>
            <a:xfrm flipH="1">
              <a:off x="4296356" y="1508247"/>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CB05ADC-E296-4B43-A49D-4C5B6D59C434}"/>
                </a:ext>
              </a:extLst>
            </p:cNvPr>
            <p:cNvSpPr txBox="1"/>
            <p:nvPr/>
          </p:nvSpPr>
          <p:spPr>
            <a:xfrm>
              <a:off x="4199182" y="930513"/>
              <a:ext cx="184863"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4</a:t>
              </a:r>
              <a:endParaRPr lang="ko-KR" altLang="en-US" sz="800" dirty="0">
                <a:latin typeface="helvetica" panose="020B0604020202020204" pitchFamily="34" charset="0"/>
                <a:cs typeface="helvetica" panose="020B0604020202020204" pitchFamily="34" charset="0"/>
              </a:endParaRPr>
            </a:p>
          </p:txBody>
        </p:sp>
        <p:sp>
          <p:nvSpPr>
            <p:cNvPr id="58" name="TextBox 57">
              <a:extLst>
                <a:ext uri="{FF2B5EF4-FFF2-40B4-BE49-F238E27FC236}">
                  <a16:creationId xmlns:a16="http://schemas.microsoft.com/office/drawing/2014/main" id="{750CCEFD-8E7C-40A6-972A-3B90D734082A}"/>
                </a:ext>
              </a:extLst>
            </p:cNvPr>
            <p:cNvSpPr txBox="1"/>
            <p:nvPr/>
          </p:nvSpPr>
          <p:spPr>
            <a:xfrm>
              <a:off x="4062781" y="930513"/>
              <a:ext cx="184863"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3</a:t>
              </a:r>
              <a:endParaRPr lang="ko-KR" altLang="en-US" sz="800" dirty="0">
                <a:latin typeface="helvetica" panose="020B0604020202020204" pitchFamily="34" charset="0"/>
                <a:cs typeface="helvetica" panose="020B0604020202020204" pitchFamily="34" charset="0"/>
              </a:endParaRPr>
            </a:p>
          </p:txBody>
        </p:sp>
        <p:sp>
          <p:nvSpPr>
            <p:cNvPr id="59" name="Rectangle 106">
              <a:extLst>
                <a:ext uri="{FF2B5EF4-FFF2-40B4-BE49-F238E27FC236}">
                  <a16:creationId xmlns:a16="http://schemas.microsoft.com/office/drawing/2014/main" id="{55BAADEB-6FA8-4EF4-80CB-44EDD65E7906}"/>
                </a:ext>
              </a:extLst>
            </p:cNvPr>
            <p:cNvSpPr>
              <a:spLocks noChangeArrowheads="1"/>
            </p:cNvSpPr>
            <p:nvPr/>
          </p:nvSpPr>
          <p:spPr bwMode="auto">
            <a:xfrm>
              <a:off x="4998574" y="914717"/>
              <a:ext cx="214149" cy="28770"/>
            </a:xfrm>
            <a:prstGeom prst="rect">
              <a:avLst/>
            </a:prstGeom>
            <a:solidFill>
              <a:srgbClr val="CC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0" name="Rectangle 21">
              <a:extLst>
                <a:ext uri="{FF2B5EF4-FFF2-40B4-BE49-F238E27FC236}">
                  <a16:creationId xmlns:a16="http://schemas.microsoft.com/office/drawing/2014/main" id="{4BD825CF-0DAA-4AED-A326-6211C1503CF5}"/>
                </a:ext>
              </a:extLst>
            </p:cNvPr>
            <p:cNvSpPr>
              <a:spLocks noChangeArrowheads="1"/>
            </p:cNvSpPr>
            <p:nvPr/>
          </p:nvSpPr>
          <p:spPr bwMode="auto">
            <a:xfrm>
              <a:off x="5272584" y="865861"/>
              <a:ext cx="75020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Mean (</a:t>
              </a:r>
              <a:r>
                <a:rPr lang="en-US" altLang="ko-KR" sz="800" dirty="0">
                  <a:solidFill>
                    <a:srgbClr val="262626"/>
                  </a:solidFill>
                  <a:latin typeface="helvetica" panose="020B0604020202020204" pitchFamily="34" charset="0"/>
                  <a:cs typeface="helvetica" panose="020B0604020202020204" pitchFamily="34" charset="0"/>
                </a:rPr>
                <a:t>line 1-16</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1" name="Rectangle 21">
              <a:extLst>
                <a:ext uri="{FF2B5EF4-FFF2-40B4-BE49-F238E27FC236}">
                  <a16:creationId xmlns:a16="http://schemas.microsoft.com/office/drawing/2014/main" id="{C5298171-00CD-4AF7-A0A0-1821BB6502DF}"/>
                </a:ext>
              </a:extLst>
            </p:cNvPr>
            <p:cNvSpPr>
              <a:spLocks noChangeArrowheads="1"/>
            </p:cNvSpPr>
            <p:nvPr/>
          </p:nvSpPr>
          <p:spPr bwMode="auto">
            <a:xfrm>
              <a:off x="4398426" y="4783298"/>
              <a:ext cx="9585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2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2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2" name="Rectangle 106">
              <a:extLst>
                <a:ext uri="{FF2B5EF4-FFF2-40B4-BE49-F238E27FC236}">
                  <a16:creationId xmlns:a16="http://schemas.microsoft.com/office/drawing/2014/main" id="{738A791E-16FC-46A2-BC05-5475F1D7AE28}"/>
                </a:ext>
              </a:extLst>
            </p:cNvPr>
            <p:cNvSpPr>
              <a:spLocks noChangeArrowheads="1"/>
            </p:cNvSpPr>
            <p:nvPr/>
          </p:nvSpPr>
          <p:spPr bwMode="auto">
            <a:xfrm>
              <a:off x="4998574" y="1821034"/>
              <a:ext cx="214149" cy="287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3" name="Rectangle 21">
              <a:extLst>
                <a:ext uri="{FF2B5EF4-FFF2-40B4-BE49-F238E27FC236}">
                  <a16:creationId xmlns:a16="http://schemas.microsoft.com/office/drawing/2014/main" id="{773B4A66-352C-42B4-9486-0481A35D5DE2}"/>
                </a:ext>
              </a:extLst>
            </p:cNvPr>
            <p:cNvSpPr>
              <a:spLocks noChangeArrowheads="1"/>
            </p:cNvSpPr>
            <p:nvPr/>
          </p:nvSpPr>
          <p:spPr bwMode="auto">
            <a:xfrm>
              <a:off x="5272584" y="1773863"/>
              <a:ext cx="80791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Mean (line 17-44)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4" name="Rectangle 106">
              <a:extLst>
                <a:ext uri="{FF2B5EF4-FFF2-40B4-BE49-F238E27FC236}">
                  <a16:creationId xmlns:a16="http://schemas.microsoft.com/office/drawing/2014/main" id="{BB7F5675-B292-43B8-A964-7C86FADDF040}"/>
                </a:ext>
              </a:extLst>
            </p:cNvPr>
            <p:cNvSpPr>
              <a:spLocks noChangeArrowheads="1"/>
            </p:cNvSpPr>
            <p:nvPr/>
          </p:nvSpPr>
          <p:spPr bwMode="auto">
            <a:xfrm>
              <a:off x="4673005" y="2763896"/>
              <a:ext cx="214149" cy="28770"/>
            </a:xfrm>
            <a:prstGeom prst="rect">
              <a:avLst/>
            </a:prstGeom>
            <a:solidFill>
              <a:srgbClr val="00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5" name="Rectangle 21">
              <a:extLst>
                <a:ext uri="{FF2B5EF4-FFF2-40B4-BE49-F238E27FC236}">
                  <a16:creationId xmlns:a16="http://schemas.microsoft.com/office/drawing/2014/main" id="{2EE7F2CE-7962-4926-9645-2494F7CE21A4}"/>
                </a:ext>
              </a:extLst>
            </p:cNvPr>
            <p:cNvSpPr>
              <a:spLocks noChangeArrowheads="1"/>
            </p:cNvSpPr>
            <p:nvPr/>
          </p:nvSpPr>
          <p:spPr bwMode="auto">
            <a:xfrm>
              <a:off x="4934315" y="2716935"/>
              <a:ext cx="113011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800" dirty="0">
                  <a:solidFill>
                    <a:srgbClr val="262626"/>
                  </a:solidFill>
                  <a:latin typeface="helvetica" panose="020B0604020202020204" pitchFamily="34" charset="0"/>
                  <a:cs typeface="helvetica" panose="020B0604020202020204" pitchFamily="34" charset="0"/>
                </a:rPr>
                <a:t>2</a:t>
              </a:r>
              <a:r>
                <a:rPr lang="en-US" altLang="ko-KR" sz="800" baseline="30000" dirty="0">
                  <a:solidFill>
                    <a:srgbClr val="262626"/>
                  </a:solidFill>
                  <a:latin typeface="helvetica" panose="020B0604020202020204" pitchFamily="34" charset="0"/>
                  <a:cs typeface="helvetica" panose="020B0604020202020204" pitchFamily="34" charset="0"/>
                </a:rPr>
                <a:t>nd</a:t>
              </a:r>
              <a:r>
                <a:rPr lang="en-US" altLang="ko-KR" sz="800" dirty="0">
                  <a:solidFill>
                    <a:srgbClr val="262626"/>
                  </a:solidFill>
                  <a:latin typeface="helvetica" panose="020B0604020202020204" pitchFamily="34" charset="0"/>
                  <a:cs typeface="helvetica" panose="020B0604020202020204" pitchFamily="34" charset="0"/>
                </a:rPr>
                <a:t> NS-SOFI</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(line 17-44)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6" name="Rectangle 106">
              <a:extLst>
                <a:ext uri="{FF2B5EF4-FFF2-40B4-BE49-F238E27FC236}">
                  <a16:creationId xmlns:a16="http://schemas.microsoft.com/office/drawing/2014/main" id="{D1E9B01A-A1C9-4B05-A23C-297B52586C99}"/>
                </a:ext>
              </a:extLst>
            </p:cNvPr>
            <p:cNvSpPr>
              <a:spLocks noChangeArrowheads="1"/>
            </p:cNvSpPr>
            <p:nvPr/>
          </p:nvSpPr>
          <p:spPr bwMode="auto">
            <a:xfrm>
              <a:off x="4673005" y="3722050"/>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7" name="Rectangle 21">
              <a:extLst>
                <a:ext uri="{FF2B5EF4-FFF2-40B4-BE49-F238E27FC236}">
                  <a16:creationId xmlns:a16="http://schemas.microsoft.com/office/drawing/2014/main" id="{DC51609B-4C32-470D-A7E3-A73F84988C95}"/>
                </a:ext>
              </a:extLst>
            </p:cNvPr>
            <p:cNvSpPr>
              <a:spLocks noChangeArrowheads="1"/>
            </p:cNvSpPr>
            <p:nvPr/>
          </p:nvSpPr>
          <p:spPr bwMode="auto">
            <a:xfrm>
              <a:off x="4934315" y="3673194"/>
              <a:ext cx="1210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800" dirty="0">
                  <a:solidFill>
                    <a:srgbClr val="262626"/>
                  </a:solidFill>
                  <a:latin typeface="helvetica" panose="020B0604020202020204" pitchFamily="34" charset="0"/>
                  <a:cs typeface="helvetica" panose="020B0604020202020204" pitchFamily="34" charset="0"/>
                </a:rPr>
                <a:t>3</a:t>
              </a:r>
              <a:r>
                <a:rPr lang="en-US" altLang="ko-KR" sz="800" baseline="30000" dirty="0">
                  <a:solidFill>
                    <a:srgbClr val="262626"/>
                  </a:solidFill>
                  <a:latin typeface="helvetica" panose="020B0604020202020204" pitchFamily="34" charset="0"/>
                  <a:cs typeface="helvetica" panose="020B0604020202020204" pitchFamily="34" charset="0"/>
                </a:rPr>
                <a:t>rd</a:t>
              </a:r>
              <a:r>
                <a:rPr lang="en-US" altLang="ko-KR" sz="800" dirty="0">
                  <a:solidFill>
                    <a:srgbClr val="262626"/>
                  </a:solidFill>
                  <a:latin typeface="helvetica" panose="020B0604020202020204" pitchFamily="34" charset="0"/>
                  <a:cs typeface="helvetica" panose="020B0604020202020204" pitchFamily="34" charset="0"/>
                </a:rPr>
                <a:t> NS-SOFI</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(line 17-44)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cxnSp>
          <p:nvCxnSpPr>
            <p:cNvPr id="68" name="직선 연결선 67">
              <a:extLst>
                <a:ext uri="{FF2B5EF4-FFF2-40B4-BE49-F238E27FC236}">
                  <a16:creationId xmlns:a16="http://schemas.microsoft.com/office/drawing/2014/main" id="{867E190B-85E7-462B-850F-63B495F651EA}"/>
                </a:ext>
              </a:extLst>
            </p:cNvPr>
            <p:cNvCxnSpPr>
              <a:cxnSpLocks/>
            </p:cNvCxnSpPr>
            <p:nvPr/>
          </p:nvCxnSpPr>
          <p:spPr>
            <a:xfrm>
              <a:off x="4877724" y="3029783"/>
              <a:ext cx="0" cy="3074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직선 화살표 연결선 68">
              <a:extLst>
                <a:ext uri="{FF2B5EF4-FFF2-40B4-BE49-F238E27FC236}">
                  <a16:creationId xmlns:a16="http://schemas.microsoft.com/office/drawing/2014/main" id="{B1AA0BB8-54A0-41A4-B738-837C3C8857C1}"/>
                </a:ext>
              </a:extLst>
            </p:cNvPr>
            <p:cNvCxnSpPr/>
            <p:nvPr/>
          </p:nvCxnSpPr>
          <p:spPr>
            <a:xfrm>
              <a:off x="4694671" y="3141185"/>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직선 화살표 연결선 69">
              <a:extLst>
                <a:ext uri="{FF2B5EF4-FFF2-40B4-BE49-F238E27FC236}">
                  <a16:creationId xmlns:a16="http://schemas.microsoft.com/office/drawing/2014/main" id="{156A37DD-BD2D-4C65-B784-0E3C4F203C86}"/>
                </a:ext>
              </a:extLst>
            </p:cNvPr>
            <p:cNvCxnSpPr/>
            <p:nvPr/>
          </p:nvCxnSpPr>
          <p:spPr>
            <a:xfrm flipH="1">
              <a:off x="4969245" y="3141185"/>
              <a:ext cx="1785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3625A34B-90F2-4970-AA03-D5CE9E6FAC82}"/>
                </a:ext>
              </a:extLst>
            </p:cNvPr>
            <p:cNvCxnSpPr>
              <a:cxnSpLocks/>
            </p:cNvCxnSpPr>
            <p:nvPr/>
          </p:nvCxnSpPr>
          <p:spPr>
            <a:xfrm>
              <a:off x="4969245" y="3029783"/>
              <a:ext cx="0" cy="3253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8C5CDF6D-6DD1-40C5-9AE8-8CB59456B252}"/>
                </a:ext>
              </a:extLst>
            </p:cNvPr>
            <p:cNvCxnSpPr>
              <a:cxnSpLocks/>
            </p:cNvCxnSpPr>
            <p:nvPr/>
          </p:nvCxnSpPr>
          <p:spPr>
            <a:xfrm>
              <a:off x="5368878" y="4066073"/>
              <a:ext cx="0" cy="2998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직선 연결선 72">
              <a:extLst>
                <a:ext uri="{FF2B5EF4-FFF2-40B4-BE49-F238E27FC236}">
                  <a16:creationId xmlns:a16="http://schemas.microsoft.com/office/drawing/2014/main" id="{7253FCA5-51DF-4051-913D-6B59439BF125}"/>
                </a:ext>
              </a:extLst>
            </p:cNvPr>
            <p:cNvCxnSpPr>
              <a:cxnSpLocks/>
            </p:cNvCxnSpPr>
            <p:nvPr/>
          </p:nvCxnSpPr>
          <p:spPr>
            <a:xfrm>
              <a:off x="5290005" y="4066073"/>
              <a:ext cx="0" cy="31870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직선 화살표 연결선 73">
              <a:extLst>
                <a:ext uri="{FF2B5EF4-FFF2-40B4-BE49-F238E27FC236}">
                  <a16:creationId xmlns:a16="http://schemas.microsoft.com/office/drawing/2014/main" id="{6FD918CD-67BF-4E3C-86A0-4BD2E86911FD}"/>
                </a:ext>
              </a:extLst>
            </p:cNvPr>
            <p:cNvCxnSpPr>
              <a:cxnSpLocks/>
            </p:cNvCxnSpPr>
            <p:nvPr/>
          </p:nvCxnSpPr>
          <p:spPr>
            <a:xfrm>
              <a:off x="5135853" y="4122543"/>
              <a:ext cx="15168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직선 화살표 연결선 74">
              <a:extLst>
                <a:ext uri="{FF2B5EF4-FFF2-40B4-BE49-F238E27FC236}">
                  <a16:creationId xmlns:a16="http://schemas.microsoft.com/office/drawing/2014/main" id="{83902216-D131-4A04-9431-33161FB6E8FE}"/>
                </a:ext>
              </a:extLst>
            </p:cNvPr>
            <p:cNvCxnSpPr>
              <a:cxnSpLocks/>
            </p:cNvCxnSpPr>
            <p:nvPr/>
          </p:nvCxnSpPr>
          <p:spPr>
            <a:xfrm flipH="1">
              <a:off x="5368878" y="4124924"/>
              <a:ext cx="15035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2D8D18B-8A48-4B9C-9F18-2BF57D00591B}"/>
                    </a:ext>
                  </a:extLst>
                </p:cNvPr>
                <p:cNvSpPr txBox="1"/>
                <p:nvPr/>
              </p:nvSpPr>
              <p:spPr>
                <a:xfrm>
                  <a:off x="4122600" y="3066071"/>
                  <a:ext cx="561051"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ko-KR" sz="800" dirty="0">
                            <a:latin typeface="helvetica" panose="020B0604020202020204" pitchFamily="34" charset="0"/>
                            <a:cs typeface="helvetica" panose="020B0604020202020204" pitchFamily="34" charset="0"/>
                          </a:rPr>
                          <m:t>3</m:t>
                        </m:r>
                        <m:r>
                          <m:rPr>
                            <m:nor/>
                          </m:rPr>
                          <a:rPr lang="en-US" altLang="ko-KR" sz="800" b="0" i="0" dirty="0" smtClean="0">
                            <a:latin typeface="helvetica" panose="020B0604020202020204" pitchFamily="34" charset="0"/>
                            <a:cs typeface="helvetica" panose="020B0604020202020204" pitchFamily="34" charset="0"/>
                          </a:rPr>
                          <m:t>63</m:t>
                        </m:r>
                        <m:r>
                          <m:rPr>
                            <m:nor/>
                          </m:rPr>
                          <a:rPr lang="en-US" altLang="ko-KR" sz="800" dirty="0">
                            <a:latin typeface="helvetica" panose="020B0604020202020204" pitchFamily="34" charset="0"/>
                            <a:cs typeface="helvetica" panose="020B0604020202020204" pitchFamily="34" charset="0"/>
                          </a:rPr>
                          <m:t>±</m:t>
                        </m:r>
                        <m:r>
                          <m:rPr>
                            <m:nor/>
                          </m:rPr>
                          <a:rPr lang="en-US" altLang="ko-KR" sz="800" b="0" i="0" dirty="0" smtClean="0">
                            <a:latin typeface="helvetica" panose="020B0604020202020204" pitchFamily="34" charset="0"/>
                            <a:cs typeface="helvetica" panose="020B0604020202020204" pitchFamily="34" charset="0"/>
                          </a:rPr>
                          <m:t>2</m:t>
                        </m:r>
                        <m:r>
                          <m:rPr>
                            <m:nor/>
                          </m:rPr>
                          <a:rPr lang="en-US" altLang="ko-KR" sz="800" dirty="0">
                            <a:latin typeface="helvetica" panose="020B0604020202020204" pitchFamily="34" charset="0"/>
                            <a:cs typeface="helvetica" panose="020B0604020202020204" pitchFamily="34" charset="0"/>
                          </a:rPr>
                          <m:t>0 </m:t>
                        </m:r>
                        <m:r>
                          <m:rPr>
                            <m:nor/>
                          </m:rPr>
                          <a:rPr lang="en-US" altLang="ko-KR" sz="800" dirty="0">
                            <a:latin typeface="helvetica" panose="020B0604020202020204" pitchFamily="34" charset="0"/>
                            <a:cs typeface="helvetica" panose="020B0604020202020204" pitchFamily="34" charset="0"/>
                          </a:rPr>
                          <m:t>nm</m:t>
                        </m:r>
                      </m:oMath>
                    </m:oMathPara>
                  </a14:m>
                  <a:endParaRPr lang="ko-KR" altLang="en-US" sz="800" dirty="0">
                    <a:latin typeface="helvetica" panose="020B0604020202020204" pitchFamily="34" charset="0"/>
                    <a:cs typeface="helvetica" panose="020B0604020202020204" pitchFamily="34" charset="0"/>
                  </a:endParaRPr>
                </a:p>
              </p:txBody>
            </p:sp>
          </mc:Choice>
          <mc:Fallback xmlns="">
            <p:sp>
              <p:nvSpPr>
                <p:cNvPr id="642" name="TextBox 641">
                  <a:extLst>
                    <a:ext uri="{FF2B5EF4-FFF2-40B4-BE49-F238E27FC236}">
                      <a16:creationId xmlns:a16="http://schemas.microsoft.com/office/drawing/2014/main" id="{B2C6B1C7-484D-4F30-B2FA-0354E9D3D0C6}"/>
                    </a:ext>
                  </a:extLst>
                </p:cNvPr>
                <p:cNvSpPr txBox="1">
                  <a:spLocks noRot="1" noChangeAspect="1" noMove="1" noResize="1" noEditPoints="1" noAdjustHandles="1" noChangeArrowheads="1" noChangeShapeType="1" noTextEdit="1"/>
                </p:cNvSpPr>
                <p:nvPr/>
              </p:nvSpPr>
              <p:spPr>
                <a:xfrm>
                  <a:off x="4122600" y="3066071"/>
                  <a:ext cx="561051" cy="123111"/>
                </a:xfrm>
                <a:prstGeom prst="rect">
                  <a:avLst/>
                </a:prstGeom>
                <a:blipFill>
                  <a:blip r:embed="rId9"/>
                  <a:stretch>
                    <a:fillRect l="-3261" r="-1087" b="-10000"/>
                  </a:stretch>
                </a:blipFill>
              </p:spPr>
              <p:txBody>
                <a:bodyPr/>
                <a:lstStyle/>
                <a:p>
                  <a:r>
                    <a:rPr lang="ko-KR" altLang="en-US">
                      <a:noFill/>
                    </a:rPr>
                    <a:t> </a:t>
                  </a:r>
                </a:p>
              </p:txBody>
            </p:sp>
          </mc:Fallback>
        </mc:AlternateContent>
        <p:sp>
          <p:nvSpPr>
            <p:cNvPr id="77" name="TextBox 76">
              <a:extLst>
                <a:ext uri="{FF2B5EF4-FFF2-40B4-BE49-F238E27FC236}">
                  <a16:creationId xmlns:a16="http://schemas.microsoft.com/office/drawing/2014/main" id="{C03686FC-DCAA-4D23-AEF6-2979A3FC021E}"/>
                </a:ext>
              </a:extLst>
            </p:cNvPr>
            <p:cNvSpPr txBox="1"/>
            <p:nvPr/>
          </p:nvSpPr>
          <p:spPr>
            <a:xfrm>
              <a:off x="4570156" y="4055585"/>
              <a:ext cx="532197" cy="123111"/>
            </a:xfrm>
            <a:prstGeom prst="rect">
              <a:avLst/>
            </a:prstGeom>
            <a:noFill/>
          </p:spPr>
          <p:txBody>
            <a:bodyPr wrap="none" lIns="0" tIns="0" rIns="0" bIns="0" rtlCol="0">
              <a:spAutoFit/>
            </a:bodyPr>
            <a:lstStyle/>
            <a:p>
              <a:r>
                <a:rPr lang="en-US" altLang="ko-KR" sz="800" dirty="0">
                  <a:latin typeface="helvetica" panose="020B0604020202020204" pitchFamily="34" charset="0"/>
                  <a:cs typeface="helvetica" panose="020B0604020202020204" pitchFamily="34" charset="0"/>
                </a:rPr>
                <a:t>315±10 nm</a:t>
              </a:r>
              <a:endParaRPr lang="ko-KR" altLang="en-US" sz="800" dirty="0">
                <a:latin typeface="helvetica" panose="020B0604020202020204" pitchFamily="34" charset="0"/>
                <a:cs typeface="helvetica" panose="020B0604020202020204" pitchFamily="34" charset="0"/>
              </a:endParaRPr>
            </a:p>
          </p:txBody>
        </p:sp>
        <p:sp>
          <p:nvSpPr>
            <p:cNvPr id="78" name="TextBox 77">
              <a:extLst>
                <a:ext uri="{FF2B5EF4-FFF2-40B4-BE49-F238E27FC236}">
                  <a16:creationId xmlns:a16="http://schemas.microsoft.com/office/drawing/2014/main" id="{28E59A91-521D-43ED-9787-15862894A9C0}"/>
                </a:ext>
              </a:extLst>
            </p:cNvPr>
            <p:cNvSpPr txBox="1"/>
            <p:nvPr/>
          </p:nvSpPr>
          <p:spPr>
            <a:xfrm>
              <a:off x="4510930" y="1438557"/>
              <a:ext cx="532197" cy="123111"/>
            </a:xfrm>
            <a:prstGeom prst="rect">
              <a:avLst/>
            </a:prstGeom>
            <a:noFill/>
          </p:spPr>
          <p:txBody>
            <a:bodyPr wrap="none" lIns="0" tIns="0" rIns="0" bIns="0" rtlCol="0">
              <a:spAutoFit/>
            </a:bodyPr>
            <a:lstStyle/>
            <a:p>
              <a:r>
                <a:rPr lang="en-US" altLang="ko-KR" sz="800" dirty="0">
                  <a:latin typeface="helvetica" panose="020B0604020202020204" pitchFamily="34" charset="0"/>
                  <a:cs typeface="helvetica" panose="020B0604020202020204" pitchFamily="34" charset="0"/>
                </a:rPr>
                <a:t>732±40 nm</a:t>
              </a:r>
              <a:endParaRPr lang="ko-KR" altLang="en-US" sz="800" dirty="0">
                <a:latin typeface="helvetica" panose="020B0604020202020204" pitchFamily="34" charset="0"/>
                <a:cs typeface="helvetica" panose="020B0604020202020204" pitchFamily="34" charset="0"/>
              </a:endParaRPr>
            </a:p>
          </p:txBody>
        </p:sp>
        <p:sp>
          <p:nvSpPr>
            <p:cNvPr id="79" name="TextBox 78">
              <a:extLst>
                <a:ext uri="{FF2B5EF4-FFF2-40B4-BE49-F238E27FC236}">
                  <a16:creationId xmlns:a16="http://schemas.microsoft.com/office/drawing/2014/main" id="{77B8ABE5-BA2E-4C84-9561-A38448C6E728}"/>
                </a:ext>
              </a:extLst>
            </p:cNvPr>
            <p:cNvSpPr txBox="1"/>
            <p:nvPr/>
          </p:nvSpPr>
          <p:spPr>
            <a:xfrm>
              <a:off x="5100824" y="3878066"/>
              <a:ext cx="305512"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33</a:t>
              </a:r>
              <a:endParaRPr lang="ko-KR" altLang="en-US" sz="800" dirty="0">
                <a:latin typeface="helvetica" panose="020B0604020202020204" pitchFamily="34" charset="0"/>
                <a:cs typeface="helvetica" panose="020B0604020202020204" pitchFamily="34" charset="0"/>
              </a:endParaRPr>
            </a:p>
          </p:txBody>
        </p:sp>
        <p:sp>
          <p:nvSpPr>
            <p:cNvPr id="80" name="TextBox 79">
              <a:extLst>
                <a:ext uri="{FF2B5EF4-FFF2-40B4-BE49-F238E27FC236}">
                  <a16:creationId xmlns:a16="http://schemas.microsoft.com/office/drawing/2014/main" id="{81E82169-4E80-4920-91B7-DD699B0330E4}"/>
                </a:ext>
              </a:extLst>
            </p:cNvPr>
            <p:cNvSpPr txBox="1"/>
            <p:nvPr/>
          </p:nvSpPr>
          <p:spPr>
            <a:xfrm>
              <a:off x="5249521" y="3878066"/>
              <a:ext cx="305512"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34</a:t>
              </a:r>
              <a:endParaRPr lang="ko-KR" altLang="en-US" sz="800" dirty="0">
                <a:latin typeface="helvetica" panose="020B0604020202020204" pitchFamily="34" charset="0"/>
                <a:cs typeface="helvetica" panose="020B0604020202020204" pitchFamily="34" charset="0"/>
              </a:endParaRPr>
            </a:p>
          </p:txBody>
        </p:sp>
        <p:sp>
          <p:nvSpPr>
            <p:cNvPr id="81" name="TextBox 80">
              <a:extLst>
                <a:ext uri="{FF2B5EF4-FFF2-40B4-BE49-F238E27FC236}">
                  <a16:creationId xmlns:a16="http://schemas.microsoft.com/office/drawing/2014/main" id="{D49A6DDE-340C-4CEB-AEA3-9CED07620485}"/>
                </a:ext>
              </a:extLst>
            </p:cNvPr>
            <p:cNvSpPr txBox="1"/>
            <p:nvPr/>
          </p:nvSpPr>
          <p:spPr>
            <a:xfrm>
              <a:off x="4712098" y="2854625"/>
              <a:ext cx="305512"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27</a:t>
              </a:r>
              <a:endParaRPr lang="ko-KR" altLang="en-US" sz="800" dirty="0">
                <a:latin typeface="helvetica" panose="020B0604020202020204" pitchFamily="34" charset="0"/>
                <a:cs typeface="helvetica" panose="020B0604020202020204" pitchFamily="34" charset="0"/>
              </a:endParaRPr>
            </a:p>
          </p:txBody>
        </p:sp>
        <p:sp>
          <p:nvSpPr>
            <p:cNvPr id="82" name="TextBox 81">
              <a:extLst>
                <a:ext uri="{FF2B5EF4-FFF2-40B4-BE49-F238E27FC236}">
                  <a16:creationId xmlns:a16="http://schemas.microsoft.com/office/drawing/2014/main" id="{6134A962-9116-461A-A5AD-2A3AA6B4FDE9}"/>
                </a:ext>
              </a:extLst>
            </p:cNvPr>
            <p:cNvSpPr txBox="1"/>
            <p:nvPr/>
          </p:nvSpPr>
          <p:spPr>
            <a:xfrm>
              <a:off x="4845676" y="2856457"/>
              <a:ext cx="305512" cy="215444"/>
            </a:xfrm>
            <a:prstGeom prst="rect">
              <a:avLst/>
            </a:prstGeom>
            <a:noFill/>
          </p:spPr>
          <p:txBody>
            <a:bodyPr wrap="square" rtlCol="0">
              <a:spAutoFit/>
            </a:bodyPr>
            <a:lstStyle/>
            <a:p>
              <a:pPr algn="ctr"/>
              <a:r>
                <a:rPr lang="en-US" altLang="ko-KR" sz="800" dirty="0">
                  <a:latin typeface="helvetica" panose="020B0604020202020204" pitchFamily="34" charset="0"/>
                  <a:cs typeface="helvetica" panose="020B0604020202020204" pitchFamily="34" charset="0"/>
                </a:rPr>
                <a:t>28</a:t>
              </a:r>
              <a:endParaRPr lang="ko-KR" altLang="en-US" sz="800" dirty="0">
                <a:latin typeface="helvetica" panose="020B0604020202020204" pitchFamily="34" charset="0"/>
                <a:cs typeface="helvetica" panose="020B0604020202020204" pitchFamily="34" charset="0"/>
              </a:endParaRPr>
            </a:p>
          </p:txBody>
        </p:sp>
        <p:cxnSp>
          <p:nvCxnSpPr>
            <p:cNvPr id="83" name="직선 화살표 연결선 82">
              <a:extLst>
                <a:ext uri="{FF2B5EF4-FFF2-40B4-BE49-F238E27FC236}">
                  <a16:creationId xmlns:a16="http://schemas.microsoft.com/office/drawing/2014/main" id="{8CCDD2E2-18F1-413E-974C-7C335714FB20}"/>
                </a:ext>
              </a:extLst>
            </p:cNvPr>
            <p:cNvCxnSpPr/>
            <p:nvPr/>
          </p:nvCxnSpPr>
          <p:spPr>
            <a:xfrm flipV="1">
              <a:off x="2389640" y="4741837"/>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직선 화살표 연결선 83">
              <a:extLst>
                <a:ext uri="{FF2B5EF4-FFF2-40B4-BE49-F238E27FC236}">
                  <a16:creationId xmlns:a16="http://schemas.microsoft.com/office/drawing/2014/main" id="{4975B657-F4D8-41C4-A1C5-CBE9D699C067}"/>
                </a:ext>
              </a:extLst>
            </p:cNvPr>
            <p:cNvCxnSpPr/>
            <p:nvPr/>
          </p:nvCxnSpPr>
          <p:spPr>
            <a:xfrm flipV="1">
              <a:off x="2434748" y="4741837"/>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직선 화살표 연결선 84">
              <a:extLst>
                <a:ext uri="{FF2B5EF4-FFF2-40B4-BE49-F238E27FC236}">
                  <a16:creationId xmlns:a16="http://schemas.microsoft.com/office/drawing/2014/main" id="{14EF94AE-11B1-40E6-A417-FC06F5B91153}"/>
                </a:ext>
              </a:extLst>
            </p:cNvPr>
            <p:cNvCxnSpPr/>
            <p:nvPr/>
          </p:nvCxnSpPr>
          <p:spPr>
            <a:xfrm flipV="1">
              <a:off x="1926729" y="4061512"/>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직선 화살표 연결선 85">
              <a:extLst>
                <a:ext uri="{FF2B5EF4-FFF2-40B4-BE49-F238E27FC236}">
                  <a16:creationId xmlns:a16="http://schemas.microsoft.com/office/drawing/2014/main" id="{51B4E74A-B842-4E76-A1E6-EE45A922EC62}"/>
                </a:ext>
              </a:extLst>
            </p:cNvPr>
            <p:cNvCxnSpPr/>
            <p:nvPr/>
          </p:nvCxnSpPr>
          <p:spPr>
            <a:xfrm flipV="1">
              <a:off x="1986126" y="4061512"/>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5F8E50F7-9E48-4B05-B8FF-471304107DDC}"/>
                </a:ext>
              </a:extLst>
            </p:cNvPr>
            <p:cNvSpPr txBox="1"/>
            <p:nvPr/>
          </p:nvSpPr>
          <p:spPr>
            <a:xfrm rot="10800000" flipV="1">
              <a:off x="1766983" y="3536823"/>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27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88" name="TextBox 87">
              <a:extLst>
                <a:ext uri="{FF2B5EF4-FFF2-40B4-BE49-F238E27FC236}">
                  <a16:creationId xmlns:a16="http://schemas.microsoft.com/office/drawing/2014/main" id="{455B529F-5F34-4B3E-98E5-1B4E4176B7DF}"/>
                </a:ext>
              </a:extLst>
            </p:cNvPr>
            <p:cNvSpPr txBox="1"/>
            <p:nvPr/>
          </p:nvSpPr>
          <p:spPr>
            <a:xfrm rot="10800000" flipV="1">
              <a:off x="1859057" y="3536822"/>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28</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89" name="TextBox 88">
              <a:extLst>
                <a:ext uri="{FF2B5EF4-FFF2-40B4-BE49-F238E27FC236}">
                  <a16:creationId xmlns:a16="http://schemas.microsoft.com/office/drawing/2014/main" id="{3C9FBBC4-0790-4CFA-AC42-60EBA839796A}"/>
                </a:ext>
              </a:extLst>
            </p:cNvPr>
            <p:cNvSpPr txBox="1"/>
            <p:nvPr/>
          </p:nvSpPr>
          <p:spPr>
            <a:xfrm rot="10800000" flipV="1">
              <a:off x="1333800" y="2246553"/>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4</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90" name="TextBox 89">
              <a:extLst>
                <a:ext uri="{FF2B5EF4-FFF2-40B4-BE49-F238E27FC236}">
                  <a16:creationId xmlns:a16="http://schemas.microsoft.com/office/drawing/2014/main" id="{A6644408-86BC-4A21-A399-C5F6581A6DC6}"/>
                </a:ext>
              </a:extLst>
            </p:cNvPr>
            <p:cNvSpPr txBox="1"/>
            <p:nvPr/>
          </p:nvSpPr>
          <p:spPr>
            <a:xfrm rot="10800000" flipV="1">
              <a:off x="1190994" y="2246553"/>
              <a:ext cx="184863"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3</a:t>
              </a:r>
              <a:endParaRPr lang="ko-KR" altLang="en-US" sz="600" b="1" dirty="0">
                <a:solidFill>
                  <a:schemeClr val="bg1"/>
                </a:solidFill>
                <a:latin typeface="helvetica" panose="020B0604020202020204" pitchFamily="34" charset="0"/>
                <a:cs typeface="helvetica" panose="020B0604020202020204" pitchFamily="34" charset="0"/>
              </a:endParaRPr>
            </a:p>
          </p:txBody>
        </p:sp>
        <p:cxnSp>
          <p:nvCxnSpPr>
            <p:cNvPr id="91" name="직선 화살표 연결선 90">
              <a:extLst>
                <a:ext uri="{FF2B5EF4-FFF2-40B4-BE49-F238E27FC236}">
                  <a16:creationId xmlns:a16="http://schemas.microsoft.com/office/drawing/2014/main" id="{0A45746C-26A7-43D4-8119-65FBAB8465DE}"/>
                </a:ext>
              </a:extLst>
            </p:cNvPr>
            <p:cNvCxnSpPr/>
            <p:nvPr/>
          </p:nvCxnSpPr>
          <p:spPr>
            <a:xfrm flipV="1">
              <a:off x="1293568" y="2801946"/>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직선 화살표 연결선 91">
              <a:extLst>
                <a:ext uri="{FF2B5EF4-FFF2-40B4-BE49-F238E27FC236}">
                  <a16:creationId xmlns:a16="http://schemas.microsoft.com/office/drawing/2014/main" id="{5C67B9D4-F760-45BC-A719-FB7013B889CA}"/>
                </a:ext>
              </a:extLst>
            </p:cNvPr>
            <p:cNvCxnSpPr/>
            <p:nvPr/>
          </p:nvCxnSpPr>
          <p:spPr>
            <a:xfrm flipV="1">
              <a:off x="1429402" y="2801946"/>
              <a:ext cx="0" cy="115823"/>
            </a:xfrm>
            <a:prstGeom prst="straightConnector1">
              <a:avLst/>
            </a:prstGeom>
            <a:ln w="127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93" name="타원 92">
              <a:extLst>
                <a:ext uri="{FF2B5EF4-FFF2-40B4-BE49-F238E27FC236}">
                  <a16:creationId xmlns:a16="http://schemas.microsoft.com/office/drawing/2014/main" id="{0A1D98AF-6E2F-488E-B2B0-43B91C1CEA05}"/>
                </a:ext>
              </a:extLst>
            </p:cNvPr>
            <p:cNvSpPr/>
            <p:nvPr/>
          </p:nvSpPr>
          <p:spPr>
            <a:xfrm>
              <a:off x="660385" y="2526428"/>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1</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94" name="타원 93">
              <a:extLst>
                <a:ext uri="{FF2B5EF4-FFF2-40B4-BE49-F238E27FC236}">
                  <a16:creationId xmlns:a16="http://schemas.microsoft.com/office/drawing/2014/main" id="{E6A4118B-2C7E-4B89-B05C-73650FB94868}"/>
                </a:ext>
              </a:extLst>
            </p:cNvPr>
            <p:cNvSpPr/>
            <p:nvPr/>
          </p:nvSpPr>
          <p:spPr>
            <a:xfrm>
              <a:off x="665983" y="3086052"/>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2</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95" name="타원 94">
              <a:extLst>
                <a:ext uri="{FF2B5EF4-FFF2-40B4-BE49-F238E27FC236}">
                  <a16:creationId xmlns:a16="http://schemas.microsoft.com/office/drawing/2014/main" id="{16ADB90D-E3A9-4DB5-B9F2-28F42A69B901}"/>
                </a:ext>
              </a:extLst>
            </p:cNvPr>
            <p:cNvSpPr/>
            <p:nvPr/>
          </p:nvSpPr>
          <p:spPr>
            <a:xfrm>
              <a:off x="667983" y="3789791"/>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3</a:t>
              </a:r>
              <a:endParaRPr lang="ko-KR" altLang="en-US" sz="1200" dirty="0">
                <a:solidFill>
                  <a:schemeClr val="tx1"/>
                </a:solidFill>
                <a:latin typeface="helvetica" panose="020B0604020202020204" pitchFamily="34" charset="0"/>
                <a:cs typeface="helvetica" panose="020B0604020202020204" pitchFamily="34" charset="0"/>
              </a:endParaRPr>
            </a:p>
          </p:txBody>
        </p:sp>
        <p:sp>
          <p:nvSpPr>
            <p:cNvPr id="96" name="타원 95">
              <a:extLst>
                <a:ext uri="{FF2B5EF4-FFF2-40B4-BE49-F238E27FC236}">
                  <a16:creationId xmlns:a16="http://schemas.microsoft.com/office/drawing/2014/main" id="{65D18147-88B1-488F-9295-B348F658643C}"/>
                </a:ext>
              </a:extLst>
            </p:cNvPr>
            <p:cNvSpPr/>
            <p:nvPr/>
          </p:nvSpPr>
          <p:spPr>
            <a:xfrm>
              <a:off x="669636" y="4498814"/>
              <a:ext cx="154413" cy="1544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helvetica" panose="020B0604020202020204" pitchFamily="34" charset="0"/>
                  <a:cs typeface="helvetica" panose="020B0604020202020204" pitchFamily="34" charset="0"/>
                </a:rPr>
                <a:t>4</a:t>
              </a:r>
              <a:endParaRPr lang="ko-KR" altLang="en-US" sz="1200" dirty="0">
                <a:solidFill>
                  <a:schemeClr val="tx1"/>
                </a:solidFill>
                <a:latin typeface="helvetica" panose="020B0604020202020204" pitchFamily="34" charset="0"/>
                <a:cs typeface="helvetica" panose="020B0604020202020204" pitchFamily="34" charset="0"/>
              </a:endParaRPr>
            </a:p>
          </p:txBody>
        </p:sp>
        <p:cxnSp>
          <p:nvCxnSpPr>
            <p:cNvPr id="97" name="직선 연결선 96">
              <a:extLst>
                <a:ext uri="{FF2B5EF4-FFF2-40B4-BE49-F238E27FC236}">
                  <a16:creationId xmlns:a16="http://schemas.microsoft.com/office/drawing/2014/main" id="{8C5D104F-CFDA-4958-ABE6-138E10038339}"/>
                </a:ext>
              </a:extLst>
            </p:cNvPr>
            <p:cNvCxnSpPr/>
            <p:nvPr/>
          </p:nvCxnSpPr>
          <p:spPr>
            <a:xfrm>
              <a:off x="828746" y="3169983"/>
              <a:ext cx="2209624"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8" name="직선 연결선 97">
              <a:extLst>
                <a:ext uri="{FF2B5EF4-FFF2-40B4-BE49-F238E27FC236}">
                  <a16:creationId xmlns:a16="http://schemas.microsoft.com/office/drawing/2014/main" id="{2A96F877-96BD-4520-861D-504B26B93663}"/>
                </a:ext>
              </a:extLst>
            </p:cNvPr>
            <p:cNvCxnSpPr/>
            <p:nvPr/>
          </p:nvCxnSpPr>
          <p:spPr>
            <a:xfrm>
              <a:off x="827174" y="2607384"/>
              <a:ext cx="2209624" cy="0"/>
            </a:xfrm>
            <a:prstGeom prst="line">
              <a:avLst/>
            </a:prstGeom>
            <a:ln w="12700">
              <a:solidFill>
                <a:srgbClr val="7030A0"/>
              </a:solidFill>
              <a:prstDash val="dash"/>
            </a:ln>
          </p:spPr>
          <p:style>
            <a:lnRef idx="1">
              <a:schemeClr val="accent1"/>
            </a:lnRef>
            <a:fillRef idx="0">
              <a:schemeClr val="accent1"/>
            </a:fillRef>
            <a:effectRef idx="0">
              <a:schemeClr val="accent1"/>
            </a:effectRef>
            <a:fontRef idx="minor">
              <a:schemeClr val="tx1"/>
            </a:fontRef>
          </p:style>
        </p:cxnSp>
        <p:cxnSp>
          <p:nvCxnSpPr>
            <p:cNvPr id="99" name="직선 연결선 98">
              <a:extLst>
                <a:ext uri="{FF2B5EF4-FFF2-40B4-BE49-F238E27FC236}">
                  <a16:creationId xmlns:a16="http://schemas.microsoft.com/office/drawing/2014/main" id="{F36F8133-67C2-46DF-AAA4-E97D3D34C128}"/>
                </a:ext>
              </a:extLst>
            </p:cNvPr>
            <p:cNvCxnSpPr/>
            <p:nvPr/>
          </p:nvCxnSpPr>
          <p:spPr>
            <a:xfrm>
              <a:off x="835270" y="4579469"/>
              <a:ext cx="2209624"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E998CA17-BA7A-464F-B340-80CEF08C2A5E}"/>
                </a:ext>
              </a:extLst>
            </p:cNvPr>
            <p:cNvCxnSpPr/>
            <p:nvPr/>
          </p:nvCxnSpPr>
          <p:spPr>
            <a:xfrm>
              <a:off x="828746" y="3863778"/>
              <a:ext cx="2209624" cy="0"/>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28476B2F-7C18-4BEF-A752-161DD0D7F3C8}"/>
                </a:ext>
              </a:extLst>
            </p:cNvPr>
            <p:cNvSpPr txBox="1"/>
            <p:nvPr/>
          </p:nvSpPr>
          <p:spPr>
            <a:xfrm>
              <a:off x="588010" y="3416938"/>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sp>
          <p:nvSpPr>
            <p:cNvPr id="102" name="TextBox 101">
              <a:extLst>
                <a:ext uri="{FF2B5EF4-FFF2-40B4-BE49-F238E27FC236}">
                  <a16:creationId xmlns:a16="http://schemas.microsoft.com/office/drawing/2014/main" id="{FA8E269C-656A-43E1-9F99-63FDC54816CA}"/>
                </a:ext>
              </a:extLst>
            </p:cNvPr>
            <p:cNvSpPr txBox="1"/>
            <p:nvPr/>
          </p:nvSpPr>
          <p:spPr>
            <a:xfrm>
              <a:off x="588010" y="4139223"/>
              <a:ext cx="288032" cy="338554"/>
            </a:xfrm>
            <a:prstGeom prst="rect">
              <a:avLst/>
            </a:prstGeom>
            <a:noFill/>
          </p:spPr>
          <p:txBody>
            <a:bodyPr wrap="square" rtlCol="0">
              <a:spAutoFit/>
            </a:bodyPr>
            <a:lstStyle/>
            <a:p>
              <a:r>
                <a:rPr lang="en-US" altLang="ko-KR" sz="1600" b="1">
                  <a:latin typeface="helvetica" panose="020B0604020202020204" pitchFamily="34" charset="0"/>
                  <a:cs typeface="helvetica" panose="020B0604020202020204" pitchFamily="34" charset="0"/>
                </a:rPr>
                <a:t>d</a:t>
              </a:r>
              <a:endParaRPr lang="ko-KR" altLang="en-US" sz="1600" b="1" dirty="0">
                <a:latin typeface="helvetica" panose="020B0604020202020204" pitchFamily="34" charset="0"/>
                <a:cs typeface="helvetica" panose="020B0604020202020204" pitchFamily="34" charset="0"/>
              </a:endParaRPr>
            </a:p>
          </p:txBody>
        </p:sp>
        <p:sp>
          <p:nvSpPr>
            <p:cNvPr id="103" name="TextBox 102">
              <a:extLst>
                <a:ext uri="{FF2B5EF4-FFF2-40B4-BE49-F238E27FC236}">
                  <a16:creationId xmlns:a16="http://schemas.microsoft.com/office/drawing/2014/main" id="{82C86995-0072-42C1-92DE-DB84E8DED186}"/>
                </a:ext>
              </a:extLst>
            </p:cNvPr>
            <p:cNvSpPr txBox="1"/>
            <p:nvPr/>
          </p:nvSpPr>
          <p:spPr>
            <a:xfrm rot="10800000" flipV="1">
              <a:off x="1756866" y="1322825"/>
              <a:ext cx="277188" cy="184666"/>
            </a:xfrm>
            <a:prstGeom prst="rect">
              <a:avLst/>
            </a:prstGeom>
            <a:noFill/>
          </p:spPr>
          <p:txBody>
            <a:bodyPr wrap="square" rtlCol="0" anchor="ctr">
              <a:spAutoFit/>
            </a:bodyPr>
            <a:lstStyle/>
            <a:p>
              <a:pPr algn="ctr"/>
              <a:r>
                <a:rPr lang="en-US" altLang="ko-KR" sz="600" b="1">
                  <a:solidFill>
                    <a:schemeClr val="bg1"/>
                  </a:solidFill>
                  <a:latin typeface="helvetica" panose="020B0604020202020204" pitchFamily="34" charset="0"/>
                  <a:cs typeface="helvetica" panose="020B0604020202020204" pitchFamily="34" charset="0"/>
                </a:rPr>
                <a:t>27</a:t>
              </a:r>
              <a:endParaRPr lang="ko-KR" altLang="en-US" sz="600" b="1" dirty="0">
                <a:solidFill>
                  <a:schemeClr val="bg1"/>
                </a:solidFill>
                <a:latin typeface="helvetica" panose="020B0604020202020204" pitchFamily="34" charset="0"/>
                <a:cs typeface="helvetica" panose="020B0604020202020204" pitchFamily="34" charset="0"/>
              </a:endParaRPr>
            </a:p>
          </p:txBody>
        </p:sp>
        <p:sp>
          <p:nvSpPr>
            <p:cNvPr id="104" name="TextBox 103">
              <a:extLst>
                <a:ext uri="{FF2B5EF4-FFF2-40B4-BE49-F238E27FC236}">
                  <a16:creationId xmlns:a16="http://schemas.microsoft.com/office/drawing/2014/main" id="{7537B33B-BE10-413F-A146-7D8747C87938}"/>
                </a:ext>
              </a:extLst>
            </p:cNvPr>
            <p:cNvSpPr txBox="1"/>
            <p:nvPr/>
          </p:nvSpPr>
          <p:spPr>
            <a:xfrm rot="10800000" flipV="1">
              <a:off x="1856418" y="1322824"/>
              <a:ext cx="277188" cy="184666"/>
            </a:xfrm>
            <a:prstGeom prst="rect">
              <a:avLst/>
            </a:prstGeom>
            <a:noFill/>
          </p:spPr>
          <p:txBody>
            <a:bodyPr wrap="square" rtlCol="0" anchor="ctr">
              <a:spAutoFit/>
            </a:bodyPr>
            <a:lstStyle/>
            <a:p>
              <a:pPr algn="ctr"/>
              <a:r>
                <a:rPr lang="en-US" altLang="ko-KR" sz="600" b="1" dirty="0">
                  <a:solidFill>
                    <a:schemeClr val="bg1"/>
                  </a:solidFill>
                  <a:latin typeface="helvetica" panose="020B0604020202020204" pitchFamily="34" charset="0"/>
                  <a:cs typeface="helvetica" panose="020B0604020202020204" pitchFamily="34" charset="0"/>
                </a:rPr>
                <a:t>28</a:t>
              </a:r>
              <a:endParaRPr lang="ko-KR" altLang="en-US" sz="600" b="1" dirty="0">
                <a:solidFill>
                  <a:schemeClr val="bg1"/>
                </a:solidFill>
                <a:latin typeface="helvetica" panose="020B0604020202020204" pitchFamily="34" charset="0"/>
                <a:cs typeface="helvetica" panose="020B0604020202020204" pitchFamily="34" charset="0"/>
              </a:endParaRPr>
            </a:p>
          </p:txBody>
        </p:sp>
        <p:cxnSp>
          <p:nvCxnSpPr>
            <p:cNvPr id="105" name="직선 화살표 연결선 104">
              <a:extLst>
                <a:ext uri="{FF2B5EF4-FFF2-40B4-BE49-F238E27FC236}">
                  <a16:creationId xmlns:a16="http://schemas.microsoft.com/office/drawing/2014/main" id="{4836931E-5783-45CE-8774-C4F6B07DDA74}"/>
                </a:ext>
              </a:extLst>
            </p:cNvPr>
            <p:cNvCxnSpPr>
              <a:cxnSpLocks/>
            </p:cNvCxnSpPr>
            <p:nvPr/>
          </p:nvCxnSpPr>
          <p:spPr>
            <a:xfrm flipH="1">
              <a:off x="1984014" y="1916234"/>
              <a:ext cx="169823"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6" name="직선 화살표 연결선 105">
              <a:extLst>
                <a:ext uri="{FF2B5EF4-FFF2-40B4-BE49-F238E27FC236}">
                  <a16:creationId xmlns:a16="http://schemas.microsoft.com/office/drawing/2014/main" id="{DF537832-B518-42F2-9B3C-B29A15770AFD}"/>
                </a:ext>
              </a:extLst>
            </p:cNvPr>
            <p:cNvCxnSpPr>
              <a:cxnSpLocks/>
            </p:cNvCxnSpPr>
            <p:nvPr/>
          </p:nvCxnSpPr>
          <p:spPr>
            <a:xfrm rot="10800000" flipH="1">
              <a:off x="1740949" y="1916234"/>
              <a:ext cx="161961" cy="0"/>
            </a:xfrm>
            <a:prstGeom prst="straightConnector1">
              <a:avLst/>
            </a:prstGeom>
            <a:ln w="12700">
              <a:solidFill>
                <a:schemeClr val="accent4"/>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BDFEA40-0EEF-4A9D-AAF3-B4CB44771F36}"/>
                </a:ext>
              </a:extLst>
            </p:cNvPr>
            <p:cNvCxnSpPr>
              <a:cxnSpLocks/>
            </p:cNvCxnSpPr>
            <p:nvPr/>
          </p:nvCxnSpPr>
          <p:spPr>
            <a:xfrm rot="10800000">
              <a:off x="1986709" y="1873482"/>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8" name="직선 연결선 107">
              <a:extLst>
                <a:ext uri="{FF2B5EF4-FFF2-40B4-BE49-F238E27FC236}">
                  <a16:creationId xmlns:a16="http://schemas.microsoft.com/office/drawing/2014/main" id="{A950097C-C52C-4599-8EF8-C5C88AD1D331}"/>
                </a:ext>
              </a:extLst>
            </p:cNvPr>
            <p:cNvCxnSpPr/>
            <p:nvPr/>
          </p:nvCxnSpPr>
          <p:spPr>
            <a:xfrm rot="10800000">
              <a:off x="1902910" y="1873482"/>
              <a:ext cx="0" cy="8664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05F14274-CB74-4CEC-ACCB-F6BC8489E844}"/>
                </a:ext>
              </a:extLst>
            </p:cNvPr>
            <p:cNvSpPr txBox="1"/>
            <p:nvPr/>
          </p:nvSpPr>
          <p:spPr>
            <a:xfrm>
              <a:off x="1578073" y="1914877"/>
              <a:ext cx="700860" cy="215444"/>
            </a:xfrm>
            <a:prstGeom prst="rect">
              <a:avLst/>
            </a:prstGeom>
            <a:noFill/>
          </p:spPr>
          <p:txBody>
            <a:bodyPr wrap="square" rtlCol="0">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375±5 nm</a:t>
              </a:r>
              <a:endParaRPr lang="ko-KR" altLang="en-US" sz="800" dirty="0">
                <a:solidFill>
                  <a:schemeClr val="bg1"/>
                </a:solidFill>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2066880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15" name="직사각형 14"/>
          <p:cNvSpPr/>
          <p:nvPr/>
        </p:nvSpPr>
        <p:spPr>
          <a:xfrm>
            <a:off x="742277" y="6216016"/>
            <a:ext cx="5373446" cy="1323439"/>
          </a:xfrm>
          <a:prstGeom prst="rect">
            <a:avLst/>
          </a:prstGeom>
        </p:spPr>
        <p:txBody>
          <a:bodyPr wrap="square">
            <a:spAutoFit/>
          </a:bodyPr>
          <a:lstStyle/>
          <a:p>
            <a:r>
              <a:rPr lang="en-US" altLang="ko-KR" sz="1000" b="1" dirty="0">
                <a:latin typeface="Times New Roman" panose="02020603050405020304" pitchFamily="18" charset="0"/>
                <a:cs typeface="Times New Roman" panose="02020603050405020304" pitchFamily="18" charset="0"/>
              </a:rPr>
              <a:t>Fig. 6</a:t>
            </a:r>
            <a:r>
              <a:rPr lang="en-US" altLang="ko-KR" sz="1000" dirty="0">
                <a:latin typeface="Times New Roman" panose="02020603050405020304" pitchFamily="18" charset="0"/>
                <a:cs typeface="Times New Roman" panose="02020603050405020304" pitchFamily="18" charset="0"/>
              </a:rPr>
              <a:t>  </a:t>
            </a:r>
            <a:r>
              <a:rPr lang="en-US" altLang="ko-KR" sz="1000" b="1" dirty="0">
                <a:latin typeface="Times New Roman" panose="02020603050405020304" pitchFamily="18" charset="0"/>
                <a:cs typeface="Times New Roman" panose="02020603050405020304" pitchFamily="18" charset="0"/>
              </a:rPr>
              <a:t> Resolution enhancement with NS-SOFI technique using fluorescent beads with emission wavelengths of 560 nm</a:t>
            </a:r>
            <a:r>
              <a:rPr lang="en-US" altLang="ko-KR" sz="1000" dirty="0">
                <a:latin typeface="Times New Roman" panose="02020603050405020304" pitchFamily="18" charset="0"/>
                <a:cs typeface="Times New Roman" panose="02020603050405020304" pitchFamily="18" charset="0"/>
              </a:rPr>
              <a:t>. </a:t>
            </a:r>
            <a:r>
              <a:rPr lang="en-US" altLang="ko-KR" sz="1000" b="1" dirty="0">
                <a:latin typeface="Times New Roman" panose="02020603050405020304" pitchFamily="18" charset="0"/>
                <a:cs typeface="Times New Roman" panose="02020603050405020304" pitchFamily="18" charset="0"/>
              </a:rPr>
              <a:t>a</a:t>
            </a:r>
            <a:r>
              <a:rPr lang="en-US" altLang="ko-KR" sz="1000" dirty="0">
                <a:latin typeface="Times New Roman" panose="02020603050405020304" pitchFamily="18" charset="0"/>
                <a:cs typeface="Times New Roman" panose="02020603050405020304" pitchFamily="18" charset="0"/>
              </a:rPr>
              <a:t> Mean (diffraction-limited resolution), </a:t>
            </a:r>
            <a:r>
              <a:rPr lang="en-US" altLang="ko-KR" sz="1000" b="1" dirty="0">
                <a:latin typeface="Times New Roman" panose="02020603050405020304" pitchFamily="18" charset="0"/>
                <a:cs typeface="Times New Roman" panose="02020603050405020304" pitchFamily="18" charset="0"/>
              </a:rPr>
              <a:t>b</a:t>
            </a:r>
            <a:r>
              <a:rPr lang="en-US" altLang="ko-KR" sz="1000" dirty="0">
                <a:latin typeface="Times New Roman" panose="02020603050405020304" pitchFamily="18" charset="0"/>
                <a:cs typeface="Times New Roman" panose="02020603050405020304" pitchFamily="18" charset="0"/>
              </a:rPr>
              <a:t> 2</a:t>
            </a:r>
            <a:r>
              <a:rPr lang="en-US" altLang="ko-KR" sz="1000" baseline="30000" dirty="0">
                <a:latin typeface="Times New Roman" panose="02020603050405020304" pitchFamily="18" charset="0"/>
                <a:cs typeface="Times New Roman" panose="02020603050405020304" pitchFamily="18" charset="0"/>
              </a:rPr>
              <a:t>nd</a:t>
            </a:r>
            <a:r>
              <a:rPr lang="en-US" altLang="ko-KR" sz="1000" dirty="0">
                <a:latin typeface="Times New Roman" panose="02020603050405020304" pitchFamily="18" charset="0"/>
                <a:cs typeface="Times New Roman" panose="02020603050405020304" pitchFamily="18" charset="0"/>
              </a:rPr>
              <a:t> NS-SOFI and </a:t>
            </a:r>
            <a:r>
              <a:rPr lang="en-US" altLang="ko-KR" sz="1000" b="1" dirty="0">
                <a:latin typeface="Times New Roman" panose="02020603050405020304" pitchFamily="18" charset="0"/>
                <a:cs typeface="Times New Roman" panose="02020603050405020304" pitchFamily="18" charset="0"/>
              </a:rPr>
              <a:t>c</a:t>
            </a:r>
            <a:r>
              <a:rPr lang="en-US" altLang="ko-KR" sz="1000" dirty="0">
                <a:latin typeface="Times New Roman" panose="02020603050405020304" pitchFamily="18" charset="0"/>
                <a:cs typeface="Times New Roman" panose="02020603050405020304" pitchFamily="18" charset="0"/>
              </a:rPr>
              <a:t> 3</a:t>
            </a:r>
            <a:r>
              <a:rPr lang="en-US" altLang="ko-KR" sz="1000" baseline="30000" dirty="0">
                <a:latin typeface="Times New Roman" panose="02020603050405020304" pitchFamily="18" charset="0"/>
                <a:cs typeface="Times New Roman" panose="02020603050405020304" pitchFamily="18" charset="0"/>
              </a:rPr>
              <a:t>rd</a:t>
            </a:r>
            <a:r>
              <a:rPr lang="en-US" altLang="ko-KR" sz="1000" dirty="0">
                <a:latin typeface="Times New Roman" panose="02020603050405020304" pitchFamily="18" charset="0"/>
                <a:cs typeface="Times New Roman" panose="02020603050405020304" pitchFamily="18" charset="0"/>
              </a:rPr>
              <a:t> NS-SOFI super-resolution images of the same region of interest. Intensity profiles are taken along the dashed lines in each image to compare the resolution. </a:t>
            </a:r>
            <a:r>
              <a:rPr lang="en-US" altLang="ko-KR" sz="1000" b="1" dirty="0">
                <a:latin typeface="Times New Roman" panose="02020603050405020304" pitchFamily="18" charset="0"/>
                <a:cs typeface="Times New Roman" panose="02020603050405020304" pitchFamily="18" charset="0"/>
              </a:rPr>
              <a:t>d</a:t>
            </a:r>
            <a:r>
              <a:rPr lang="en-US" altLang="ko-KR" sz="1000" dirty="0">
                <a:latin typeface="Times New Roman" panose="02020603050405020304" pitchFamily="18" charset="0"/>
                <a:cs typeface="Times New Roman" panose="02020603050405020304" pitchFamily="18" charset="0"/>
              </a:rPr>
              <a:t> SEM image of the true location of fluorescent beads in the same field-of-view of optical images (</a:t>
            </a:r>
            <a:r>
              <a:rPr lang="en-US" altLang="ko-KR" sz="1000" b="1" dirty="0">
                <a:latin typeface="Times New Roman" panose="02020603050405020304" pitchFamily="18" charset="0"/>
                <a:cs typeface="Times New Roman" panose="02020603050405020304" pitchFamily="18" charset="0"/>
              </a:rPr>
              <a:t>a</a:t>
            </a:r>
            <a:r>
              <a:rPr lang="en-US" altLang="ko-KR" sz="1000" dirty="0">
                <a:latin typeface="Times New Roman" panose="02020603050405020304" pitchFamily="18" charset="0"/>
                <a:cs typeface="Times New Roman" panose="02020603050405020304" pitchFamily="18" charset="0"/>
              </a:rPr>
              <a:t>-</a:t>
            </a:r>
            <a:r>
              <a:rPr lang="en-US" altLang="ko-KR" sz="1000" b="1" dirty="0">
                <a:latin typeface="Times New Roman" panose="02020603050405020304" pitchFamily="18" charset="0"/>
                <a:cs typeface="Times New Roman" panose="02020603050405020304" pitchFamily="18" charset="0"/>
              </a:rPr>
              <a:t>c</a:t>
            </a:r>
            <a:r>
              <a:rPr lang="en-US" altLang="ko-KR" sz="1000" dirty="0">
                <a:latin typeface="Times New Roman" panose="02020603050405020304" pitchFamily="18" charset="0"/>
                <a:cs typeface="Times New Roman" panose="02020603050405020304" pitchFamily="18" charset="0"/>
              </a:rPr>
              <a:t>). The white arrows indicate the corresponding positions of the beads in the 3</a:t>
            </a:r>
            <a:r>
              <a:rPr lang="en-US" altLang="ko-KR" sz="1000" baseline="30000" dirty="0">
                <a:latin typeface="Times New Roman" panose="02020603050405020304" pitchFamily="18" charset="0"/>
                <a:cs typeface="Times New Roman" panose="02020603050405020304" pitchFamily="18" charset="0"/>
              </a:rPr>
              <a:t>rd</a:t>
            </a:r>
            <a:r>
              <a:rPr lang="en-US" altLang="ko-KR" sz="1000" dirty="0">
                <a:latin typeface="Times New Roman" panose="02020603050405020304" pitchFamily="18" charset="0"/>
                <a:cs typeface="Times New Roman" panose="02020603050405020304" pitchFamily="18" charset="0"/>
              </a:rPr>
              <a:t> NS-SOFI image. </a:t>
            </a:r>
            <a:r>
              <a:rPr lang="en-US" altLang="ko-KR" sz="1000" b="1" dirty="0">
                <a:latin typeface="Times New Roman" panose="02020603050405020304" pitchFamily="18" charset="0"/>
                <a:cs typeface="Times New Roman" panose="02020603050405020304" pitchFamily="18" charset="0"/>
              </a:rPr>
              <a:t>e</a:t>
            </a:r>
            <a:r>
              <a:rPr lang="en-US" altLang="ko-KR" sz="1000" dirty="0">
                <a:latin typeface="Times New Roman" panose="02020603050405020304" pitchFamily="18" charset="0"/>
                <a:cs typeface="Times New Roman" panose="02020603050405020304" pitchFamily="18" charset="0"/>
              </a:rPr>
              <a:t> Three intensity profiles taken along the dashed lines in optical images (</a:t>
            </a:r>
            <a:r>
              <a:rPr lang="en-US" altLang="ko-KR" sz="1000" b="1" dirty="0">
                <a:latin typeface="Times New Roman" panose="02020603050405020304" pitchFamily="18" charset="0"/>
                <a:cs typeface="Times New Roman" panose="02020603050405020304" pitchFamily="18" charset="0"/>
              </a:rPr>
              <a:t>a</a:t>
            </a:r>
            <a:r>
              <a:rPr lang="en-US" altLang="ko-KR" sz="1000" dirty="0">
                <a:latin typeface="Times New Roman" panose="02020603050405020304" pitchFamily="18" charset="0"/>
                <a:cs typeface="Times New Roman" panose="02020603050405020304" pitchFamily="18" charset="0"/>
              </a:rPr>
              <a:t>-</a:t>
            </a:r>
            <a:r>
              <a:rPr lang="en-US" altLang="ko-KR" sz="1000" b="1" dirty="0">
                <a:latin typeface="Times New Roman" panose="02020603050405020304" pitchFamily="18" charset="0"/>
                <a:cs typeface="Times New Roman" panose="02020603050405020304" pitchFamily="18" charset="0"/>
              </a:rPr>
              <a:t>c</a:t>
            </a:r>
            <a:r>
              <a:rPr lang="en-US" altLang="ko-KR" sz="1000" dirty="0">
                <a:latin typeface="Times New Roman" panose="02020603050405020304" pitchFamily="18" charset="0"/>
                <a:cs typeface="Times New Roman" panose="02020603050405020304" pitchFamily="18" charset="0"/>
              </a:rPr>
              <a:t>). Fluorescent beads separated by 175 nm are resolved by third order NS-SOFI processing (solid red lines in </a:t>
            </a:r>
            <a:r>
              <a:rPr lang="en-US" altLang="ko-KR" sz="1000" b="1" dirty="0">
                <a:latin typeface="Times New Roman" panose="02020603050405020304" pitchFamily="18" charset="0"/>
                <a:cs typeface="Times New Roman" panose="02020603050405020304" pitchFamily="18" charset="0"/>
              </a:rPr>
              <a:t>e</a:t>
            </a:r>
            <a:r>
              <a:rPr lang="en-US" altLang="ko-KR" sz="1000" dirty="0">
                <a:latin typeface="Times New Roman" panose="02020603050405020304" pitchFamily="18" charset="0"/>
                <a:cs typeface="Times New Roman" panose="02020603050405020304" pitchFamily="18" charset="0"/>
              </a:rPr>
              <a:t>). Scale bars:</a:t>
            </a:r>
            <a:r>
              <a:rPr lang="en-US" altLang="ko-KR" sz="1000" b="1" dirty="0">
                <a:latin typeface="Times New Roman" panose="02020603050405020304" pitchFamily="18" charset="0"/>
                <a:cs typeface="Times New Roman" panose="02020603050405020304" pitchFamily="18" charset="0"/>
              </a:rPr>
              <a:t> a-d</a:t>
            </a:r>
            <a:r>
              <a:rPr lang="en-US" altLang="ko-KR" sz="1000" dirty="0">
                <a:latin typeface="Times New Roman" panose="02020603050405020304" pitchFamily="18" charset="0"/>
                <a:cs typeface="Times New Roman" panose="02020603050405020304" pitchFamily="18" charset="0"/>
              </a:rPr>
              <a:t> 500 nm</a:t>
            </a:r>
            <a:endParaRPr lang="ko-KR" altLang="ko-KR" sz="1000" dirty="0">
              <a:latin typeface="Times New Roman" panose="02020603050405020304" pitchFamily="18" charset="0"/>
              <a:cs typeface="Times New Roman" panose="02020603050405020304" pitchFamily="18" charset="0"/>
            </a:endParaRPr>
          </a:p>
        </p:txBody>
      </p:sp>
      <p:grpSp>
        <p:nvGrpSpPr>
          <p:cNvPr id="86" name="그룹 85">
            <a:extLst>
              <a:ext uri="{FF2B5EF4-FFF2-40B4-BE49-F238E27FC236}">
                <a16:creationId xmlns:a16="http://schemas.microsoft.com/office/drawing/2014/main" id="{B980C89F-D1A0-4014-93CE-8D798E471B12}"/>
              </a:ext>
            </a:extLst>
          </p:cNvPr>
          <p:cNvGrpSpPr/>
          <p:nvPr/>
        </p:nvGrpSpPr>
        <p:grpSpPr>
          <a:xfrm>
            <a:off x="566841" y="579537"/>
            <a:ext cx="5526385" cy="4958917"/>
            <a:chOff x="566841" y="579537"/>
            <a:chExt cx="5526385" cy="4958917"/>
          </a:xfrm>
        </p:grpSpPr>
        <p:pic>
          <p:nvPicPr>
            <p:cNvPr id="4" name="그림 3"/>
            <p:cNvPicPr/>
            <p:nvPr/>
          </p:nvPicPr>
          <p:blipFill rotWithShape="1">
            <a:blip r:embed="rId2"/>
            <a:srcRect l="11367" t="32658" b="6734"/>
            <a:stretch/>
          </p:blipFill>
          <p:spPr>
            <a:xfrm>
              <a:off x="1615586" y="2399071"/>
              <a:ext cx="4364237" cy="2886678"/>
            </a:xfrm>
            <a:prstGeom prst="rect">
              <a:avLst/>
            </a:prstGeom>
          </p:spPr>
        </p:pic>
        <p:sp>
          <p:nvSpPr>
            <p:cNvPr id="7" name="직사각형 6"/>
            <p:cNvSpPr/>
            <p:nvPr/>
          </p:nvSpPr>
          <p:spPr>
            <a:xfrm>
              <a:off x="3407821" y="696151"/>
              <a:ext cx="862820" cy="1572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9" name="직사각형 8"/>
            <p:cNvSpPr/>
            <p:nvPr/>
          </p:nvSpPr>
          <p:spPr>
            <a:xfrm>
              <a:off x="1877408" y="2525720"/>
              <a:ext cx="982829" cy="406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6" name="제목 1">
              <a:extLst>
                <a:ext uri="{FF2B5EF4-FFF2-40B4-BE49-F238E27FC236}">
                  <a16:creationId xmlns:a16="http://schemas.microsoft.com/office/drawing/2014/main" id="{24A52B2D-340E-4ED2-B39C-43BB37C880FF}"/>
                </a:ext>
              </a:extLst>
            </p:cNvPr>
            <p:cNvSpPr txBox="1">
              <a:spLocks/>
            </p:cNvSpPr>
            <p:nvPr/>
          </p:nvSpPr>
          <p:spPr>
            <a:xfrm>
              <a:off x="3645807" y="696151"/>
              <a:ext cx="965878" cy="157252"/>
            </a:xfrm>
            <a:prstGeom prst="rect">
              <a:avLst/>
            </a:prstGeom>
            <a:solidFill>
              <a:schemeClr val="bg1"/>
            </a:solidFill>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latin typeface="helvetica" panose="020B0604020202020204" pitchFamily="34" charset="0"/>
                  <a:cs typeface="helvetica" panose="020B0604020202020204" pitchFamily="34" charset="0"/>
                </a:rPr>
                <a:t>3</a:t>
              </a:r>
              <a:r>
                <a:rPr lang="en-US" altLang="ko-KR" sz="1000" baseline="30000" dirty="0">
                  <a:latin typeface="helvetica" panose="020B0604020202020204" pitchFamily="34" charset="0"/>
                  <a:cs typeface="helvetica" panose="020B0604020202020204" pitchFamily="34" charset="0"/>
                </a:rPr>
                <a:t>rd</a:t>
              </a:r>
              <a:r>
                <a:rPr lang="en-US" altLang="ko-KR" sz="1000" dirty="0">
                  <a:latin typeface="helvetica" panose="020B0604020202020204" pitchFamily="34" charset="0"/>
                  <a:cs typeface="helvetica" panose="020B0604020202020204" pitchFamily="34" charset="0"/>
                </a:rPr>
                <a:t> NS-SOFI</a:t>
              </a:r>
              <a:endParaRPr lang="ko-KR" altLang="en-US" sz="1000" dirty="0">
                <a:latin typeface="helvetica" panose="020B0604020202020204" pitchFamily="34" charset="0"/>
                <a:cs typeface="helvetica" panose="020B0604020202020204" pitchFamily="34" charset="0"/>
              </a:endParaRPr>
            </a:p>
          </p:txBody>
        </p:sp>
        <p:sp>
          <p:nvSpPr>
            <p:cNvPr id="18" name="Rectangle 21">
              <a:extLst>
                <a:ext uri="{FF2B5EF4-FFF2-40B4-BE49-F238E27FC236}">
                  <a16:creationId xmlns:a16="http://schemas.microsoft.com/office/drawing/2014/main" id="{42D2D471-1D45-4A81-83DC-3AA4F7EEF32D}"/>
                </a:ext>
              </a:extLst>
            </p:cNvPr>
            <p:cNvSpPr>
              <a:spLocks noChangeArrowheads="1"/>
            </p:cNvSpPr>
            <p:nvPr/>
          </p:nvSpPr>
          <p:spPr bwMode="auto">
            <a:xfrm>
              <a:off x="3029547" y="5292233"/>
              <a:ext cx="1282402" cy="246221"/>
            </a:xfrm>
            <a:prstGeom prst="rect">
              <a:avLst/>
            </a:prstGeom>
            <a:solidFill>
              <a:schemeClr val="bg1"/>
            </a:solidFill>
            <a:ln>
              <a:noFill/>
            </a:ln>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6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6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9" name="Rectangle 21">
              <a:extLst>
                <a:ext uri="{FF2B5EF4-FFF2-40B4-BE49-F238E27FC236}">
                  <a16:creationId xmlns:a16="http://schemas.microsoft.com/office/drawing/2014/main" id="{23171C58-E7BA-4B6D-ACB2-4B59D978A419}"/>
                </a:ext>
              </a:extLst>
            </p:cNvPr>
            <p:cNvSpPr>
              <a:spLocks noChangeArrowheads="1"/>
            </p:cNvSpPr>
            <p:nvPr/>
          </p:nvSpPr>
          <p:spPr bwMode="auto">
            <a:xfrm rot="16200000">
              <a:off x="263842" y="3651155"/>
              <a:ext cx="2457265" cy="246221"/>
            </a:xfrm>
            <a:prstGeom prst="rect">
              <a:avLst/>
            </a:prstGeom>
            <a:solidFill>
              <a:schemeClr val="bg1"/>
            </a:solidFill>
            <a:ln>
              <a:noFill/>
            </a:ln>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6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lang="en-US" altLang="ko-KR" sz="1600" dirty="0" err="1">
                  <a:solidFill>
                    <a:srgbClr val="262626"/>
                  </a:solidFill>
                  <a:latin typeface="helvetica" panose="020B0604020202020204" pitchFamily="34" charset="0"/>
                  <a:cs typeface="helvetica" panose="020B0604020202020204" pitchFamily="34" charset="0"/>
                </a:rPr>
                <a:t>a.u</a:t>
              </a:r>
              <a:r>
                <a:rPr lang="en-US" altLang="ko-KR" sz="1600" dirty="0">
                  <a:solidFill>
                    <a:srgbClr val="262626"/>
                  </a:solidFill>
                  <a:latin typeface="helvetica" panose="020B0604020202020204" pitchFamily="34" charset="0"/>
                  <a:cs typeface="helvetica" panose="020B0604020202020204" pitchFamily="34" charset="0"/>
                </a:rPr>
                <a:t>.)</a:t>
              </a:r>
              <a:r>
                <a:rPr kumimoji="0" lang="en-US" altLang="ko-KR" sz="16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6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23" name="Rectangle 104">
              <a:extLst>
                <a:ext uri="{FF2B5EF4-FFF2-40B4-BE49-F238E27FC236}">
                  <a16:creationId xmlns:a16="http://schemas.microsoft.com/office/drawing/2014/main" id="{12F2A0F5-EC11-45D1-9EE0-AB51C06EA910}"/>
                </a:ext>
              </a:extLst>
            </p:cNvPr>
            <p:cNvSpPr>
              <a:spLocks noChangeArrowheads="1"/>
            </p:cNvSpPr>
            <p:nvPr/>
          </p:nvSpPr>
          <p:spPr bwMode="auto">
            <a:xfrm>
              <a:off x="4787029" y="2629401"/>
              <a:ext cx="300759" cy="5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4" name="Rectangle 105">
              <a:extLst>
                <a:ext uri="{FF2B5EF4-FFF2-40B4-BE49-F238E27FC236}">
                  <a16:creationId xmlns:a16="http://schemas.microsoft.com/office/drawing/2014/main" id="{00B822F3-5491-4A34-B807-B4573196E15A}"/>
                </a:ext>
              </a:extLst>
            </p:cNvPr>
            <p:cNvSpPr>
              <a:spLocks noChangeArrowheads="1"/>
            </p:cNvSpPr>
            <p:nvPr/>
          </p:nvSpPr>
          <p:spPr bwMode="auto">
            <a:xfrm>
              <a:off x="4503402" y="2573904"/>
              <a:ext cx="37421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Mean</a:t>
              </a:r>
              <a:endParaRPr kumimoji="0" lang="ko-KR"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25" name="Rectangle 106">
              <a:extLst>
                <a:ext uri="{FF2B5EF4-FFF2-40B4-BE49-F238E27FC236}">
                  <a16:creationId xmlns:a16="http://schemas.microsoft.com/office/drawing/2014/main" id="{5C123A12-4AE9-491A-8926-87F87CA438B0}"/>
                </a:ext>
              </a:extLst>
            </p:cNvPr>
            <p:cNvSpPr>
              <a:spLocks noChangeArrowheads="1"/>
            </p:cNvSpPr>
            <p:nvPr/>
          </p:nvSpPr>
          <p:spPr bwMode="auto">
            <a:xfrm>
              <a:off x="4215697" y="2636463"/>
              <a:ext cx="214149" cy="287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6" name="Rectangle 111">
              <a:extLst>
                <a:ext uri="{FF2B5EF4-FFF2-40B4-BE49-F238E27FC236}">
                  <a16:creationId xmlns:a16="http://schemas.microsoft.com/office/drawing/2014/main" id="{7164B37A-07A4-41D6-BA70-216B353D532D}"/>
                </a:ext>
              </a:extLst>
            </p:cNvPr>
            <p:cNvSpPr>
              <a:spLocks noChangeArrowheads="1"/>
            </p:cNvSpPr>
            <p:nvPr/>
          </p:nvSpPr>
          <p:spPr bwMode="auto">
            <a:xfrm>
              <a:off x="4154716" y="2568894"/>
              <a:ext cx="1115468" cy="469106"/>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7" name="Rectangle 106">
              <a:extLst>
                <a:ext uri="{FF2B5EF4-FFF2-40B4-BE49-F238E27FC236}">
                  <a16:creationId xmlns:a16="http://schemas.microsoft.com/office/drawing/2014/main" id="{7E3548DC-15EE-4794-8CC3-D5CF84CACC4F}"/>
                </a:ext>
              </a:extLst>
            </p:cNvPr>
            <p:cNvSpPr>
              <a:spLocks noChangeArrowheads="1"/>
            </p:cNvSpPr>
            <p:nvPr/>
          </p:nvSpPr>
          <p:spPr bwMode="auto">
            <a:xfrm>
              <a:off x="4217761" y="2782109"/>
              <a:ext cx="214149" cy="28770"/>
            </a:xfrm>
            <a:prstGeom prst="rect">
              <a:avLst/>
            </a:prstGeom>
            <a:solidFill>
              <a:srgbClr val="00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8" name="Rectangle 106">
              <a:extLst>
                <a:ext uri="{FF2B5EF4-FFF2-40B4-BE49-F238E27FC236}">
                  <a16:creationId xmlns:a16="http://schemas.microsoft.com/office/drawing/2014/main" id="{C7D87390-6172-4DFB-B89B-42ED118713B9}"/>
                </a:ext>
              </a:extLst>
            </p:cNvPr>
            <p:cNvSpPr>
              <a:spLocks noChangeArrowheads="1"/>
            </p:cNvSpPr>
            <p:nvPr/>
          </p:nvSpPr>
          <p:spPr bwMode="auto">
            <a:xfrm>
              <a:off x="4215697" y="2921176"/>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29" name="Rectangle 105">
              <a:extLst>
                <a:ext uri="{FF2B5EF4-FFF2-40B4-BE49-F238E27FC236}">
                  <a16:creationId xmlns:a16="http://schemas.microsoft.com/office/drawing/2014/main" id="{59447E69-25B5-4857-B38A-E6238AD193C0}"/>
                </a:ext>
              </a:extLst>
            </p:cNvPr>
            <p:cNvSpPr>
              <a:spLocks noChangeArrowheads="1"/>
            </p:cNvSpPr>
            <p:nvPr/>
          </p:nvSpPr>
          <p:spPr bwMode="auto">
            <a:xfrm>
              <a:off x="4511763" y="2718810"/>
              <a:ext cx="721351"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000" dirty="0">
                  <a:solidFill>
                    <a:srgbClr val="000000"/>
                  </a:solidFill>
                  <a:latin typeface="helvetica" panose="020B0604020202020204" pitchFamily="34" charset="0"/>
                  <a:cs typeface="helvetica" panose="020B0604020202020204" pitchFamily="34" charset="0"/>
                </a:rPr>
                <a:t>2</a:t>
              </a:r>
              <a:r>
                <a:rPr lang="en-US" altLang="ko-KR" sz="1000" baseline="30000" dirty="0">
                  <a:solidFill>
                    <a:srgbClr val="000000"/>
                  </a:solidFill>
                  <a:latin typeface="helvetica" panose="020B0604020202020204" pitchFamily="34" charset="0"/>
                  <a:cs typeface="helvetica" panose="020B0604020202020204" pitchFamily="34" charset="0"/>
                </a:rPr>
                <a:t>nd</a:t>
              </a:r>
              <a:r>
                <a:rPr lang="en-US" altLang="ko-KR" sz="1000" dirty="0">
                  <a:solidFill>
                    <a:srgbClr val="000000"/>
                  </a:solidFill>
                  <a:latin typeface="helvetica" panose="020B0604020202020204" pitchFamily="34" charset="0"/>
                  <a:cs typeface="helvetica" panose="020B0604020202020204" pitchFamily="34" charset="0"/>
                </a:rPr>
                <a:t> N</a:t>
              </a:r>
              <a:r>
                <a:rPr kumimoji="0" lang="en-US" altLang="ko-KR" sz="10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S-SOFI</a:t>
              </a:r>
              <a:endParaRPr kumimoji="0" lang="ko-KR"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0" name="Rectangle 105">
              <a:extLst>
                <a:ext uri="{FF2B5EF4-FFF2-40B4-BE49-F238E27FC236}">
                  <a16:creationId xmlns:a16="http://schemas.microsoft.com/office/drawing/2014/main" id="{06414C4F-6AFC-4566-9525-5704374138B0}"/>
                </a:ext>
              </a:extLst>
            </p:cNvPr>
            <p:cNvSpPr>
              <a:spLocks noChangeArrowheads="1"/>
            </p:cNvSpPr>
            <p:nvPr/>
          </p:nvSpPr>
          <p:spPr bwMode="auto">
            <a:xfrm>
              <a:off x="4530999" y="2858617"/>
              <a:ext cx="70211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3</a:t>
              </a:r>
              <a:r>
                <a:rPr kumimoji="0" lang="en-US" altLang="ko-KR" sz="1000" b="0" i="0" u="none" strike="noStrike" cap="none" normalizeH="0" baseline="30000" dirty="0">
                  <a:ln>
                    <a:noFill/>
                  </a:ln>
                  <a:solidFill>
                    <a:srgbClr val="000000"/>
                  </a:solidFill>
                  <a:effectLst/>
                  <a:latin typeface="helvetica" panose="020B0604020202020204" pitchFamily="34" charset="0"/>
                  <a:cs typeface="helvetica" panose="020B0604020202020204" pitchFamily="34" charset="0"/>
                </a:rPr>
                <a:t>rd</a:t>
              </a:r>
              <a:r>
                <a:rPr kumimoji="0" lang="en-US" altLang="ko-KR" sz="10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NS-SOFI</a:t>
              </a:r>
              <a:endParaRPr kumimoji="0" lang="ko-KR"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1" name="제목 1">
              <a:extLst>
                <a:ext uri="{FF2B5EF4-FFF2-40B4-BE49-F238E27FC236}">
                  <a16:creationId xmlns:a16="http://schemas.microsoft.com/office/drawing/2014/main" id="{A653C341-2CA2-484E-AB1C-356CA2DB0416}"/>
                </a:ext>
              </a:extLst>
            </p:cNvPr>
            <p:cNvSpPr txBox="1">
              <a:spLocks/>
            </p:cNvSpPr>
            <p:nvPr/>
          </p:nvSpPr>
          <p:spPr>
            <a:xfrm>
              <a:off x="2270731" y="696151"/>
              <a:ext cx="965878" cy="157252"/>
            </a:xfrm>
            <a:prstGeom prst="rect">
              <a:avLst/>
            </a:prstGeom>
            <a:solidFill>
              <a:schemeClr val="bg1"/>
            </a:solidFill>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latin typeface="helvetica" panose="020B0604020202020204" pitchFamily="34" charset="0"/>
                  <a:cs typeface="helvetica" panose="020B0604020202020204" pitchFamily="34" charset="0"/>
                </a:rPr>
                <a:t>2</a:t>
              </a:r>
              <a:r>
                <a:rPr lang="en-US" altLang="ko-KR" sz="1000" baseline="30000" dirty="0">
                  <a:latin typeface="helvetica" panose="020B0604020202020204" pitchFamily="34" charset="0"/>
                  <a:cs typeface="helvetica" panose="020B0604020202020204" pitchFamily="34" charset="0"/>
                </a:rPr>
                <a:t>nd</a:t>
              </a:r>
              <a:r>
                <a:rPr lang="en-US" altLang="ko-KR" sz="1000" dirty="0">
                  <a:latin typeface="helvetica" panose="020B0604020202020204" pitchFamily="34" charset="0"/>
                  <a:cs typeface="helvetica" panose="020B0604020202020204" pitchFamily="34" charset="0"/>
                </a:rPr>
                <a:t> NS-SOFI</a:t>
              </a:r>
              <a:endParaRPr lang="ko-KR" altLang="en-US" sz="1000" dirty="0">
                <a:latin typeface="helvetica" panose="020B0604020202020204" pitchFamily="34" charset="0"/>
                <a:cs typeface="helvetica" panose="020B0604020202020204" pitchFamily="34" charset="0"/>
              </a:endParaRPr>
            </a:p>
          </p:txBody>
        </p:sp>
        <p:sp>
          <p:nvSpPr>
            <p:cNvPr id="32" name="제목 1">
              <a:extLst>
                <a:ext uri="{FF2B5EF4-FFF2-40B4-BE49-F238E27FC236}">
                  <a16:creationId xmlns:a16="http://schemas.microsoft.com/office/drawing/2014/main" id="{28877C8D-7220-4704-8DE4-3F10E39F017D}"/>
                </a:ext>
              </a:extLst>
            </p:cNvPr>
            <p:cNvSpPr txBox="1">
              <a:spLocks/>
            </p:cNvSpPr>
            <p:nvPr/>
          </p:nvSpPr>
          <p:spPr>
            <a:xfrm>
              <a:off x="920682" y="696151"/>
              <a:ext cx="965878" cy="157252"/>
            </a:xfrm>
            <a:prstGeom prst="rect">
              <a:avLst/>
            </a:prstGeom>
            <a:solidFill>
              <a:schemeClr val="bg1"/>
            </a:solidFill>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latin typeface="helvetica" panose="020B0604020202020204" pitchFamily="34" charset="0"/>
                  <a:cs typeface="helvetica" panose="020B0604020202020204" pitchFamily="34" charset="0"/>
                </a:rPr>
                <a:t>Mean</a:t>
              </a:r>
              <a:endParaRPr lang="ko-KR" altLang="en-US" sz="1000" dirty="0">
                <a:latin typeface="helvetica" panose="020B0604020202020204" pitchFamily="34" charset="0"/>
                <a:cs typeface="helvetica" panose="020B0604020202020204" pitchFamily="34" charset="0"/>
              </a:endParaRPr>
            </a:p>
          </p:txBody>
        </p:sp>
        <p:sp>
          <p:nvSpPr>
            <p:cNvPr id="33" name="제목 1">
              <a:extLst>
                <a:ext uri="{FF2B5EF4-FFF2-40B4-BE49-F238E27FC236}">
                  <a16:creationId xmlns:a16="http://schemas.microsoft.com/office/drawing/2014/main" id="{A09DD5F0-F6EE-4226-A2C3-75322B67C382}"/>
                </a:ext>
              </a:extLst>
            </p:cNvPr>
            <p:cNvSpPr txBox="1">
              <a:spLocks/>
            </p:cNvSpPr>
            <p:nvPr/>
          </p:nvSpPr>
          <p:spPr>
            <a:xfrm>
              <a:off x="5005216" y="696151"/>
              <a:ext cx="965878" cy="157252"/>
            </a:xfrm>
            <a:prstGeom prst="rect">
              <a:avLst/>
            </a:prstGeom>
            <a:solidFill>
              <a:schemeClr val="bg1"/>
            </a:solidFill>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latin typeface="helvetica" panose="020B0604020202020204" pitchFamily="34" charset="0"/>
                  <a:cs typeface="helvetica" panose="020B0604020202020204" pitchFamily="34" charset="0"/>
                </a:rPr>
                <a:t>SEM</a:t>
              </a:r>
              <a:endParaRPr lang="ko-KR" altLang="en-US" sz="1000" dirty="0">
                <a:latin typeface="helvetica" panose="020B0604020202020204" pitchFamily="34" charset="0"/>
                <a:cs typeface="helvetica" panose="020B0604020202020204" pitchFamily="34" charset="0"/>
              </a:endParaRPr>
            </a:p>
          </p:txBody>
        </p:sp>
        <p:sp>
          <p:nvSpPr>
            <p:cNvPr id="34" name="Rectangle 105">
              <a:extLst>
                <a:ext uri="{FF2B5EF4-FFF2-40B4-BE49-F238E27FC236}">
                  <a16:creationId xmlns:a16="http://schemas.microsoft.com/office/drawing/2014/main" id="{2C280E0C-58C8-4154-BEF3-2DC679E7F346}"/>
                </a:ext>
              </a:extLst>
            </p:cNvPr>
            <p:cNvSpPr>
              <a:spLocks noChangeArrowheads="1"/>
            </p:cNvSpPr>
            <p:nvPr/>
          </p:nvSpPr>
          <p:spPr bwMode="auto">
            <a:xfrm>
              <a:off x="3479842" y="2641866"/>
              <a:ext cx="464703" cy="153888"/>
            </a:xfrm>
            <a:prstGeom prst="rect">
              <a:avLst/>
            </a:prstGeom>
            <a:solidFill>
              <a:schemeClr val="bg1"/>
            </a:solidFill>
            <a:ln>
              <a:noFill/>
            </a:ln>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1"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175 nm</a:t>
              </a:r>
              <a:endParaRPr kumimoji="0" lang="ko-KR" altLang="ko-KR" sz="10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5" name="직사각형 34">
              <a:extLst>
                <a:ext uri="{FF2B5EF4-FFF2-40B4-BE49-F238E27FC236}">
                  <a16:creationId xmlns:a16="http://schemas.microsoft.com/office/drawing/2014/main" id="{75D54915-6F13-4CE5-B876-35C232DB51BC}"/>
                </a:ext>
              </a:extLst>
            </p:cNvPr>
            <p:cNvSpPr/>
            <p:nvPr/>
          </p:nvSpPr>
          <p:spPr>
            <a:xfrm>
              <a:off x="3550919" y="5126932"/>
              <a:ext cx="207169" cy="97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42" name="직사각형 41">
              <a:extLst>
                <a:ext uri="{FF2B5EF4-FFF2-40B4-BE49-F238E27FC236}">
                  <a16:creationId xmlns:a16="http://schemas.microsoft.com/office/drawing/2014/main" id="{98303240-8BA4-43F3-A76C-9D8F4677F819}"/>
                </a:ext>
              </a:extLst>
            </p:cNvPr>
            <p:cNvSpPr/>
            <p:nvPr/>
          </p:nvSpPr>
          <p:spPr>
            <a:xfrm>
              <a:off x="3903679" y="5126931"/>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0.1</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43" name="직사각형 42">
              <a:extLst>
                <a:ext uri="{FF2B5EF4-FFF2-40B4-BE49-F238E27FC236}">
                  <a16:creationId xmlns:a16="http://schemas.microsoft.com/office/drawing/2014/main" id="{F7462C41-6493-4511-AA04-3451E7212C9C}"/>
                </a:ext>
              </a:extLst>
            </p:cNvPr>
            <p:cNvSpPr/>
            <p:nvPr/>
          </p:nvSpPr>
          <p:spPr>
            <a:xfrm>
              <a:off x="4348171" y="5122103"/>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0.2</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44" name="직사각형 43">
              <a:extLst>
                <a:ext uri="{FF2B5EF4-FFF2-40B4-BE49-F238E27FC236}">
                  <a16:creationId xmlns:a16="http://schemas.microsoft.com/office/drawing/2014/main" id="{2AB6C7B3-C570-40C0-B691-771A1DF4DF40}"/>
                </a:ext>
              </a:extLst>
            </p:cNvPr>
            <p:cNvSpPr/>
            <p:nvPr/>
          </p:nvSpPr>
          <p:spPr>
            <a:xfrm>
              <a:off x="4792663" y="5117275"/>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0.3</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45" name="직사각형 44">
              <a:extLst>
                <a:ext uri="{FF2B5EF4-FFF2-40B4-BE49-F238E27FC236}">
                  <a16:creationId xmlns:a16="http://schemas.microsoft.com/office/drawing/2014/main" id="{9F9A1F59-E0DE-4C8C-A90B-DA43045D32FC}"/>
                </a:ext>
              </a:extLst>
            </p:cNvPr>
            <p:cNvSpPr/>
            <p:nvPr/>
          </p:nvSpPr>
          <p:spPr>
            <a:xfrm>
              <a:off x="3014695" y="5121359"/>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-0.1</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46" name="직사각형 45">
              <a:extLst>
                <a:ext uri="{FF2B5EF4-FFF2-40B4-BE49-F238E27FC236}">
                  <a16:creationId xmlns:a16="http://schemas.microsoft.com/office/drawing/2014/main" id="{0BF18A70-086A-46FB-93AB-17104C35F70C}"/>
                </a:ext>
              </a:extLst>
            </p:cNvPr>
            <p:cNvSpPr/>
            <p:nvPr/>
          </p:nvSpPr>
          <p:spPr>
            <a:xfrm>
              <a:off x="2552094" y="5126930"/>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a:solidFill>
                    <a:schemeClr val="tx1"/>
                  </a:solidFill>
                  <a:latin typeface="helvetica" panose="020B0604020202020204" pitchFamily="34" charset="0"/>
                  <a:cs typeface="helvetica" panose="020B0604020202020204" pitchFamily="34" charset="0"/>
                </a:rPr>
                <a:t>-0.2</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47" name="직사각형 46">
              <a:extLst>
                <a:ext uri="{FF2B5EF4-FFF2-40B4-BE49-F238E27FC236}">
                  <a16:creationId xmlns:a16="http://schemas.microsoft.com/office/drawing/2014/main" id="{443FA36E-AD96-42C0-8881-12597095E0DF}"/>
                </a:ext>
              </a:extLst>
            </p:cNvPr>
            <p:cNvSpPr/>
            <p:nvPr/>
          </p:nvSpPr>
          <p:spPr>
            <a:xfrm>
              <a:off x="2084371" y="5124684"/>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a:solidFill>
                    <a:schemeClr val="tx1"/>
                  </a:solidFill>
                  <a:latin typeface="helvetica" panose="020B0604020202020204" pitchFamily="34" charset="0"/>
                  <a:cs typeface="helvetica" panose="020B0604020202020204" pitchFamily="34" charset="0"/>
                </a:rPr>
                <a:t>-0.3</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48" name="직사각형 47">
              <a:extLst>
                <a:ext uri="{FF2B5EF4-FFF2-40B4-BE49-F238E27FC236}">
                  <a16:creationId xmlns:a16="http://schemas.microsoft.com/office/drawing/2014/main" id="{B7E4C0CE-D846-4E63-BC78-A2983ACF2A4F}"/>
                </a:ext>
              </a:extLst>
            </p:cNvPr>
            <p:cNvSpPr/>
            <p:nvPr/>
          </p:nvSpPr>
          <p:spPr>
            <a:xfrm>
              <a:off x="1616648" y="5122438"/>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b="1" dirty="0">
                <a:solidFill>
                  <a:schemeClr val="tx1"/>
                </a:solidFill>
                <a:latin typeface="helvetica" panose="020B0604020202020204" pitchFamily="34" charset="0"/>
                <a:cs typeface="helvetica" panose="020B0604020202020204" pitchFamily="34" charset="0"/>
              </a:endParaRPr>
            </a:p>
          </p:txBody>
        </p:sp>
        <p:pic>
          <p:nvPicPr>
            <p:cNvPr id="49" name="Picture 98">
              <a:extLst>
                <a:ext uri="{FF2B5EF4-FFF2-40B4-BE49-F238E27FC236}">
                  <a16:creationId xmlns:a16="http://schemas.microsoft.com/office/drawing/2014/main" id="{8F870CC0-85DD-4DF3-A122-91A96077B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678" y="880796"/>
              <a:ext cx="1175887" cy="1315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138">
              <a:extLst>
                <a:ext uri="{FF2B5EF4-FFF2-40B4-BE49-F238E27FC236}">
                  <a16:creationId xmlns:a16="http://schemas.microsoft.com/office/drawing/2014/main" id="{6D393478-B8E1-4C55-B7BF-B881578BFC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8898" y="875984"/>
              <a:ext cx="1175886" cy="131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187">
              <a:extLst>
                <a:ext uri="{FF2B5EF4-FFF2-40B4-BE49-F238E27FC236}">
                  <a16:creationId xmlns:a16="http://schemas.microsoft.com/office/drawing/2014/main" id="{04E023EE-262B-4E5F-B6CD-C6184BBCDB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0803" y="877255"/>
              <a:ext cx="1175886" cy="131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424">
              <a:extLst>
                <a:ext uri="{FF2B5EF4-FFF2-40B4-BE49-F238E27FC236}">
                  <a16:creationId xmlns:a16="http://schemas.microsoft.com/office/drawing/2014/main" id="{B471AB1A-94AA-4869-8B8F-107D9D54D48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5594" r="2627" b="11266"/>
            <a:stretch/>
          </p:blipFill>
          <p:spPr bwMode="auto">
            <a:xfrm>
              <a:off x="4917340" y="874624"/>
              <a:ext cx="1175886" cy="1320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5" name="직선 연결선 54">
              <a:extLst>
                <a:ext uri="{FF2B5EF4-FFF2-40B4-BE49-F238E27FC236}">
                  <a16:creationId xmlns:a16="http://schemas.microsoft.com/office/drawing/2014/main" id="{3CED02D3-CE09-4BB6-88FD-181A0A99AAEB}"/>
                </a:ext>
              </a:extLst>
            </p:cNvPr>
            <p:cNvCxnSpPr>
              <a:cxnSpLocks/>
            </p:cNvCxnSpPr>
            <p:nvPr/>
          </p:nvCxnSpPr>
          <p:spPr>
            <a:xfrm flipV="1">
              <a:off x="5806671" y="2131611"/>
              <a:ext cx="243564" cy="0"/>
            </a:xfrm>
            <a:prstGeom prst="line">
              <a:avLst/>
            </a:prstGeom>
            <a:ln w="19050">
              <a:solidFill>
                <a:schemeClr val="bg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C7B84E5-2AAD-453A-A42B-A4F5040649A1}"/>
                </a:ext>
              </a:extLst>
            </p:cNvPr>
            <p:cNvSpPr txBox="1"/>
            <p:nvPr/>
          </p:nvSpPr>
          <p:spPr>
            <a:xfrm>
              <a:off x="566841" y="57953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57" name="TextBox 56">
              <a:extLst>
                <a:ext uri="{FF2B5EF4-FFF2-40B4-BE49-F238E27FC236}">
                  <a16:creationId xmlns:a16="http://schemas.microsoft.com/office/drawing/2014/main" id="{C0361437-8686-4EA0-AF0C-30D25F61EE20}"/>
                </a:ext>
              </a:extLst>
            </p:cNvPr>
            <p:cNvSpPr txBox="1"/>
            <p:nvPr/>
          </p:nvSpPr>
          <p:spPr>
            <a:xfrm>
              <a:off x="1962308" y="57953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58" name="TextBox 57">
              <a:extLst>
                <a:ext uri="{FF2B5EF4-FFF2-40B4-BE49-F238E27FC236}">
                  <a16:creationId xmlns:a16="http://schemas.microsoft.com/office/drawing/2014/main" id="{745655CB-8A7A-48C3-809E-6D018DD4D87C}"/>
                </a:ext>
              </a:extLst>
            </p:cNvPr>
            <p:cNvSpPr txBox="1"/>
            <p:nvPr/>
          </p:nvSpPr>
          <p:spPr>
            <a:xfrm>
              <a:off x="3333361" y="57953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sp>
          <p:nvSpPr>
            <p:cNvPr id="59" name="TextBox 58">
              <a:extLst>
                <a:ext uri="{FF2B5EF4-FFF2-40B4-BE49-F238E27FC236}">
                  <a16:creationId xmlns:a16="http://schemas.microsoft.com/office/drawing/2014/main" id="{7B4A6466-AB17-415E-ACD1-5CB66C53C282}"/>
                </a:ext>
              </a:extLst>
            </p:cNvPr>
            <p:cNvSpPr txBox="1"/>
            <p:nvPr/>
          </p:nvSpPr>
          <p:spPr>
            <a:xfrm>
              <a:off x="4704414" y="57953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d</a:t>
              </a:r>
              <a:endParaRPr lang="ko-KR" altLang="en-US" sz="1600" b="1" dirty="0">
                <a:latin typeface="helvetica" panose="020B0604020202020204" pitchFamily="34" charset="0"/>
                <a:cs typeface="helvetica" panose="020B0604020202020204" pitchFamily="34" charset="0"/>
              </a:endParaRPr>
            </a:p>
          </p:txBody>
        </p:sp>
        <p:sp>
          <p:nvSpPr>
            <p:cNvPr id="60" name="TextBox 59">
              <a:extLst>
                <a:ext uri="{FF2B5EF4-FFF2-40B4-BE49-F238E27FC236}">
                  <a16:creationId xmlns:a16="http://schemas.microsoft.com/office/drawing/2014/main" id="{12EB9E9B-6807-454B-BF5E-EC37A783AB87}"/>
                </a:ext>
              </a:extLst>
            </p:cNvPr>
            <p:cNvSpPr txBox="1"/>
            <p:nvPr/>
          </p:nvSpPr>
          <p:spPr>
            <a:xfrm>
              <a:off x="982470" y="2356443"/>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e</a:t>
              </a:r>
              <a:endParaRPr lang="ko-KR" altLang="en-US" sz="1600" b="1" dirty="0">
                <a:latin typeface="helvetica" panose="020B0604020202020204" pitchFamily="34" charset="0"/>
                <a:cs typeface="helvetica" panose="020B0604020202020204" pitchFamily="34" charset="0"/>
              </a:endParaRPr>
            </a:p>
          </p:txBody>
        </p:sp>
        <p:cxnSp>
          <p:nvCxnSpPr>
            <p:cNvPr id="61" name="직선 연결선 60">
              <a:extLst>
                <a:ext uri="{FF2B5EF4-FFF2-40B4-BE49-F238E27FC236}">
                  <a16:creationId xmlns:a16="http://schemas.microsoft.com/office/drawing/2014/main" id="{437EDB2F-8936-4D34-898F-F0091D6CEAC7}"/>
                </a:ext>
              </a:extLst>
            </p:cNvPr>
            <p:cNvCxnSpPr>
              <a:cxnSpLocks/>
            </p:cNvCxnSpPr>
            <p:nvPr/>
          </p:nvCxnSpPr>
          <p:spPr>
            <a:xfrm flipV="1">
              <a:off x="4429285" y="2137368"/>
              <a:ext cx="243564" cy="0"/>
            </a:xfrm>
            <a:prstGeom prst="line">
              <a:avLst/>
            </a:prstGeom>
            <a:ln w="19050">
              <a:solidFill>
                <a:schemeClr val="bg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3B9A6A66-E7F9-4870-B1BF-75270FCC83D6}"/>
                </a:ext>
              </a:extLst>
            </p:cNvPr>
            <p:cNvCxnSpPr>
              <a:cxnSpLocks/>
            </p:cNvCxnSpPr>
            <p:nvPr/>
          </p:nvCxnSpPr>
          <p:spPr>
            <a:xfrm flipV="1">
              <a:off x="3076214" y="2137368"/>
              <a:ext cx="243564" cy="0"/>
            </a:xfrm>
            <a:prstGeom prst="line">
              <a:avLst/>
            </a:prstGeom>
            <a:ln w="19050">
              <a:solidFill>
                <a:schemeClr val="bg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FBEB6B96-F607-44BA-B01A-3E6453E6DEE0}"/>
                </a:ext>
              </a:extLst>
            </p:cNvPr>
            <p:cNvCxnSpPr>
              <a:cxnSpLocks/>
            </p:cNvCxnSpPr>
            <p:nvPr/>
          </p:nvCxnSpPr>
          <p:spPr>
            <a:xfrm flipV="1">
              <a:off x="1701712" y="2137368"/>
              <a:ext cx="243564" cy="0"/>
            </a:xfrm>
            <a:prstGeom prst="line">
              <a:avLst/>
            </a:prstGeom>
            <a:ln w="19050">
              <a:solidFill>
                <a:schemeClr val="bg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2FEECBB1-E57C-4FBC-87A8-DA16EA8A1EA7}"/>
                </a:ext>
              </a:extLst>
            </p:cNvPr>
            <p:cNvCxnSpPr>
              <a:cxnSpLocks/>
            </p:cNvCxnSpPr>
            <p:nvPr/>
          </p:nvCxnSpPr>
          <p:spPr>
            <a:xfrm>
              <a:off x="1527911" y="1004888"/>
              <a:ext cx="359023" cy="581025"/>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14AAA6A6-DEB3-45CF-BE6E-2B9F2A14D095}"/>
                </a:ext>
              </a:extLst>
            </p:cNvPr>
            <p:cNvCxnSpPr>
              <a:cxnSpLocks/>
            </p:cNvCxnSpPr>
            <p:nvPr/>
          </p:nvCxnSpPr>
          <p:spPr>
            <a:xfrm>
              <a:off x="2946106" y="1056426"/>
              <a:ext cx="290503" cy="470137"/>
            </a:xfrm>
            <a:prstGeom prst="line">
              <a:avLst/>
            </a:prstGeom>
            <a:ln w="12700">
              <a:solidFill>
                <a:srgbClr val="0000FF"/>
              </a:solidFill>
              <a:prstDash val="sysDot"/>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318E3D04-E206-407A-886D-F6D702FE2E4A}"/>
                </a:ext>
              </a:extLst>
            </p:cNvPr>
            <p:cNvCxnSpPr>
              <a:cxnSpLocks/>
            </p:cNvCxnSpPr>
            <p:nvPr/>
          </p:nvCxnSpPr>
          <p:spPr>
            <a:xfrm>
              <a:off x="4303852" y="1064093"/>
              <a:ext cx="245895" cy="397945"/>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3" name="직선 화살표 연결선 72">
              <a:extLst>
                <a:ext uri="{FF2B5EF4-FFF2-40B4-BE49-F238E27FC236}">
                  <a16:creationId xmlns:a16="http://schemas.microsoft.com/office/drawing/2014/main" id="{748F68FA-62B0-4B77-9732-A43013815A2A}"/>
                </a:ext>
              </a:extLst>
            </p:cNvPr>
            <p:cNvCxnSpPr>
              <a:cxnSpLocks/>
            </p:cNvCxnSpPr>
            <p:nvPr/>
          </p:nvCxnSpPr>
          <p:spPr>
            <a:xfrm>
              <a:off x="5749014" y="1291494"/>
              <a:ext cx="96955" cy="86409"/>
            </a:xfrm>
            <a:prstGeom prst="straightConnector1">
              <a:avLst/>
            </a:prstGeom>
            <a:ln>
              <a:solidFill>
                <a:srgbClr val="FFC000"/>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6" name="직선 화살표 연결선 75">
              <a:extLst>
                <a:ext uri="{FF2B5EF4-FFF2-40B4-BE49-F238E27FC236}">
                  <a16:creationId xmlns:a16="http://schemas.microsoft.com/office/drawing/2014/main" id="{F1F6E3B8-731A-44A5-8AA6-E490A276E3D9}"/>
                </a:ext>
              </a:extLst>
            </p:cNvPr>
            <p:cNvCxnSpPr>
              <a:cxnSpLocks/>
            </p:cNvCxnSpPr>
            <p:nvPr/>
          </p:nvCxnSpPr>
          <p:spPr>
            <a:xfrm flipH="1">
              <a:off x="5824538" y="1180387"/>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78" name="직선 화살표 연결선 77">
              <a:extLst>
                <a:ext uri="{FF2B5EF4-FFF2-40B4-BE49-F238E27FC236}">
                  <a16:creationId xmlns:a16="http://schemas.microsoft.com/office/drawing/2014/main" id="{E6922A1A-7A39-45F2-A142-9805659022B9}"/>
                </a:ext>
              </a:extLst>
            </p:cNvPr>
            <p:cNvCxnSpPr>
              <a:cxnSpLocks/>
            </p:cNvCxnSpPr>
            <p:nvPr/>
          </p:nvCxnSpPr>
          <p:spPr>
            <a:xfrm flipH="1">
              <a:off x="4487201" y="1147046"/>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0" name="직선 화살표 연결선 79">
              <a:extLst>
                <a:ext uri="{FF2B5EF4-FFF2-40B4-BE49-F238E27FC236}">
                  <a16:creationId xmlns:a16="http://schemas.microsoft.com/office/drawing/2014/main" id="{D004F395-97C3-43BC-A923-5CFDF383F6DC}"/>
                </a:ext>
              </a:extLst>
            </p:cNvPr>
            <p:cNvCxnSpPr>
              <a:cxnSpLocks/>
            </p:cNvCxnSpPr>
            <p:nvPr/>
          </p:nvCxnSpPr>
          <p:spPr>
            <a:xfrm flipH="1">
              <a:off x="3913674" y="917218"/>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1" name="직선 화살표 연결선 80">
              <a:extLst>
                <a:ext uri="{FF2B5EF4-FFF2-40B4-BE49-F238E27FC236}">
                  <a16:creationId xmlns:a16="http://schemas.microsoft.com/office/drawing/2014/main" id="{DAD293BF-47A0-4152-A804-F99A5F3AB317}"/>
                </a:ext>
              </a:extLst>
            </p:cNvPr>
            <p:cNvCxnSpPr>
              <a:cxnSpLocks/>
            </p:cNvCxnSpPr>
            <p:nvPr/>
          </p:nvCxnSpPr>
          <p:spPr>
            <a:xfrm flipH="1">
              <a:off x="4058485" y="1871453"/>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3" name="직선 화살표 연결선 82">
              <a:extLst>
                <a:ext uri="{FF2B5EF4-FFF2-40B4-BE49-F238E27FC236}">
                  <a16:creationId xmlns:a16="http://schemas.microsoft.com/office/drawing/2014/main" id="{0D41A144-FA24-40D4-9E0F-E3E724142899}"/>
                </a:ext>
              </a:extLst>
            </p:cNvPr>
            <p:cNvCxnSpPr>
              <a:cxnSpLocks/>
            </p:cNvCxnSpPr>
            <p:nvPr/>
          </p:nvCxnSpPr>
          <p:spPr>
            <a:xfrm flipH="1">
              <a:off x="5374392" y="1909555"/>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4" name="직선 화살표 연결선 83">
              <a:extLst>
                <a:ext uri="{FF2B5EF4-FFF2-40B4-BE49-F238E27FC236}">
                  <a16:creationId xmlns:a16="http://schemas.microsoft.com/office/drawing/2014/main" id="{41A1C3B1-AD45-49CC-A7D2-CDD167CF815E}"/>
                </a:ext>
              </a:extLst>
            </p:cNvPr>
            <p:cNvCxnSpPr>
              <a:cxnSpLocks/>
            </p:cNvCxnSpPr>
            <p:nvPr/>
          </p:nvCxnSpPr>
          <p:spPr>
            <a:xfrm flipH="1">
              <a:off x="5285612" y="920317"/>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sp>
          <p:nvSpPr>
            <p:cNvPr id="87" name="Rectangle 105">
              <a:extLst>
                <a:ext uri="{FF2B5EF4-FFF2-40B4-BE49-F238E27FC236}">
                  <a16:creationId xmlns:a16="http://schemas.microsoft.com/office/drawing/2014/main" id="{FFE01535-6A63-4509-8179-EA7DA879564C}"/>
                </a:ext>
              </a:extLst>
            </p:cNvPr>
            <p:cNvSpPr>
              <a:spLocks noChangeArrowheads="1"/>
            </p:cNvSpPr>
            <p:nvPr/>
          </p:nvSpPr>
          <p:spPr bwMode="auto">
            <a:xfrm>
              <a:off x="5583166" y="1476021"/>
              <a:ext cx="510060" cy="153888"/>
            </a:xfrm>
            <a:prstGeom prst="rect">
              <a:avLst/>
            </a:prstGeom>
            <a:noFill/>
            <a:ln>
              <a:noFill/>
            </a:ln>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accent4"/>
                  </a:solidFill>
                  <a:effectLst/>
                  <a:latin typeface="helvetica" panose="020B0604020202020204" pitchFamily="34" charset="0"/>
                  <a:cs typeface="helvetica" panose="020B0604020202020204" pitchFamily="34" charset="0"/>
                </a:rPr>
                <a:t>175 nm</a:t>
              </a:r>
              <a:endParaRPr kumimoji="0" lang="ko-KR" altLang="ko-KR" sz="1000" b="1" i="0" u="none" strike="noStrike" cap="none" normalizeH="0" baseline="0" dirty="0">
                <a:ln>
                  <a:noFill/>
                </a:ln>
                <a:solidFill>
                  <a:schemeClr val="accent4"/>
                </a:solidFill>
                <a:effectLst/>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1698032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57CA3F0D-0364-4D53-B87E-7414D7A3C104}"/>
              </a:ext>
            </a:extLst>
          </p:cNvPr>
          <p:cNvGrpSpPr/>
          <p:nvPr/>
        </p:nvGrpSpPr>
        <p:grpSpPr>
          <a:xfrm>
            <a:off x="566841" y="579537"/>
            <a:ext cx="5526385" cy="4958917"/>
            <a:chOff x="566841" y="579537"/>
            <a:chExt cx="5526385" cy="4958917"/>
          </a:xfrm>
        </p:grpSpPr>
        <p:pic>
          <p:nvPicPr>
            <p:cNvPr id="3" name="그림 2">
              <a:extLst>
                <a:ext uri="{FF2B5EF4-FFF2-40B4-BE49-F238E27FC236}">
                  <a16:creationId xmlns:a16="http://schemas.microsoft.com/office/drawing/2014/main" id="{516EF712-3873-41F8-B19F-51C2E897C40A}"/>
                </a:ext>
              </a:extLst>
            </p:cNvPr>
            <p:cNvPicPr/>
            <p:nvPr/>
          </p:nvPicPr>
          <p:blipFill rotWithShape="1">
            <a:blip r:embed="rId2"/>
            <a:srcRect l="11367" t="32658" b="6734"/>
            <a:stretch/>
          </p:blipFill>
          <p:spPr>
            <a:xfrm>
              <a:off x="1615586" y="2399071"/>
              <a:ext cx="4364237" cy="2886678"/>
            </a:xfrm>
            <a:prstGeom prst="rect">
              <a:avLst/>
            </a:prstGeom>
          </p:spPr>
        </p:pic>
        <p:sp>
          <p:nvSpPr>
            <p:cNvPr id="4" name="직사각형 3">
              <a:extLst>
                <a:ext uri="{FF2B5EF4-FFF2-40B4-BE49-F238E27FC236}">
                  <a16:creationId xmlns:a16="http://schemas.microsoft.com/office/drawing/2014/main" id="{A99AC524-EEED-44B8-8133-265AAA5BC897}"/>
                </a:ext>
              </a:extLst>
            </p:cNvPr>
            <p:cNvSpPr/>
            <p:nvPr/>
          </p:nvSpPr>
          <p:spPr>
            <a:xfrm>
              <a:off x="3407821" y="696151"/>
              <a:ext cx="862820" cy="1572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5" name="직사각형 4">
              <a:extLst>
                <a:ext uri="{FF2B5EF4-FFF2-40B4-BE49-F238E27FC236}">
                  <a16:creationId xmlns:a16="http://schemas.microsoft.com/office/drawing/2014/main" id="{AB60D0EE-4629-4114-8379-530504D1AC60}"/>
                </a:ext>
              </a:extLst>
            </p:cNvPr>
            <p:cNvSpPr/>
            <p:nvPr/>
          </p:nvSpPr>
          <p:spPr>
            <a:xfrm>
              <a:off x="1877408" y="2525720"/>
              <a:ext cx="982829" cy="406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6" name="제목 1">
              <a:extLst>
                <a:ext uri="{FF2B5EF4-FFF2-40B4-BE49-F238E27FC236}">
                  <a16:creationId xmlns:a16="http://schemas.microsoft.com/office/drawing/2014/main" id="{D23D2923-BECF-4D1A-B911-B6446A394E41}"/>
                </a:ext>
              </a:extLst>
            </p:cNvPr>
            <p:cNvSpPr txBox="1">
              <a:spLocks/>
            </p:cNvSpPr>
            <p:nvPr/>
          </p:nvSpPr>
          <p:spPr>
            <a:xfrm>
              <a:off x="3645807" y="696151"/>
              <a:ext cx="965878" cy="157252"/>
            </a:xfrm>
            <a:prstGeom prst="rect">
              <a:avLst/>
            </a:prstGeom>
            <a:solidFill>
              <a:schemeClr val="bg1"/>
            </a:solidFill>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latin typeface="helvetica" panose="020B0604020202020204" pitchFamily="34" charset="0"/>
                  <a:cs typeface="helvetica" panose="020B0604020202020204" pitchFamily="34" charset="0"/>
                </a:rPr>
                <a:t>3</a:t>
              </a:r>
              <a:r>
                <a:rPr lang="en-US" altLang="ko-KR" sz="1000" baseline="30000" dirty="0">
                  <a:latin typeface="helvetica" panose="020B0604020202020204" pitchFamily="34" charset="0"/>
                  <a:cs typeface="helvetica" panose="020B0604020202020204" pitchFamily="34" charset="0"/>
                </a:rPr>
                <a:t>rd</a:t>
              </a:r>
              <a:r>
                <a:rPr lang="en-US" altLang="ko-KR" sz="1000" dirty="0">
                  <a:latin typeface="helvetica" panose="020B0604020202020204" pitchFamily="34" charset="0"/>
                  <a:cs typeface="helvetica" panose="020B0604020202020204" pitchFamily="34" charset="0"/>
                </a:rPr>
                <a:t> NS-SOFI</a:t>
              </a:r>
              <a:endParaRPr lang="ko-KR" altLang="en-US" sz="1000" dirty="0">
                <a:latin typeface="helvetica" panose="020B0604020202020204" pitchFamily="34" charset="0"/>
                <a:cs typeface="helvetica" panose="020B0604020202020204" pitchFamily="34" charset="0"/>
              </a:endParaRPr>
            </a:p>
          </p:txBody>
        </p:sp>
        <p:sp>
          <p:nvSpPr>
            <p:cNvPr id="7" name="Rectangle 21">
              <a:extLst>
                <a:ext uri="{FF2B5EF4-FFF2-40B4-BE49-F238E27FC236}">
                  <a16:creationId xmlns:a16="http://schemas.microsoft.com/office/drawing/2014/main" id="{4B5A94AD-522B-4C2E-AAE8-D6171D441232}"/>
                </a:ext>
              </a:extLst>
            </p:cNvPr>
            <p:cNvSpPr>
              <a:spLocks noChangeArrowheads="1"/>
            </p:cNvSpPr>
            <p:nvPr/>
          </p:nvSpPr>
          <p:spPr bwMode="auto">
            <a:xfrm>
              <a:off x="3029547" y="5292233"/>
              <a:ext cx="1282402" cy="246221"/>
            </a:xfrm>
            <a:prstGeom prst="rect">
              <a:avLst/>
            </a:prstGeom>
            <a:solidFill>
              <a:schemeClr val="bg1"/>
            </a:solidFill>
            <a:ln>
              <a:noFill/>
            </a:ln>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16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(µm)</a:t>
              </a:r>
              <a:endParaRPr kumimoji="0" lang="ko-KR" altLang="ko-KR" sz="16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 name="Rectangle 21">
              <a:extLst>
                <a:ext uri="{FF2B5EF4-FFF2-40B4-BE49-F238E27FC236}">
                  <a16:creationId xmlns:a16="http://schemas.microsoft.com/office/drawing/2014/main" id="{C905731A-8D14-4C68-ABF9-5F9222C86EF5}"/>
                </a:ext>
              </a:extLst>
            </p:cNvPr>
            <p:cNvSpPr>
              <a:spLocks noChangeArrowheads="1"/>
            </p:cNvSpPr>
            <p:nvPr/>
          </p:nvSpPr>
          <p:spPr bwMode="auto">
            <a:xfrm rot="16200000">
              <a:off x="263842" y="3651155"/>
              <a:ext cx="2457265" cy="246221"/>
            </a:xfrm>
            <a:prstGeom prst="rect">
              <a:avLst/>
            </a:prstGeom>
            <a:solidFill>
              <a:schemeClr val="bg1"/>
            </a:solidFill>
            <a:ln>
              <a:noFill/>
            </a:ln>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6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r>
                <a:rPr lang="en-US" altLang="ko-KR" sz="1600" dirty="0" err="1">
                  <a:solidFill>
                    <a:srgbClr val="262626"/>
                  </a:solidFill>
                  <a:latin typeface="helvetica" panose="020B0604020202020204" pitchFamily="34" charset="0"/>
                  <a:cs typeface="helvetica" panose="020B0604020202020204" pitchFamily="34" charset="0"/>
                </a:rPr>
                <a:t>a.u</a:t>
              </a:r>
              <a:r>
                <a:rPr lang="en-US" altLang="ko-KR" sz="1600" dirty="0">
                  <a:solidFill>
                    <a:srgbClr val="262626"/>
                  </a:solidFill>
                  <a:latin typeface="helvetica" panose="020B0604020202020204" pitchFamily="34" charset="0"/>
                  <a:cs typeface="helvetica" panose="020B0604020202020204" pitchFamily="34" charset="0"/>
                </a:rPr>
                <a:t>.)</a:t>
              </a:r>
              <a:r>
                <a:rPr kumimoji="0" lang="en-US" altLang="ko-KR" sz="16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 </a:t>
              </a:r>
              <a:endParaRPr kumimoji="0" lang="ko-KR" altLang="ko-KR" sz="16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9" name="Rectangle 104">
              <a:extLst>
                <a:ext uri="{FF2B5EF4-FFF2-40B4-BE49-F238E27FC236}">
                  <a16:creationId xmlns:a16="http://schemas.microsoft.com/office/drawing/2014/main" id="{90FAE44C-CE13-4F08-BD9B-E7A47CE96DB4}"/>
                </a:ext>
              </a:extLst>
            </p:cNvPr>
            <p:cNvSpPr>
              <a:spLocks noChangeArrowheads="1"/>
            </p:cNvSpPr>
            <p:nvPr/>
          </p:nvSpPr>
          <p:spPr bwMode="auto">
            <a:xfrm>
              <a:off x="4787029" y="2629401"/>
              <a:ext cx="300759" cy="5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0" name="Rectangle 105">
              <a:extLst>
                <a:ext uri="{FF2B5EF4-FFF2-40B4-BE49-F238E27FC236}">
                  <a16:creationId xmlns:a16="http://schemas.microsoft.com/office/drawing/2014/main" id="{7BE0540B-3705-4113-8E85-F57B919B8B31}"/>
                </a:ext>
              </a:extLst>
            </p:cNvPr>
            <p:cNvSpPr>
              <a:spLocks noChangeArrowheads="1"/>
            </p:cNvSpPr>
            <p:nvPr/>
          </p:nvSpPr>
          <p:spPr bwMode="auto">
            <a:xfrm>
              <a:off x="4503402" y="2573904"/>
              <a:ext cx="37421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Mean</a:t>
              </a:r>
              <a:endParaRPr kumimoji="0" lang="ko-KR"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1" name="Rectangle 106">
              <a:extLst>
                <a:ext uri="{FF2B5EF4-FFF2-40B4-BE49-F238E27FC236}">
                  <a16:creationId xmlns:a16="http://schemas.microsoft.com/office/drawing/2014/main" id="{F4D31C49-D3E2-4487-9342-B8F1F92A57F3}"/>
                </a:ext>
              </a:extLst>
            </p:cNvPr>
            <p:cNvSpPr>
              <a:spLocks noChangeArrowheads="1"/>
            </p:cNvSpPr>
            <p:nvPr/>
          </p:nvSpPr>
          <p:spPr bwMode="auto">
            <a:xfrm>
              <a:off x="4215697" y="2636463"/>
              <a:ext cx="214149" cy="287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2" name="Rectangle 111">
              <a:extLst>
                <a:ext uri="{FF2B5EF4-FFF2-40B4-BE49-F238E27FC236}">
                  <a16:creationId xmlns:a16="http://schemas.microsoft.com/office/drawing/2014/main" id="{81C6BD77-14FD-4DB5-B437-49D3597E46A5}"/>
                </a:ext>
              </a:extLst>
            </p:cNvPr>
            <p:cNvSpPr>
              <a:spLocks noChangeArrowheads="1"/>
            </p:cNvSpPr>
            <p:nvPr/>
          </p:nvSpPr>
          <p:spPr bwMode="auto">
            <a:xfrm>
              <a:off x="4154716" y="2568894"/>
              <a:ext cx="1115468" cy="469106"/>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3" name="Rectangle 106">
              <a:extLst>
                <a:ext uri="{FF2B5EF4-FFF2-40B4-BE49-F238E27FC236}">
                  <a16:creationId xmlns:a16="http://schemas.microsoft.com/office/drawing/2014/main" id="{B9D88F15-8E02-480E-AB14-38546360654A}"/>
                </a:ext>
              </a:extLst>
            </p:cNvPr>
            <p:cNvSpPr>
              <a:spLocks noChangeArrowheads="1"/>
            </p:cNvSpPr>
            <p:nvPr/>
          </p:nvSpPr>
          <p:spPr bwMode="auto">
            <a:xfrm>
              <a:off x="4217761" y="2782109"/>
              <a:ext cx="214149" cy="28770"/>
            </a:xfrm>
            <a:prstGeom prst="rect">
              <a:avLst/>
            </a:prstGeom>
            <a:solidFill>
              <a:srgbClr val="0000FF"/>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4" name="Rectangle 106">
              <a:extLst>
                <a:ext uri="{FF2B5EF4-FFF2-40B4-BE49-F238E27FC236}">
                  <a16:creationId xmlns:a16="http://schemas.microsoft.com/office/drawing/2014/main" id="{42BF290D-00D2-433D-B63B-8EAC70F4F65D}"/>
                </a:ext>
              </a:extLst>
            </p:cNvPr>
            <p:cNvSpPr>
              <a:spLocks noChangeArrowheads="1"/>
            </p:cNvSpPr>
            <p:nvPr/>
          </p:nvSpPr>
          <p:spPr bwMode="auto">
            <a:xfrm>
              <a:off x="4215697" y="2921176"/>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5" name="Rectangle 105">
              <a:extLst>
                <a:ext uri="{FF2B5EF4-FFF2-40B4-BE49-F238E27FC236}">
                  <a16:creationId xmlns:a16="http://schemas.microsoft.com/office/drawing/2014/main" id="{02528137-8FD4-466B-874A-C38E7A7AD969}"/>
                </a:ext>
              </a:extLst>
            </p:cNvPr>
            <p:cNvSpPr>
              <a:spLocks noChangeArrowheads="1"/>
            </p:cNvSpPr>
            <p:nvPr/>
          </p:nvSpPr>
          <p:spPr bwMode="auto">
            <a:xfrm>
              <a:off x="4511763" y="2718810"/>
              <a:ext cx="721351"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000" dirty="0">
                  <a:solidFill>
                    <a:srgbClr val="000000"/>
                  </a:solidFill>
                  <a:latin typeface="helvetica" panose="020B0604020202020204" pitchFamily="34" charset="0"/>
                  <a:cs typeface="helvetica" panose="020B0604020202020204" pitchFamily="34" charset="0"/>
                </a:rPr>
                <a:t>2</a:t>
              </a:r>
              <a:r>
                <a:rPr lang="en-US" altLang="ko-KR" sz="1000" baseline="30000" dirty="0">
                  <a:solidFill>
                    <a:srgbClr val="000000"/>
                  </a:solidFill>
                  <a:latin typeface="helvetica" panose="020B0604020202020204" pitchFamily="34" charset="0"/>
                  <a:cs typeface="helvetica" panose="020B0604020202020204" pitchFamily="34" charset="0"/>
                </a:rPr>
                <a:t>nd</a:t>
              </a:r>
              <a:r>
                <a:rPr lang="en-US" altLang="ko-KR" sz="1000" dirty="0">
                  <a:solidFill>
                    <a:srgbClr val="000000"/>
                  </a:solidFill>
                  <a:latin typeface="helvetica" panose="020B0604020202020204" pitchFamily="34" charset="0"/>
                  <a:cs typeface="helvetica" panose="020B0604020202020204" pitchFamily="34" charset="0"/>
                </a:rPr>
                <a:t> N</a:t>
              </a:r>
              <a:r>
                <a:rPr kumimoji="0" lang="en-US" altLang="ko-KR" sz="10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S-SOFI</a:t>
              </a:r>
              <a:endParaRPr kumimoji="0" lang="ko-KR"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6" name="Rectangle 105">
              <a:extLst>
                <a:ext uri="{FF2B5EF4-FFF2-40B4-BE49-F238E27FC236}">
                  <a16:creationId xmlns:a16="http://schemas.microsoft.com/office/drawing/2014/main" id="{576230D9-9044-45F3-9AAE-86E70D08FB9E}"/>
                </a:ext>
              </a:extLst>
            </p:cNvPr>
            <p:cNvSpPr>
              <a:spLocks noChangeArrowheads="1"/>
            </p:cNvSpPr>
            <p:nvPr/>
          </p:nvSpPr>
          <p:spPr bwMode="auto">
            <a:xfrm>
              <a:off x="4530999" y="2858617"/>
              <a:ext cx="70211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3</a:t>
              </a:r>
              <a:r>
                <a:rPr kumimoji="0" lang="en-US" altLang="ko-KR" sz="1000" b="0" i="0" u="none" strike="noStrike" cap="none" normalizeH="0" baseline="30000" dirty="0">
                  <a:ln>
                    <a:noFill/>
                  </a:ln>
                  <a:solidFill>
                    <a:srgbClr val="000000"/>
                  </a:solidFill>
                  <a:effectLst/>
                  <a:latin typeface="helvetica" panose="020B0604020202020204" pitchFamily="34" charset="0"/>
                  <a:cs typeface="helvetica" panose="020B0604020202020204" pitchFamily="34" charset="0"/>
                </a:rPr>
                <a:t>rd</a:t>
              </a:r>
              <a:r>
                <a:rPr kumimoji="0" lang="en-US" altLang="ko-KR" sz="10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NS-SOFI</a:t>
              </a:r>
              <a:endParaRPr kumimoji="0" lang="ko-KR"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17" name="제목 1">
              <a:extLst>
                <a:ext uri="{FF2B5EF4-FFF2-40B4-BE49-F238E27FC236}">
                  <a16:creationId xmlns:a16="http://schemas.microsoft.com/office/drawing/2014/main" id="{6AA93BD0-8417-47C4-AAFD-E1DC983B8785}"/>
                </a:ext>
              </a:extLst>
            </p:cNvPr>
            <p:cNvSpPr txBox="1">
              <a:spLocks/>
            </p:cNvSpPr>
            <p:nvPr/>
          </p:nvSpPr>
          <p:spPr>
            <a:xfrm>
              <a:off x="2270731" y="696151"/>
              <a:ext cx="965878" cy="157252"/>
            </a:xfrm>
            <a:prstGeom prst="rect">
              <a:avLst/>
            </a:prstGeom>
            <a:solidFill>
              <a:schemeClr val="bg1"/>
            </a:solidFill>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latin typeface="helvetica" panose="020B0604020202020204" pitchFamily="34" charset="0"/>
                  <a:cs typeface="helvetica" panose="020B0604020202020204" pitchFamily="34" charset="0"/>
                </a:rPr>
                <a:t>2</a:t>
              </a:r>
              <a:r>
                <a:rPr lang="en-US" altLang="ko-KR" sz="1000" baseline="30000" dirty="0">
                  <a:latin typeface="helvetica" panose="020B0604020202020204" pitchFamily="34" charset="0"/>
                  <a:cs typeface="helvetica" panose="020B0604020202020204" pitchFamily="34" charset="0"/>
                </a:rPr>
                <a:t>nd</a:t>
              </a:r>
              <a:r>
                <a:rPr lang="en-US" altLang="ko-KR" sz="1000" dirty="0">
                  <a:latin typeface="helvetica" panose="020B0604020202020204" pitchFamily="34" charset="0"/>
                  <a:cs typeface="helvetica" panose="020B0604020202020204" pitchFamily="34" charset="0"/>
                </a:rPr>
                <a:t> NS-SOFI</a:t>
              </a:r>
              <a:endParaRPr lang="ko-KR" altLang="en-US" sz="1000" dirty="0">
                <a:latin typeface="helvetica" panose="020B0604020202020204" pitchFamily="34" charset="0"/>
                <a:cs typeface="helvetica" panose="020B0604020202020204" pitchFamily="34" charset="0"/>
              </a:endParaRPr>
            </a:p>
          </p:txBody>
        </p:sp>
        <p:sp>
          <p:nvSpPr>
            <p:cNvPr id="18" name="제목 1">
              <a:extLst>
                <a:ext uri="{FF2B5EF4-FFF2-40B4-BE49-F238E27FC236}">
                  <a16:creationId xmlns:a16="http://schemas.microsoft.com/office/drawing/2014/main" id="{4E533969-E3BF-463B-B21C-B60A4ED20BD3}"/>
                </a:ext>
              </a:extLst>
            </p:cNvPr>
            <p:cNvSpPr txBox="1">
              <a:spLocks/>
            </p:cNvSpPr>
            <p:nvPr/>
          </p:nvSpPr>
          <p:spPr>
            <a:xfrm>
              <a:off x="920682" y="696151"/>
              <a:ext cx="965878" cy="157252"/>
            </a:xfrm>
            <a:prstGeom prst="rect">
              <a:avLst/>
            </a:prstGeom>
            <a:solidFill>
              <a:schemeClr val="bg1"/>
            </a:solidFill>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latin typeface="helvetica" panose="020B0604020202020204" pitchFamily="34" charset="0"/>
                  <a:cs typeface="helvetica" panose="020B0604020202020204" pitchFamily="34" charset="0"/>
                </a:rPr>
                <a:t>Mean</a:t>
              </a:r>
              <a:endParaRPr lang="ko-KR" altLang="en-US" sz="1000" dirty="0">
                <a:latin typeface="helvetica" panose="020B0604020202020204" pitchFamily="34" charset="0"/>
                <a:cs typeface="helvetica" panose="020B0604020202020204" pitchFamily="34" charset="0"/>
              </a:endParaRPr>
            </a:p>
          </p:txBody>
        </p:sp>
        <p:sp>
          <p:nvSpPr>
            <p:cNvPr id="19" name="제목 1">
              <a:extLst>
                <a:ext uri="{FF2B5EF4-FFF2-40B4-BE49-F238E27FC236}">
                  <a16:creationId xmlns:a16="http://schemas.microsoft.com/office/drawing/2014/main" id="{D522E8AE-13B3-4F4D-8A3C-FB492EB452A5}"/>
                </a:ext>
              </a:extLst>
            </p:cNvPr>
            <p:cNvSpPr txBox="1">
              <a:spLocks/>
            </p:cNvSpPr>
            <p:nvPr/>
          </p:nvSpPr>
          <p:spPr>
            <a:xfrm>
              <a:off x="5005216" y="696151"/>
              <a:ext cx="965878" cy="157252"/>
            </a:xfrm>
            <a:prstGeom prst="rect">
              <a:avLst/>
            </a:prstGeom>
            <a:solidFill>
              <a:schemeClr val="bg1"/>
            </a:solidFill>
          </p:spPr>
          <p:txBody>
            <a:bodyPr vert="horz" lIns="91440" tIns="45720" rIns="91440" bIns="45720" rtlCol="0" anchor="ctr">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latin typeface="helvetica" panose="020B0604020202020204" pitchFamily="34" charset="0"/>
                  <a:cs typeface="helvetica" panose="020B0604020202020204" pitchFamily="34" charset="0"/>
                </a:rPr>
                <a:t>SEM</a:t>
              </a:r>
              <a:endParaRPr lang="ko-KR" altLang="en-US" sz="1000" dirty="0">
                <a:latin typeface="helvetica" panose="020B0604020202020204" pitchFamily="34" charset="0"/>
                <a:cs typeface="helvetica" panose="020B0604020202020204" pitchFamily="34" charset="0"/>
              </a:endParaRPr>
            </a:p>
          </p:txBody>
        </p:sp>
        <p:sp>
          <p:nvSpPr>
            <p:cNvPr id="20" name="Rectangle 105">
              <a:extLst>
                <a:ext uri="{FF2B5EF4-FFF2-40B4-BE49-F238E27FC236}">
                  <a16:creationId xmlns:a16="http://schemas.microsoft.com/office/drawing/2014/main" id="{70EED5CD-6AD3-4A7E-8F3C-F189B517B356}"/>
                </a:ext>
              </a:extLst>
            </p:cNvPr>
            <p:cNvSpPr>
              <a:spLocks noChangeArrowheads="1"/>
            </p:cNvSpPr>
            <p:nvPr/>
          </p:nvSpPr>
          <p:spPr bwMode="auto">
            <a:xfrm>
              <a:off x="3479842" y="2641866"/>
              <a:ext cx="464703" cy="153888"/>
            </a:xfrm>
            <a:prstGeom prst="rect">
              <a:avLst/>
            </a:prstGeom>
            <a:solidFill>
              <a:schemeClr val="bg1"/>
            </a:solidFill>
            <a:ln>
              <a:noFill/>
            </a:ln>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1"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175 nm</a:t>
              </a:r>
              <a:endParaRPr kumimoji="0" lang="ko-KR" altLang="ko-KR" sz="10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21" name="직사각형 20">
              <a:extLst>
                <a:ext uri="{FF2B5EF4-FFF2-40B4-BE49-F238E27FC236}">
                  <a16:creationId xmlns:a16="http://schemas.microsoft.com/office/drawing/2014/main" id="{9AC315F7-F4AA-44FF-B4F2-0F62ADA499B6}"/>
                </a:ext>
              </a:extLst>
            </p:cNvPr>
            <p:cNvSpPr/>
            <p:nvPr/>
          </p:nvSpPr>
          <p:spPr>
            <a:xfrm>
              <a:off x="3550919" y="5126932"/>
              <a:ext cx="207169" cy="97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22" name="직사각형 21">
              <a:extLst>
                <a:ext uri="{FF2B5EF4-FFF2-40B4-BE49-F238E27FC236}">
                  <a16:creationId xmlns:a16="http://schemas.microsoft.com/office/drawing/2014/main" id="{912BBED5-DBE2-4709-A720-A29241DD592B}"/>
                </a:ext>
              </a:extLst>
            </p:cNvPr>
            <p:cNvSpPr/>
            <p:nvPr/>
          </p:nvSpPr>
          <p:spPr>
            <a:xfrm>
              <a:off x="3903679" y="5126931"/>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0.1</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23" name="직사각형 22">
              <a:extLst>
                <a:ext uri="{FF2B5EF4-FFF2-40B4-BE49-F238E27FC236}">
                  <a16:creationId xmlns:a16="http://schemas.microsoft.com/office/drawing/2014/main" id="{65B6EAD0-997E-4A52-BCDC-5652E23BB580}"/>
                </a:ext>
              </a:extLst>
            </p:cNvPr>
            <p:cNvSpPr/>
            <p:nvPr/>
          </p:nvSpPr>
          <p:spPr>
            <a:xfrm>
              <a:off x="4348171" y="5122103"/>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0.2</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24" name="직사각형 23">
              <a:extLst>
                <a:ext uri="{FF2B5EF4-FFF2-40B4-BE49-F238E27FC236}">
                  <a16:creationId xmlns:a16="http://schemas.microsoft.com/office/drawing/2014/main" id="{F913DEF4-5254-4190-AFB7-E05FC21E92C2}"/>
                </a:ext>
              </a:extLst>
            </p:cNvPr>
            <p:cNvSpPr/>
            <p:nvPr/>
          </p:nvSpPr>
          <p:spPr>
            <a:xfrm>
              <a:off x="4792663" y="5117275"/>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0.3</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25" name="직사각형 24">
              <a:extLst>
                <a:ext uri="{FF2B5EF4-FFF2-40B4-BE49-F238E27FC236}">
                  <a16:creationId xmlns:a16="http://schemas.microsoft.com/office/drawing/2014/main" id="{C0CDDCDD-F932-40A7-9C01-43D4D03C9A58}"/>
                </a:ext>
              </a:extLst>
            </p:cNvPr>
            <p:cNvSpPr/>
            <p:nvPr/>
          </p:nvSpPr>
          <p:spPr>
            <a:xfrm>
              <a:off x="3014695" y="5121359"/>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chemeClr val="tx1"/>
                  </a:solidFill>
                  <a:latin typeface="helvetica" panose="020B0604020202020204" pitchFamily="34" charset="0"/>
                  <a:cs typeface="helvetica" panose="020B0604020202020204" pitchFamily="34" charset="0"/>
                </a:rPr>
                <a:t>-0.1</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26" name="직사각형 25">
              <a:extLst>
                <a:ext uri="{FF2B5EF4-FFF2-40B4-BE49-F238E27FC236}">
                  <a16:creationId xmlns:a16="http://schemas.microsoft.com/office/drawing/2014/main" id="{664C5515-C464-4F42-B27A-53193114E3EB}"/>
                </a:ext>
              </a:extLst>
            </p:cNvPr>
            <p:cNvSpPr/>
            <p:nvPr/>
          </p:nvSpPr>
          <p:spPr>
            <a:xfrm>
              <a:off x="2552094" y="5126930"/>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a:solidFill>
                    <a:schemeClr val="tx1"/>
                  </a:solidFill>
                  <a:latin typeface="helvetica" panose="020B0604020202020204" pitchFamily="34" charset="0"/>
                  <a:cs typeface="helvetica" panose="020B0604020202020204" pitchFamily="34" charset="0"/>
                </a:rPr>
                <a:t>-0.2</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27" name="직사각형 26">
              <a:extLst>
                <a:ext uri="{FF2B5EF4-FFF2-40B4-BE49-F238E27FC236}">
                  <a16:creationId xmlns:a16="http://schemas.microsoft.com/office/drawing/2014/main" id="{8E364484-58BD-4606-8029-B6A6F00CFD18}"/>
                </a:ext>
              </a:extLst>
            </p:cNvPr>
            <p:cNvSpPr/>
            <p:nvPr/>
          </p:nvSpPr>
          <p:spPr>
            <a:xfrm>
              <a:off x="2084371" y="5124684"/>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b="1">
                  <a:solidFill>
                    <a:schemeClr val="tx1"/>
                  </a:solidFill>
                  <a:latin typeface="helvetica" panose="020B0604020202020204" pitchFamily="34" charset="0"/>
                  <a:cs typeface="helvetica" panose="020B0604020202020204" pitchFamily="34" charset="0"/>
                </a:rPr>
                <a:t>-0.3</a:t>
              </a:r>
              <a:endParaRPr lang="ko-KR" altLang="en-US" sz="1000" b="1" dirty="0">
                <a:solidFill>
                  <a:schemeClr val="tx1"/>
                </a:solidFill>
                <a:latin typeface="helvetica" panose="020B0604020202020204" pitchFamily="34" charset="0"/>
                <a:cs typeface="helvetica" panose="020B0604020202020204" pitchFamily="34" charset="0"/>
              </a:endParaRPr>
            </a:p>
          </p:txBody>
        </p:sp>
        <p:sp>
          <p:nvSpPr>
            <p:cNvPr id="28" name="직사각형 27">
              <a:extLst>
                <a:ext uri="{FF2B5EF4-FFF2-40B4-BE49-F238E27FC236}">
                  <a16:creationId xmlns:a16="http://schemas.microsoft.com/office/drawing/2014/main" id="{BA1ADAF4-A91A-4EF1-83A0-2B9C3F8CA9B5}"/>
                </a:ext>
              </a:extLst>
            </p:cNvPr>
            <p:cNvSpPr/>
            <p:nvPr/>
          </p:nvSpPr>
          <p:spPr>
            <a:xfrm>
              <a:off x="1616648" y="5122438"/>
              <a:ext cx="403152" cy="106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b="1" dirty="0">
                <a:solidFill>
                  <a:schemeClr val="tx1"/>
                </a:solidFill>
                <a:latin typeface="helvetica" panose="020B0604020202020204" pitchFamily="34" charset="0"/>
                <a:cs typeface="helvetica" panose="020B0604020202020204" pitchFamily="34" charset="0"/>
              </a:endParaRPr>
            </a:p>
          </p:txBody>
        </p:sp>
        <p:pic>
          <p:nvPicPr>
            <p:cNvPr id="29" name="Picture 98">
              <a:extLst>
                <a:ext uri="{FF2B5EF4-FFF2-40B4-BE49-F238E27FC236}">
                  <a16:creationId xmlns:a16="http://schemas.microsoft.com/office/drawing/2014/main" id="{B176D04E-5151-44AC-BEAC-B86B1F095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678" y="880796"/>
              <a:ext cx="1175887" cy="1315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138">
              <a:extLst>
                <a:ext uri="{FF2B5EF4-FFF2-40B4-BE49-F238E27FC236}">
                  <a16:creationId xmlns:a16="http://schemas.microsoft.com/office/drawing/2014/main" id="{BD070228-DF39-4863-BAF7-65F5EFA020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8898" y="875984"/>
              <a:ext cx="1175886" cy="131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87">
              <a:extLst>
                <a:ext uri="{FF2B5EF4-FFF2-40B4-BE49-F238E27FC236}">
                  <a16:creationId xmlns:a16="http://schemas.microsoft.com/office/drawing/2014/main" id="{B450757C-DC1E-400E-8BF8-EE1F98B142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0803" y="877255"/>
              <a:ext cx="1175886" cy="131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424">
              <a:extLst>
                <a:ext uri="{FF2B5EF4-FFF2-40B4-BE49-F238E27FC236}">
                  <a16:creationId xmlns:a16="http://schemas.microsoft.com/office/drawing/2014/main" id="{87F24F0B-29C4-4ECA-9876-80752A38A8B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5594" r="2627" b="11266"/>
            <a:stretch/>
          </p:blipFill>
          <p:spPr bwMode="auto">
            <a:xfrm>
              <a:off x="4917340" y="874624"/>
              <a:ext cx="1175886" cy="1320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직선 연결선 32">
              <a:extLst>
                <a:ext uri="{FF2B5EF4-FFF2-40B4-BE49-F238E27FC236}">
                  <a16:creationId xmlns:a16="http://schemas.microsoft.com/office/drawing/2014/main" id="{F330AD00-0259-434F-A4AA-4E7FE6D28C1E}"/>
                </a:ext>
              </a:extLst>
            </p:cNvPr>
            <p:cNvCxnSpPr>
              <a:cxnSpLocks/>
            </p:cNvCxnSpPr>
            <p:nvPr/>
          </p:nvCxnSpPr>
          <p:spPr>
            <a:xfrm flipV="1">
              <a:off x="5806671" y="2131611"/>
              <a:ext cx="243564" cy="0"/>
            </a:xfrm>
            <a:prstGeom prst="line">
              <a:avLst/>
            </a:prstGeom>
            <a:ln w="19050">
              <a:solidFill>
                <a:schemeClr val="bg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1433AA3-F28D-44EB-86B9-E3B975071DEA}"/>
                </a:ext>
              </a:extLst>
            </p:cNvPr>
            <p:cNvSpPr txBox="1"/>
            <p:nvPr/>
          </p:nvSpPr>
          <p:spPr>
            <a:xfrm>
              <a:off x="566841" y="57953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sp>
          <p:nvSpPr>
            <p:cNvPr id="35" name="TextBox 34">
              <a:extLst>
                <a:ext uri="{FF2B5EF4-FFF2-40B4-BE49-F238E27FC236}">
                  <a16:creationId xmlns:a16="http://schemas.microsoft.com/office/drawing/2014/main" id="{F693992B-7E9B-4394-8357-E559F0BFAF86}"/>
                </a:ext>
              </a:extLst>
            </p:cNvPr>
            <p:cNvSpPr txBox="1"/>
            <p:nvPr/>
          </p:nvSpPr>
          <p:spPr>
            <a:xfrm>
              <a:off x="1962308" y="57953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36" name="TextBox 35">
              <a:extLst>
                <a:ext uri="{FF2B5EF4-FFF2-40B4-BE49-F238E27FC236}">
                  <a16:creationId xmlns:a16="http://schemas.microsoft.com/office/drawing/2014/main" id="{ED7E9020-58B9-43BE-9BBC-A8C11B982B84}"/>
                </a:ext>
              </a:extLst>
            </p:cNvPr>
            <p:cNvSpPr txBox="1"/>
            <p:nvPr/>
          </p:nvSpPr>
          <p:spPr>
            <a:xfrm>
              <a:off x="3333361" y="57953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sp>
          <p:nvSpPr>
            <p:cNvPr id="37" name="TextBox 36">
              <a:extLst>
                <a:ext uri="{FF2B5EF4-FFF2-40B4-BE49-F238E27FC236}">
                  <a16:creationId xmlns:a16="http://schemas.microsoft.com/office/drawing/2014/main" id="{057462CF-ED2E-458B-96F1-C7A9B449BC04}"/>
                </a:ext>
              </a:extLst>
            </p:cNvPr>
            <p:cNvSpPr txBox="1"/>
            <p:nvPr/>
          </p:nvSpPr>
          <p:spPr>
            <a:xfrm>
              <a:off x="4704414" y="579537"/>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d</a:t>
              </a:r>
              <a:endParaRPr lang="ko-KR" altLang="en-US" sz="1600" b="1" dirty="0">
                <a:latin typeface="helvetica" panose="020B0604020202020204" pitchFamily="34" charset="0"/>
                <a:cs typeface="helvetica" panose="020B0604020202020204" pitchFamily="34" charset="0"/>
              </a:endParaRPr>
            </a:p>
          </p:txBody>
        </p:sp>
        <p:sp>
          <p:nvSpPr>
            <p:cNvPr id="38" name="TextBox 37">
              <a:extLst>
                <a:ext uri="{FF2B5EF4-FFF2-40B4-BE49-F238E27FC236}">
                  <a16:creationId xmlns:a16="http://schemas.microsoft.com/office/drawing/2014/main" id="{6A16E35F-2CC1-4905-A532-E21B4455E762}"/>
                </a:ext>
              </a:extLst>
            </p:cNvPr>
            <p:cNvSpPr txBox="1"/>
            <p:nvPr/>
          </p:nvSpPr>
          <p:spPr>
            <a:xfrm>
              <a:off x="982470" y="2356443"/>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e</a:t>
              </a:r>
              <a:endParaRPr lang="ko-KR" altLang="en-US" sz="1600" b="1" dirty="0">
                <a:latin typeface="helvetica" panose="020B0604020202020204" pitchFamily="34" charset="0"/>
                <a:cs typeface="helvetica" panose="020B0604020202020204" pitchFamily="34" charset="0"/>
              </a:endParaRPr>
            </a:p>
          </p:txBody>
        </p:sp>
        <p:cxnSp>
          <p:nvCxnSpPr>
            <p:cNvPr id="39" name="직선 연결선 38">
              <a:extLst>
                <a:ext uri="{FF2B5EF4-FFF2-40B4-BE49-F238E27FC236}">
                  <a16:creationId xmlns:a16="http://schemas.microsoft.com/office/drawing/2014/main" id="{5A3DBE71-EC77-45B6-BC4C-AD4F76B2056D}"/>
                </a:ext>
              </a:extLst>
            </p:cNvPr>
            <p:cNvCxnSpPr>
              <a:cxnSpLocks/>
            </p:cNvCxnSpPr>
            <p:nvPr/>
          </p:nvCxnSpPr>
          <p:spPr>
            <a:xfrm flipV="1">
              <a:off x="4429285" y="2137368"/>
              <a:ext cx="243564" cy="0"/>
            </a:xfrm>
            <a:prstGeom prst="line">
              <a:avLst/>
            </a:prstGeom>
            <a:ln w="19050">
              <a:solidFill>
                <a:schemeClr val="bg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40" name="직선 연결선 39">
              <a:extLst>
                <a:ext uri="{FF2B5EF4-FFF2-40B4-BE49-F238E27FC236}">
                  <a16:creationId xmlns:a16="http://schemas.microsoft.com/office/drawing/2014/main" id="{1ED46BCD-FFD4-4C5F-B5DD-B26CEA479B8B}"/>
                </a:ext>
              </a:extLst>
            </p:cNvPr>
            <p:cNvCxnSpPr>
              <a:cxnSpLocks/>
            </p:cNvCxnSpPr>
            <p:nvPr/>
          </p:nvCxnSpPr>
          <p:spPr>
            <a:xfrm flipV="1">
              <a:off x="3076214" y="2137368"/>
              <a:ext cx="243564" cy="0"/>
            </a:xfrm>
            <a:prstGeom prst="line">
              <a:avLst/>
            </a:prstGeom>
            <a:ln w="19050">
              <a:solidFill>
                <a:schemeClr val="bg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BFCE6DE3-6CC7-4A7D-B3D6-2788D1DE8F3A}"/>
                </a:ext>
              </a:extLst>
            </p:cNvPr>
            <p:cNvCxnSpPr>
              <a:cxnSpLocks/>
            </p:cNvCxnSpPr>
            <p:nvPr/>
          </p:nvCxnSpPr>
          <p:spPr>
            <a:xfrm flipV="1">
              <a:off x="1701712" y="2137368"/>
              <a:ext cx="243564" cy="0"/>
            </a:xfrm>
            <a:prstGeom prst="line">
              <a:avLst/>
            </a:prstGeom>
            <a:ln w="19050">
              <a:solidFill>
                <a:schemeClr val="bg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35CADBC8-68A8-48D6-B5FF-D3DFCE4D2A8C}"/>
                </a:ext>
              </a:extLst>
            </p:cNvPr>
            <p:cNvCxnSpPr>
              <a:cxnSpLocks/>
            </p:cNvCxnSpPr>
            <p:nvPr/>
          </p:nvCxnSpPr>
          <p:spPr>
            <a:xfrm>
              <a:off x="1527911" y="1004888"/>
              <a:ext cx="359023" cy="581025"/>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0D7A520F-3865-4D14-BC60-CF46E484ECD2}"/>
                </a:ext>
              </a:extLst>
            </p:cNvPr>
            <p:cNvCxnSpPr>
              <a:cxnSpLocks/>
            </p:cNvCxnSpPr>
            <p:nvPr/>
          </p:nvCxnSpPr>
          <p:spPr>
            <a:xfrm>
              <a:off x="2946106" y="1056426"/>
              <a:ext cx="290503" cy="470137"/>
            </a:xfrm>
            <a:prstGeom prst="line">
              <a:avLst/>
            </a:prstGeom>
            <a:ln w="12700">
              <a:solidFill>
                <a:srgbClr val="0000FF"/>
              </a:solidFill>
              <a:prstDash val="sysDot"/>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344F3DCC-ED0A-4942-BF02-52E4C9AB3CEF}"/>
                </a:ext>
              </a:extLst>
            </p:cNvPr>
            <p:cNvCxnSpPr>
              <a:cxnSpLocks/>
            </p:cNvCxnSpPr>
            <p:nvPr/>
          </p:nvCxnSpPr>
          <p:spPr>
            <a:xfrm>
              <a:off x="4303852" y="1064093"/>
              <a:ext cx="245895" cy="397945"/>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5" name="직선 화살표 연결선 44">
              <a:extLst>
                <a:ext uri="{FF2B5EF4-FFF2-40B4-BE49-F238E27FC236}">
                  <a16:creationId xmlns:a16="http://schemas.microsoft.com/office/drawing/2014/main" id="{7F30094F-336E-41D7-996E-80FCDA47471F}"/>
                </a:ext>
              </a:extLst>
            </p:cNvPr>
            <p:cNvCxnSpPr>
              <a:cxnSpLocks/>
            </p:cNvCxnSpPr>
            <p:nvPr/>
          </p:nvCxnSpPr>
          <p:spPr>
            <a:xfrm>
              <a:off x="5749014" y="1291494"/>
              <a:ext cx="96955" cy="86409"/>
            </a:xfrm>
            <a:prstGeom prst="straightConnector1">
              <a:avLst/>
            </a:prstGeom>
            <a:ln>
              <a:solidFill>
                <a:srgbClr val="FFC000"/>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화살표 연결선 45">
              <a:extLst>
                <a:ext uri="{FF2B5EF4-FFF2-40B4-BE49-F238E27FC236}">
                  <a16:creationId xmlns:a16="http://schemas.microsoft.com/office/drawing/2014/main" id="{1FA85221-D821-4CF7-916E-E96E60499C39}"/>
                </a:ext>
              </a:extLst>
            </p:cNvPr>
            <p:cNvCxnSpPr>
              <a:cxnSpLocks/>
            </p:cNvCxnSpPr>
            <p:nvPr/>
          </p:nvCxnSpPr>
          <p:spPr>
            <a:xfrm flipH="1">
              <a:off x="5824538" y="1180387"/>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7" name="직선 화살표 연결선 46">
              <a:extLst>
                <a:ext uri="{FF2B5EF4-FFF2-40B4-BE49-F238E27FC236}">
                  <a16:creationId xmlns:a16="http://schemas.microsoft.com/office/drawing/2014/main" id="{6FEA470A-F201-4D5E-A3D3-841F4DCC959F}"/>
                </a:ext>
              </a:extLst>
            </p:cNvPr>
            <p:cNvCxnSpPr>
              <a:cxnSpLocks/>
            </p:cNvCxnSpPr>
            <p:nvPr/>
          </p:nvCxnSpPr>
          <p:spPr>
            <a:xfrm flipH="1">
              <a:off x="4487201" y="1147046"/>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8" name="직선 화살표 연결선 47">
              <a:extLst>
                <a:ext uri="{FF2B5EF4-FFF2-40B4-BE49-F238E27FC236}">
                  <a16:creationId xmlns:a16="http://schemas.microsoft.com/office/drawing/2014/main" id="{62721A96-4E04-461A-A601-9AD81A76CAB4}"/>
                </a:ext>
              </a:extLst>
            </p:cNvPr>
            <p:cNvCxnSpPr>
              <a:cxnSpLocks/>
            </p:cNvCxnSpPr>
            <p:nvPr/>
          </p:nvCxnSpPr>
          <p:spPr>
            <a:xfrm flipH="1">
              <a:off x="3913674" y="917218"/>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3A7A6E99-7F4A-41E1-ABD4-0EAF2DCAAF36}"/>
                </a:ext>
              </a:extLst>
            </p:cNvPr>
            <p:cNvCxnSpPr>
              <a:cxnSpLocks/>
            </p:cNvCxnSpPr>
            <p:nvPr/>
          </p:nvCxnSpPr>
          <p:spPr>
            <a:xfrm flipH="1">
              <a:off x="4058485" y="1871453"/>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476F928E-FA67-4C6E-99B4-FEC7F18F5CFB}"/>
                </a:ext>
              </a:extLst>
            </p:cNvPr>
            <p:cNvCxnSpPr>
              <a:cxnSpLocks/>
            </p:cNvCxnSpPr>
            <p:nvPr/>
          </p:nvCxnSpPr>
          <p:spPr>
            <a:xfrm flipH="1">
              <a:off x="5374392" y="1909555"/>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1" name="직선 화살표 연결선 50">
              <a:extLst>
                <a:ext uri="{FF2B5EF4-FFF2-40B4-BE49-F238E27FC236}">
                  <a16:creationId xmlns:a16="http://schemas.microsoft.com/office/drawing/2014/main" id="{05BEB13A-541A-451C-A134-9AAB641FAD23}"/>
                </a:ext>
              </a:extLst>
            </p:cNvPr>
            <p:cNvCxnSpPr>
              <a:cxnSpLocks/>
            </p:cNvCxnSpPr>
            <p:nvPr/>
          </p:nvCxnSpPr>
          <p:spPr>
            <a:xfrm flipH="1">
              <a:off x="5285612" y="920317"/>
              <a:ext cx="96231" cy="105824"/>
            </a:xfrm>
            <a:prstGeom prst="straightConnector1">
              <a:avLst/>
            </a:prstGeom>
            <a:ln w="127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sp>
          <p:nvSpPr>
            <p:cNvPr id="52" name="Rectangle 105">
              <a:extLst>
                <a:ext uri="{FF2B5EF4-FFF2-40B4-BE49-F238E27FC236}">
                  <a16:creationId xmlns:a16="http://schemas.microsoft.com/office/drawing/2014/main" id="{1C92A6B6-4443-4406-A70B-97F4CF78B63E}"/>
                </a:ext>
              </a:extLst>
            </p:cNvPr>
            <p:cNvSpPr>
              <a:spLocks noChangeArrowheads="1"/>
            </p:cNvSpPr>
            <p:nvPr/>
          </p:nvSpPr>
          <p:spPr bwMode="auto">
            <a:xfrm>
              <a:off x="5583166" y="1476021"/>
              <a:ext cx="510060" cy="153888"/>
            </a:xfrm>
            <a:prstGeom prst="rect">
              <a:avLst/>
            </a:prstGeom>
            <a:noFill/>
            <a:ln>
              <a:noFill/>
            </a:ln>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accent4"/>
                  </a:solidFill>
                  <a:effectLst/>
                  <a:latin typeface="helvetica" panose="020B0604020202020204" pitchFamily="34" charset="0"/>
                  <a:cs typeface="helvetica" panose="020B0604020202020204" pitchFamily="34" charset="0"/>
                </a:rPr>
                <a:t>175 nm</a:t>
              </a:r>
              <a:endParaRPr kumimoji="0" lang="ko-KR" altLang="ko-KR" sz="1000" b="1" i="0" u="none" strike="noStrike" cap="none" normalizeH="0" baseline="0" dirty="0">
                <a:ln>
                  <a:noFill/>
                </a:ln>
                <a:solidFill>
                  <a:schemeClr val="accent4"/>
                </a:solidFill>
                <a:effectLst/>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3550256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C572DD8B-21F4-41BD-BEBC-4092DA7A3BED}"/>
              </a:ext>
            </a:extLst>
          </p:cNvPr>
          <p:cNvSpPr/>
          <p:nvPr/>
        </p:nvSpPr>
        <p:spPr>
          <a:xfrm>
            <a:off x="610591" y="621799"/>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3" name="Rectangle 21">
            <a:extLst>
              <a:ext uri="{FF2B5EF4-FFF2-40B4-BE49-F238E27FC236}">
                <a16:creationId xmlns:a16="http://schemas.microsoft.com/office/drawing/2014/main" id="{CB6735A6-3C25-428A-9004-B112D747D611}"/>
              </a:ext>
            </a:extLst>
          </p:cNvPr>
          <p:cNvSpPr>
            <a:spLocks noChangeArrowheads="1"/>
          </p:cNvSpPr>
          <p:nvPr/>
        </p:nvSpPr>
        <p:spPr bwMode="auto">
          <a:xfrm>
            <a:off x="188792" y="83701"/>
            <a:ext cx="64297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defTabSz="914400" rtl="0" eaLnBrk="0" fontAlgn="base" latinLnBrk="0" hangingPunct="0">
              <a:lnSpc>
                <a:spcPct val="100000"/>
              </a:lnSpc>
              <a:spcBef>
                <a:spcPct val="0"/>
              </a:spcBef>
              <a:spcAft>
                <a:spcPct val="0"/>
              </a:spcAft>
              <a:buClrTx/>
              <a:buSzTx/>
              <a:tabLst/>
            </a:pPr>
            <a:r>
              <a:rPr kumimoji="0" lang="en-US" altLang="ko-KR" sz="1600" b="0" i="0" u="none" strike="noStrike" cap="none" normalizeH="0" baseline="0" dirty="0">
                <a:ln>
                  <a:noFill/>
                </a:ln>
                <a:solidFill>
                  <a:schemeClr val="tx1"/>
                </a:solidFill>
                <a:effectLst/>
                <a:latin typeface="Arial" panose="020B0604020202020204" pitchFamily="34" charset="0"/>
              </a:rPr>
              <a:t>Figure S1. Sample information for figure 5, 6.</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66" name="타원 65">
            <a:extLst>
              <a:ext uri="{FF2B5EF4-FFF2-40B4-BE49-F238E27FC236}">
                <a16:creationId xmlns:a16="http://schemas.microsoft.com/office/drawing/2014/main" id="{71AE777D-BBF5-41DD-83C0-A8370E20E310}"/>
              </a:ext>
            </a:extLst>
          </p:cNvPr>
          <p:cNvSpPr/>
          <p:nvPr/>
        </p:nvSpPr>
        <p:spPr>
          <a:xfrm>
            <a:off x="10953511" y="2379989"/>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a:extLst>
              <a:ext uri="{FF2B5EF4-FFF2-40B4-BE49-F238E27FC236}">
                <a16:creationId xmlns:a16="http://schemas.microsoft.com/office/drawing/2014/main" id="{0C2B9C1E-7AB2-49E0-8F75-ACB4F6E57871}"/>
              </a:ext>
            </a:extLst>
          </p:cNvPr>
          <p:cNvSpPr/>
          <p:nvPr/>
        </p:nvSpPr>
        <p:spPr>
          <a:xfrm>
            <a:off x="11151497" y="2379895"/>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a:extLst>
              <a:ext uri="{FF2B5EF4-FFF2-40B4-BE49-F238E27FC236}">
                <a16:creationId xmlns:a16="http://schemas.microsoft.com/office/drawing/2014/main" id="{D2B22E62-4B33-4C66-AE2D-BD00D8E267E6}"/>
              </a:ext>
            </a:extLst>
          </p:cNvPr>
          <p:cNvSpPr/>
          <p:nvPr/>
        </p:nvSpPr>
        <p:spPr>
          <a:xfrm>
            <a:off x="11349483" y="2379801"/>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자유형 217">
            <a:extLst>
              <a:ext uri="{FF2B5EF4-FFF2-40B4-BE49-F238E27FC236}">
                <a16:creationId xmlns:a16="http://schemas.microsoft.com/office/drawing/2014/main" id="{85AED83C-6083-4C79-8C4D-99376C6E30B2}"/>
              </a:ext>
            </a:extLst>
          </p:cNvPr>
          <p:cNvSpPr/>
          <p:nvPr/>
        </p:nvSpPr>
        <p:spPr>
          <a:xfrm>
            <a:off x="8087092" y="2602015"/>
            <a:ext cx="4032100" cy="682092"/>
          </a:xfrm>
          <a:custGeom>
            <a:avLst/>
            <a:gdLst>
              <a:gd name="connsiteX0" fmla="*/ 0 w 4032100"/>
              <a:gd name="connsiteY0" fmla="*/ 0 h 682092"/>
              <a:gd name="connsiteX1" fmla="*/ 1745318 w 4032100"/>
              <a:gd name="connsiteY1" fmla="*/ 0 h 682092"/>
              <a:gd name="connsiteX2" fmla="*/ 1745317 w 4032100"/>
              <a:gd name="connsiteY2" fmla="*/ 63514 h 682092"/>
              <a:gd name="connsiteX3" fmla="*/ 2018567 w 4032100"/>
              <a:gd name="connsiteY3" fmla="*/ 399775 h 682092"/>
              <a:gd name="connsiteX4" fmla="*/ 2291817 w 4032100"/>
              <a:gd name="connsiteY4" fmla="*/ 63514 h 682092"/>
              <a:gd name="connsiteX5" fmla="*/ 2291817 w 4032100"/>
              <a:gd name="connsiteY5" fmla="*/ 0 h 682092"/>
              <a:gd name="connsiteX6" fmla="*/ 4032100 w 4032100"/>
              <a:gd name="connsiteY6" fmla="*/ 0 h 682092"/>
              <a:gd name="connsiteX7" fmla="*/ 4032100 w 4032100"/>
              <a:gd name="connsiteY7" fmla="*/ 682092 h 682092"/>
              <a:gd name="connsiteX8" fmla="*/ 0 w 4032100"/>
              <a:gd name="connsiteY8" fmla="*/ 682092 h 68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32100" h="682092">
                <a:moveTo>
                  <a:pt x="0" y="0"/>
                </a:moveTo>
                <a:lnTo>
                  <a:pt x="1745318" y="0"/>
                </a:lnTo>
                <a:lnTo>
                  <a:pt x="1745317" y="63514"/>
                </a:lnTo>
                <a:cubicBezTo>
                  <a:pt x="1745317" y="249226"/>
                  <a:pt x="1867655" y="399775"/>
                  <a:pt x="2018567" y="399775"/>
                </a:cubicBezTo>
                <a:cubicBezTo>
                  <a:pt x="2169479" y="399775"/>
                  <a:pt x="2291817" y="249226"/>
                  <a:pt x="2291817" y="63514"/>
                </a:cubicBezTo>
                <a:lnTo>
                  <a:pt x="2291817" y="0"/>
                </a:lnTo>
                <a:lnTo>
                  <a:pt x="4032100" y="0"/>
                </a:lnTo>
                <a:lnTo>
                  <a:pt x="4032100" y="682092"/>
                </a:lnTo>
                <a:lnTo>
                  <a:pt x="0" y="682092"/>
                </a:lnTo>
                <a:close/>
              </a:path>
            </a:pathLst>
          </a:cu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70" name="타원 69">
            <a:extLst>
              <a:ext uri="{FF2B5EF4-FFF2-40B4-BE49-F238E27FC236}">
                <a16:creationId xmlns:a16="http://schemas.microsoft.com/office/drawing/2014/main" id="{EE5B0367-ED6D-42B3-AF90-AAD08B618CA3}"/>
              </a:ext>
            </a:extLst>
          </p:cNvPr>
          <p:cNvSpPr/>
          <p:nvPr/>
        </p:nvSpPr>
        <p:spPr>
          <a:xfrm>
            <a:off x="8523759" y="1549655"/>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58D267B2-88F8-4E55-8143-F19BA94BD337}"/>
              </a:ext>
            </a:extLst>
          </p:cNvPr>
          <p:cNvSpPr/>
          <p:nvPr/>
        </p:nvSpPr>
        <p:spPr>
          <a:xfrm>
            <a:off x="7898608" y="1391908"/>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a:extLst>
              <a:ext uri="{FF2B5EF4-FFF2-40B4-BE49-F238E27FC236}">
                <a16:creationId xmlns:a16="http://schemas.microsoft.com/office/drawing/2014/main" id="{E4BB70A0-9472-4776-A6BF-9A88AB1B3347}"/>
              </a:ext>
            </a:extLst>
          </p:cNvPr>
          <p:cNvSpPr/>
          <p:nvPr/>
        </p:nvSpPr>
        <p:spPr>
          <a:xfrm>
            <a:off x="11275333" y="780413"/>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a:extLst>
              <a:ext uri="{FF2B5EF4-FFF2-40B4-BE49-F238E27FC236}">
                <a16:creationId xmlns:a16="http://schemas.microsoft.com/office/drawing/2014/main" id="{268E8433-CE57-45C7-8322-14E10D5EF48F}"/>
              </a:ext>
            </a:extLst>
          </p:cNvPr>
          <p:cNvSpPr/>
          <p:nvPr/>
        </p:nvSpPr>
        <p:spPr>
          <a:xfrm>
            <a:off x="11509334" y="1400047"/>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a:extLst>
              <a:ext uri="{FF2B5EF4-FFF2-40B4-BE49-F238E27FC236}">
                <a16:creationId xmlns:a16="http://schemas.microsoft.com/office/drawing/2014/main" id="{010F4FAC-C9FC-49D0-AA76-1D8FB2DAB82A}"/>
              </a:ext>
            </a:extLst>
          </p:cNvPr>
          <p:cNvSpPr/>
          <p:nvPr/>
        </p:nvSpPr>
        <p:spPr>
          <a:xfrm>
            <a:off x="9860170" y="698422"/>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타원 74">
            <a:extLst>
              <a:ext uri="{FF2B5EF4-FFF2-40B4-BE49-F238E27FC236}">
                <a16:creationId xmlns:a16="http://schemas.microsoft.com/office/drawing/2014/main" id="{416AA625-F06C-4AF9-9EED-0ACFA0D209EE}"/>
              </a:ext>
            </a:extLst>
          </p:cNvPr>
          <p:cNvSpPr/>
          <p:nvPr/>
        </p:nvSpPr>
        <p:spPr>
          <a:xfrm>
            <a:off x="8687143" y="802200"/>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6" name="타원 75">
            <a:extLst>
              <a:ext uri="{FF2B5EF4-FFF2-40B4-BE49-F238E27FC236}">
                <a16:creationId xmlns:a16="http://schemas.microsoft.com/office/drawing/2014/main" id="{B9E1A661-B312-410C-94C4-EA63B356BB42}"/>
              </a:ext>
            </a:extLst>
          </p:cNvPr>
          <p:cNvSpPr/>
          <p:nvPr/>
        </p:nvSpPr>
        <p:spPr>
          <a:xfrm>
            <a:off x="8100486" y="639021"/>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타원 76">
            <a:extLst>
              <a:ext uri="{FF2B5EF4-FFF2-40B4-BE49-F238E27FC236}">
                <a16:creationId xmlns:a16="http://schemas.microsoft.com/office/drawing/2014/main" id="{1A7B988A-3FF8-4139-A1C2-03491C4D5EC6}"/>
              </a:ext>
            </a:extLst>
          </p:cNvPr>
          <p:cNvSpPr/>
          <p:nvPr/>
        </p:nvSpPr>
        <p:spPr>
          <a:xfrm>
            <a:off x="10605876" y="680711"/>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타원 77">
            <a:extLst>
              <a:ext uri="{FF2B5EF4-FFF2-40B4-BE49-F238E27FC236}">
                <a16:creationId xmlns:a16="http://schemas.microsoft.com/office/drawing/2014/main" id="{B0992943-F0D3-4266-9759-52A864503706}"/>
              </a:ext>
            </a:extLst>
          </p:cNvPr>
          <p:cNvSpPr/>
          <p:nvPr/>
        </p:nvSpPr>
        <p:spPr>
          <a:xfrm>
            <a:off x="9408828" y="669914"/>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타원 78">
            <a:extLst>
              <a:ext uri="{FF2B5EF4-FFF2-40B4-BE49-F238E27FC236}">
                <a16:creationId xmlns:a16="http://schemas.microsoft.com/office/drawing/2014/main" id="{8F92A389-0394-4680-BDB7-709AE40BC0BC}"/>
              </a:ext>
            </a:extLst>
          </p:cNvPr>
          <p:cNvSpPr/>
          <p:nvPr/>
        </p:nvSpPr>
        <p:spPr>
          <a:xfrm>
            <a:off x="10223624" y="1040379"/>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타원 79">
            <a:extLst>
              <a:ext uri="{FF2B5EF4-FFF2-40B4-BE49-F238E27FC236}">
                <a16:creationId xmlns:a16="http://schemas.microsoft.com/office/drawing/2014/main" id="{3FA5CDB9-897B-4293-AE5F-3753960E225B}"/>
              </a:ext>
            </a:extLst>
          </p:cNvPr>
          <p:cNvSpPr/>
          <p:nvPr/>
        </p:nvSpPr>
        <p:spPr>
          <a:xfrm>
            <a:off x="7883469" y="1132136"/>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타원 80">
            <a:extLst>
              <a:ext uri="{FF2B5EF4-FFF2-40B4-BE49-F238E27FC236}">
                <a16:creationId xmlns:a16="http://schemas.microsoft.com/office/drawing/2014/main" id="{0DCF8112-392E-436F-A5DD-CF3E8ABDA5D5}"/>
              </a:ext>
            </a:extLst>
          </p:cNvPr>
          <p:cNvSpPr/>
          <p:nvPr/>
        </p:nvSpPr>
        <p:spPr>
          <a:xfrm>
            <a:off x="8582741" y="1035493"/>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타원 81">
            <a:extLst>
              <a:ext uri="{FF2B5EF4-FFF2-40B4-BE49-F238E27FC236}">
                <a16:creationId xmlns:a16="http://schemas.microsoft.com/office/drawing/2014/main" id="{75710481-D9EC-4C5F-AF1C-AC0CE39A8CC6}"/>
              </a:ext>
            </a:extLst>
          </p:cNvPr>
          <p:cNvSpPr/>
          <p:nvPr/>
        </p:nvSpPr>
        <p:spPr>
          <a:xfrm>
            <a:off x="9373824" y="1161988"/>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3" name="직사각형 82">
            <a:extLst>
              <a:ext uri="{FF2B5EF4-FFF2-40B4-BE49-F238E27FC236}">
                <a16:creationId xmlns:a16="http://schemas.microsoft.com/office/drawing/2014/main" id="{8D685509-C138-4C1E-ACB2-62904E7CD436}"/>
              </a:ext>
            </a:extLst>
          </p:cNvPr>
          <p:cNvSpPr/>
          <p:nvPr/>
        </p:nvSpPr>
        <p:spPr>
          <a:xfrm>
            <a:off x="8056987" y="2995958"/>
            <a:ext cx="887826" cy="276999"/>
          </a:xfrm>
          <a:prstGeom prst="rect">
            <a:avLst/>
          </a:prstGeom>
        </p:spPr>
        <p:txBody>
          <a:bodyPr wrap="square">
            <a:spAutoFit/>
          </a:bodyPr>
          <a:lstStyle/>
          <a:p>
            <a:pPr algn="ctr"/>
            <a:r>
              <a:rPr lang="en-US" altLang="ko-KR" sz="1200" dirty="0">
                <a:latin typeface="Arial" panose="020B0604020202020204" pitchFamily="34" charset="0"/>
                <a:cs typeface="Arial" panose="020B0604020202020204" pitchFamily="34" charset="0"/>
              </a:rPr>
              <a:t>Coverslip</a:t>
            </a:r>
            <a:endParaRPr lang="ko-KR" altLang="en-US" sz="1200" dirty="0">
              <a:latin typeface="Arial" panose="020B0604020202020204" pitchFamily="34" charset="0"/>
              <a:cs typeface="Arial" panose="020B0604020202020204" pitchFamily="34" charset="0"/>
            </a:endParaRPr>
          </a:p>
        </p:txBody>
      </p:sp>
      <p:sp>
        <p:nvSpPr>
          <p:cNvPr id="84" name="직사각형 83">
            <a:extLst>
              <a:ext uri="{FF2B5EF4-FFF2-40B4-BE49-F238E27FC236}">
                <a16:creationId xmlns:a16="http://schemas.microsoft.com/office/drawing/2014/main" id="{EB0F728C-5854-4C16-A0B3-E213096EE071}"/>
              </a:ext>
            </a:extLst>
          </p:cNvPr>
          <p:cNvSpPr/>
          <p:nvPr/>
        </p:nvSpPr>
        <p:spPr>
          <a:xfrm>
            <a:off x="8074241" y="2174707"/>
            <a:ext cx="553930" cy="423692"/>
          </a:xfrm>
          <a:prstGeom prst="rect">
            <a:avLst/>
          </a:prstGeom>
          <a:gradFill flip="none" rotWithShape="1">
            <a:gsLst>
              <a:gs pos="0">
                <a:schemeClr val="accent4">
                  <a:lumMod val="75000"/>
                  <a:shade val="30000"/>
                  <a:satMod val="115000"/>
                </a:schemeClr>
              </a:gs>
              <a:gs pos="50000">
                <a:schemeClr val="accent4">
                  <a:lumMod val="75000"/>
                  <a:shade val="67500"/>
                  <a:satMod val="115000"/>
                </a:schemeClr>
              </a:gs>
              <a:gs pos="100000">
                <a:schemeClr val="accent4">
                  <a:lumMod val="7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직사각형 84">
            <a:extLst>
              <a:ext uri="{FF2B5EF4-FFF2-40B4-BE49-F238E27FC236}">
                <a16:creationId xmlns:a16="http://schemas.microsoft.com/office/drawing/2014/main" id="{4EC7FEFC-3328-4AB4-8CBB-94D5C83DE11C}"/>
              </a:ext>
            </a:extLst>
          </p:cNvPr>
          <p:cNvSpPr/>
          <p:nvPr/>
        </p:nvSpPr>
        <p:spPr>
          <a:xfrm>
            <a:off x="10378018" y="2162799"/>
            <a:ext cx="576505" cy="423691"/>
          </a:xfrm>
          <a:prstGeom prst="rect">
            <a:avLst/>
          </a:prstGeom>
          <a:gradFill flip="none" rotWithShape="1">
            <a:gsLst>
              <a:gs pos="0">
                <a:schemeClr val="accent4">
                  <a:lumMod val="75000"/>
                  <a:shade val="30000"/>
                  <a:satMod val="115000"/>
                </a:schemeClr>
              </a:gs>
              <a:gs pos="50000">
                <a:schemeClr val="accent4">
                  <a:lumMod val="75000"/>
                  <a:shade val="67500"/>
                  <a:satMod val="115000"/>
                </a:schemeClr>
              </a:gs>
              <a:gs pos="100000">
                <a:schemeClr val="accent4">
                  <a:lumMod val="7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a:extLst>
              <a:ext uri="{FF2B5EF4-FFF2-40B4-BE49-F238E27FC236}">
                <a16:creationId xmlns:a16="http://schemas.microsoft.com/office/drawing/2014/main" id="{BE148E90-8D87-44D6-A48C-0FE886097D1F}"/>
              </a:ext>
            </a:extLst>
          </p:cNvPr>
          <p:cNvSpPr/>
          <p:nvPr/>
        </p:nvSpPr>
        <p:spPr>
          <a:xfrm>
            <a:off x="7971258" y="2158599"/>
            <a:ext cx="772713" cy="369332"/>
          </a:xfrm>
          <a:prstGeom prst="rect">
            <a:avLst/>
          </a:prstGeom>
        </p:spPr>
        <p:txBody>
          <a:bodyPr wrap="square">
            <a:spAutoFit/>
          </a:bodyPr>
          <a:lstStyle/>
          <a:p>
            <a:pPr algn="ctr"/>
            <a:r>
              <a:rPr lang="en-US" altLang="ko-KR" dirty="0">
                <a:latin typeface="Arial" panose="020B0604020202020204" pitchFamily="34" charset="0"/>
                <a:cs typeface="Arial" panose="020B0604020202020204" pitchFamily="34" charset="0"/>
              </a:rPr>
              <a:t>Au</a:t>
            </a:r>
            <a:endParaRPr lang="ko-KR" altLang="en-US" sz="1400" dirty="0">
              <a:latin typeface="Arial" panose="020B0604020202020204" pitchFamily="34" charset="0"/>
              <a:cs typeface="Arial" panose="020B0604020202020204" pitchFamily="34" charset="0"/>
            </a:endParaRPr>
          </a:p>
        </p:txBody>
      </p:sp>
      <p:sp>
        <p:nvSpPr>
          <p:cNvPr id="87" name="직사각형 86">
            <a:extLst>
              <a:ext uri="{FF2B5EF4-FFF2-40B4-BE49-F238E27FC236}">
                <a16:creationId xmlns:a16="http://schemas.microsoft.com/office/drawing/2014/main" id="{53E15F33-2605-4330-84F0-A0C197387C7B}"/>
              </a:ext>
            </a:extLst>
          </p:cNvPr>
          <p:cNvSpPr/>
          <p:nvPr/>
        </p:nvSpPr>
        <p:spPr>
          <a:xfrm>
            <a:off x="10392830" y="2142261"/>
            <a:ext cx="546479" cy="369332"/>
          </a:xfrm>
          <a:prstGeom prst="rect">
            <a:avLst/>
          </a:prstGeom>
        </p:spPr>
        <p:txBody>
          <a:bodyPr wrap="square">
            <a:spAutoFit/>
          </a:bodyPr>
          <a:lstStyle/>
          <a:p>
            <a:pPr algn="ctr"/>
            <a:r>
              <a:rPr lang="en-US" altLang="ko-KR" dirty="0">
                <a:latin typeface="Arial" panose="020B0604020202020204" pitchFamily="34" charset="0"/>
                <a:cs typeface="Arial" panose="020B0604020202020204" pitchFamily="34" charset="0"/>
              </a:rPr>
              <a:t>Au</a:t>
            </a:r>
            <a:endParaRPr lang="ko-KR" altLang="en-US" sz="1400" dirty="0">
              <a:latin typeface="Arial" panose="020B0604020202020204" pitchFamily="34" charset="0"/>
              <a:cs typeface="Arial" panose="020B0604020202020204" pitchFamily="34" charset="0"/>
            </a:endParaRPr>
          </a:p>
        </p:txBody>
      </p:sp>
      <p:sp>
        <p:nvSpPr>
          <p:cNvPr id="88" name="직사각형 87">
            <a:extLst>
              <a:ext uri="{FF2B5EF4-FFF2-40B4-BE49-F238E27FC236}">
                <a16:creationId xmlns:a16="http://schemas.microsoft.com/office/drawing/2014/main" id="{6281AE0F-A627-427A-837A-5B065EB28F2F}"/>
              </a:ext>
            </a:extLst>
          </p:cNvPr>
          <p:cNvSpPr/>
          <p:nvPr/>
        </p:nvSpPr>
        <p:spPr>
          <a:xfrm>
            <a:off x="8501319" y="2604854"/>
            <a:ext cx="954646" cy="307777"/>
          </a:xfrm>
          <a:prstGeom prst="rect">
            <a:avLst/>
          </a:prstGeom>
        </p:spPr>
        <p:txBody>
          <a:bodyPr wrap="square">
            <a:spAutoFit/>
          </a:bodyPr>
          <a:lstStyle/>
          <a:p>
            <a:pPr algn="ctr"/>
            <a:r>
              <a:rPr lang="en-US" altLang="ko-KR" sz="1400" dirty="0">
                <a:latin typeface="Arial" panose="020B0604020202020204" pitchFamily="34" charset="0"/>
                <a:cs typeface="Arial" panose="020B0604020202020204" pitchFamily="34" charset="0"/>
              </a:rPr>
              <a:t>QDs</a:t>
            </a:r>
            <a:endParaRPr lang="ko-KR" altLang="en-US" sz="1400" dirty="0">
              <a:latin typeface="Arial" panose="020B0604020202020204" pitchFamily="34" charset="0"/>
              <a:cs typeface="Arial" panose="020B0604020202020204" pitchFamily="34" charset="0"/>
            </a:endParaRPr>
          </a:p>
        </p:txBody>
      </p:sp>
      <p:cxnSp>
        <p:nvCxnSpPr>
          <p:cNvPr id="89" name="직선 연결선 88">
            <a:extLst>
              <a:ext uri="{FF2B5EF4-FFF2-40B4-BE49-F238E27FC236}">
                <a16:creationId xmlns:a16="http://schemas.microsoft.com/office/drawing/2014/main" id="{40B8E738-CF04-43A9-8CCA-2CD3A1029401}"/>
              </a:ext>
            </a:extLst>
          </p:cNvPr>
          <p:cNvCxnSpPr/>
          <p:nvPr/>
        </p:nvCxnSpPr>
        <p:spPr>
          <a:xfrm>
            <a:off x="9357405" y="1039881"/>
            <a:ext cx="0" cy="1129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타원 89">
            <a:extLst>
              <a:ext uri="{FF2B5EF4-FFF2-40B4-BE49-F238E27FC236}">
                <a16:creationId xmlns:a16="http://schemas.microsoft.com/office/drawing/2014/main" id="{BFA62EDE-1B82-4222-A925-B9499C76D617}"/>
              </a:ext>
            </a:extLst>
          </p:cNvPr>
          <p:cNvSpPr/>
          <p:nvPr/>
        </p:nvSpPr>
        <p:spPr>
          <a:xfrm>
            <a:off x="11120080" y="912192"/>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1" name="직선 화살표 연결선 90">
            <a:extLst>
              <a:ext uri="{FF2B5EF4-FFF2-40B4-BE49-F238E27FC236}">
                <a16:creationId xmlns:a16="http://schemas.microsoft.com/office/drawing/2014/main" id="{0CBCE516-B5A0-42E2-ABB4-5E8FC0C5AA59}"/>
              </a:ext>
            </a:extLst>
          </p:cNvPr>
          <p:cNvCxnSpPr/>
          <p:nvPr/>
        </p:nvCxnSpPr>
        <p:spPr>
          <a:xfrm flipV="1">
            <a:off x="11956893" y="2167084"/>
            <a:ext cx="1396" cy="32816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2" name="직사각형 91">
            <a:extLst>
              <a:ext uri="{FF2B5EF4-FFF2-40B4-BE49-F238E27FC236}">
                <a16:creationId xmlns:a16="http://schemas.microsoft.com/office/drawing/2014/main" id="{A5275EA0-72D9-422C-BF36-41887219BC67}"/>
              </a:ext>
            </a:extLst>
          </p:cNvPr>
          <p:cNvSpPr/>
          <p:nvPr/>
        </p:nvSpPr>
        <p:spPr>
          <a:xfrm>
            <a:off x="8046648" y="2641031"/>
            <a:ext cx="654346" cy="276999"/>
          </a:xfrm>
          <a:prstGeom prst="rect">
            <a:avLst/>
          </a:prstGeom>
        </p:spPr>
        <p:txBody>
          <a:bodyPr wrap="none">
            <a:spAutoFit/>
          </a:bodyPr>
          <a:lstStyle/>
          <a:p>
            <a:r>
              <a:rPr lang="en-US" altLang="ko-KR" sz="1200" dirty="0">
                <a:latin typeface="Arial" panose="020B0604020202020204" pitchFamily="34" charset="0"/>
                <a:cs typeface="Arial" panose="020B0604020202020204" pitchFamily="34" charset="0"/>
              </a:rPr>
              <a:t>35 nm </a:t>
            </a:r>
            <a:endParaRPr lang="ko-KR" altLang="en-US" sz="1200" dirty="0"/>
          </a:p>
        </p:txBody>
      </p:sp>
      <p:sp>
        <p:nvSpPr>
          <p:cNvPr id="93" name="직사각형 92">
            <a:extLst>
              <a:ext uri="{FF2B5EF4-FFF2-40B4-BE49-F238E27FC236}">
                <a16:creationId xmlns:a16="http://schemas.microsoft.com/office/drawing/2014/main" id="{65CE105B-D829-4FA3-8E76-99B6327964C3}"/>
              </a:ext>
            </a:extLst>
          </p:cNvPr>
          <p:cNvSpPr/>
          <p:nvPr/>
        </p:nvSpPr>
        <p:spPr>
          <a:xfrm>
            <a:off x="10378020" y="2486008"/>
            <a:ext cx="576504" cy="107947"/>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직사각형 93">
            <a:extLst>
              <a:ext uri="{FF2B5EF4-FFF2-40B4-BE49-F238E27FC236}">
                <a16:creationId xmlns:a16="http://schemas.microsoft.com/office/drawing/2014/main" id="{CEDB30C1-7B2E-475E-9773-72A20677A1F5}"/>
              </a:ext>
            </a:extLst>
          </p:cNvPr>
          <p:cNvSpPr/>
          <p:nvPr/>
        </p:nvSpPr>
        <p:spPr>
          <a:xfrm>
            <a:off x="8074240" y="2507685"/>
            <a:ext cx="553931" cy="83860"/>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타원 94">
            <a:extLst>
              <a:ext uri="{FF2B5EF4-FFF2-40B4-BE49-F238E27FC236}">
                <a16:creationId xmlns:a16="http://schemas.microsoft.com/office/drawing/2014/main" id="{7FA7D32E-4A0E-423C-9604-E3EADA29B5EB}"/>
              </a:ext>
            </a:extLst>
          </p:cNvPr>
          <p:cNvSpPr/>
          <p:nvPr/>
        </p:nvSpPr>
        <p:spPr>
          <a:xfrm>
            <a:off x="8988617" y="2424558"/>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타원 95">
            <a:extLst>
              <a:ext uri="{FF2B5EF4-FFF2-40B4-BE49-F238E27FC236}">
                <a16:creationId xmlns:a16="http://schemas.microsoft.com/office/drawing/2014/main" id="{759EFE80-43D6-4339-B214-3ABFBE1652F0}"/>
              </a:ext>
            </a:extLst>
          </p:cNvPr>
          <p:cNvSpPr/>
          <p:nvPr/>
        </p:nvSpPr>
        <p:spPr>
          <a:xfrm>
            <a:off x="8796287" y="2424558"/>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a:extLst>
              <a:ext uri="{FF2B5EF4-FFF2-40B4-BE49-F238E27FC236}">
                <a16:creationId xmlns:a16="http://schemas.microsoft.com/office/drawing/2014/main" id="{EC2E74D2-660D-4C1D-AD65-CB85C5952E35}"/>
              </a:ext>
            </a:extLst>
          </p:cNvPr>
          <p:cNvSpPr/>
          <p:nvPr/>
        </p:nvSpPr>
        <p:spPr>
          <a:xfrm>
            <a:off x="8637802" y="2419412"/>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직사각형 97">
            <a:extLst>
              <a:ext uri="{FF2B5EF4-FFF2-40B4-BE49-F238E27FC236}">
                <a16:creationId xmlns:a16="http://schemas.microsoft.com/office/drawing/2014/main" id="{E2EB3976-0CED-4CBB-A9D2-65637E1CEA4D}"/>
              </a:ext>
            </a:extLst>
          </p:cNvPr>
          <p:cNvSpPr/>
          <p:nvPr/>
        </p:nvSpPr>
        <p:spPr>
          <a:xfrm>
            <a:off x="9198647" y="2168143"/>
            <a:ext cx="640825" cy="423692"/>
          </a:xfrm>
          <a:prstGeom prst="rect">
            <a:avLst/>
          </a:prstGeom>
          <a:gradFill flip="none" rotWithShape="1">
            <a:gsLst>
              <a:gs pos="0">
                <a:schemeClr val="accent4">
                  <a:lumMod val="75000"/>
                  <a:shade val="30000"/>
                  <a:satMod val="115000"/>
                </a:schemeClr>
              </a:gs>
              <a:gs pos="50000">
                <a:schemeClr val="accent4">
                  <a:lumMod val="75000"/>
                  <a:shade val="67500"/>
                  <a:satMod val="115000"/>
                </a:schemeClr>
              </a:gs>
              <a:gs pos="100000">
                <a:schemeClr val="accent4">
                  <a:lumMod val="7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직사각형 98">
            <a:extLst>
              <a:ext uri="{FF2B5EF4-FFF2-40B4-BE49-F238E27FC236}">
                <a16:creationId xmlns:a16="http://schemas.microsoft.com/office/drawing/2014/main" id="{21A11FEF-FA3D-43C7-A9A4-677F2346EE67}"/>
              </a:ext>
            </a:extLst>
          </p:cNvPr>
          <p:cNvSpPr/>
          <p:nvPr/>
        </p:nvSpPr>
        <p:spPr>
          <a:xfrm>
            <a:off x="9137933" y="2161639"/>
            <a:ext cx="772713" cy="369332"/>
          </a:xfrm>
          <a:prstGeom prst="rect">
            <a:avLst/>
          </a:prstGeom>
        </p:spPr>
        <p:txBody>
          <a:bodyPr wrap="square">
            <a:spAutoFit/>
          </a:bodyPr>
          <a:lstStyle/>
          <a:p>
            <a:pPr algn="ctr"/>
            <a:r>
              <a:rPr lang="en-US" altLang="ko-KR" dirty="0">
                <a:latin typeface="Arial" panose="020B0604020202020204" pitchFamily="34" charset="0"/>
                <a:cs typeface="Arial" panose="020B0604020202020204" pitchFamily="34" charset="0"/>
              </a:rPr>
              <a:t>Au</a:t>
            </a:r>
            <a:endParaRPr lang="ko-KR" altLang="en-US" sz="1400" dirty="0">
              <a:latin typeface="Arial" panose="020B0604020202020204" pitchFamily="34" charset="0"/>
              <a:cs typeface="Arial" panose="020B0604020202020204" pitchFamily="34" charset="0"/>
            </a:endParaRPr>
          </a:p>
        </p:txBody>
      </p:sp>
      <p:sp>
        <p:nvSpPr>
          <p:cNvPr id="100" name="직사각형 99">
            <a:extLst>
              <a:ext uri="{FF2B5EF4-FFF2-40B4-BE49-F238E27FC236}">
                <a16:creationId xmlns:a16="http://schemas.microsoft.com/office/drawing/2014/main" id="{A7725C19-C67F-4B43-B803-0416D5E247DF}"/>
              </a:ext>
            </a:extLst>
          </p:cNvPr>
          <p:cNvSpPr/>
          <p:nvPr/>
        </p:nvSpPr>
        <p:spPr>
          <a:xfrm>
            <a:off x="9203624" y="2515304"/>
            <a:ext cx="640755" cy="84151"/>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자유형 52">
            <a:extLst>
              <a:ext uri="{FF2B5EF4-FFF2-40B4-BE49-F238E27FC236}">
                <a16:creationId xmlns:a16="http://schemas.microsoft.com/office/drawing/2014/main" id="{1EC3996E-1FF8-42F6-AD93-D941ECABE62C}"/>
              </a:ext>
            </a:extLst>
          </p:cNvPr>
          <p:cNvSpPr/>
          <p:nvPr/>
        </p:nvSpPr>
        <p:spPr>
          <a:xfrm rot="10800000">
            <a:off x="8660886" y="2354245"/>
            <a:ext cx="494007" cy="153973"/>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자유형 53">
            <a:extLst>
              <a:ext uri="{FF2B5EF4-FFF2-40B4-BE49-F238E27FC236}">
                <a16:creationId xmlns:a16="http://schemas.microsoft.com/office/drawing/2014/main" id="{C0679C87-3990-4824-B25A-916092FBE57D}"/>
              </a:ext>
            </a:extLst>
          </p:cNvPr>
          <p:cNvSpPr/>
          <p:nvPr/>
        </p:nvSpPr>
        <p:spPr>
          <a:xfrm rot="10800000">
            <a:off x="9844982" y="2369685"/>
            <a:ext cx="494007" cy="153973"/>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a:extLst>
              <a:ext uri="{FF2B5EF4-FFF2-40B4-BE49-F238E27FC236}">
                <a16:creationId xmlns:a16="http://schemas.microsoft.com/office/drawing/2014/main" id="{E87AEADC-1A31-45FA-A351-39B53A9D92ED}"/>
              </a:ext>
            </a:extLst>
          </p:cNvPr>
          <p:cNvSpPr/>
          <p:nvPr/>
        </p:nvSpPr>
        <p:spPr>
          <a:xfrm>
            <a:off x="10175986" y="2720274"/>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a:extLst>
              <a:ext uri="{FF2B5EF4-FFF2-40B4-BE49-F238E27FC236}">
                <a16:creationId xmlns:a16="http://schemas.microsoft.com/office/drawing/2014/main" id="{CB17D921-3678-4788-A1EF-CD105FE44C00}"/>
              </a:ext>
            </a:extLst>
          </p:cNvPr>
          <p:cNvSpPr/>
          <p:nvPr/>
        </p:nvSpPr>
        <p:spPr>
          <a:xfrm>
            <a:off x="10009056" y="2752024"/>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타원 104">
            <a:extLst>
              <a:ext uri="{FF2B5EF4-FFF2-40B4-BE49-F238E27FC236}">
                <a16:creationId xmlns:a16="http://schemas.microsoft.com/office/drawing/2014/main" id="{DB9AF18B-5692-4AA3-834D-A8CF3373F9CB}"/>
              </a:ext>
            </a:extLst>
          </p:cNvPr>
          <p:cNvSpPr/>
          <p:nvPr/>
        </p:nvSpPr>
        <p:spPr>
          <a:xfrm>
            <a:off x="9825171" y="2715128"/>
            <a:ext cx="183784" cy="1837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자유형 57">
            <a:extLst>
              <a:ext uri="{FF2B5EF4-FFF2-40B4-BE49-F238E27FC236}">
                <a16:creationId xmlns:a16="http://schemas.microsoft.com/office/drawing/2014/main" id="{D2C34E4E-B397-4732-8E06-B8C00D86DD7B}"/>
              </a:ext>
            </a:extLst>
          </p:cNvPr>
          <p:cNvSpPr/>
          <p:nvPr/>
        </p:nvSpPr>
        <p:spPr>
          <a:xfrm>
            <a:off x="9687425" y="2661336"/>
            <a:ext cx="892266" cy="257177"/>
          </a:xfrm>
          <a:custGeom>
            <a:avLst/>
            <a:gdLst>
              <a:gd name="connsiteX0" fmla="*/ 0 w 2328863"/>
              <a:gd name="connsiteY0" fmla="*/ 138112 h 257177"/>
              <a:gd name="connsiteX1" fmla="*/ 14288 w 2328863"/>
              <a:gd name="connsiteY1" fmla="*/ 161925 h 257177"/>
              <a:gd name="connsiteX2" fmla="*/ 57150 w 2328863"/>
              <a:gd name="connsiteY2" fmla="*/ 180975 h 257177"/>
              <a:gd name="connsiteX3" fmla="*/ 71438 w 2328863"/>
              <a:gd name="connsiteY3" fmla="*/ 190500 h 257177"/>
              <a:gd name="connsiteX4" fmla="*/ 100013 w 2328863"/>
              <a:gd name="connsiteY4" fmla="*/ 200025 h 257177"/>
              <a:gd name="connsiteX5" fmla="*/ 157163 w 2328863"/>
              <a:gd name="connsiteY5" fmla="*/ 223837 h 257177"/>
              <a:gd name="connsiteX6" fmla="*/ 247650 w 2328863"/>
              <a:gd name="connsiteY6" fmla="*/ 219075 h 257177"/>
              <a:gd name="connsiteX7" fmla="*/ 261938 w 2328863"/>
              <a:gd name="connsiteY7" fmla="*/ 209550 h 257177"/>
              <a:gd name="connsiteX8" fmla="*/ 276225 w 2328863"/>
              <a:gd name="connsiteY8" fmla="*/ 204787 h 257177"/>
              <a:gd name="connsiteX9" fmla="*/ 300038 w 2328863"/>
              <a:gd name="connsiteY9" fmla="*/ 180975 h 257177"/>
              <a:gd name="connsiteX10" fmla="*/ 323850 w 2328863"/>
              <a:gd name="connsiteY10" fmla="*/ 161925 h 257177"/>
              <a:gd name="connsiteX11" fmla="*/ 366713 w 2328863"/>
              <a:gd name="connsiteY11" fmla="*/ 133350 h 257177"/>
              <a:gd name="connsiteX12" fmla="*/ 381000 w 2328863"/>
              <a:gd name="connsiteY12" fmla="*/ 123825 h 257177"/>
              <a:gd name="connsiteX13" fmla="*/ 419100 w 2328863"/>
              <a:gd name="connsiteY13" fmla="*/ 100012 h 257177"/>
              <a:gd name="connsiteX14" fmla="*/ 433388 w 2328863"/>
              <a:gd name="connsiteY14" fmla="*/ 90487 h 257177"/>
              <a:gd name="connsiteX15" fmla="*/ 461963 w 2328863"/>
              <a:gd name="connsiteY15" fmla="*/ 80962 h 257177"/>
              <a:gd name="connsiteX16" fmla="*/ 490538 w 2328863"/>
              <a:gd name="connsiteY16" fmla="*/ 61912 h 257177"/>
              <a:gd name="connsiteX17" fmla="*/ 519113 w 2328863"/>
              <a:gd name="connsiteY17" fmla="*/ 47625 h 257177"/>
              <a:gd name="connsiteX18" fmla="*/ 576263 w 2328863"/>
              <a:gd name="connsiteY18" fmla="*/ 52387 h 257177"/>
              <a:gd name="connsiteX19" fmla="*/ 595313 w 2328863"/>
              <a:gd name="connsiteY19" fmla="*/ 80962 h 257177"/>
              <a:gd name="connsiteX20" fmla="*/ 609600 w 2328863"/>
              <a:gd name="connsiteY20" fmla="*/ 90487 h 257177"/>
              <a:gd name="connsiteX21" fmla="*/ 614363 w 2328863"/>
              <a:gd name="connsiteY21" fmla="*/ 104775 h 257177"/>
              <a:gd name="connsiteX22" fmla="*/ 633413 w 2328863"/>
              <a:gd name="connsiteY22" fmla="*/ 133350 h 257177"/>
              <a:gd name="connsiteX23" fmla="*/ 652463 w 2328863"/>
              <a:gd name="connsiteY23" fmla="*/ 161925 h 257177"/>
              <a:gd name="connsiteX24" fmla="*/ 657225 w 2328863"/>
              <a:gd name="connsiteY24" fmla="*/ 176212 h 257177"/>
              <a:gd name="connsiteX25" fmla="*/ 681038 w 2328863"/>
              <a:gd name="connsiteY25" fmla="*/ 200025 h 257177"/>
              <a:gd name="connsiteX26" fmla="*/ 704850 w 2328863"/>
              <a:gd name="connsiteY26" fmla="*/ 228600 h 257177"/>
              <a:gd name="connsiteX27" fmla="*/ 719138 w 2328863"/>
              <a:gd name="connsiteY27" fmla="*/ 233362 h 257177"/>
              <a:gd name="connsiteX28" fmla="*/ 762000 w 2328863"/>
              <a:gd name="connsiteY28" fmla="*/ 252412 h 257177"/>
              <a:gd name="connsiteX29" fmla="*/ 776288 w 2328863"/>
              <a:gd name="connsiteY29" fmla="*/ 257175 h 257177"/>
              <a:gd name="connsiteX30" fmla="*/ 866775 w 2328863"/>
              <a:gd name="connsiteY30" fmla="*/ 247650 h 257177"/>
              <a:gd name="connsiteX31" fmla="*/ 881063 w 2328863"/>
              <a:gd name="connsiteY31" fmla="*/ 238125 h 257177"/>
              <a:gd name="connsiteX32" fmla="*/ 900113 w 2328863"/>
              <a:gd name="connsiteY32" fmla="*/ 209550 h 257177"/>
              <a:gd name="connsiteX33" fmla="*/ 909638 w 2328863"/>
              <a:gd name="connsiteY33" fmla="*/ 195262 h 257177"/>
              <a:gd name="connsiteX34" fmla="*/ 928688 w 2328863"/>
              <a:gd name="connsiteY34" fmla="*/ 152400 h 257177"/>
              <a:gd name="connsiteX35" fmla="*/ 942975 w 2328863"/>
              <a:gd name="connsiteY35" fmla="*/ 142875 h 257177"/>
              <a:gd name="connsiteX36" fmla="*/ 957263 w 2328863"/>
              <a:gd name="connsiteY36" fmla="*/ 128587 h 257177"/>
              <a:gd name="connsiteX37" fmla="*/ 1009650 w 2328863"/>
              <a:gd name="connsiteY37" fmla="*/ 114300 h 257177"/>
              <a:gd name="connsiteX38" fmla="*/ 1023938 w 2328863"/>
              <a:gd name="connsiteY38" fmla="*/ 109537 h 257177"/>
              <a:gd name="connsiteX39" fmla="*/ 1047750 w 2328863"/>
              <a:gd name="connsiteY39" fmla="*/ 104775 h 257177"/>
              <a:gd name="connsiteX40" fmla="*/ 1109663 w 2328863"/>
              <a:gd name="connsiteY40" fmla="*/ 109537 h 257177"/>
              <a:gd name="connsiteX41" fmla="*/ 1123950 w 2328863"/>
              <a:gd name="connsiteY41" fmla="*/ 119062 h 257177"/>
              <a:gd name="connsiteX42" fmla="*/ 1147763 w 2328863"/>
              <a:gd name="connsiteY42" fmla="*/ 147637 h 257177"/>
              <a:gd name="connsiteX43" fmla="*/ 1162050 w 2328863"/>
              <a:gd name="connsiteY43" fmla="*/ 157162 h 257177"/>
              <a:gd name="connsiteX44" fmla="*/ 1190625 w 2328863"/>
              <a:gd name="connsiteY44" fmla="*/ 176212 h 257177"/>
              <a:gd name="connsiteX45" fmla="*/ 1347788 w 2328863"/>
              <a:gd name="connsiteY45" fmla="*/ 171450 h 257177"/>
              <a:gd name="connsiteX46" fmla="*/ 1366838 w 2328863"/>
              <a:gd name="connsiteY46" fmla="*/ 142875 h 257177"/>
              <a:gd name="connsiteX47" fmla="*/ 1385888 w 2328863"/>
              <a:gd name="connsiteY47" fmla="*/ 100012 h 257177"/>
              <a:gd name="connsiteX48" fmla="*/ 1395413 w 2328863"/>
              <a:gd name="connsiteY48" fmla="*/ 80962 h 257177"/>
              <a:gd name="connsiteX49" fmla="*/ 1414463 w 2328863"/>
              <a:gd name="connsiteY49" fmla="*/ 71437 h 257177"/>
              <a:gd name="connsiteX50" fmla="*/ 1452563 w 2328863"/>
              <a:gd name="connsiteY50" fmla="*/ 38100 h 257177"/>
              <a:gd name="connsiteX51" fmla="*/ 1466850 w 2328863"/>
              <a:gd name="connsiteY51" fmla="*/ 28575 h 257177"/>
              <a:gd name="connsiteX52" fmla="*/ 1485900 w 2328863"/>
              <a:gd name="connsiteY52" fmla="*/ 23812 h 257177"/>
              <a:gd name="connsiteX53" fmla="*/ 1504950 w 2328863"/>
              <a:gd name="connsiteY53" fmla="*/ 14287 h 257177"/>
              <a:gd name="connsiteX54" fmla="*/ 1543050 w 2328863"/>
              <a:gd name="connsiteY54" fmla="*/ 9525 h 257177"/>
              <a:gd name="connsiteX55" fmla="*/ 1585913 w 2328863"/>
              <a:gd name="connsiteY55" fmla="*/ 0 h 257177"/>
              <a:gd name="connsiteX56" fmla="*/ 1695450 w 2328863"/>
              <a:gd name="connsiteY56" fmla="*/ 4762 h 257177"/>
              <a:gd name="connsiteX57" fmla="*/ 1724025 w 2328863"/>
              <a:gd name="connsiteY57" fmla="*/ 33337 h 257177"/>
              <a:gd name="connsiteX58" fmla="*/ 1738313 w 2328863"/>
              <a:gd name="connsiteY58" fmla="*/ 47625 h 257177"/>
              <a:gd name="connsiteX59" fmla="*/ 1766888 w 2328863"/>
              <a:gd name="connsiteY59" fmla="*/ 71437 h 257177"/>
              <a:gd name="connsiteX60" fmla="*/ 1781175 w 2328863"/>
              <a:gd name="connsiteY60" fmla="*/ 85725 h 257177"/>
              <a:gd name="connsiteX61" fmla="*/ 1809750 w 2328863"/>
              <a:gd name="connsiteY61" fmla="*/ 109537 h 257177"/>
              <a:gd name="connsiteX62" fmla="*/ 1819275 w 2328863"/>
              <a:gd name="connsiteY62" fmla="*/ 123825 h 257177"/>
              <a:gd name="connsiteX63" fmla="*/ 1833563 w 2328863"/>
              <a:gd name="connsiteY63" fmla="*/ 138112 h 257177"/>
              <a:gd name="connsiteX64" fmla="*/ 1843088 w 2328863"/>
              <a:gd name="connsiteY64" fmla="*/ 152400 h 257177"/>
              <a:gd name="connsiteX65" fmla="*/ 1857375 w 2328863"/>
              <a:gd name="connsiteY65" fmla="*/ 161925 h 257177"/>
              <a:gd name="connsiteX66" fmla="*/ 1885950 w 2328863"/>
              <a:gd name="connsiteY66" fmla="*/ 180975 h 257177"/>
              <a:gd name="connsiteX67" fmla="*/ 1914525 w 2328863"/>
              <a:gd name="connsiteY67" fmla="*/ 204787 h 257177"/>
              <a:gd name="connsiteX68" fmla="*/ 1928813 w 2328863"/>
              <a:gd name="connsiteY68" fmla="*/ 209550 h 257177"/>
              <a:gd name="connsiteX69" fmla="*/ 1943100 w 2328863"/>
              <a:gd name="connsiteY69" fmla="*/ 219075 h 257177"/>
              <a:gd name="connsiteX70" fmla="*/ 2028825 w 2328863"/>
              <a:gd name="connsiteY70" fmla="*/ 228600 h 257177"/>
              <a:gd name="connsiteX71" fmla="*/ 2090738 w 2328863"/>
              <a:gd name="connsiteY71" fmla="*/ 219075 h 257177"/>
              <a:gd name="connsiteX72" fmla="*/ 2119313 w 2328863"/>
              <a:gd name="connsiteY72" fmla="*/ 195262 h 257177"/>
              <a:gd name="connsiteX73" fmla="*/ 2133600 w 2328863"/>
              <a:gd name="connsiteY73" fmla="*/ 190500 h 257177"/>
              <a:gd name="connsiteX74" fmla="*/ 2147888 w 2328863"/>
              <a:gd name="connsiteY74" fmla="*/ 176212 h 257177"/>
              <a:gd name="connsiteX75" fmla="*/ 2181225 w 2328863"/>
              <a:gd name="connsiteY75" fmla="*/ 166687 h 257177"/>
              <a:gd name="connsiteX76" fmla="*/ 2209800 w 2328863"/>
              <a:gd name="connsiteY76" fmla="*/ 157162 h 257177"/>
              <a:gd name="connsiteX77" fmla="*/ 2309813 w 2328863"/>
              <a:gd name="connsiteY77" fmla="*/ 147637 h 257177"/>
              <a:gd name="connsiteX78" fmla="*/ 2328863 w 2328863"/>
              <a:gd name="connsiteY78" fmla="*/ 133350 h 2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328863" h="257177">
                <a:moveTo>
                  <a:pt x="0" y="138112"/>
                </a:moveTo>
                <a:cubicBezTo>
                  <a:pt x="4763" y="146050"/>
                  <a:pt x="8264" y="154897"/>
                  <a:pt x="14288" y="161925"/>
                </a:cubicBezTo>
                <a:cubicBezTo>
                  <a:pt x="27212" y="177003"/>
                  <a:pt x="40191" y="169669"/>
                  <a:pt x="57150" y="180975"/>
                </a:cubicBezTo>
                <a:cubicBezTo>
                  <a:pt x="61913" y="184150"/>
                  <a:pt x="66207" y="188175"/>
                  <a:pt x="71438" y="190500"/>
                </a:cubicBezTo>
                <a:cubicBezTo>
                  <a:pt x="80613" y="194578"/>
                  <a:pt x="91659" y="194456"/>
                  <a:pt x="100013" y="200025"/>
                </a:cubicBezTo>
                <a:cubicBezTo>
                  <a:pt x="136623" y="224431"/>
                  <a:pt x="117296" y="217193"/>
                  <a:pt x="157163" y="223837"/>
                </a:cubicBezTo>
                <a:cubicBezTo>
                  <a:pt x="187325" y="222250"/>
                  <a:pt x="217723" y="223156"/>
                  <a:pt x="247650" y="219075"/>
                </a:cubicBezTo>
                <a:cubicBezTo>
                  <a:pt x="253321" y="218302"/>
                  <a:pt x="256818" y="212110"/>
                  <a:pt x="261938" y="209550"/>
                </a:cubicBezTo>
                <a:cubicBezTo>
                  <a:pt x="266428" y="207305"/>
                  <a:pt x="271463" y="206375"/>
                  <a:pt x="276225" y="204787"/>
                </a:cubicBezTo>
                <a:cubicBezTo>
                  <a:pt x="301627" y="166685"/>
                  <a:pt x="268285" y="212728"/>
                  <a:pt x="300038" y="180975"/>
                </a:cubicBezTo>
                <a:cubicBezTo>
                  <a:pt x="321580" y="159433"/>
                  <a:pt x="296036" y="171196"/>
                  <a:pt x="323850" y="161925"/>
                </a:cubicBezTo>
                <a:lnTo>
                  <a:pt x="366713" y="133350"/>
                </a:lnTo>
                <a:lnTo>
                  <a:pt x="381000" y="123825"/>
                </a:lnTo>
                <a:cubicBezTo>
                  <a:pt x="403848" y="89553"/>
                  <a:pt x="371495" y="131748"/>
                  <a:pt x="419100" y="100012"/>
                </a:cubicBezTo>
                <a:cubicBezTo>
                  <a:pt x="423863" y="96837"/>
                  <a:pt x="428157" y="92812"/>
                  <a:pt x="433388" y="90487"/>
                </a:cubicBezTo>
                <a:cubicBezTo>
                  <a:pt x="442563" y="86409"/>
                  <a:pt x="461963" y="80962"/>
                  <a:pt x="461963" y="80962"/>
                </a:cubicBezTo>
                <a:cubicBezTo>
                  <a:pt x="489046" y="53879"/>
                  <a:pt x="462968" y="75697"/>
                  <a:pt x="490538" y="61912"/>
                </a:cubicBezTo>
                <a:cubicBezTo>
                  <a:pt x="527460" y="43451"/>
                  <a:pt x="483206" y="59592"/>
                  <a:pt x="519113" y="47625"/>
                </a:cubicBezTo>
                <a:cubicBezTo>
                  <a:pt x="538163" y="49212"/>
                  <a:pt x="558750" y="44725"/>
                  <a:pt x="576263" y="52387"/>
                </a:cubicBezTo>
                <a:cubicBezTo>
                  <a:pt x="586751" y="56975"/>
                  <a:pt x="585788" y="74612"/>
                  <a:pt x="595313" y="80962"/>
                </a:cubicBezTo>
                <a:lnTo>
                  <a:pt x="609600" y="90487"/>
                </a:lnTo>
                <a:cubicBezTo>
                  <a:pt x="611188" y="95250"/>
                  <a:pt x="611925" y="100386"/>
                  <a:pt x="614363" y="104775"/>
                </a:cubicBezTo>
                <a:cubicBezTo>
                  <a:pt x="619922" y="114782"/>
                  <a:pt x="633413" y="133350"/>
                  <a:pt x="633413" y="133350"/>
                </a:cubicBezTo>
                <a:cubicBezTo>
                  <a:pt x="644736" y="167320"/>
                  <a:pt x="628680" y="126251"/>
                  <a:pt x="652463" y="161925"/>
                </a:cubicBezTo>
                <a:cubicBezTo>
                  <a:pt x="655248" y="166102"/>
                  <a:pt x="654980" y="171722"/>
                  <a:pt x="657225" y="176212"/>
                </a:cubicBezTo>
                <a:cubicBezTo>
                  <a:pt x="665163" y="192088"/>
                  <a:pt x="666750" y="190500"/>
                  <a:pt x="681038" y="200025"/>
                </a:cubicBezTo>
                <a:cubicBezTo>
                  <a:pt x="688065" y="210565"/>
                  <a:pt x="693852" y="221268"/>
                  <a:pt x="704850" y="228600"/>
                </a:cubicBezTo>
                <a:cubicBezTo>
                  <a:pt x="709027" y="231385"/>
                  <a:pt x="714375" y="231775"/>
                  <a:pt x="719138" y="233362"/>
                </a:cubicBezTo>
                <a:cubicBezTo>
                  <a:pt x="741779" y="248457"/>
                  <a:pt x="727994" y="241076"/>
                  <a:pt x="762000" y="252412"/>
                </a:cubicBezTo>
                <a:lnTo>
                  <a:pt x="776288" y="257175"/>
                </a:lnTo>
                <a:cubicBezTo>
                  <a:pt x="783269" y="256739"/>
                  <a:pt x="842986" y="259544"/>
                  <a:pt x="866775" y="247650"/>
                </a:cubicBezTo>
                <a:cubicBezTo>
                  <a:pt x="871895" y="245090"/>
                  <a:pt x="876300" y="241300"/>
                  <a:pt x="881063" y="238125"/>
                </a:cubicBezTo>
                <a:lnTo>
                  <a:pt x="900113" y="209550"/>
                </a:lnTo>
                <a:lnTo>
                  <a:pt x="909638" y="195262"/>
                </a:lnTo>
                <a:cubicBezTo>
                  <a:pt x="914354" y="181114"/>
                  <a:pt x="917367" y="163721"/>
                  <a:pt x="928688" y="152400"/>
                </a:cubicBezTo>
                <a:cubicBezTo>
                  <a:pt x="932735" y="148353"/>
                  <a:pt x="938578" y="146539"/>
                  <a:pt x="942975" y="142875"/>
                </a:cubicBezTo>
                <a:cubicBezTo>
                  <a:pt x="948149" y="138563"/>
                  <a:pt x="951375" y="131858"/>
                  <a:pt x="957263" y="128587"/>
                </a:cubicBezTo>
                <a:cubicBezTo>
                  <a:pt x="973984" y="119297"/>
                  <a:pt x="991740" y="118777"/>
                  <a:pt x="1009650" y="114300"/>
                </a:cubicBezTo>
                <a:cubicBezTo>
                  <a:pt x="1014520" y="113082"/>
                  <a:pt x="1019068" y="110755"/>
                  <a:pt x="1023938" y="109537"/>
                </a:cubicBezTo>
                <a:cubicBezTo>
                  <a:pt x="1031791" y="107574"/>
                  <a:pt x="1039813" y="106362"/>
                  <a:pt x="1047750" y="104775"/>
                </a:cubicBezTo>
                <a:cubicBezTo>
                  <a:pt x="1068388" y="106362"/>
                  <a:pt x="1089319" y="105723"/>
                  <a:pt x="1109663" y="109537"/>
                </a:cubicBezTo>
                <a:cubicBezTo>
                  <a:pt x="1115289" y="110592"/>
                  <a:pt x="1119553" y="115398"/>
                  <a:pt x="1123950" y="119062"/>
                </a:cubicBezTo>
                <a:cubicBezTo>
                  <a:pt x="1170766" y="158076"/>
                  <a:pt x="1110299" y="110173"/>
                  <a:pt x="1147763" y="147637"/>
                </a:cubicBezTo>
                <a:cubicBezTo>
                  <a:pt x="1151810" y="151684"/>
                  <a:pt x="1157653" y="153498"/>
                  <a:pt x="1162050" y="157162"/>
                </a:cubicBezTo>
                <a:cubicBezTo>
                  <a:pt x="1185832" y="176981"/>
                  <a:pt x="1165518" y="167843"/>
                  <a:pt x="1190625" y="176212"/>
                </a:cubicBezTo>
                <a:cubicBezTo>
                  <a:pt x="1243013" y="174625"/>
                  <a:pt x="1296290" y="181193"/>
                  <a:pt x="1347788" y="171450"/>
                </a:cubicBezTo>
                <a:cubicBezTo>
                  <a:pt x="1359036" y="169322"/>
                  <a:pt x="1366838" y="142875"/>
                  <a:pt x="1366838" y="142875"/>
                </a:cubicBezTo>
                <a:cubicBezTo>
                  <a:pt x="1383468" y="92985"/>
                  <a:pt x="1367775" y="131710"/>
                  <a:pt x="1385888" y="100012"/>
                </a:cubicBezTo>
                <a:cubicBezTo>
                  <a:pt x="1389410" y="93848"/>
                  <a:pt x="1390393" y="85982"/>
                  <a:pt x="1395413" y="80962"/>
                </a:cubicBezTo>
                <a:cubicBezTo>
                  <a:pt x="1400433" y="75942"/>
                  <a:pt x="1408113" y="74612"/>
                  <a:pt x="1414463" y="71437"/>
                </a:cubicBezTo>
                <a:cubicBezTo>
                  <a:pt x="1430338" y="47625"/>
                  <a:pt x="1419225" y="60325"/>
                  <a:pt x="1452563" y="38100"/>
                </a:cubicBezTo>
                <a:cubicBezTo>
                  <a:pt x="1457325" y="34925"/>
                  <a:pt x="1461297" y="29963"/>
                  <a:pt x="1466850" y="28575"/>
                </a:cubicBezTo>
                <a:cubicBezTo>
                  <a:pt x="1473200" y="26987"/>
                  <a:pt x="1479771" y="26110"/>
                  <a:pt x="1485900" y="23812"/>
                </a:cubicBezTo>
                <a:cubicBezTo>
                  <a:pt x="1492547" y="21319"/>
                  <a:pt x="1498062" y="16009"/>
                  <a:pt x="1504950" y="14287"/>
                </a:cubicBezTo>
                <a:cubicBezTo>
                  <a:pt x="1517367" y="11183"/>
                  <a:pt x="1530400" y="11471"/>
                  <a:pt x="1543050" y="9525"/>
                </a:cubicBezTo>
                <a:cubicBezTo>
                  <a:pt x="1558761" y="7108"/>
                  <a:pt x="1570751" y="3790"/>
                  <a:pt x="1585913" y="0"/>
                </a:cubicBezTo>
                <a:lnTo>
                  <a:pt x="1695450" y="4762"/>
                </a:lnTo>
                <a:cubicBezTo>
                  <a:pt x="1708544" y="7923"/>
                  <a:pt x="1714500" y="23812"/>
                  <a:pt x="1724025" y="33337"/>
                </a:cubicBezTo>
                <a:lnTo>
                  <a:pt x="1738313" y="47625"/>
                </a:lnTo>
                <a:cubicBezTo>
                  <a:pt x="1780061" y="89373"/>
                  <a:pt x="1727097" y="38277"/>
                  <a:pt x="1766888" y="71437"/>
                </a:cubicBezTo>
                <a:cubicBezTo>
                  <a:pt x="1772062" y="75749"/>
                  <a:pt x="1776001" y="81413"/>
                  <a:pt x="1781175" y="85725"/>
                </a:cubicBezTo>
                <a:cubicBezTo>
                  <a:pt x="1801610" y="102755"/>
                  <a:pt x="1790776" y="86768"/>
                  <a:pt x="1809750" y="109537"/>
                </a:cubicBezTo>
                <a:cubicBezTo>
                  <a:pt x="1813414" y="113934"/>
                  <a:pt x="1815611" y="119428"/>
                  <a:pt x="1819275" y="123825"/>
                </a:cubicBezTo>
                <a:cubicBezTo>
                  <a:pt x="1823587" y="128999"/>
                  <a:pt x="1829251" y="132938"/>
                  <a:pt x="1833563" y="138112"/>
                </a:cubicBezTo>
                <a:cubicBezTo>
                  <a:pt x="1837227" y="142509"/>
                  <a:pt x="1839041" y="148352"/>
                  <a:pt x="1843088" y="152400"/>
                </a:cubicBezTo>
                <a:cubicBezTo>
                  <a:pt x="1847135" y="156447"/>
                  <a:pt x="1852978" y="158261"/>
                  <a:pt x="1857375" y="161925"/>
                </a:cubicBezTo>
                <a:cubicBezTo>
                  <a:pt x="1881158" y="181743"/>
                  <a:pt x="1860843" y="172605"/>
                  <a:pt x="1885950" y="180975"/>
                </a:cubicBezTo>
                <a:cubicBezTo>
                  <a:pt x="1896482" y="191506"/>
                  <a:pt x="1901266" y="198157"/>
                  <a:pt x="1914525" y="204787"/>
                </a:cubicBezTo>
                <a:cubicBezTo>
                  <a:pt x="1919015" y="207032"/>
                  <a:pt x="1924323" y="207305"/>
                  <a:pt x="1928813" y="209550"/>
                </a:cubicBezTo>
                <a:cubicBezTo>
                  <a:pt x="1933932" y="212110"/>
                  <a:pt x="1937670" y="217265"/>
                  <a:pt x="1943100" y="219075"/>
                </a:cubicBezTo>
                <a:cubicBezTo>
                  <a:pt x="1958906" y="224344"/>
                  <a:pt x="2024657" y="228253"/>
                  <a:pt x="2028825" y="228600"/>
                </a:cubicBezTo>
                <a:cubicBezTo>
                  <a:pt x="2042474" y="227235"/>
                  <a:pt x="2073577" y="227655"/>
                  <a:pt x="2090738" y="219075"/>
                </a:cubicBezTo>
                <a:cubicBezTo>
                  <a:pt x="2121894" y="203498"/>
                  <a:pt x="2087722" y="216323"/>
                  <a:pt x="2119313" y="195262"/>
                </a:cubicBezTo>
                <a:cubicBezTo>
                  <a:pt x="2123490" y="192477"/>
                  <a:pt x="2128838" y="192087"/>
                  <a:pt x="2133600" y="190500"/>
                </a:cubicBezTo>
                <a:cubicBezTo>
                  <a:pt x="2138363" y="185737"/>
                  <a:pt x="2142284" y="179948"/>
                  <a:pt x="2147888" y="176212"/>
                </a:cubicBezTo>
                <a:cubicBezTo>
                  <a:pt x="2152250" y="173304"/>
                  <a:pt x="2178343" y="167552"/>
                  <a:pt x="2181225" y="166687"/>
                </a:cubicBezTo>
                <a:cubicBezTo>
                  <a:pt x="2190842" y="163802"/>
                  <a:pt x="2200275" y="160337"/>
                  <a:pt x="2209800" y="157162"/>
                </a:cubicBezTo>
                <a:cubicBezTo>
                  <a:pt x="2251234" y="143351"/>
                  <a:pt x="2219102" y="152677"/>
                  <a:pt x="2309813" y="147637"/>
                </a:cubicBezTo>
                <a:cubicBezTo>
                  <a:pt x="2327468" y="141753"/>
                  <a:pt x="2321855" y="147365"/>
                  <a:pt x="2328863" y="133350"/>
                </a:cubicBezTo>
              </a:path>
            </a:pathLst>
          </a:cu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타원 106">
            <a:extLst>
              <a:ext uri="{FF2B5EF4-FFF2-40B4-BE49-F238E27FC236}">
                <a16:creationId xmlns:a16="http://schemas.microsoft.com/office/drawing/2014/main" id="{D8C8D996-F4CC-4458-8A15-2AA0FEDE5090}"/>
              </a:ext>
            </a:extLst>
          </p:cNvPr>
          <p:cNvSpPr/>
          <p:nvPr/>
        </p:nvSpPr>
        <p:spPr>
          <a:xfrm>
            <a:off x="8157744" y="1367930"/>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타원 107">
            <a:extLst>
              <a:ext uri="{FF2B5EF4-FFF2-40B4-BE49-F238E27FC236}">
                <a16:creationId xmlns:a16="http://schemas.microsoft.com/office/drawing/2014/main" id="{F11861CF-C380-4323-B4B5-FC7E4844AF3B}"/>
              </a:ext>
            </a:extLst>
          </p:cNvPr>
          <p:cNvSpPr/>
          <p:nvPr/>
        </p:nvSpPr>
        <p:spPr>
          <a:xfrm>
            <a:off x="8868308" y="1419753"/>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9" name="타원 108">
            <a:extLst>
              <a:ext uri="{FF2B5EF4-FFF2-40B4-BE49-F238E27FC236}">
                <a16:creationId xmlns:a16="http://schemas.microsoft.com/office/drawing/2014/main" id="{9C9E7EF5-DC53-487E-B6BA-32A30919864A}"/>
              </a:ext>
            </a:extLst>
          </p:cNvPr>
          <p:cNvSpPr/>
          <p:nvPr/>
        </p:nvSpPr>
        <p:spPr>
          <a:xfrm>
            <a:off x="9296083" y="1373015"/>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타원 109">
            <a:extLst>
              <a:ext uri="{FF2B5EF4-FFF2-40B4-BE49-F238E27FC236}">
                <a16:creationId xmlns:a16="http://schemas.microsoft.com/office/drawing/2014/main" id="{7744F8A9-8696-4878-B648-5C76A177338E}"/>
              </a:ext>
            </a:extLst>
          </p:cNvPr>
          <p:cNvSpPr/>
          <p:nvPr/>
        </p:nvSpPr>
        <p:spPr>
          <a:xfrm>
            <a:off x="9746232" y="1501351"/>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타원 110">
            <a:extLst>
              <a:ext uri="{FF2B5EF4-FFF2-40B4-BE49-F238E27FC236}">
                <a16:creationId xmlns:a16="http://schemas.microsoft.com/office/drawing/2014/main" id="{95E2E897-BE8E-4CBE-9455-210EBEFDA046}"/>
              </a:ext>
            </a:extLst>
          </p:cNvPr>
          <p:cNvSpPr/>
          <p:nvPr/>
        </p:nvSpPr>
        <p:spPr>
          <a:xfrm>
            <a:off x="10212199" y="1385981"/>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타원 111">
            <a:extLst>
              <a:ext uri="{FF2B5EF4-FFF2-40B4-BE49-F238E27FC236}">
                <a16:creationId xmlns:a16="http://schemas.microsoft.com/office/drawing/2014/main" id="{473BF54C-747C-4864-BF95-001E9A03EE7E}"/>
              </a:ext>
            </a:extLst>
          </p:cNvPr>
          <p:cNvSpPr/>
          <p:nvPr/>
        </p:nvSpPr>
        <p:spPr>
          <a:xfrm>
            <a:off x="10554631" y="1032372"/>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타원 112">
            <a:extLst>
              <a:ext uri="{FF2B5EF4-FFF2-40B4-BE49-F238E27FC236}">
                <a16:creationId xmlns:a16="http://schemas.microsoft.com/office/drawing/2014/main" id="{A88DACC3-BF11-4D01-8084-26C0830FB8FC}"/>
              </a:ext>
            </a:extLst>
          </p:cNvPr>
          <p:cNvSpPr/>
          <p:nvPr/>
        </p:nvSpPr>
        <p:spPr>
          <a:xfrm>
            <a:off x="10266860" y="921825"/>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4" name="타원 113">
            <a:extLst>
              <a:ext uri="{FF2B5EF4-FFF2-40B4-BE49-F238E27FC236}">
                <a16:creationId xmlns:a16="http://schemas.microsoft.com/office/drawing/2014/main" id="{DDC5CE53-C9E7-48B6-82F7-B885A9724D85}"/>
              </a:ext>
            </a:extLst>
          </p:cNvPr>
          <p:cNvSpPr/>
          <p:nvPr/>
        </p:nvSpPr>
        <p:spPr>
          <a:xfrm>
            <a:off x="9659176" y="1205392"/>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타원 114">
            <a:extLst>
              <a:ext uri="{FF2B5EF4-FFF2-40B4-BE49-F238E27FC236}">
                <a16:creationId xmlns:a16="http://schemas.microsoft.com/office/drawing/2014/main" id="{36B20885-A351-4AE7-8230-7AFA121066A4}"/>
              </a:ext>
            </a:extLst>
          </p:cNvPr>
          <p:cNvSpPr/>
          <p:nvPr/>
        </p:nvSpPr>
        <p:spPr>
          <a:xfrm>
            <a:off x="8953267" y="1010528"/>
            <a:ext cx="763373" cy="763373"/>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6" name="직선 화살표 연결선 115">
            <a:extLst>
              <a:ext uri="{FF2B5EF4-FFF2-40B4-BE49-F238E27FC236}">
                <a16:creationId xmlns:a16="http://schemas.microsoft.com/office/drawing/2014/main" id="{BE07D6FE-D4B5-46D5-B224-E1F306F247AC}"/>
              </a:ext>
            </a:extLst>
          </p:cNvPr>
          <p:cNvCxnSpPr/>
          <p:nvPr/>
        </p:nvCxnSpPr>
        <p:spPr>
          <a:xfrm flipV="1">
            <a:off x="10518578" y="2607643"/>
            <a:ext cx="1396" cy="32816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7" name="직선 연결선 116">
            <a:extLst>
              <a:ext uri="{FF2B5EF4-FFF2-40B4-BE49-F238E27FC236}">
                <a16:creationId xmlns:a16="http://schemas.microsoft.com/office/drawing/2014/main" id="{D51151AD-929D-42F5-96E7-3EB5BA52171A}"/>
              </a:ext>
            </a:extLst>
          </p:cNvPr>
          <p:cNvCxnSpPr/>
          <p:nvPr/>
        </p:nvCxnSpPr>
        <p:spPr>
          <a:xfrm>
            <a:off x="10043019" y="2938074"/>
            <a:ext cx="791922" cy="31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직사각형 117">
            <a:extLst>
              <a:ext uri="{FF2B5EF4-FFF2-40B4-BE49-F238E27FC236}">
                <a16:creationId xmlns:a16="http://schemas.microsoft.com/office/drawing/2014/main" id="{42095FC5-F4C0-4946-937C-75D6E7B77F1D}"/>
              </a:ext>
            </a:extLst>
          </p:cNvPr>
          <p:cNvSpPr/>
          <p:nvPr/>
        </p:nvSpPr>
        <p:spPr>
          <a:xfrm>
            <a:off x="9317339" y="2955700"/>
            <a:ext cx="1709723" cy="276999"/>
          </a:xfrm>
          <a:prstGeom prst="rect">
            <a:avLst/>
          </a:prstGeom>
        </p:spPr>
        <p:txBody>
          <a:bodyPr wrap="square">
            <a:spAutoFit/>
          </a:bodyPr>
          <a:lstStyle/>
          <a:p>
            <a:pPr algn="ctr"/>
            <a:r>
              <a:rPr lang="en-US" altLang="ko-KR" sz="1200" dirty="0">
                <a:latin typeface="Arial" panose="020B0604020202020204" pitchFamily="34" charset="0"/>
                <a:cs typeface="Arial" panose="020B0604020202020204" pitchFamily="34" charset="0"/>
              </a:rPr>
              <a:t>Unwanted FIB dip</a:t>
            </a:r>
            <a:endParaRPr lang="ko-KR" altLang="en-US" sz="1200" dirty="0">
              <a:latin typeface="Arial" panose="020B0604020202020204" pitchFamily="34" charset="0"/>
              <a:cs typeface="Arial" panose="020B0604020202020204" pitchFamily="34" charset="0"/>
            </a:endParaRPr>
          </a:p>
        </p:txBody>
      </p:sp>
      <p:cxnSp>
        <p:nvCxnSpPr>
          <p:cNvPr id="119" name="직선 화살표 연결선 118">
            <a:extLst>
              <a:ext uri="{FF2B5EF4-FFF2-40B4-BE49-F238E27FC236}">
                <a16:creationId xmlns:a16="http://schemas.microsoft.com/office/drawing/2014/main" id="{1DC4824E-10FC-4BAF-9577-12AB23E91D3D}"/>
              </a:ext>
            </a:extLst>
          </p:cNvPr>
          <p:cNvCxnSpPr>
            <a:stCxn id="115" idx="2"/>
            <a:endCxn id="115" idx="6"/>
          </p:cNvCxnSpPr>
          <p:nvPr/>
        </p:nvCxnSpPr>
        <p:spPr>
          <a:xfrm>
            <a:off x="8953267" y="1392215"/>
            <a:ext cx="76337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0" name="직사각형 119">
                <a:extLst>
                  <a:ext uri="{FF2B5EF4-FFF2-40B4-BE49-F238E27FC236}">
                    <a16:creationId xmlns:a16="http://schemas.microsoft.com/office/drawing/2014/main" id="{B376908D-82A1-433B-A694-6703A16B6B60}"/>
                  </a:ext>
                </a:extLst>
              </p:cNvPr>
              <p:cNvSpPr/>
              <p:nvPr/>
            </p:nvSpPr>
            <p:spPr>
              <a:xfrm>
                <a:off x="9062292" y="1123527"/>
                <a:ext cx="55310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b="0" i="1" smtClean="0">
                          <a:latin typeface="Cambria Math" panose="02040503050406030204" pitchFamily="18" charset="0"/>
                        </a:rPr>
                        <m:t>𝑇𝑖</m:t>
                      </m:r>
                      <m:sSub>
                        <m:sSubPr>
                          <m:ctrlPr>
                            <a:rPr lang="en-US" altLang="ko-KR" sz="1200" b="0" i="1" smtClean="0">
                              <a:latin typeface="Cambria Math" panose="02040503050406030204" pitchFamily="18" charset="0"/>
                            </a:rPr>
                          </m:ctrlPr>
                        </m:sSubPr>
                        <m:e>
                          <m:r>
                            <a:rPr lang="en-US" altLang="ko-KR" sz="1200" b="0" i="1" smtClean="0">
                              <a:latin typeface="Cambria Math" panose="02040503050406030204" pitchFamily="18" charset="0"/>
                            </a:rPr>
                            <m:t>𝑂</m:t>
                          </m:r>
                        </m:e>
                        <m:sub>
                          <m:r>
                            <a:rPr lang="en-US" altLang="ko-KR" sz="1200" b="0" i="1" smtClean="0">
                              <a:latin typeface="Cambria Math" panose="02040503050406030204" pitchFamily="18" charset="0"/>
                            </a:rPr>
                            <m:t>2</m:t>
                          </m:r>
                        </m:sub>
                      </m:sSub>
                    </m:oMath>
                  </m:oMathPara>
                </a14:m>
                <a:endParaRPr lang="ko-KR" altLang="en-US" sz="1200" dirty="0"/>
              </a:p>
            </p:txBody>
          </p:sp>
        </mc:Choice>
        <mc:Fallback xmlns="">
          <p:sp>
            <p:nvSpPr>
              <p:cNvPr id="120" name="직사각형 119">
                <a:extLst>
                  <a:ext uri="{FF2B5EF4-FFF2-40B4-BE49-F238E27FC236}">
                    <a16:creationId xmlns:a16="http://schemas.microsoft.com/office/drawing/2014/main" id="{B376908D-82A1-433B-A694-6703A16B6B60}"/>
                  </a:ext>
                </a:extLst>
              </p:cNvPr>
              <p:cNvSpPr>
                <a:spLocks noRot="1" noChangeAspect="1" noMove="1" noResize="1" noEditPoints="1" noAdjustHandles="1" noChangeArrowheads="1" noChangeShapeType="1" noTextEdit="1"/>
              </p:cNvSpPr>
              <p:nvPr/>
            </p:nvSpPr>
            <p:spPr>
              <a:xfrm>
                <a:off x="9062292" y="1123527"/>
                <a:ext cx="553100" cy="276999"/>
              </a:xfrm>
              <a:prstGeom prst="rect">
                <a:avLst/>
              </a:prstGeom>
              <a:blipFill>
                <a:blip r:embed="rId2"/>
                <a:stretch>
                  <a:fillRect/>
                </a:stretch>
              </a:blipFill>
            </p:spPr>
            <p:txBody>
              <a:bodyPr/>
              <a:lstStyle/>
              <a:p>
                <a:r>
                  <a:rPr lang="ko-KR" altLang="en-US">
                    <a:noFill/>
                  </a:rPr>
                  <a:t> </a:t>
                </a:r>
              </a:p>
            </p:txBody>
          </p:sp>
        </mc:Fallback>
      </mc:AlternateContent>
      <p:sp>
        <p:nvSpPr>
          <p:cNvPr id="121" name="직사각형 120">
            <a:extLst>
              <a:ext uri="{FF2B5EF4-FFF2-40B4-BE49-F238E27FC236}">
                <a16:creationId xmlns:a16="http://schemas.microsoft.com/office/drawing/2014/main" id="{3207602D-ACBD-4E36-B391-120852D457F7}"/>
              </a:ext>
            </a:extLst>
          </p:cNvPr>
          <p:cNvSpPr/>
          <p:nvPr/>
        </p:nvSpPr>
        <p:spPr>
          <a:xfrm>
            <a:off x="9009139" y="1405776"/>
            <a:ext cx="739305" cy="276999"/>
          </a:xfrm>
          <a:prstGeom prst="rect">
            <a:avLst/>
          </a:prstGeom>
        </p:spPr>
        <p:txBody>
          <a:bodyPr wrap="none">
            <a:spAutoFit/>
          </a:bodyPr>
          <a:lstStyle/>
          <a:p>
            <a:r>
              <a:rPr lang="en-US" altLang="ko-KR" sz="1200" dirty="0">
                <a:latin typeface="Arial" panose="020B0604020202020204" pitchFamily="34" charset="0"/>
                <a:cs typeface="Arial" panose="020B0604020202020204" pitchFamily="34" charset="0"/>
              </a:rPr>
              <a:t>150 nm </a:t>
            </a:r>
            <a:endParaRPr lang="ko-KR" altLang="en-US" sz="1200" dirty="0"/>
          </a:p>
        </p:txBody>
      </p:sp>
      <p:sp>
        <p:nvSpPr>
          <p:cNvPr id="122" name="직사각형 121">
            <a:extLst>
              <a:ext uri="{FF2B5EF4-FFF2-40B4-BE49-F238E27FC236}">
                <a16:creationId xmlns:a16="http://schemas.microsoft.com/office/drawing/2014/main" id="{CE834613-1DF3-41F8-A6C1-DC1622607637}"/>
              </a:ext>
            </a:extLst>
          </p:cNvPr>
          <p:cNvSpPr/>
          <p:nvPr/>
        </p:nvSpPr>
        <p:spPr>
          <a:xfrm>
            <a:off x="11563200" y="2841804"/>
            <a:ext cx="786558" cy="276999"/>
          </a:xfrm>
          <a:prstGeom prst="rect">
            <a:avLst/>
          </a:prstGeom>
        </p:spPr>
        <p:txBody>
          <a:bodyPr wrap="square">
            <a:spAutoFit/>
          </a:bodyPr>
          <a:lstStyle/>
          <a:p>
            <a:pPr algn="ctr"/>
            <a:r>
              <a:rPr lang="en-US" altLang="ko-KR" sz="1200" dirty="0">
                <a:latin typeface="Arial" panose="020B0604020202020204" pitchFamily="34" charset="0"/>
                <a:cs typeface="Arial" panose="020B0604020202020204" pitchFamily="34" charset="0"/>
              </a:rPr>
              <a:t>5 nm Cr</a:t>
            </a:r>
            <a:endParaRPr lang="ko-KR" altLang="en-US" sz="1200" dirty="0">
              <a:latin typeface="Arial" panose="020B0604020202020204" pitchFamily="34" charset="0"/>
              <a:cs typeface="Arial" panose="020B0604020202020204" pitchFamily="34" charset="0"/>
            </a:endParaRPr>
          </a:p>
        </p:txBody>
      </p:sp>
      <p:cxnSp>
        <p:nvCxnSpPr>
          <p:cNvPr id="123" name="직선 연결선 122">
            <a:extLst>
              <a:ext uri="{FF2B5EF4-FFF2-40B4-BE49-F238E27FC236}">
                <a16:creationId xmlns:a16="http://schemas.microsoft.com/office/drawing/2014/main" id="{0C604E81-7AFB-45DF-B674-E355A4C142A0}"/>
              </a:ext>
            </a:extLst>
          </p:cNvPr>
          <p:cNvCxnSpPr/>
          <p:nvPr/>
        </p:nvCxnSpPr>
        <p:spPr>
          <a:xfrm>
            <a:off x="11882235" y="2167779"/>
            <a:ext cx="247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F5F4B26A-44BF-41B0-958A-C6C6CA2818B2}"/>
              </a:ext>
            </a:extLst>
          </p:cNvPr>
          <p:cNvCxnSpPr/>
          <p:nvPr/>
        </p:nvCxnSpPr>
        <p:spPr>
          <a:xfrm>
            <a:off x="11909639" y="2495249"/>
            <a:ext cx="247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직사각형 124">
            <a:extLst>
              <a:ext uri="{FF2B5EF4-FFF2-40B4-BE49-F238E27FC236}">
                <a16:creationId xmlns:a16="http://schemas.microsoft.com/office/drawing/2014/main" id="{2455E853-B775-424D-9432-AD947C8AC233}"/>
              </a:ext>
            </a:extLst>
          </p:cNvPr>
          <p:cNvSpPr/>
          <p:nvPr/>
        </p:nvSpPr>
        <p:spPr>
          <a:xfrm>
            <a:off x="11550620" y="2152708"/>
            <a:ext cx="576505" cy="423691"/>
          </a:xfrm>
          <a:prstGeom prst="rect">
            <a:avLst/>
          </a:prstGeom>
          <a:gradFill flip="none" rotWithShape="1">
            <a:gsLst>
              <a:gs pos="0">
                <a:schemeClr val="accent4">
                  <a:lumMod val="75000"/>
                  <a:shade val="30000"/>
                  <a:satMod val="115000"/>
                </a:schemeClr>
              </a:gs>
              <a:gs pos="50000">
                <a:schemeClr val="accent4">
                  <a:lumMod val="75000"/>
                  <a:shade val="67500"/>
                  <a:satMod val="115000"/>
                </a:schemeClr>
              </a:gs>
              <a:gs pos="100000">
                <a:schemeClr val="accent4">
                  <a:lumMod val="7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직사각형 125">
            <a:extLst>
              <a:ext uri="{FF2B5EF4-FFF2-40B4-BE49-F238E27FC236}">
                <a16:creationId xmlns:a16="http://schemas.microsoft.com/office/drawing/2014/main" id="{00E080AE-61B9-41AD-BE72-766C1BCF1FFC}"/>
              </a:ext>
            </a:extLst>
          </p:cNvPr>
          <p:cNvSpPr/>
          <p:nvPr/>
        </p:nvSpPr>
        <p:spPr>
          <a:xfrm>
            <a:off x="11550620" y="2489674"/>
            <a:ext cx="576504" cy="107947"/>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7" name="자유형 200">
            <a:extLst>
              <a:ext uri="{FF2B5EF4-FFF2-40B4-BE49-F238E27FC236}">
                <a16:creationId xmlns:a16="http://schemas.microsoft.com/office/drawing/2014/main" id="{53CADC37-FF97-4D09-83D5-B5B4F923BA2A}"/>
              </a:ext>
            </a:extLst>
          </p:cNvPr>
          <p:cNvSpPr/>
          <p:nvPr/>
        </p:nvSpPr>
        <p:spPr>
          <a:xfrm rot="10800000">
            <a:off x="10984016" y="1794979"/>
            <a:ext cx="494007" cy="153973"/>
          </a:xfrm>
          <a:custGeom>
            <a:avLst/>
            <a:gdLst>
              <a:gd name="connsiteX0" fmla="*/ 0 w 3268980"/>
              <a:gd name="connsiteY0" fmla="*/ 178323 h 395290"/>
              <a:gd name="connsiteX1" fmla="*/ 137160 w 3268980"/>
              <a:gd name="connsiteY1" fmla="*/ 254523 h 395290"/>
              <a:gd name="connsiteX2" fmla="*/ 236220 w 3268980"/>
              <a:gd name="connsiteY2" fmla="*/ 224043 h 395290"/>
              <a:gd name="connsiteX3" fmla="*/ 327660 w 3268980"/>
              <a:gd name="connsiteY3" fmla="*/ 94503 h 395290"/>
              <a:gd name="connsiteX4" fmla="*/ 381000 w 3268980"/>
              <a:gd name="connsiteY4" fmla="*/ 140223 h 395290"/>
              <a:gd name="connsiteX5" fmla="*/ 449580 w 3268980"/>
              <a:gd name="connsiteY5" fmla="*/ 292623 h 395290"/>
              <a:gd name="connsiteX6" fmla="*/ 556260 w 3268980"/>
              <a:gd name="connsiteY6" fmla="*/ 300243 h 395290"/>
              <a:gd name="connsiteX7" fmla="*/ 609600 w 3268980"/>
              <a:gd name="connsiteY7" fmla="*/ 140223 h 395290"/>
              <a:gd name="connsiteX8" fmla="*/ 632460 w 3268980"/>
              <a:gd name="connsiteY8" fmla="*/ 185943 h 395290"/>
              <a:gd name="connsiteX9" fmla="*/ 662940 w 3268980"/>
              <a:gd name="connsiteY9" fmla="*/ 330723 h 395290"/>
              <a:gd name="connsiteX10" fmla="*/ 708660 w 3268980"/>
              <a:gd name="connsiteY10" fmla="*/ 254523 h 395290"/>
              <a:gd name="connsiteX11" fmla="*/ 723900 w 3268980"/>
              <a:gd name="connsiteY11" fmla="*/ 109743 h 395290"/>
              <a:gd name="connsiteX12" fmla="*/ 746760 w 3268980"/>
              <a:gd name="connsiteY12" fmla="*/ 56403 h 395290"/>
              <a:gd name="connsiteX13" fmla="*/ 815340 w 3268980"/>
              <a:gd name="connsiteY13" fmla="*/ 224043 h 395290"/>
              <a:gd name="connsiteX14" fmla="*/ 906780 w 3268980"/>
              <a:gd name="connsiteY14" fmla="*/ 353583 h 395290"/>
              <a:gd name="connsiteX15" fmla="*/ 990600 w 3268980"/>
              <a:gd name="connsiteY15" fmla="*/ 201183 h 395290"/>
              <a:gd name="connsiteX16" fmla="*/ 1150620 w 3268980"/>
              <a:gd name="connsiteY16" fmla="*/ 117363 h 395290"/>
              <a:gd name="connsiteX17" fmla="*/ 1203960 w 3268980"/>
              <a:gd name="connsiteY17" fmla="*/ 254523 h 395290"/>
              <a:gd name="connsiteX18" fmla="*/ 1287780 w 3268980"/>
              <a:gd name="connsiteY18" fmla="*/ 300243 h 395290"/>
              <a:gd name="connsiteX19" fmla="*/ 1386840 w 3268980"/>
              <a:gd name="connsiteY19" fmla="*/ 109743 h 395290"/>
              <a:gd name="connsiteX20" fmla="*/ 1455420 w 3268980"/>
              <a:gd name="connsiteY20" fmla="*/ 193563 h 395290"/>
              <a:gd name="connsiteX21" fmla="*/ 1485900 w 3268980"/>
              <a:gd name="connsiteY21" fmla="*/ 330723 h 395290"/>
              <a:gd name="connsiteX22" fmla="*/ 1584960 w 3268980"/>
              <a:gd name="connsiteY22" fmla="*/ 94503 h 395290"/>
              <a:gd name="connsiteX23" fmla="*/ 1706880 w 3268980"/>
              <a:gd name="connsiteY23" fmla="*/ 147843 h 395290"/>
              <a:gd name="connsiteX24" fmla="*/ 1805940 w 3268980"/>
              <a:gd name="connsiteY24" fmla="*/ 323103 h 395290"/>
              <a:gd name="connsiteX25" fmla="*/ 1897380 w 3268980"/>
              <a:gd name="connsiteY25" fmla="*/ 323103 h 395290"/>
              <a:gd name="connsiteX26" fmla="*/ 1943100 w 3268980"/>
              <a:gd name="connsiteY26" fmla="*/ 201183 h 395290"/>
              <a:gd name="connsiteX27" fmla="*/ 1988820 w 3268980"/>
              <a:gd name="connsiteY27" fmla="*/ 48783 h 395290"/>
              <a:gd name="connsiteX28" fmla="*/ 2026920 w 3268980"/>
              <a:gd name="connsiteY28" fmla="*/ 231663 h 395290"/>
              <a:gd name="connsiteX29" fmla="*/ 2080260 w 3268980"/>
              <a:gd name="connsiteY29" fmla="*/ 330723 h 395290"/>
              <a:gd name="connsiteX30" fmla="*/ 2148840 w 3268980"/>
              <a:gd name="connsiteY30" fmla="*/ 285003 h 395290"/>
              <a:gd name="connsiteX31" fmla="*/ 2171700 w 3268980"/>
              <a:gd name="connsiteY31" fmla="*/ 163083 h 395290"/>
              <a:gd name="connsiteX32" fmla="*/ 2225040 w 3268980"/>
              <a:gd name="connsiteY32" fmla="*/ 231663 h 395290"/>
              <a:gd name="connsiteX33" fmla="*/ 2293620 w 3268980"/>
              <a:gd name="connsiteY33" fmla="*/ 345963 h 395290"/>
              <a:gd name="connsiteX34" fmla="*/ 2362200 w 3268980"/>
              <a:gd name="connsiteY34" fmla="*/ 10683 h 395290"/>
              <a:gd name="connsiteX35" fmla="*/ 2423160 w 3268980"/>
              <a:gd name="connsiteY35" fmla="*/ 102123 h 395290"/>
              <a:gd name="connsiteX36" fmla="*/ 2468880 w 3268980"/>
              <a:gd name="connsiteY36" fmla="*/ 292623 h 395290"/>
              <a:gd name="connsiteX37" fmla="*/ 2545080 w 3268980"/>
              <a:gd name="connsiteY37" fmla="*/ 201183 h 395290"/>
              <a:gd name="connsiteX38" fmla="*/ 2606040 w 3268980"/>
              <a:gd name="connsiteY38" fmla="*/ 391683 h 395290"/>
              <a:gd name="connsiteX39" fmla="*/ 2651760 w 3268980"/>
              <a:gd name="connsiteY39" fmla="*/ 315483 h 395290"/>
              <a:gd name="connsiteX40" fmla="*/ 2659380 w 3268980"/>
              <a:gd name="connsiteY40" fmla="*/ 185943 h 395290"/>
              <a:gd name="connsiteX41" fmla="*/ 2720340 w 3268980"/>
              <a:gd name="connsiteY41" fmla="*/ 79263 h 395290"/>
              <a:gd name="connsiteX42" fmla="*/ 2773680 w 3268980"/>
              <a:gd name="connsiteY42" fmla="*/ 323103 h 395290"/>
              <a:gd name="connsiteX43" fmla="*/ 2872740 w 3268980"/>
              <a:gd name="connsiteY43" fmla="*/ 307863 h 395290"/>
              <a:gd name="connsiteX44" fmla="*/ 2941320 w 3268980"/>
              <a:gd name="connsiteY44" fmla="*/ 140223 h 395290"/>
              <a:gd name="connsiteX45" fmla="*/ 3070860 w 3268980"/>
              <a:gd name="connsiteY45" fmla="*/ 254523 h 395290"/>
              <a:gd name="connsiteX46" fmla="*/ 3147060 w 3268980"/>
              <a:gd name="connsiteY46" fmla="*/ 285003 h 395290"/>
              <a:gd name="connsiteX47" fmla="*/ 3268980 w 3268980"/>
              <a:gd name="connsiteY47" fmla="*/ 216423 h 39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68980" h="395290">
                <a:moveTo>
                  <a:pt x="0" y="178323"/>
                </a:moveTo>
                <a:cubicBezTo>
                  <a:pt x="48895" y="212613"/>
                  <a:pt x="97790" y="246903"/>
                  <a:pt x="137160" y="254523"/>
                </a:cubicBezTo>
                <a:cubicBezTo>
                  <a:pt x="176530" y="262143"/>
                  <a:pt x="204470" y="250713"/>
                  <a:pt x="236220" y="224043"/>
                </a:cubicBezTo>
                <a:cubicBezTo>
                  <a:pt x="267970" y="197373"/>
                  <a:pt x="303530" y="108473"/>
                  <a:pt x="327660" y="94503"/>
                </a:cubicBezTo>
                <a:cubicBezTo>
                  <a:pt x="351790" y="80533"/>
                  <a:pt x="360680" y="107203"/>
                  <a:pt x="381000" y="140223"/>
                </a:cubicBezTo>
                <a:cubicBezTo>
                  <a:pt x="401320" y="173243"/>
                  <a:pt x="420370" y="265953"/>
                  <a:pt x="449580" y="292623"/>
                </a:cubicBezTo>
                <a:cubicBezTo>
                  <a:pt x="478790" y="319293"/>
                  <a:pt x="529590" y="325643"/>
                  <a:pt x="556260" y="300243"/>
                </a:cubicBezTo>
                <a:cubicBezTo>
                  <a:pt x="582930" y="274843"/>
                  <a:pt x="596900" y="159273"/>
                  <a:pt x="609600" y="140223"/>
                </a:cubicBezTo>
                <a:cubicBezTo>
                  <a:pt x="622300" y="121173"/>
                  <a:pt x="623570" y="154193"/>
                  <a:pt x="632460" y="185943"/>
                </a:cubicBezTo>
                <a:cubicBezTo>
                  <a:pt x="641350" y="217693"/>
                  <a:pt x="650240" y="319293"/>
                  <a:pt x="662940" y="330723"/>
                </a:cubicBezTo>
                <a:cubicBezTo>
                  <a:pt x="675640" y="342153"/>
                  <a:pt x="698500" y="291353"/>
                  <a:pt x="708660" y="254523"/>
                </a:cubicBezTo>
                <a:cubicBezTo>
                  <a:pt x="718820" y="217693"/>
                  <a:pt x="717550" y="142763"/>
                  <a:pt x="723900" y="109743"/>
                </a:cubicBezTo>
                <a:cubicBezTo>
                  <a:pt x="730250" y="76723"/>
                  <a:pt x="731520" y="37353"/>
                  <a:pt x="746760" y="56403"/>
                </a:cubicBezTo>
                <a:cubicBezTo>
                  <a:pt x="762000" y="75453"/>
                  <a:pt x="788670" y="174513"/>
                  <a:pt x="815340" y="224043"/>
                </a:cubicBezTo>
                <a:cubicBezTo>
                  <a:pt x="842010" y="273573"/>
                  <a:pt x="877570" y="357393"/>
                  <a:pt x="906780" y="353583"/>
                </a:cubicBezTo>
                <a:cubicBezTo>
                  <a:pt x="935990" y="349773"/>
                  <a:pt x="949960" y="240553"/>
                  <a:pt x="990600" y="201183"/>
                </a:cubicBezTo>
                <a:cubicBezTo>
                  <a:pt x="1031240" y="161813"/>
                  <a:pt x="1115060" y="108473"/>
                  <a:pt x="1150620" y="117363"/>
                </a:cubicBezTo>
                <a:cubicBezTo>
                  <a:pt x="1186180" y="126253"/>
                  <a:pt x="1181100" y="224043"/>
                  <a:pt x="1203960" y="254523"/>
                </a:cubicBezTo>
                <a:cubicBezTo>
                  <a:pt x="1226820" y="285003"/>
                  <a:pt x="1257300" y="324373"/>
                  <a:pt x="1287780" y="300243"/>
                </a:cubicBezTo>
                <a:cubicBezTo>
                  <a:pt x="1318260" y="276113"/>
                  <a:pt x="1358900" y="127523"/>
                  <a:pt x="1386840" y="109743"/>
                </a:cubicBezTo>
                <a:cubicBezTo>
                  <a:pt x="1414780" y="91963"/>
                  <a:pt x="1438910" y="156733"/>
                  <a:pt x="1455420" y="193563"/>
                </a:cubicBezTo>
                <a:cubicBezTo>
                  <a:pt x="1471930" y="230393"/>
                  <a:pt x="1464310" y="347233"/>
                  <a:pt x="1485900" y="330723"/>
                </a:cubicBezTo>
                <a:cubicBezTo>
                  <a:pt x="1507490" y="314213"/>
                  <a:pt x="1548130" y="124983"/>
                  <a:pt x="1584960" y="94503"/>
                </a:cubicBezTo>
                <a:cubicBezTo>
                  <a:pt x="1621790" y="64023"/>
                  <a:pt x="1670050" y="109743"/>
                  <a:pt x="1706880" y="147843"/>
                </a:cubicBezTo>
                <a:cubicBezTo>
                  <a:pt x="1743710" y="185943"/>
                  <a:pt x="1774190" y="293893"/>
                  <a:pt x="1805940" y="323103"/>
                </a:cubicBezTo>
                <a:cubicBezTo>
                  <a:pt x="1837690" y="352313"/>
                  <a:pt x="1874520" y="343423"/>
                  <a:pt x="1897380" y="323103"/>
                </a:cubicBezTo>
                <a:cubicBezTo>
                  <a:pt x="1920240" y="302783"/>
                  <a:pt x="1927860" y="246903"/>
                  <a:pt x="1943100" y="201183"/>
                </a:cubicBezTo>
                <a:cubicBezTo>
                  <a:pt x="1958340" y="155463"/>
                  <a:pt x="1974850" y="43703"/>
                  <a:pt x="1988820" y="48783"/>
                </a:cubicBezTo>
                <a:cubicBezTo>
                  <a:pt x="2002790" y="53863"/>
                  <a:pt x="2011680" y="184673"/>
                  <a:pt x="2026920" y="231663"/>
                </a:cubicBezTo>
                <a:cubicBezTo>
                  <a:pt x="2042160" y="278653"/>
                  <a:pt x="2059940" y="321833"/>
                  <a:pt x="2080260" y="330723"/>
                </a:cubicBezTo>
                <a:cubicBezTo>
                  <a:pt x="2100580" y="339613"/>
                  <a:pt x="2133600" y="312943"/>
                  <a:pt x="2148840" y="285003"/>
                </a:cubicBezTo>
                <a:cubicBezTo>
                  <a:pt x="2164080" y="257063"/>
                  <a:pt x="2159000" y="171973"/>
                  <a:pt x="2171700" y="163083"/>
                </a:cubicBezTo>
                <a:cubicBezTo>
                  <a:pt x="2184400" y="154193"/>
                  <a:pt x="2204720" y="201183"/>
                  <a:pt x="2225040" y="231663"/>
                </a:cubicBezTo>
                <a:cubicBezTo>
                  <a:pt x="2245360" y="262143"/>
                  <a:pt x="2270760" y="382793"/>
                  <a:pt x="2293620" y="345963"/>
                </a:cubicBezTo>
                <a:cubicBezTo>
                  <a:pt x="2316480" y="309133"/>
                  <a:pt x="2340610" y="51323"/>
                  <a:pt x="2362200" y="10683"/>
                </a:cubicBezTo>
                <a:cubicBezTo>
                  <a:pt x="2383790" y="-29957"/>
                  <a:pt x="2405380" y="55133"/>
                  <a:pt x="2423160" y="102123"/>
                </a:cubicBezTo>
                <a:cubicBezTo>
                  <a:pt x="2440940" y="149113"/>
                  <a:pt x="2448560" y="276113"/>
                  <a:pt x="2468880" y="292623"/>
                </a:cubicBezTo>
                <a:cubicBezTo>
                  <a:pt x="2489200" y="309133"/>
                  <a:pt x="2522220" y="184673"/>
                  <a:pt x="2545080" y="201183"/>
                </a:cubicBezTo>
                <a:cubicBezTo>
                  <a:pt x="2567940" y="217693"/>
                  <a:pt x="2588260" y="372633"/>
                  <a:pt x="2606040" y="391683"/>
                </a:cubicBezTo>
                <a:cubicBezTo>
                  <a:pt x="2623820" y="410733"/>
                  <a:pt x="2642870" y="349773"/>
                  <a:pt x="2651760" y="315483"/>
                </a:cubicBezTo>
                <a:cubicBezTo>
                  <a:pt x="2660650" y="281193"/>
                  <a:pt x="2647950" y="225313"/>
                  <a:pt x="2659380" y="185943"/>
                </a:cubicBezTo>
                <a:cubicBezTo>
                  <a:pt x="2670810" y="146573"/>
                  <a:pt x="2701290" y="56403"/>
                  <a:pt x="2720340" y="79263"/>
                </a:cubicBezTo>
                <a:cubicBezTo>
                  <a:pt x="2739390" y="102123"/>
                  <a:pt x="2748280" y="285003"/>
                  <a:pt x="2773680" y="323103"/>
                </a:cubicBezTo>
                <a:cubicBezTo>
                  <a:pt x="2799080" y="361203"/>
                  <a:pt x="2844800" y="338343"/>
                  <a:pt x="2872740" y="307863"/>
                </a:cubicBezTo>
                <a:cubicBezTo>
                  <a:pt x="2900680" y="277383"/>
                  <a:pt x="2908300" y="149113"/>
                  <a:pt x="2941320" y="140223"/>
                </a:cubicBezTo>
                <a:cubicBezTo>
                  <a:pt x="2974340" y="131333"/>
                  <a:pt x="3036570" y="230393"/>
                  <a:pt x="3070860" y="254523"/>
                </a:cubicBezTo>
                <a:cubicBezTo>
                  <a:pt x="3105150" y="278653"/>
                  <a:pt x="3114040" y="291353"/>
                  <a:pt x="3147060" y="285003"/>
                </a:cubicBezTo>
                <a:cubicBezTo>
                  <a:pt x="3180080" y="278653"/>
                  <a:pt x="3195320" y="241823"/>
                  <a:pt x="3268980" y="216423"/>
                </a:cubicBezTo>
              </a:path>
            </a:pathLst>
          </a:custGeom>
          <a:noFill/>
          <a:ln w="9525">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8" name="자유형 201">
            <a:extLst>
              <a:ext uri="{FF2B5EF4-FFF2-40B4-BE49-F238E27FC236}">
                <a16:creationId xmlns:a16="http://schemas.microsoft.com/office/drawing/2014/main" id="{243D4981-5D2A-43D4-9A93-038B0F195EF2}"/>
              </a:ext>
            </a:extLst>
          </p:cNvPr>
          <p:cNvSpPr/>
          <p:nvPr/>
        </p:nvSpPr>
        <p:spPr>
          <a:xfrm>
            <a:off x="10848537" y="2294498"/>
            <a:ext cx="892266" cy="257177"/>
          </a:xfrm>
          <a:custGeom>
            <a:avLst/>
            <a:gdLst>
              <a:gd name="connsiteX0" fmla="*/ 0 w 2328863"/>
              <a:gd name="connsiteY0" fmla="*/ 138112 h 257177"/>
              <a:gd name="connsiteX1" fmla="*/ 14288 w 2328863"/>
              <a:gd name="connsiteY1" fmla="*/ 161925 h 257177"/>
              <a:gd name="connsiteX2" fmla="*/ 57150 w 2328863"/>
              <a:gd name="connsiteY2" fmla="*/ 180975 h 257177"/>
              <a:gd name="connsiteX3" fmla="*/ 71438 w 2328863"/>
              <a:gd name="connsiteY3" fmla="*/ 190500 h 257177"/>
              <a:gd name="connsiteX4" fmla="*/ 100013 w 2328863"/>
              <a:gd name="connsiteY4" fmla="*/ 200025 h 257177"/>
              <a:gd name="connsiteX5" fmla="*/ 157163 w 2328863"/>
              <a:gd name="connsiteY5" fmla="*/ 223837 h 257177"/>
              <a:gd name="connsiteX6" fmla="*/ 247650 w 2328863"/>
              <a:gd name="connsiteY6" fmla="*/ 219075 h 257177"/>
              <a:gd name="connsiteX7" fmla="*/ 261938 w 2328863"/>
              <a:gd name="connsiteY7" fmla="*/ 209550 h 257177"/>
              <a:gd name="connsiteX8" fmla="*/ 276225 w 2328863"/>
              <a:gd name="connsiteY8" fmla="*/ 204787 h 257177"/>
              <a:gd name="connsiteX9" fmla="*/ 300038 w 2328863"/>
              <a:gd name="connsiteY9" fmla="*/ 180975 h 257177"/>
              <a:gd name="connsiteX10" fmla="*/ 323850 w 2328863"/>
              <a:gd name="connsiteY10" fmla="*/ 161925 h 257177"/>
              <a:gd name="connsiteX11" fmla="*/ 366713 w 2328863"/>
              <a:gd name="connsiteY11" fmla="*/ 133350 h 257177"/>
              <a:gd name="connsiteX12" fmla="*/ 381000 w 2328863"/>
              <a:gd name="connsiteY12" fmla="*/ 123825 h 257177"/>
              <a:gd name="connsiteX13" fmla="*/ 419100 w 2328863"/>
              <a:gd name="connsiteY13" fmla="*/ 100012 h 257177"/>
              <a:gd name="connsiteX14" fmla="*/ 433388 w 2328863"/>
              <a:gd name="connsiteY14" fmla="*/ 90487 h 257177"/>
              <a:gd name="connsiteX15" fmla="*/ 461963 w 2328863"/>
              <a:gd name="connsiteY15" fmla="*/ 80962 h 257177"/>
              <a:gd name="connsiteX16" fmla="*/ 490538 w 2328863"/>
              <a:gd name="connsiteY16" fmla="*/ 61912 h 257177"/>
              <a:gd name="connsiteX17" fmla="*/ 519113 w 2328863"/>
              <a:gd name="connsiteY17" fmla="*/ 47625 h 257177"/>
              <a:gd name="connsiteX18" fmla="*/ 576263 w 2328863"/>
              <a:gd name="connsiteY18" fmla="*/ 52387 h 257177"/>
              <a:gd name="connsiteX19" fmla="*/ 595313 w 2328863"/>
              <a:gd name="connsiteY19" fmla="*/ 80962 h 257177"/>
              <a:gd name="connsiteX20" fmla="*/ 609600 w 2328863"/>
              <a:gd name="connsiteY20" fmla="*/ 90487 h 257177"/>
              <a:gd name="connsiteX21" fmla="*/ 614363 w 2328863"/>
              <a:gd name="connsiteY21" fmla="*/ 104775 h 257177"/>
              <a:gd name="connsiteX22" fmla="*/ 633413 w 2328863"/>
              <a:gd name="connsiteY22" fmla="*/ 133350 h 257177"/>
              <a:gd name="connsiteX23" fmla="*/ 652463 w 2328863"/>
              <a:gd name="connsiteY23" fmla="*/ 161925 h 257177"/>
              <a:gd name="connsiteX24" fmla="*/ 657225 w 2328863"/>
              <a:gd name="connsiteY24" fmla="*/ 176212 h 257177"/>
              <a:gd name="connsiteX25" fmla="*/ 681038 w 2328863"/>
              <a:gd name="connsiteY25" fmla="*/ 200025 h 257177"/>
              <a:gd name="connsiteX26" fmla="*/ 704850 w 2328863"/>
              <a:gd name="connsiteY26" fmla="*/ 228600 h 257177"/>
              <a:gd name="connsiteX27" fmla="*/ 719138 w 2328863"/>
              <a:gd name="connsiteY27" fmla="*/ 233362 h 257177"/>
              <a:gd name="connsiteX28" fmla="*/ 762000 w 2328863"/>
              <a:gd name="connsiteY28" fmla="*/ 252412 h 257177"/>
              <a:gd name="connsiteX29" fmla="*/ 776288 w 2328863"/>
              <a:gd name="connsiteY29" fmla="*/ 257175 h 257177"/>
              <a:gd name="connsiteX30" fmla="*/ 866775 w 2328863"/>
              <a:gd name="connsiteY30" fmla="*/ 247650 h 257177"/>
              <a:gd name="connsiteX31" fmla="*/ 881063 w 2328863"/>
              <a:gd name="connsiteY31" fmla="*/ 238125 h 257177"/>
              <a:gd name="connsiteX32" fmla="*/ 900113 w 2328863"/>
              <a:gd name="connsiteY32" fmla="*/ 209550 h 257177"/>
              <a:gd name="connsiteX33" fmla="*/ 909638 w 2328863"/>
              <a:gd name="connsiteY33" fmla="*/ 195262 h 257177"/>
              <a:gd name="connsiteX34" fmla="*/ 928688 w 2328863"/>
              <a:gd name="connsiteY34" fmla="*/ 152400 h 257177"/>
              <a:gd name="connsiteX35" fmla="*/ 942975 w 2328863"/>
              <a:gd name="connsiteY35" fmla="*/ 142875 h 257177"/>
              <a:gd name="connsiteX36" fmla="*/ 957263 w 2328863"/>
              <a:gd name="connsiteY36" fmla="*/ 128587 h 257177"/>
              <a:gd name="connsiteX37" fmla="*/ 1009650 w 2328863"/>
              <a:gd name="connsiteY37" fmla="*/ 114300 h 257177"/>
              <a:gd name="connsiteX38" fmla="*/ 1023938 w 2328863"/>
              <a:gd name="connsiteY38" fmla="*/ 109537 h 257177"/>
              <a:gd name="connsiteX39" fmla="*/ 1047750 w 2328863"/>
              <a:gd name="connsiteY39" fmla="*/ 104775 h 257177"/>
              <a:gd name="connsiteX40" fmla="*/ 1109663 w 2328863"/>
              <a:gd name="connsiteY40" fmla="*/ 109537 h 257177"/>
              <a:gd name="connsiteX41" fmla="*/ 1123950 w 2328863"/>
              <a:gd name="connsiteY41" fmla="*/ 119062 h 257177"/>
              <a:gd name="connsiteX42" fmla="*/ 1147763 w 2328863"/>
              <a:gd name="connsiteY42" fmla="*/ 147637 h 257177"/>
              <a:gd name="connsiteX43" fmla="*/ 1162050 w 2328863"/>
              <a:gd name="connsiteY43" fmla="*/ 157162 h 257177"/>
              <a:gd name="connsiteX44" fmla="*/ 1190625 w 2328863"/>
              <a:gd name="connsiteY44" fmla="*/ 176212 h 257177"/>
              <a:gd name="connsiteX45" fmla="*/ 1347788 w 2328863"/>
              <a:gd name="connsiteY45" fmla="*/ 171450 h 257177"/>
              <a:gd name="connsiteX46" fmla="*/ 1366838 w 2328863"/>
              <a:gd name="connsiteY46" fmla="*/ 142875 h 257177"/>
              <a:gd name="connsiteX47" fmla="*/ 1385888 w 2328863"/>
              <a:gd name="connsiteY47" fmla="*/ 100012 h 257177"/>
              <a:gd name="connsiteX48" fmla="*/ 1395413 w 2328863"/>
              <a:gd name="connsiteY48" fmla="*/ 80962 h 257177"/>
              <a:gd name="connsiteX49" fmla="*/ 1414463 w 2328863"/>
              <a:gd name="connsiteY49" fmla="*/ 71437 h 257177"/>
              <a:gd name="connsiteX50" fmla="*/ 1452563 w 2328863"/>
              <a:gd name="connsiteY50" fmla="*/ 38100 h 257177"/>
              <a:gd name="connsiteX51" fmla="*/ 1466850 w 2328863"/>
              <a:gd name="connsiteY51" fmla="*/ 28575 h 257177"/>
              <a:gd name="connsiteX52" fmla="*/ 1485900 w 2328863"/>
              <a:gd name="connsiteY52" fmla="*/ 23812 h 257177"/>
              <a:gd name="connsiteX53" fmla="*/ 1504950 w 2328863"/>
              <a:gd name="connsiteY53" fmla="*/ 14287 h 257177"/>
              <a:gd name="connsiteX54" fmla="*/ 1543050 w 2328863"/>
              <a:gd name="connsiteY54" fmla="*/ 9525 h 257177"/>
              <a:gd name="connsiteX55" fmla="*/ 1585913 w 2328863"/>
              <a:gd name="connsiteY55" fmla="*/ 0 h 257177"/>
              <a:gd name="connsiteX56" fmla="*/ 1695450 w 2328863"/>
              <a:gd name="connsiteY56" fmla="*/ 4762 h 257177"/>
              <a:gd name="connsiteX57" fmla="*/ 1724025 w 2328863"/>
              <a:gd name="connsiteY57" fmla="*/ 33337 h 257177"/>
              <a:gd name="connsiteX58" fmla="*/ 1738313 w 2328863"/>
              <a:gd name="connsiteY58" fmla="*/ 47625 h 257177"/>
              <a:gd name="connsiteX59" fmla="*/ 1766888 w 2328863"/>
              <a:gd name="connsiteY59" fmla="*/ 71437 h 257177"/>
              <a:gd name="connsiteX60" fmla="*/ 1781175 w 2328863"/>
              <a:gd name="connsiteY60" fmla="*/ 85725 h 257177"/>
              <a:gd name="connsiteX61" fmla="*/ 1809750 w 2328863"/>
              <a:gd name="connsiteY61" fmla="*/ 109537 h 257177"/>
              <a:gd name="connsiteX62" fmla="*/ 1819275 w 2328863"/>
              <a:gd name="connsiteY62" fmla="*/ 123825 h 257177"/>
              <a:gd name="connsiteX63" fmla="*/ 1833563 w 2328863"/>
              <a:gd name="connsiteY63" fmla="*/ 138112 h 257177"/>
              <a:gd name="connsiteX64" fmla="*/ 1843088 w 2328863"/>
              <a:gd name="connsiteY64" fmla="*/ 152400 h 257177"/>
              <a:gd name="connsiteX65" fmla="*/ 1857375 w 2328863"/>
              <a:gd name="connsiteY65" fmla="*/ 161925 h 257177"/>
              <a:gd name="connsiteX66" fmla="*/ 1885950 w 2328863"/>
              <a:gd name="connsiteY66" fmla="*/ 180975 h 257177"/>
              <a:gd name="connsiteX67" fmla="*/ 1914525 w 2328863"/>
              <a:gd name="connsiteY67" fmla="*/ 204787 h 257177"/>
              <a:gd name="connsiteX68" fmla="*/ 1928813 w 2328863"/>
              <a:gd name="connsiteY68" fmla="*/ 209550 h 257177"/>
              <a:gd name="connsiteX69" fmla="*/ 1943100 w 2328863"/>
              <a:gd name="connsiteY69" fmla="*/ 219075 h 257177"/>
              <a:gd name="connsiteX70" fmla="*/ 2028825 w 2328863"/>
              <a:gd name="connsiteY70" fmla="*/ 228600 h 257177"/>
              <a:gd name="connsiteX71" fmla="*/ 2090738 w 2328863"/>
              <a:gd name="connsiteY71" fmla="*/ 219075 h 257177"/>
              <a:gd name="connsiteX72" fmla="*/ 2119313 w 2328863"/>
              <a:gd name="connsiteY72" fmla="*/ 195262 h 257177"/>
              <a:gd name="connsiteX73" fmla="*/ 2133600 w 2328863"/>
              <a:gd name="connsiteY73" fmla="*/ 190500 h 257177"/>
              <a:gd name="connsiteX74" fmla="*/ 2147888 w 2328863"/>
              <a:gd name="connsiteY74" fmla="*/ 176212 h 257177"/>
              <a:gd name="connsiteX75" fmla="*/ 2181225 w 2328863"/>
              <a:gd name="connsiteY75" fmla="*/ 166687 h 257177"/>
              <a:gd name="connsiteX76" fmla="*/ 2209800 w 2328863"/>
              <a:gd name="connsiteY76" fmla="*/ 157162 h 257177"/>
              <a:gd name="connsiteX77" fmla="*/ 2309813 w 2328863"/>
              <a:gd name="connsiteY77" fmla="*/ 147637 h 257177"/>
              <a:gd name="connsiteX78" fmla="*/ 2328863 w 2328863"/>
              <a:gd name="connsiteY78" fmla="*/ 133350 h 2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328863" h="257177">
                <a:moveTo>
                  <a:pt x="0" y="138112"/>
                </a:moveTo>
                <a:cubicBezTo>
                  <a:pt x="4763" y="146050"/>
                  <a:pt x="8264" y="154897"/>
                  <a:pt x="14288" y="161925"/>
                </a:cubicBezTo>
                <a:cubicBezTo>
                  <a:pt x="27212" y="177003"/>
                  <a:pt x="40191" y="169669"/>
                  <a:pt x="57150" y="180975"/>
                </a:cubicBezTo>
                <a:cubicBezTo>
                  <a:pt x="61913" y="184150"/>
                  <a:pt x="66207" y="188175"/>
                  <a:pt x="71438" y="190500"/>
                </a:cubicBezTo>
                <a:cubicBezTo>
                  <a:pt x="80613" y="194578"/>
                  <a:pt x="91659" y="194456"/>
                  <a:pt x="100013" y="200025"/>
                </a:cubicBezTo>
                <a:cubicBezTo>
                  <a:pt x="136623" y="224431"/>
                  <a:pt x="117296" y="217193"/>
                  <a:pt x="157163" y="223837"/>
                </a:cubicBezTo>
                <a:cubicBezTo>
                  <a:pt x="187325" y="222250"/>
                  <a:pt x="217723" y="223156"/>
                  <a:pt x="247650" y="219075"/>
                </a:cubicBezTo>
                <a:cubicBezTo>
                  <a:pt x="253321" y="218302"/>
                  <a:pt x="256818" y="212110"/>
                  <a:pt x="261938" y="209550"/>
                </a:cubicBezTo>
                <a:cubicBezTo>
                  <a:pt x="266428" y="207305"/>
                  <a:pt x="271463" y="206375"/>
                  <a:pt x="276225" y="204787"/>
                </a:cubicBezTo>
                <a:cubicBezTo>
                  <a:pt x="301627" y="166685"/>
                  <a:pt x="268285" y="212728"/>
                  <a:pt x="300038" y="180975"/>
                </a:cubicBezTo>
                <a:cubicBezTo>
                  <a:pt x="321580" y="159433"/>
                  <a:pt x="296036" y="171196"/>
                  <a:pt x="323850" y="161925"/>
                </a:cubicBezTo>
                <a:lnTo>
                  <a:pt x="366713" y="133350"/>
                </a:lnTo>
                <a:lnTo>
                  <a:pt x="381000" y="123825"/>
                </a:lnTo>
                <a:cubicBezTo>
                  <a:pt x="403848" y="89553"/>
                  <a:pt x="371495" y="131748"/>
                  <a:pt x="419100" y="100012"/>
                </a:cubicBezTo>
                <a:cubicBezTo>
                  <a:pt x="423863" y="96837"/>
                  <a:pt x="428157" y="92812"/>
                  <a:pt x="433388" y="90487"/>
                </a:cubicBezTo>
                <a:cubicBezTo>
                  <a:pt x="442563" y="86409"/>
                  <a:pt x="461963" y="80962"/>
                  <a:pt x="461963" y="80962"/>
                </a:cubicBezTo>
                <a:cubicBezTo>
                  <a:pt x="489046" y="53879"/>
                  <a:pt x="462968" y="75697"/>
                  <a:pt x="490538" y="61912"/>
                </a:cubicBezTo>
                <a:cubicBezTo>
                  <a:pt x="527460" y="43451"/>
                  <a:pt x="483206" y="59592"/>
                  <a:pt x="519113" y="47625"/>
                </a:cubicBezTo>
                <a:cubicBezTo>
                  <a:pt x="538163" y="49212"/>
                  <a:pt x="558750" y="44725"/>
                  <a:pt x="576263" y="52387"/>
                </a:cubicBezTo>
                <a:cubicBezTo>
                  <a:pt x="586751" y="56975"/>
                  <a:pt x="585788" y="74612"/>
                  <a:pt x="595313" y="80962"/>
                </a:cubicBezTo>
                <a:lnTo>
                  <a:pt x="609600" y="90487"/>
                </a:lnTo>
                <a:cubicBezTo>
                  <a:pt x="611188" y="95250"/>
                  <a:pt x="611925" y="100386"/>
                  <a:pt x="614363" y="104775"/>
                </a:cubicBezTo>
                <a:cubicBezTo>
                  <a:pt x="619922" y="114782"/>
                  <a:pt x="633413" y="133350"/>
                  <a:pt x="633413" y="133350"/>
                </a:cubicBezTo>
                <a:cubicBezTo>
                  <a:pt x="644736" y="167320"/>
                  <a:pt x="628680" y="126251"/>
                  <a:pt x="652463" y="161925"/>
                </a:cubicBezTo>
                <a:cubicBezTo>
                  <a:pt x="655248" y="166102"/>
                  <a:pt x="654980" y="171722"/>
                  <a:pt x="657225" y="176212"/>
                </a:cubicBezTo>
                <a:cubicBezTo>
                  <a:pt x="665163" y="192088"/>
                  <a:pt x="666750" y="190500"/>
                  <a:pt x="681038" y="200025"/>
                </a:cubicBezTo>
                <a:cubicBezTo>
                  <a:pt x="688065" y="210565"/>
                  <a:pt x="693852" y="221268"/>
                  <a:pt x="704850" y="228600"/>
                </a:cubicBezTo>
                <a:cubicBezTo>
                  <a:pt x="709027" y="231385"/>
                  <a:pt x="714375" y="231775"/>
                  <a:pt x="719138" y="233362"/>
                </a:cubicBezTo>
                <a:cubicBezTo>
                  <a:pt x="741779" y="248457"/>
                  <a:pt x="727994" y="241076"/>
                  <a:pt x="762000" y="252412"/>
                </a:cubicBezTo>
                <a:lnTo>
                  <a:pt x="776288" y="257175"/>
                </a:lnTo>
                <a:cubicBezTo>
                  <a:pt x="783269" y="256739"/>
                  <a:pt x="842986" y="259544"/>
                  <a:pt x="866775" y="247650"/>
                </a:cubicBezTo>
                <a:cubicBezTo>
                  <a:pt x="871895" y="245090"/>
                  <a:pt x="876300" y="241300"/>
                  <a:pt x="881063" y="238125"/>
                </a:cubicBezTo>
                <a:lnTo>
                  <a:pt x="900113" y="209550"/>
                </a:lnTo>
                <a:lnTo>
                  <a:pt x="909638" y="195262"/>
                </a:lnTo>
                <a:cubicBezTo>
                  <a:pt x="914354" y="181114"/>
                  <a:pt x="917367" y="163721"/>
                  <a:pt x="928688" y="152400"/>
                </a:cubicBezTo>
                <a:cubicBezTo>
                  <a:pt x="932735" y="148353"/>
                  <a:pt x="938578" y="146539"/>
                  <a:pt x="942975" y="142875"/>
                </a:cubicBezTo>
                <a:cubicBezTo>
                  <a:pt x="948149" y="138563"/>
                  <a:pt x="951375" y="131858"/>
                  <a:pt x="957263" y="128587"/>
                </a:cubicBezTo>
                <a:cubicBezTo>
                  <a:pt x="973984" y="119297"/>
                  <a:pt x="991740" y="118777"/>
                  <a:pt x="1009650" y="114300"/>
                </a:cubicBezTo>
                <a:cubicBezTo>
                  <a:pt x="1014520" y="113082"/>
                  <a:pt x="1019068" y="110755"/>
                  <a:pt x="1023938" y="109537"/>
                </a:cubicBezTo>
                <a:cubicBezTo>
                  <a:pt x="1031791" y="107574"/>
                  <a:pt x="1039813" y="106362"/>
                  <a:pt x="1047750" y="104775"/>
                </a:cubicBezTo>
                <a:cubicBezTo>
                  <a:pt x="1068388" y="106362"/>
                  <a:pt x="1089319" y="105723"/>
                  <a:pt x="1109663" y="109537"/>
                </a:cubicBezTo>
                <a:cubicBezTo>
                  <a:pt x="1115289" y="110592"/>
                  <a:pt x="1119553" y="115398"/>
                  <a:pt x="1123950" y="119062"/>
                </a:cubicBezTo>
                <a:cubicBezTo>
                  <a:pt x="1170766" y="158076"/>
                  <a:pt x="1110299" y="110173"/>
                  <a:pt x="1147763" y="147637"/>
                </a:cubicBezTo>
                <a:cubicBezTo>
                  <a:pt x="1151810" y="151684"/>
                  <a:pt x="1157653" y="153498"/>
                  <a:pt x="1162050" y="157162"/>
                </a:cubicBezTo>
                <a:cubicBezTo>
                  <a:pt x="1185832" y="176981"/>
                  <a:pt x="1165518" y="167843"/>
                  <a:pt x="1190625" y="176212"/>
                </a:cubicBezTo>
                <a:cubicBezTo>
                  <a:pt x="1243013" y="174625"/>
                  <a:pt x="1296290" y="181193"/>
                  <a:pt x="1347788" y="171450"/>
                </a:cubicBezTo>
                <a:cubicBezTo>
                  <a:pt x="1359036" y="169322"/>
                  <a:pt x="1366838" y="142875"/>
                  <a:pt x="1366838" y="142875"/>
                </a:cubicBezTo>
                <a:cubicBezTo>
                  <a:pt x="1383468" y="92985"/>
                  <a:pt x="1367775" y="131710"/>
                  <a:pt x="1385888" y="100012"/>
                </a:cubicBezTo>
                <a:cubicBezTo>
                  <a:pt x="1389410" y="93848"/>
                  <a:pt x="1390393" y="85982"/>
                  <a:pt x="1395413" y="80962"/>
                </a:cubicBezTo>
                <a:cubicBezTo>
                  <a:pt x="1400433" y="75942"/>
                  <a:pt x="1408113" y="74612"/>
                  <a:pt x="1414463" y="71437"/>
                </a:cubicBezTo>
                <a:cubicBezTo>
                  <a:pt x="1430338" y="47625"/>
                  <a:pt x="1419225" y="60325"/>
                  <a:pt x="1452563" y="38100"/>
                </a:cubicBezTo>
                <a:cubicBezTo>
                  <a:pt x="1457325" y="34925"/>
                  <a:pt x="1461297" y="29963"/>
                  <a:pt x="1466850" y="28575"/>
                </a:cubicBezTo>
                <a:cubicBezTo>
                  <a:pt x="1473200" y="26987"/>
                  <a:pt x="1479771" y="26110"/>
                  <a:pt x="1485900" y="23812"/>
                </a:cubicBezTo>
                <a:cubicBezTo>
                  <a:pt x="1492547" y="21319"/>
                  <a:pt x="1498062" y="16009"/>
                  <a:pt x="1504950" y="14287"/>
                </a:cubicBezTo>
                <a:cubicBezTo>
                  <a:pt x="1517367" y="11183"/>
                  <a:pt x="1530400" y="11471"/>
                  <a:pt x="1543050" y="9525"/>
                </a:cubicBezTo>
                <a:cubicBezTo>
                  <a:pt x="1558761" y="7108"/>
                  <a:pt x="1570751" y="3790"/>
                  <a:pt x="1585913" y="0"/>
                </a:cubicBezTo>
                <a:lnTo>
                  <a:pt x="1695450" y="4762"/>
                </a:lnTo>
                <a:cubicBezTo>
                  <a:pt x="1708544" y="7923"/>
                  <a:pt x="1714500" y="23812"/>
                  <a:pt x="1724025" y="33337"/>
                </a:cubicBezTo>
                <a:lnTo>
                  <a:pt x="1738313" y="47625"/>
                </a:lnTo>
                <a:cubicBezTo>
                  <a:pt x="1780061" y="89373"/>
                  <a:pt x="1727097" y="38277"/>
                  <a:pt x="1766888" y="71437"/>
                </a:cubicBezTo>
                <a:cubicBezTo>
                  <a:pt x="1772062" y="75749"/>
                  <a:pt x="1776001" y="81413"/>
                  <a:pt x="1781175" y="85725"/>
                </a:cubicBezTo>
                <a:cubicBezTo>
                  <a:pt x="1801610" y="102755"/>
                  <a:pt x="1790776" y="86768"/>
                  <a:pt x="1809750" y="109537"/>
                </a:cubicBezTo>
                <a:cubicBezTo>
                  <a:pt x="1813414" y="113934"/>
                  <a:pt x="1815611" y="119428"/>
                  <a:pt x="1819275" y="123825"/>
                </a:cubicBezTo>
                <a:cubicBezTo>
                  <a:pt x="1823587" y="128999"/>
                  <a:pt x="1829251" y="132938"/>
                  <a:pt x="1833563" y="138112"/>
                </a:cubicBezTo>
                <a:cubicBezTo>
                  <a:pt x="1837227" y="142509"/>
                  <a:pt x="1839041" y="148352"/>
                  <a:pt x="1843088" y="152400"/>
                </a:cubicBezTo>
                <a:cubicBezTo>
                  <a:pt x="1847135" y="156447"/>
                  <a:pt x="1852978" y="158261"/>
                  <a:pt x="1857375" y="161925"/>
                </a:cubicBezTo>
                <a:cubicBezTo>
                  <a:pt x="1881158" y="181743"/>
                  <a:pt x="1860843" y="172605"/>
                  <a:pt x="1885950" y="180975"/>
                </a:cubicBezTo>
                <a:cubicBezTo>
                  <a:pt x="1896482" y="191506"/>
                  <a:pt x="1901266" y="198157"/>
                  <a:pt x="1914525" y="204787"/>
                </a:cubicBezTo>
                <a:cubicBezTo>
                  <a:pt x="1919015" y="207032"/>
                  <a:pt x="1924323" y="207305"/>
                  <a:pt x="1928813" y="209550"/>
                </a:cubicBezTo>
                <a:cubicBezTo>
                  <a:pt x="1933932" y="212110"/>
                  <a:pt x="1937670" y="217265"/>
                  <a:pt x="1943100" y="219075"/>
                </a:cubicBezTo>
                <a:cubicBezTo>
                  <a:pt x="1958906" y="224344"/>
                  <a:pt x="2024657" y="228253"/>
                  <a:pt x="2028825" y="228600"/>
                </a:cubicBezTo>
                <a:cubicBezTo>
                  <a:pt x="2042474" y="227235"/>
                  <a:pt x="2073577" y="227655"/>
                  <a:pt x="2090738" y="219075"/>
                </a:cubicBezTo>
                <a:cubicBezTo>
                  <a:pt x="2121894" y="203498"/>
                  <a:pt x="2087722" y="216323"/>
                  <a:pt x="2119313" y="195262"/>
                </a:cubicBezTo>
                <a:cubicBezTo>
                  <a:pt x="2123490" y="192477"/>
                  <a:pt x="2128838" y="192087"/>
                  <a:pt x="2133600" y="190500"/>
                </a:cubicBezTo>
                <a:cubicBezTo>
                  <a:pt x="2138363" y="185737"/>
                  <a:pt x="2142284" y="179948"/>
                  <a:pt x="2147888" y="176212"/>
                </a:cubicBezTo>
                <a:cubicBezTo>
                  <a:pt x="2152250" y="173304"/>
                  <a:pt x="2178343" y="167552"/>
                  <a:pt x="2181225" y="166687"/>
                </a:cubicBezTo>
                <a:cubicBezTo>
                  <a:pt x="2190842" y="163802"/>
                  <a:pt x="2200275" y="160337"/>
                  <a:pt x="2209800" y="157162"/>
                </a:cubicBezTo>
                <a:cubicBezTo>
                  <a:pt x="2251234" y="143351"/>
                  <a:pt x="2219102" y="152677"/>
                  <a:pt x="2309813" y="147637"/>
                </a:cubicBezTo>
                <a:cubicBezTo>
                  <a:pt x="2327468" y="141753"/>
                  <a:pt x="2321855" y="147365"/>
                  <a:pt x="2328863" y="133350"/>
                </a:cubicBezTo>
              </a:path>
            </a:pathLst>
          </a:cu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29" name="직선 화살표 연결선 128">
            <a:extLst>
              <a:ext uri="{FF2B5EF4-FFF2-40B4-BE49-F238E27FC236}">
                <a16:creationId xmlns:a16="http://schemas.microsoft.com/office/drawing/2014/main" id="{84795519-9D2C-49AB-B1F9-B3DCC7D73717}"/>
              </a:ext>
            </a:extLst>
          </p:cNvPr>
          <p:cNvCxnSpPr/>
          <p:nvPr/>
        </p:nvCxnSpPr>
        <p:spPr>
          <a:xfrm flipV="1">
            <a:off x="11247526" y="1583971"/>
            <a:ext cx="0" cy="99762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0" name="직사각형 129">
            <a:extLst>
              <a:ext uri="{FF2B5EF4-FFF2-40B4-BE49-F238E27FC236}">
                <a16:creationId xmlns:a16="http://schemas.microsoft.com/office/drawing/2014/main" id="{1BAFAAAA-AB40-42C8-BA64-223A04857AAE}"/>
              </a:ext>
            </a:extLst>
          </p:cNvPr>
          <p:cNvSpPr/>
          <p:nvPr/>
        </p:nvSpPr>
        <p:spPr>
          <a:xfrm>
            <a:off x="11571819" y="2115534"/>
            <a:ext cx="546479" cy="369332"/>
          </a:xfrm>
          <a:prstGeom prst="rect">
            <a:avLst/>
          </a:prstGeom>
        </p:spPr>
        <p:txBody>
          <a:bodyPr wrap="square">
            <a:spAutoFit/>
          </a:bodyPr>
          <a:lstStyle/>
          <a:p>
            <a:pPr algn="ctr"/>
            <a:r>
              <a:rPr lang="en-US" altLang="ko-KR" dirty="0">
                <a:latin typeface="Arial" panose="020B0604020202020204" pitchFamily="34" charset="0"/>
                <a:cs typeface="Arial" panose="020B0604020202020204" pitchFamily="34" charset="0"/>
              </a:rPr>
              <a:t>Au</a:t>
            </a:r>
            <a:endParaRPr lang="ko-KR" altLang="en-US" sz="1400" dirty="0">
              <a:latin typeface="Arial" panose="020B0604020202020204" pitchFamily="34" charset="0"/>
              <a:cs typeface="Arial" panose="020B0604020202020204" pitchFamily="34" charset="0"/>
            </a:endParaRPr>
          </a:p>
        </p:txBody>
      </p:sp>
      <p:cxnSp>
        <p:nvCxnSpPr>
          <p:cNvPr id="131" name="직선 화살표 연결선 130">
            <a:extLst>
              <a:ext uri="{FF2B5EF4-FFF2-40B4-BE49-F238E27FC236}">
                <a16:creationId xmlns:a16="http://schemas.microsoft.com/office/drawing/2014/main" id="{DB5FEC34-E84C-4244-8E40-7286DEE380A2}"/>
              </a:ext>
            </a:extLst>
          </p:cNvPr>
          <p:cNvCxnSpPr/>
          <p:nvPr/>
        </p:nvCxnSpPr>
        <p:spPr>
          <a:xfrm>
            <a:off x="11935131" y="2553863"/>
            <a:ext cx="2646" cy="3060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직선 화살표 연결선 131">
            <a:extLst>
              <a:ext uri="{FF2B5EF4-FFF2-40B4-BE49-F238E27FC236}">
                <a16:creationId xmlns:a16="http://schemas.microsoft.com/office/drawing/2014/main" id="{8AEF3559-825E-4A2E-AF9C-8F279296CB9B}"/>
              </a:ext>
            </a:extLst>
          </p:cNvPr>
          <p:cNvCxnSpPr>
            <a:endCxn id="92" idx="0"/>
          </p:cNvCxnSpPr>
          <p:nvPr/>
        </p:nvCxnSpPr>
        <p:spPr>
          <a:xfrm>
            <a:off x="8148004" y="2409083"/>
            <a:ext cx="225817" cy="2319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 name="직사각형 132">
            <a:extLst>
              <a:ext uri="{FF2B5EF4-FFF2-40B4-BE49-F238E27FC236}">
                <a16:creationId xmlns:a16="http://schemas.microsoft.com/office/drawing/2014/main" id="{1D95A936-9061-47CD-B393-D9F6F449E7AD}"/>
              </a:ext>
            </a:extLst>
          </p:cNvPr>
          <p:cNvSpPr/>
          <p:nvPr/>
        </p:nvSpPr>
        <p:spPr>
          <a:xfrm>
            <a:off x="10798198" y="2588773"/>
            <a:ext cx="906583" cy="461665"/>
          </a:xfrm>
          <a:prstGeom prst="rect">
            <a:avLst/>
          </a:prstGeom>
        </p:spPr>
        <p:txBody>
          <a:bodyPr wrap="square">
            <a:spAutoFit/>
          </a:bodyPr>
          <a:lstStyle/>
          <a:p>
            <a:pPr algn="ctr"/>
            <a:r>
              <a:rPr lang="en-US" altLang="ko-KR" sz="1200" dirty="0">
                <a:latin typeface="Arial" panose="020B0604020202020204" pitchFamily="34" charset="0"/>
                <a:cs typeface="Arial" panose="020B0604020202020204" pitchFamily="34" charset="0"/>
              </a:rPr>
              <a:t>Unwanted void</a:t>
            </a:r>
            <a:endParaRPr lang="ko-KR" altLang="en-US" sz="1200" dirty="0">
              <a:latin typeface="Arial" panose="020B0604020202020204" pitchFamily="34" charset="0"/>
              <a:cs typeface="Arial" panose="020B0604020202020204" pitchFamily="34" charset="0"/>
            </a:endParaRPr>
          </a:p>
        </p:txBody>
      </p:sp>
      <p:sp>
        <p:nvSpPr>
          <p:cNvPr id="250" name="TextBox 249">
            <a:extLst>
              <a:ext uri="{FF2B5EF4-FFF2-40B4-BE49-F238E27FC236}">
                <a16:creationId xmlns:a16="http://schemas.microsoft.com/office/drawing/2014/main" id="{3A0C371F-4C58-4338-9DE3-5AD5A78F02B5}"/>
              </a:ext>
            </a:extLst>
          </p:cNvPr>
          <p:cNvSpPr txBox="1"/>
          <p:nvPr/>
        </p:nvSpPr>
        <p:spPr>
          <a:xfrm>
            <a:off x="7292724" y="1562254"/>
            <a:ext cx="288032" cy="338554"/>
          </a:xfrm>
          <a:prstGeom prst="rect">
            <a:avLst/>
          </a:prstGeom>
          <a:noFill/>
        </p:spPr>
        <p:txBody>
          <a:bodyPr wrap="square" rtlCol="0">
            <a:spAutoFit/>
          </a:bodyPr>
          <a:lstStyle/>
          <a:p>
            <a:r>
              <a:rPr lang="en-US" altLang="ko-KR" sz="1600" b="1" dirty="0">
                <a:latin typeface="Times New Roman" panose="02020603050405020304" pitchFamily="18" charset="0"/>
                <a:cs typeface="Times New Roman" panose="02020603050405020304" pitchFamily="18" charset="0"/>
              </a:rPr>
              <a:t>c</a:t>
            </a:r>
            <a:endParaRPr lang="ko-KR" altLang="en-US" sz="1600" b="1" dirty="0">
              <a:latin typeface="Times New Roman" panose="02020603050405020304" pitchFamily="18" charset="0"/>
              <a:cs typeface="Times New Roman" panose="02020603050405020304" pitchFamily="18" charset="0"/>
            </a:endParaRPr>
          </a:p>
        </p:txBody>
      </p:sp>
      <p:grpSp>
        <p:nvGrpSpPr>
          <p:cNvPr id="251" name="그룹 250">
            <a:extLst>
              <a:ext uri="{FF2B5EF4-FFF2-40B4-BE49-F238E27FC236}">
                <a16:creationId xmlns:a16="http://schemas.microsoft.com/office/drawing/2014/main" id="{32F40E35-1CF8-4B32-AE62-E14E97D0F2F2}"/>
              </a:ext>
            </a:extLst>
          </p:cNvPr>
          <p:cNvGrpSpPr/>
          <p:nvPr/>
        </p:nvGrpSpPr>
        <p:grpSpPr>
          <a:xfrm>
            <a:off x="7694326" y="3797317"/>
            <a:ext cx="2175118" cy="1417829"/>
            <a:chOff x="0" y="0"/>
            <a:chExt cx="14400000" cy="7200000"/>
          </a:xfrm>
        </p:grpSpPr>
        <p:sp>
          <p:nvSpPr>
            <p:cNvPr id="252" name="직사각형 251">
              <a:extLst>
                <a:ext uri="{FF2B5EF4-FFF2-40B4-BE49-F238E27FC236}">
                  <a16:creationId xmlns:a16="http://schemas.microsoft.com/office/drawing/2014/main" id="{8E380ABD-0219-47FB-92BB-5AEBE1368EB3}"/>
                </a:ext>
              </a:extLst>
            </p:cNvPr>
            <p:cNvSpPr/>
            <p:nvPr/>
          </p:nvSpPr>
          <p:spPr>
            <a:xfrm>
              <a:off x="0" y="0"/>
              <a:ext cx="14400000" cy="720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3" name="직선 연결선 252">
              <a:extLst>
                <a:ext uri="{FF2B5EF4-FFF2-40B4-BE49-F238E27FC236}">
                  <a16:creationId xmlns:a16="http://schemas.microsoft.com/office/drawing/2014/main" id="{816459DB-486E-4618-B00E-BE824F414F79}"/>
                </a:ext>
              </a:extLst>
            </p:cNvPr>
            <p:cNvCxnSpPr/>
            <p:nvPr/>
          </p:nvCxnSpPr>
          <p:spPr>
            <a:xfrm>
              <a:off x="2880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4" name="직선 연결선 253">
              <a:extLst>
                <a:ext uri="{FF2B5EF4-FFF2-40B4-BE49-F238E27FC236}">
                  <a16:creationId xmlns:a16="http://schemas.microsoft.com/office/drawing/2014/main" id="{AE021809-060A-48A6-933B-3A8C312A7045}"/>
                </a:ext>
              </a:extLst>
            </p:cNvPr>
            <p:cNvCxnSpPr/>
            <p:nvPr/>
          </p:nvCxnSpPr>
          <p:spPr>
            <a:xfrm>
              <a:off x="547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5" name="직선 연결선 254">
              <a:extLst>
                <a:ext uri="{FF2B5EF4-FFF2-40B4-BE49-F238E27FC236}">
                  <a16:creationId xmlns:a16="http://schemas.microsoft.com/office/drawing/2014/main" id="{E09AE466-443D-49F5-9C58-021C16AFEEAC}"/>
                </a:ext>
              </a:extLst>
            </p:cNvPr>
            <p:cNvCxnSpPr/>
            <p:nvPr/>
          </p:nvCxnSpPr>
          <p:spPr>
            <a:xfrm>
              <a:off x="8064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6" name="직선 연결선 255">
              <a:extLst>
                <a:ext uri="{FF2B5EF4-FFF2-40B4-BE49-F238E27FC236}">
                  <a16:creationId xmlns:a16="http://schemas.microsoft.com/office/drawing/2014/main" id="{D997193C-9265-44A0-85AC-DCA7AFB01121}"/>
                </a:ext>
              </a:extLst>
            </p:cNvPr>
            <p:cNvCxnSpPr/>
            <p:nvPr/>
          </p:nvCxnSpPr>
          <p:spPr>
            <a:xfrm>
              <a:off x="10656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7" name="직선 연결선 256">
              <a:extLst>
                <a:ext uri="{FF2B5EF4-FFF2-40B4-BE49-F238E27FC236}">
                  <a16:creationId xmlns:a16="http://schemas.microsoft.com/office/drawing/2014/main" id="{00D958FD-D40E-4785-B68D-CC8E5B032D5A}"/>
                </a:ext>
              </a:extLst>
            </p:cNvPr>
            <p:cNvCxnSpPr/>
            <p:nvPr/>
          </p:nvCxnSpPr>
          <p:spPr>
            <a:xfrm>
              <a:off x="13824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8" name="직선 연결선 257">
              <a:extLst>
                <a:ext uri="{FF2B5EF4-FFF2-40B4-BE49-F238E27FC236}">
                  <a16:creationId xmlns:a16="http://schemas.microsoft.com/office/drawing/2014/main" id="{0A751525-B817-4933-9F5E-F91FABB9675E}"/>
                </a:ext>
              </a:extLst>
            </p:cNvPr>
            <p:cNvCxnSpPr/>
            <p:nvPr/>
          </p:nvCxnSpPr>
          <p:spPr>
            <a:xfrm>
              <a:off x="1699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9" name="직선 연결선 258">
              <a:extLst>
                <a:ext uri="{FF2B5EF4-FFF2-40B4-BE49-F238E27FC236}">
                  <a16:creationId xmlns:a16="http://schemas.microsoft.com/office/drawing/2014/main" id="{2968A291-6E10-4631-A498-7395D0012876}"/>
                </a:ext>
              </a:extLst>
            </p:cNvPr>
            <p:cNvCxnSpPr/>
            <p:nvPr/>
          </p:nvCxnSpPr>
          <p:spPr>
            <a:xfrm>
              <a:off x="20160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0" name="직선 연결선 259">
              <a:extLst>
                <a:ext uri="{FF2B5EF4-FFF2-40B4-BE49-F238E27FC236}">
                  <a16:creationId xmlns:a16="http://schemas.microsoft.com/office/drawing/2014/main" id="{6EA888D0-4243-4AC5-A407-3F9761EE353B}"/>
                </a:ext>
              </a:extLst>
            </p:cNvPr>
            <p:cNvCxnSpPr/>
            <p:nvPr/>
          </p:nvCxnSpPr>
          <p:spPr>
            <a:xfrm>
              <a:off x="23904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1" name="직선 연결선 260">
              <a:extLst>
                <a:ext uri="{FF2B5EF4-FFF2-40B4-BE49-F238E27FC236}">
                  <a16:creationId xmlns:a16="http://schemas.microsoft.com/office/drawing/2014/main" id="{C0973F9D-85BC-4E0C-96CD-0B3A142F6513}"/>
                </a:ext>
              </a:extLst>
            </p:cNvPr>
            <p:cNvCxnSpPr/>
            <p:nvPr/>
          </p:nvCxnSpPr>
          <p:spPr>
            <a:xfrm>
              <a:off x="27648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2" name="직선 연결선 261">
              <a:extLst>
                <a:ext uri="{FF2B5EF4-FFF2-40B4-BE49-F238E27FC236}">
                  <a16:creationId xmlns:a16="http://schemas.microsoft.com/office/drawing/2014/main" id="{6215F807-429C-4A6C-8871-A77DA2EE20CA}"/>
                </a:ext>
              </a:extLst>
            </p:cNvPr>
            <p:cNvCxnSpPr/>
            <p:nvPr/>
          </p:nvCxnSpPr>
          <p:spPr>
            <a:xfrm>
              <a:off x="3139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3" name="직선 연결선 262">
              <a:extLst>
                <a:ext uri="{FF2B5EF4-FFF2-40B4-BE49-F238E27FC236}">
                  <a16:creationId xmlns:a16="http://schemas.microsoft.com/office/drawing/2014/main" id="{91D9D659-64E9-4842-B8DC-9619FA279A8E}"/>
                </a:ext>
              </a:extLst>
            </p:cNvPr>
            <p:cNvCxnSpPr/>
            <p:nvPr/>
          </p:nvCxnSpPr>
          <p:spPr>
            <a:xfrm>
              <a:off x="3571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4" name="직선 연결선 263">
              <a:extLst>
                <a:ext uri="{FF2B5EF4-FFF2-40B4-BE49-F238E27FC236}">
                  <a16:creationId xmlns:a16="http://schemas.microsoft.com/office/drawing/2014/main" id="{C6BEEF05-9FF3-4871-81FE-6A279D5DCE8F}"/>
                </a:ext>
              </a:extLst>
            </p:cNvPr>
            <p:cNvCxnSpPr/>
            <p:nvPr/>
          </p:nvCxnSpPr>
          <p:spPr>
            <a:xfrm>
              <a:off x="4003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5" name="직선 연결선 264">
              <a:extLst>
                <a:ext uri="{FF2B5EF4-FFF2-40B4-BE49-F238E27FC236}">
                  <a16:creationId xmlns:a16="http://schemas.microsoft.com/office/drawing/2014/main" id="{A72A447C-F320-4E46-8721-56F4BB8E74A6}"/>
                </a:ext>
              </a:extLst>
            </p:cNvPr>
            <p:cNvCxnSpPr/>
            <p:nvPr/>
          </p:nvCxnSpPr>
          <p:spPr>
            <a:xfrm>
              <a:off x="4435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6" name="직선 연결선 265">
              <a:extLst>
                <a:ext uri="{FF2B5EF4-FFF2-40B4-BE49-F238E27FC236}">
                  <a16:creationId xmlns:a16="http://schemas.microsoft.com/office/drawing/2014/main" id="{BAD9D86B-7651-4346-AA4F-B7F820CB907F}"/>
                </a:ext>
              </a:extLst>
            </p:cNvPr>
            <p:cNvCxnSpPr/>
            <p:nvPr/>
          </p:nvCxnSpPr>
          <p:spPr>
            <a:xfrm>
              <a:off x="49248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7" name="직선 연결선 266">
              <a:extLst>
                <a:ext uri="{FF2B5EF4-FFF2-40B4-BE49-F238E27FC236}">
                  <a16:creationId xmlns:a16="http://schemas.microsoft.com/office/drawing/2014/main" id="{E5186A9F-211A-4B9E-90FA-536EC30BE98F}"/>
                </a:ext>
              </a:extLst>
            </p:cNvPr>
            <p:cNvCxnSpPr/>
            <p:nvPr/>
          </p:nvCxnSpPr>
          <p:spPr>
            <a:xfrm>
              <a:off x="54144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8" name="직선 연결선 267">
              <a:extLst>
                <a:ext uri="{FF2B5EF4-FFF2-40B4-BE49-F238E27FC236}">
                  <a16:creationId xmlns:a16="http://schemas.microsoft.com/office/drawing/2014/main" id="{F6AE1A71-2E12-4AE9-AB7D-38BD27B98A06}"/>
                </a:ext>
              </a:extLst>
            </p:cNvPr>
            <p:cNvCxnSpPr/>
            <p:nvPr/>
          </p:nvCxnSpPr>
          <p:spPr>
            <a:xfrm>
              <a:off x="59040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9" name="직선 연결선 268">
              <a:extLst>
                <a:ext uri="{FF2B5EF4-FFF2-40B4-BE49-F238E27FC236}">
                  <a16:creationId xmlns:a16="http://schemas.microsoft.com/office/drawing/2014/main" id="{4F655189-DA1A-45DA-B5DB-F92C0BBF1E7C}"/>
                </a:ext>
              </a:extLst>
            </p:cNvPr>
            <p:cNvCxnSpPr/>
            <p:nvPr/>
          </p:nvCxnSpPr>
          <p:spPr>
            <a:xfrm>
              <a:off x="6451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0" name="직선 연결선 269">
              <a:extLst>
                <a:ext uri="{FF2B5EF4-FFF2-40B4-BE49-F238E27FC236}">
                  <a16:creationId xmlns:a16="http://schemas.microsoft.com/office/drawing/2014/main" id="{CC7FC6E7-7023-4A6B-B205-12DA5A458D28}"/>
                </a:ext>
              </a:extLst>
            </p:cNvPr>
            <p:cNvCxnSpPr/>
            <p:nvPr/>
          </p:nvCxnSpPr>
          <p:spPr>
            <a:xfrm>
              <a:off x="69984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1" name="직선 연결선 270">
              <a:extLst>
                <a:ext uri="{FF2B5EF4-FFF2-40B4-BE49-F238E27FC236}">
                  <a16:creationId xmlns:a16="http://schemas.microsoft.com/office/drawing/2014/main" id="{538836E3-0371-4B48-B739-F0A8740373E2}"/>
                </a:ext>
              </a:extLst>
            </p:cNvPr>
            <p:cNvCxnSpPr/>
            <p:nvPr/>
          </p:nvCxnSpPr>
          <p:spPr>
            <a:xfrm>
              <a:off x="75456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2" name="직선 연결선 271">
              <a:extLst>
                <a:ext uri="{FF2B5EF4-FFF2-40B4-BE49-F238E27FC236}">
                  <a16:creationId xmlns:a16="http://schemas.microsoft.com/office/drawing/2014/main" id="{BCA9E365-4801-4497-8863-3AE86AAC5D96}"/>
                </a:ext>
              </a:extLst>
            </p:cNvPr>
            <p:cNvCxnSpPr/>
            <p:nvPr/>
          </p:nvCxnSpPr>
          <p:spPr>
            <a:xfrm>
              <a:off x="81504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3" name="직선 연결선 272">
              <a:extLst>
                <a:ext uri="{FF2B5EF4-FFF2-40B4-BE49-F238E27FC236}">
                  <a16:creationId xmlns:a16="http://schemas.microsoft.com/office/drawing/2014/main" id="{0521D2F2-48D9-48EB-B250-C078052CD1C8}"/>
                </a:ext>
              </a:extLst>
            </p:cNvPr>
            <p:cNvCxnSpPr/>
            <p:nvPr/>
          </p:nvCxnSpPr>
          <p:spPr>
            <a:xfrm>
              <a:off x="8755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4" name="직선 연결선 273">
              <a:extLst>
                <a:ext uri="{FF2B5EF4-FFF2-40B4-BE49-F238E27FC236}">
                  <a16:creationId xmlns:a16="http://schemas.microsoft.com/office/drawing/2014/main" id="{70044FC0-61F0-4540-8A1F-6FE4B8B0BF8D}"/>
                </a:ext>
              </a:extLst>
            </p:cNvPr>
            <p:cNvCxnSpPr/>
            <p:nvPr/>
          </p:nvCxnSpPr>
          <p:spPr>
            <a:xfrm>
              <a:off x="93600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5" name="직선 연결선 274">
              <a:extLst>
                <a:ext uri="{FF2B5EF4-FFF2-40B4-BE49-F238E27FC236}">
                  <a16:creationId xmlns:a16="http://schemas.microsoft.com/office/drawing/2014/main" id="{F8156D2D-6F9D-45DB-98BE-6C1004E5C8C0}"/>
                </a:ext>
              </a:extLst>
            </p:cNvPr>
            <p:cNvCxnSpPr/>
            <p:nvPr/>
          </p:nvCxnSpPr>
          <p:spPr>
            <a:xfrm>
              <a:off x="100224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6" name="직선 연결선 275">
              <a:extLst>
                <a:ext uri="{FF2B5EF4-FFF2-40B4-BE49-F238E27FC236}">
                  <a16:creationId xmlns:a16="http://schemas.microsoft.com/office/drawing/2014/main" id="{FB638CAE-7E15-4624-88C3-35A743AA0A0A}"/>
                </a:ext>
              </a:extLst>
            </p:cNvPr>
            <p:cNvCxnSpPr/>
            <p:nvPr/>
          </p:nvCxnSpPr>
          <p:spPr>
            <a:xfrm>
              <a:off x="106848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7" name="직선 연결선 276">
              <a:extLst>
                <a:ext uri="{FF2B5EF4-FFF2-40B4-BE49-F238E27FC236}">
                  <a16:creationId xmlns:a16="http://schemas.microsoft.com/office/drawing/2014/main" id="{3142C80E-B358-4A7B-9F06-C429B6126C69}"/>
                </a:ext>
              </a:extLst>
            </p:cNvPr>
            <p:cNvCxnSpPr/>
            <p:nvPr/>
          </p:nvCxnSpPr>
          <p:spPr>
            <a:xfrm>
              <a:off x="11347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8" name="직선 연결선 277">
              <a:extLst>
                <a:ext uri="{FF2B5EF4-FFF2-40B4-BE49-F238E27FC236}">
                  <a16:creationId xmlns:a16="http://schemas.microsoft.com/office/drawing/2014/main" id="{F6D6640A-D838-464D-A4D4-FD6115EC63CE}"/>
                </a:ext>
              </a:extLst>
            </p:cNvPr>
            <p:cNvCxnSpPr/>
            <p:nvPr/>
          </p:nvCxnSpPr>
          <p:spPr>
            <a:xfrm>
              <a:off x="12067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9" name="직선 연결선 278">
              <a:extLst>
                <a:ext uri="{FF2B5EF4-FFF2-40B4-BE49-F238E27FC236}">
                  <a16:creationId xmlns:a16="http://schemas.microsoft.com/office/drawing/2014/main" id="{15C420F1-F082-4E7D-AC4C-11E95CC95CF0}"/>
                </a:ext>
              </a:extLst>
            </p:cNvPr>
            <p:cNvCxnSpPr/>
            <p:nvPr/>
          </p:nvCxnSpPr>
          <p:spPr>
            <a:xfrm>
              <a:off x="12787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0" name="직선 연결선 279">
              <a:extLst>
                <a:ext uri="{FF2B5EF4-FFF2-40B4-BE49-F238E27FC236}">
                  <a16:creationId xmlns:a16="http://schemas.microsoft.com/office/drawing/2014/main" id="{7E60BBA6-B9EC-40CE-B6FE-F47A43051591}"/>
                </a:ext>
              </a:extLst>
            </p:cNvPr>
            <p:cNvCxnSpPr/>
            <p:nvPr/>
          </p:nvCxnSpPr>
          <p:spPr>
            <a:xfrm>
              <a:off x="135072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1" name="직선 연결선 280">
              <a:extLst>
                <a:ext uri="{FF2B5EF4-FFF2-40B4-BE49-F238E27FC236}">
                  <a16:creationId xmlns:a16="http://schemas.microsoft.com/office/drawing/2014/main" id="{E5A00BD1-2C85-418E-A009-9A356D218179}"/>
                </a:ext>
              </a:extLst>
            </p:cNvPr>
            <p:cNvCxnSpPr/>
            <p:nvPr/>
          </p:nvCxnSpPr>
          <p:spPr>
            <a:xfrm>
              <a:off x="14284800" y="288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2" name="직선 연결선 281">
              <a:extLst>
                <a:ext uri="{FF2B5EF4-FFF2-40B4-BE49-F238E27FC236}">
                  <a16:creationId xmlns:a16="http://schemas.microsoft.com/office/drawing/2014/main" id="{498956AA-9086-4DF3-BD2E-6A4941121B08}"/>
                </a:ext>
              </a:extLst>
            </p:cNvPr>
            <p:cNvCxnSpPr/>
            <p:nvPr/>
          </p:nvCxnSpPr>
          <p:spPr>
            <a:xfrm>
              <a:off x="2880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3" name="직선 연결선 282">
              <a:extLst>
                <a:ext uri="{FF2B5EF4-FFF2-40B4-BE49-F238E27FC236}">
                  <a16:creationId xmlns:a16="http://schemas.microsoft.com/office/drawing/2014/main" id="{A092B8AE-99A3-4808-9E55-7607372F94F6}"/>
                </a:ext>
              </a:extLst>
            </p:cNvPr>
            <p:cNvCxnSpPr/>
            <p:nvPr/>
          </p:nvCxnSpPr>
          <p:spPr>
            <a:xfrm>
              <a:off x="10656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4" name="직선 연결선 283">
              <a:extLst>
                <a:ext uri="{FF2B5EF4-FFF2-40B4-BE49-F238E27FC236}">
                  <a16:creationId xmlns:a16="http://schemas.microsoft.com/office/drawing/2014/main" id="{75F8D402-68DA-4BE7-9DC4-2DB28AA718D2}"/>
                </a:ext>
              </a:extLst>
            </p:cNvPr>
            <p:cNvCxnSpPr/>
            <p:nvPr/>
          </p:nvCxnSpPr>
          <p:spPr>
            <a:xfrm>
              <a:off x="18432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5" name="직선 연결선 284">
              <a:extLst>
                <a:ext uri="{FF2B5EF4-FFF2-40B4-BE49-F238E27FC236}">
                  <a16:creationId xmlns:a16="http://schemas.microsoft.com/office/drawing/2014/main" id="{EAB6327C-99E4-49F1-8282-44C58F5AC6F2}"/>
                </a:ext>
              </a:extLst>
            </p:cNvPr>
            <p:cNvCxnSpPr/>
            <p:nvPr/>
          </p:nvCxnSpPr>
          <p:spPr>
            <a:xfrm>
              <a:off x="26784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6" name="직선 연결선 285">
              <a:extLst>
                <a:ext uri="{FF2B5EF4-FFF2-40B4-BE49-F238E27FC236}">
                  <a16:creationId xmlns:a16="http://schemas.microsoft.com/office/drawing/2014/main" id="{1CF9F144-3B79-477E-9FC2-EA1AB3034034}"/>
                </a:ext>
              </a:extLst>
            </p:cNvPr>
            <p:cNvCxnSpPr/>
            <p:nvPr/>
          </p:nvCxnSpPr>
          <p:spPr>
            <a:xfrm>
              <a:off x="35136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7" name="직선 연결선 286">
              <a:extLst>
                <a:ext uri="{FF2B5EF4-FFF2-40B4-BE49-F238E27FC236}">
                  <a16:creationId xmlns:a16="http://schemas.microsoft.com/office/drawing/2014/main" id="{F518ACBF-05CA-4514-A148-D949A54D3D52}"/>
                </a:ext>
              </a:extLst>
            </p:cNvPr>
            <p:cNvCxnSpPr/>
            <p:nvPr/>
          </p:nvCxnSpPr>
          <p:spPr>
            <a:xfrm>
              <a:off x="43488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8" name="직선 연결선 287">
              <a:extLst>
                <a:ext uri="{FF2B5EF4-FFF2-40B4-BE49-F238E27FC236}">
                  <a16:creationId xmlns:a16="http://schemas.microsoft.com/office/drawing/2014/main" id="{1028EA88-3AF7-4224-B0C6-8FBB95DF279A}"/>
                </a:ext>
              </a:extLst>
            </p:cNvPr>
            <p:cNvCxnSpPr/>
            <p:nvPr/>
          </p:nvCxnSpPr>
          <p:spPr>
            <a:xfrm>
              <a:off x="52416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9" name="직선 연결선 288">
              <a:extLst>
                <a:ext uri="{FF2B5EF4-FFF2-40B4-BE49-F238E27FC236}">
                  <a16:creationId xmlns:a16="http://schemas.microsoft.com/office/drawing/2014/main" id="{DF50A300-0110-4D84-B835-97E0DC50F533}"/>
                </a:ext>
              </a:extLst>
            </p:cNvPr>
            <p:cNvCxnSpPr/>
            <p:nvPr/>
          </p:nvCxnSpPr>
          <p:spPr>
            <a:xfrm>
              <a:off x="61344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0" name="직선 연결선 289">
              <a:extLst>
                <a:ext uri="{FF2B5EF4-FFF2-40B4-BE49-F238E27FC236}">
                  <a16:creationId xmlns:a16="http://schemas.microsoft.com/office/drawing/2014/main" id="{7C326FFE-98DB-4305-A1A0-BACCD9CAA31D}"/>
                </a:ext>
              </a:extLst>
            </p:cNvPr>
            <p:cNvCxnSpPr/>
            <p:nvPr/>
          </p:nvCxnSpPr>
          <p:spPr>
            <a:xfrm>
              <a:off x="70272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1" name="직선 연결선 290">
              <a:extLst>
                <a:ext uri="{FF2B5EF4-FFF2-40B4-BE49-F238E27FC236}">
                  <a16:creationId xmlns:a16="http://schemas.microsoft.com/office/drawing/2014/main" id="{CE934D52-5F3B-4CF4-88A6-E120F0DCC619}"/>
                </a:ext>
              </a:extLst>
            </p:cNvPr>
            <p:cNvCxnSpPr/>
            <p:nvPr/>
          </p:nvCxnSpPr>
          <p:spPr>
            <a:xfrm>
              <a:off x="79776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2" name="직선 연결선 291">
              <a:extLst>
                <a:ext uri="{FF2B5EF4-FFF2-40B4-BE49-F238E27FC236}">
                  <a16:creationId xmlns:a16="http://schemas.microsoft.com/office/drawing/2014/main" id="{B8172238-21AB-4B4D-8887-EC9B72C80325}"/>
                </a:ext>
              </a:extLst>
            </p:cNvPr>
            <p:cNvCxnSpPr/>
            <p:nvPr/>
          </p:nvCxnSpPr>
          <p:spPr>
            <a:xfrm>
              <a:off x="89280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3" name="직선 연결선 292">
              <a:extLst>
                <a:ext uri="{FF2B5EF4-FFF2-40B4-BE49-F238E27FC236}">
                  <a16:creationId xmlns:a16="http://schemas.microsoft.com/office/drawing/2014/main" id="{FAA13B13-7FA9-4F27-AC02-65652EE8E3C1}"/>
                </a:ext>
              </a:extLst>
            </p:cNvPr>
            <p:cNvCxnSpPr/>
            <p:nvPr/>
          </p:nvCxnSpPr>
          <p:spPr>
            <a:xfrm>
              <a:off x="98784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4" name="직선 연결선 293">
              <a:extLst>
                <a:ext uri="{FF2B5EF4-FFF2-40B4-BE49-F238E27FC236}">
                  <a16:creationId xmlns:a16="http://schemas.microsoft.com/office/drawing/2014/main" id="{6A21BC2B-AB51-402E-81A8-F4F081B87C39}"/>
                </a:ext>
              </a:extLst>
            </p:cNvPr>
            <p:cNvCxnSpPr/>
            <p:nvPr/>
          </p:nvCxnSpPr>
          <p:spPr>
            <a:xfrm>
              <a:off x="108864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5" name="직선 연결선 294">
              <a:extLst>
                <a:ext uri="{FF2B5EF4-FFF2-40B4-BE49-F238E27FC236}">
                  <a16:creationId xmlns:a16="http://schemas.microsoft.com/office/drawing/2014/main" id="{68944131-1461-4ED3-B877-92D353280291}"/>
                </a:ext>
              </a:extLst>
            </p:cNvPr>
            <p:cNvCxnSpPr/>
            <p:nvPr/>
          </p:nvCxnSpPr>
          <p:spPr>
            <a:xfrm>
              <a:off x="118944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6" name="직선 연결선 295">
              <a:extLst>
                <a:ext uri="{FF2B5EF4-FFF2-40B4-BE49-F238E27FC236}">
                  <a16:creationId xmlns:a16="http://schemas.microsoft.com/office/drawing/2014/main" id="{181999BA-F282-4CC5-BAE2-F89CD275A8BB}"/>
                </a:ext>
              </a:extLst>
            </p:cNvPr>
            <p:cNvCxnSpPr/>
            <p:nvPr/>
          </p:nvCxnSpPr>
          <p:spPr>
            <a:xfrm>
              <a:off x="129024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직선 연결선 296">
              <a:extLst>
                <a:ext uri="{FF2B5EF4-FFF2-40B4-BE49-F238E27FC236}">
                  <a16:creationId xmlns:a16="http://schemas.microsoft.com/office/drawing/2014/main" id="{28C1D762-1575-4B22-B2A5-0037099021DF}"/>
                </a:ext>
              </a:extLst>
            </p:cNvPr>
            <p:cNvCxnSpPr/>
            <p:nvPr/>
          </p:nvCxnSpPr>
          <p:spPr>
            <a:xfrm>
              <a:off x="13968000" y="4320000"/>
              <a:ext cx="0" cy="259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98" name="아래쪽 화살표 140">
            <a:extLst>
              <a:ext uri="{FF2B5EF4-FFF2-40B4-BE49-F238E27FC236}">
                <a16:creationId xmlns:a16="http://schemas.microsoft.com/office/drawing/2014/main" id="{275622E9-42ED-46EA-AD21-014F3D6D7325}"/>
              </a:ext>
            </a:extLst>
          </p:cNvPr>
          <p:cNvSpPr/>
          <p:nvPr/>
        </p:nvSpPr>
        <p:spPr>
          <a:xfrm rot="16200000">
            <a:off x="10204611" y="4242661"/>
            <a:ext cx="267961" cy="490059"/>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0" name="Picture 2" descr="D:\Choi_young\Key Data\20180328-0411_NA0.9 lines WFM, S-SOFI\SEM\#test_002.tif">
            <a:extLst>
              <a:ext uri="{FF2B5EF4-FFF2-40B4-BE49-F238E27FC236}">
                <a16:creationId xmlns:a16="http://schemas.microsoft.com/office/drawing/2014/main" id="{587995F9-2D41-497D-BABA-708FE456339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52" t="557" r="-1" b="-612"/>
          <a:stretch/>
        </p:blipFill>
        <p:spPr bwMode="auto">
          <a:xfrm>
            <a:off x="10791954" y="3705969"/>
            <a:ext cx="1787773" cy="1641499"/>
          </a:xfrm>
          <a:prstGeom prst="rect">
            <a:avLst/>
          </a:prstGeom>
          <a:noFill/>
          <a:extLst>
            <a:ext uri="{909E8E84-426E-40DD-AFC4-6F175D3DCCD1}">
              <a14:hiddenFill xmlns:a14="http://schemas.microsoft.com/office/drawing/2010/main">
                <a:solidFill>
                  <a:srgbClr val="FFFFFF"/>
                </a:solidFill>
              </a14:hiddenFill>
            </a:ext>
          </a:extLst>
        </p:spPr>
      </p:pic>
      <p:sp>
        <p:nvSpPr>
          <p:cNvPr id="301" name="직사각형 300">
            <a:extLst>
              <a:ext uri="{FF2B5EF4-FFF2-40B4-BE49-F238E27FC236}">
                <a16:creationId xmlns:a16="http://schemas.microsoft.com/office/drawing/2014/main" id="{027FE3DA-3F22-474C-AB67-43AB729EB504}"/>
              </a:ext>
            </a:extLst>
          </p:cNvPr>
          <p:cNvSpPr/>
          <p:nvPr/>
        </p:nvSpPr>
        <p:spPr>
          <a:xfrm>
            <a:off x="10847909" y="5331858"/>
            <a:ext cx="1738886" cy="215444"/>
          </a:xfrm>
          <a:prstGeom prst="rect">
            <a:avLst/>
          </a:prstGeom>
        </p:spPr>
        <p:txBody>
          <a:bodyPr wrap="square">
            <a:spAutoFit/>
          </a:bodyPr>
          <a:lstStyle/>
          <a:p>
            <a:pPr algn="ctr"/>
            <a:r>
              <a:rPr lang="en-US" altLang="ko-KR" sz="800" dirty="0">
                <a:latin typeface="Arial" panose="020B0604020202020204" pitchFamily="34" charset="0"/>
                <a:cs typeface="Arial" panose="020B0604020202020204" pitchFamily="34" charset="0"/>
              </a:rPr>
              <a:t>Pattern transferred on the Au film</a:t>
            </a:r>
            <a:endParaRPr lang="ko-KR" altLang="en-US" sz="800" dirty="0">
              <a:latin typeface="Arial" panose="020B0604020202020204" pitchFamily="34" charset="0"/>
              <a:cs typeface="Arial" panose="020B0604020202020204" pitchFamily="34" charset="0"/>
            </a:endParaRPr>
          </a:p>
        </p:txBody>
      </p:sp>
      <p:sp>
        <p:nvSpPr>
          <p:cNvPr id="302" name="직사각형 301">
            <a:extLst>
              <a:ext uri="{FF2B5EF4-FFF2-40B4-BE49-F238E27FC236}">
                <a16:creationId xmlns:a16="http://schemas.microsoft.com/office/drawing/2014/main" id="{FE2D0E73-33F5-45C1-86A1-9B56EC019880}"/>
              </a:ext>
            </a:extLst>
          </p:cNvPr>
          <p:cNvSpPr/>
          <p:nvPr/>
        </p:nvSpPr>
        <p:spPr>
          <a:xfrm>
            <a:off x="7952027" y="5245964"/>
            <a:ext cx="1738886" cy="338554"/>
          </a:xfrm>
          <a:prstGeom prst="rect">
            <a:avLst/>
          </a:prstGeom>
        </p:spPr>
        <p:txBody>
          <a:bodyPr wrap="square">
            <a:spAutoFit/>
          </a:bodyPr>
          <a:lstStyle/>
          <a:p>
            <a:pPr algn="ctr"/>
            <a:r>
              <a:rPr lang="en-US" altLang="ko-KR" sz="800" dirty="0">
                <a:latin typeface="Arial" panose="020B0604020202020204" pitchFamily="34" charset="0"/>
                <a:cs typeface="Arial" panose="020B0604020202020204" pitchFamily="34" charset="0"/>
              </a:rPr>
              <a:t>Line patterns as input to focused-ion beam </a:t>
            </a:r>
            <a:endParaRPr lang="ko-KR" altLang="en-US" sz="800" dirty="0">
              <a:latin typeface="Arial" panose="020B0604020202020204" pitchFamily="34" charset="0"/>
              <a:cs typeface="Arial" panose="020B0604020202020204" pitchFamily="34" charset="0"/>
            </a:endParaRPr>
          </a:p>
        </p:txBody>
      </p:sp>
      <p:grpSp>
        <p:nvGrpSpPr>
          <p:cNvPr id="4" name="그룹 3">
            <a:extLst>
              <a:ext uri="{FF2B5EF4-FFF2-40B4-BE49-F238E27FC236}">
                <a16:creationId xmlns:a16="http://schemas.microsoft.com/office/drawing/2014/main" id="{7DC0FD11-6AD4-4B64-8AD8-541B01282B16}"/>
              </a:ext>
            </a:extLst>
          </p:cNvPr>
          <p:cNvGrpSpPr/>
          <p:nvPr/>
        </p:nvGrpSpPr>
        <p:grpSpPr>
          <a:xfrm>
            <a:off x="572734" y="878898"/>
            <a:ext cx="5670054" cy="6904764"/>
            <a:chOff x="572734" y="878898"/>
            <a:chExt cx="5670054" cy="6904764"/>
          </a:xfrm>
        </p:grpSpPr>
        <p:sp>
          <p:nvSpPr>
            <p:cNvPr id="134" name="TextBox 133">
              <a:extLst>
                <a:ext uri="{FF2B5EF4-FFF2-40B4-BE49-F238E27FC236}">
                  <a16:creationId xmlns:a16="http://schemas.microsoft.com/office/drawing/2014/main" id="{87B7ECD5-8000-475A-BC80-E8A3EAADE9C3}"/>
                </a:ext>
              </a:extLst>
            </p:cNvPr>
            <p:cNvSpPr txBox="1"/>
            <p:nvPr/>
          </p:nvSpPr>
          <p:spPr>
            <a:xfrm>
              <a:off x="619578" y="2365428"/>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154" name="직사각형 153">
              <a:extLst>
                <a:ext uri="{FF2B5EF4-FFF2-40B4-BE49-F238E27FC236}">
                  <a16:creationId xmlns:a16="http://schemas.microsoft.com/office/drawing/2014/main" id="{A63C4F8F-AC70-4DDB-9831-FB0F6939FE17}"/>
                </a:ext>
              </a:extLst>
            </p:cNvPr>
            <p:cNvSpPr/>
            <p:nvPr/>
          </p:nvSpPr>
          <p:spPr>
            <a:xfrm>
              <a:off x="1273723" y="2418768"/>
              <a:ext cx="1210010" cy="246221"/>
            </a:xfrm>
            <a:prstGeom prst="rect">
              <a:avLst/>
            </a:prstGeom>
          </p:spPr>
          <p:txBody>
            <a:bodyPr wrap="square">
              <a:spAutoFit/>
            </a:bodyPr>
            <a:lstStyle/>
            <a:p>
              <a:pPr algn="ctr"/>
              <a:r>
                <a:rPr lang="en-US" altLang="ko-KR" sz="1000" dirty="0">
                  <a:latin typeface="helvetica" panose="020B0604020202020204" pitchFamily="34" charset="0"/>
                  <a:cs typeface="helvetica" panose="020B0604020202020204" pitchFamily="34" charset="0"/>
                </a:rPr>
                <a:t>30 nm Au thin film</a:t>
              </a:r>
              <a:endParaRPr lang="ko-KR" altLang="en-US" sz="1000" dirty="0">
                <a:latin typeface="helvetica" panose="020B0604020202020204" pitchFamily="34" charset="0"/>
                <a:cs typeface="helvetica" panose="020B0604020202020204" pitchFamily="34" charset="0"/>
              </a:endParaRPr>
            </a:p>
          </p:txBody>
        </p:sp>
        <p:sp>
          <p:nvSpPr>
            <p:cNvPr id="158" name="직사각형 157">
              <a:extLst>
                <a:ext uri="{FF2B5EF4-FFF2-40B4-BE49-F238E27FC236}">
                  <a16:creationId xmlns:a16="http://schemas.microsoft.com/office/drawing/2014/main" id="{2E45AF63-B8AC-4090-A550-5652E7D823BA}"/>
                </a:ext>
              </a:extLst>
            </p:cNvPr>
            <p:cNvSpPr/>
            <p:nvPr/>
          </p:nvSpPr>
          <p:spPr>
            <a:xfrm>
              <a:off x="3007049" y="2860736"/>
              <a:ext cx="1427760" cy="246221"/>
            </a:xfrm>
            <a:prstGeom prst="rect">
              <a:avLst/>
            </a:prstGeom>
          </p:spPr>
          <p:txBody>
            <a:bodyPr wrap="square">
              <a:spAutoFit/>
            </a:bodyPr>
            <a:lstStyle/>
            <a:p>
              <a:pPr algn="ctr"/>
              <a:r>
                <a:rPr lang="en-US" altLang="ko-KR" sz="1000" dirty="0" err="1">
                  <a:latin typeface="helvetica" panose="020B0604020202020204" pitchFamily="34" charset="0"/>
                  <a:cs typeface="helvetica" panose="020B0604020202020204" pitchFamily="34" charset="0"/>
                </a:rPr>
                <a:t>CdSe</a:t>
              </a:r>
              <a:r>
                <a:rPr lang="en-US" altLang="ko-KR" sz="1000" dirty="0">
                  <a:latin typeface="helvetica" panose="020B0604020202020204" pitchFamily="34" charset="0"/>
                  <a:cs typeface="helvetica" panose="020B0604020202020204" pitchFamily="34" charset="0"/>
                </a:rPr>
                <a:t> quantum dots</a:t>
              </a:r>
              <a:endParaRPr lang="ko-KR" altLang="en-US" sz="1000" dirty="0">
                <a:latin typeface="helvetica" panose="020B0604020202020204" pitchFamily="34" charset="0"/>
                <a:cs typeface="helvetica" panose="020B0604020202020204" pitchFamily="34" charset="0"/>
              </a:endParaRPr>
            </a:p>
          </p:txBody>
        </p:sp>
        <p:sp>
          <p:nvSpPr>
            <p:cNvPr id="235" name="직사각형 234">
              <a:extLst>
                <a:ext uri="{FF2B5EF4-FFF2-40B4-BE49-F238E27FC236}">
                  <a16:creationId xmlns:a16="http://schemas.microsoft.com/office/drawing/2014/main" id="{CF2E2EDB-497D-4418-A28E-7E6AF0B58B20}"/>
                </a:ext>
              </a:extLst>
            </p:cNvPr>
            <p:cNvSpPr/>
            <p:nvPr/>
          </p:nvSpPr>
          <p:spPr>
            <a:xfrm>
              <a:off x="1016365" y="2511948"/>
              <a:ext cx="299369" cy="85782"/>
            </a:xfrm>
            <a:prstGeom prst="rect">
              <a:avLst/>
            </a:prstGeom>
            <a:gradFill flip="none" rotWithShape="1">
              <a:gsLst>
                <a:gs pos="0">
                  <a:schemeClr val="accent4">
                    <a:lumMod val="75000"/>
                    <a:shade val="30000"/>
                    <a:satMod val="115000"/>
                  </a:schemeClr>
                </a:gs>
                <a:gs pos="50000">
                  <a:schemeClr val="accent4">
                    <a:lumMod val="75000"/>
                    <a:shade val="67500"/>
                    <a:satMod val="115000"/>
                  </a:schemeClr>
                </a:gs>
                <a:gs pos="100000">
                  <a:schemeClr val="accent4">
                    <a:lumMod val="7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240" name="아래쪽 화살표 140">
              <a:extLst>
                <a:ext uri="{FF2B5EF4-FFF2-40B4-BE49-F238E27FC236}">
                  <a16:creationId xmlns:a16="http://schemas.microsoft.com/office/drawing/2014/main" id="{CA536A12-A4B6-4A3C-A4C3-E8710A98C4D3}"/>
                </a:ext>
              </a:extLst>
            </p:cNvPr>
            <p:cNvSpPr/>
            <p:nvPr/>
          </p:nvSpPr>
          <p:spPr>
            <a:xfrm rot="16200000">
              <a:off x="2318144" y="3373343"/>
              <a:ext cx="327837" cy="422292"/>
            </a:xfrm>
            <a:prstGeom prst="downArrow">
              <a:avLst>
                <a:gd name="adj1" fmla="val 50000"/>
                <a:gd name="adj2" fmla="val 5685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grpSp>
          <p:nvGrpSpPr>
            <p:cNvPr id="416" name="그룹 415">
              <a:extLst>
                <a:ext uri="{FF2B5EF4-FFF2-40B4-BE49-F238E27FC236}">
                  <a16:creationId xmlns:a16="http://schemas.microsoft.com/office/drawing/2014/main" id="{3055B23F-7225-4D74-9FA6-9918B4317FBD}"/>
                </a:ext>
              </a:extLst>
            </p:cNvPr>
            <p:cNvGrpSpPr/>
            <p:nvPr/>
          </p:nvGrpSpPr>
          <p:grpSpPr>
            <a:xfrm>
              <a:off x="2442737" y="3345809"/>
              <a:ext cx="1930049" cy="886234"/>
              <a:chOff x="2959597" y="6293391"/>
              <a:chExt cx="1930049" cy="886234"/>
            </a:xfrm>
          </p:grpSpPr>
          <p:sp>
            <p:nvSpPr>
              <p:cNvPr id="417" name="직사각형 416">
                <a:extLst>
                  <a:ext uri="{FF2B5EF4-FFF2-40B4-BE49-F238E27FC236}">
                    <a16:creationId xmlns:a16="http://schemas.microsoft.com/office/drawing/2014/main" id="{5E3575B0-E93C-4B5D-A7F0-1D4C5C7F45FC}"/>
                  </a:ext>
                </a:extLst>
              </p:cNvPr>
              <p:cNvSpPr/>
              <p:nvPr/>
            </p:nvSpPr>
            <p:spPr>
              <a:xfrm>
                <a:off x="2962826" y="6980676"/>
                <a:ext cx="943633" cy="198949"/>
              </a:xfrm>
              <a:prstGeom prst="rect">
                <a:avLst/>
              </a:prstGeom>
              <a:gradFill flip="none" rotWithShape="1">
                <a:gsLst>
                  <a:gs pos="100000">
                    <a:srgbClr val="00B0F0">
                      <a:tint val="66000"/>
                      <a:satMod val="160000"/>
                    </a:srgbClr>
                  </a:gs>
                  <a:gs pos="50000">
                    <a:srgbClr val="00B0F0">
                      <a:tint val="44500"/>
                      <a:satMod val="160000"/>
                    </a:srgbClr>
                  </a:gs>
                  <a:gs pos="0">
                    <a:srgbClr val="00B0F0">
                      <a:tint val="23500"/>
                      <a:satMod val="160000"/>
                    </a:srgbClr>
                  </a:gs>
                </a:gsLst>
                <a:lin ang="5400000" scaled="1"/>
                <a:tileRect/>
              </a:gradFill>
              <a:ln>
                <a:noFill/>
              </a:ln>
              <a:scene3d>
                <a:camera prst="isometricLeftDown"/>
                <a:lightRig rig="contrasting" dir="t"/>
              </a:scene3d>
              <a:sp3d extrusionH="1587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18" name="직사각형 417">
                <a:extLst>
                  <a:ext uri="{FF2B5EF4-FFF2-40B4-BE49-F238E27FC236}">
                    <a16:creationId xmlns:a16="http://schemas.microsoft.com/office/drawing/2014/main" id="{01F7D35E-FDF4-40FF-8B6F-602B8426843C}"/>
                  </a:ext>
                </a:extLst>
              </p:cNvPr>
              <p:cNvSpPr/>
              <p:nvPr/>
            </p:nvSpPr>
            <p:spPr>
              <a:xfrm>
                <a:off x="3967546" y="6383475"/>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90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19" name="직사각형 418">
                <a:extLst>
                  <a:ext uri="{FF2B5EF4-FFF2-40B4-BE49-F238E27FC236}">
                    <a16:creationId xmlns:a16="http://schemas.microsoft.com/office/drawing/2014/main" id="{F9C8B249-117F-47E6-A4BD-CBEFBE882D1F}"/>
                  </a:ext>
                </a:extLst>
              </p:cNvPr>
              <p:cNvSpPr/>
              <p:nvPr/>
            </p:nvSpPr>
            <p:spPr>
              <a:xfrm>
                <a:off x="3665101" y="7033521"/>
                <a:ext cx="238128"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20" name="직사각형 419">
                <a:extLst>
                  <a:ext uri="{FF2B5EF4-FFF2-40B4-BE49-F238E27FC236}">
                    <a16:creationId xmlns:a16="http://schemas.microsoft.com/office/drawing/2014/main" id="{85B8A99C-A8B5-41E7-8DD3-872BCF94C0B5}"/>
                  </a:ext>
                </a:extLst>
              </p:cNvPr>
              <p:cNvSpPr/>
              <p:nvPr/>
            </p:nvSpPr>
            <p:spPr>
              <a:xfrm>
                <a:off x="3189352" y="6737590"/>
                <a:ext cx="140802"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21" name="직사각형 420">
                <a:extLst>
                  <a:ext uri="{FF2B5EF4-FFF2-40B4-BE49-F238E27FC236}">
                    <a16:creationId xmlns:a16="http://schemas.microsoft.com/office/drawing/2014/main" id="{B6906CEB-6933-49D1-B632-5C047A8670FA}"/>
                  </a:ext>
                </a:extLst>
              </p:cNvPr>
              <p:cNvSpPr/>
              <p:nvPr/>
            </p:nvSpPr>
            <p:spPr>
              <a:xfrm>
                <a:off x="3387077" y="6833742"/>
                <a:ext cx="95133"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22" name="직사각형 421">
                <a:extLst>
                  <a:ext uri="{FF2B5EF4-FFF2-40B4-BE49-F238E27FC236}">
                    <a16:creationId xmlns:a16="http://schemas.microsoft.com/office/drawing/2014/main" id="{134A21E5-4410-4FF3-A66E-9E355C3FC53F}"/>
                  </a:ext>
                </a:extLst>
              </p:cNvPr>
              <p:cNvSpPr/>
              <p:nvPr/>
            </p:nvSpPr>
            <p:spPr>
              <a:xfrm>
                <a:off x="3529900" y="6918187"/>
                <a:ext cx="91722" cy="54457"/>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23" name="직사각형 422">
                <a:extLst>
                  <a:ext uri="{FF2B5EF4-FFF2-40B4-BE49-F238E27FC236}">
                    <a16:creationId xmlns:a16="http://schemas.microsoft.com/office/drawing/2014/main" id="{EC180F61-2CF1-4213-BFE1-523C37349225}"/>
                  </a:ext>
                </a:extLst>
              </p:cNvPr>
              <p:cNvSpPr/>
              <p:nvPr/>
            </p:nvSpPr>
            <p:spPr>
              <a:xfrm>
                <a:off x="2959597" y="6965340"/>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24" name="타원 423">
                <a:extLst>
                  <a:ext uri="{FF2B5EF4-FFF2-40B4-BE49-F238E27FC236}">
                    <a16:creationId xmlns:a16="http://schemas.microsoft.com/office/drawing/2014/main" id="{231B8B5A-0F19-4CB0-A3E3-82CFA68866AC}"/>
                  </a:ext>
                </a:extLst>
              </p:cNvPr>
              <p:cNvSpPr/>
              <p:nvPr/>
            </p:nvSpPr>
            <p:spPr>
              <a:xfrm>
                <a:off x="4151363" y="629339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25" name="타원 424">
                <a:extLst>
                  <a:ext uri="{FF2B5EF4-FFF2-40B4-BE49-F238E27FC236}">
                    <a16:creationId xmlns:a16="http://schemas.microsoft.com/office/drawing/2014/main" id="{418FC927-9BCD-42FE-9FBC-EDC87C73E665}"/>
                  </a:ext>
                </a:extLst>
              </p:cNvPr>
              <p:cNvSpPr/>
              <p:nvPr/>
            </p:nvSpPr>
            <p:spPr>
              <a:xfrm>
                <a:off x="3986132" y="640389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26" name="타원 425">
                <a:extLst>
                  <a:ext uri="{FF2B5EF4-FFF2-40B4-BE49-F238E27FC236}">
                    <a16:creationId xmlns:a16="http://schemas.microsoft.com/office/drawing/2014/main" id="{D5213603-A47D-42A9-BA4F-E9AB60784C24}"/>
                  </a:ext>
                </a:extLst>
              </p:cNvPr>
              <p:cNvSpPr/>
              <p:nvPr/>
            </p:nvSpPr>
            <p:spPr>
              <a:xfrm>
                <a:off x="3912026" y="643982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27" name="타원 426">
                <a:extLst>
                  <a:ext uri="{FF2B5EF4-FFF2-40B4-BE49-F238E27FC236}">
                    <a16:creationId xmlns:a16="http://schemas.microsoft.com/office/drawing/2014/main" id="{BC555BC2-3586-43F8-8260-AB7CFC0FB12F}"/>
                  </a:ext>
                </a:extLst>
              </p:cNvPr>
              <p:cNvSpPr/>
              <p:nvPr/>
            </p:nvSpPr>
            <p:spPr>
              <a:xfrm>
                <a:off x="3852409" y="648101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28" name="타원 427">
                <a:extLst>
                  <a:ext uri="{FF2B5EF4-FFF2-40B4-BE49-F238E27FC236}">
                    <a16:creationId xmlns:a16="http://schemas.microsoft.com/office/drawing/2014/main" id="{205860F8-C01E-4CA1-AABA-D00C2A8C049D}"/>
                  </a:ext>
                </a:extLst>
              </p:cNvPr>
              <p:cNvSpPr/>
              <p:nvPr/>
            </p:nvSpPr>
            <p:spPr>
              <a:xfrm>
                <a:off x="3759358" y="652199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29" name="타원 428">
                <a:extLst>
                  <a:ext uri="{FF2B5EF4-FFF2-40B4-BE49-F238E27FC236}">
                    <a16:creationId xmlns:a16="http://schemas.microsoft.com/office/drawing/2014/main" id="{C7BEB06E-2BBE-499E-9CB8-4EEF46FB3694}"/>
                  </a:ext>
                </a:extLst>
              </p:cNvPr>
              <p:cNvSpPr/>
              <p:nvPr/>
            </p:nvSpPr>
            <p:spPr>
              <a:xfrm>
                <a:off x="3665101" y="657494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0" name="타원 429">
                <a:extLst>
                  <a:ext uri="{FF2B5EF4-FFF2-40B4-BE49-F238E27FC236}">
                    <a16:creationId xmlns:a16="http://schemas.microsoft.com/office/drawing/2014/main" id="{B836476C-61C7-4122-BBED-067C158F3595}"/>
                  </a:ext>
                </a:extLst>
              </p:cNvPr>
              <p:cNvSpPr/>
              <p:nvPr/>
            </p:nvSpPr>
            <p:spPr>
              <a:xfrm>
                <a:off x="3575761" y="663579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1" name="타원 430">
                <a:extLst>
                  <a:ext uri="{FF2B5EF4-FFF2-40B4-BE49-F238E27FC236}">
                    <a16:creationId xmlns:a16="http://schemas.microsoft.com/office/drawing/2014/main" id="{14EF4234-DA8D-4C7C-8528-21572CCE74D3}"/>
                  </a:ext>
                </a:extLst>
              </p:cNvPr>
              <p:cNvSpPr/>
              <p:nvPr/>
            </p:nvSpPr>
            <p:spPr>
              <a:xfrm>
                <a:off x="3474860" y="669209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2" name="타원 431">
                <a:extLst>
                  <a:ext uri="{FF2B5EF4-FFF2-40B4-BE49-F238E27FC236}">
                    <a16:creationId xmlns:a16="http://schemas.microsoft.com/office/drawing/2014/main" id="{2100D272-ECE8-4FF3-8E2D-48003F588263}"/>
                  </a:ext>
                </a:extLst>
              </p:cNvPr>
              <p:cNvSpPr/>
              <p:nvPr/>
            </p:nvSpPr>
            <p:spPr>
              <a:xfrm>
                <a:off x="3408934" y="671738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3" name="타원 432">
                <a:extLst>
                  <a:ext uri="{FF2B5EF4-FFF2-40B4-BE49-F238E27FC236}">
                    <a16:creationId xmlns:a16="http://schemas.microsoft.com/office/drawing/2014/main" id="{8A5564AE-39CD-4CBF-B593-CB6EE424F315}"/>
                  </a:ext>
                </a:extLst>
              </p:cNvPr>
              <p:cNvSpPr/>
              <p:nvPr/>
            </p:nvSpPr>
            <p:spPr>
              <a:xfrm>
                <a:off x="3988524" y="656945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4" name="타원 433">
                <a:extLst>
                  <a:ext uri="{FF2B5EF4-FFF2-40B4-BE49-F238E27FC236}">
                    <a16:creationId xmlns:a16="http://schemas.microsoft.com/office/drawing/2014/main" id="{0532A36D-C968-49F7-ACCA-6B5C0C40EE82}"/>
                  </a:ext>
                </a:extLst>
              </p:cNvPr>
              <p:cNvSpPr/>
              <p:nvPr/>
            </p:nvSpPr>
            <p:spPr>
              <a:xfrm>
                <a:off x="4059175" y="635857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5" name="타원 434">
                <a:extLst>
                  <a:ext uri="{FF2B5EF4-FFF2-40B4-BE49-F238E27FC236}">
                    <a16:creationId xmlns:a16="http://schemas.microsoft.com/office/drawing/2014/main" id="{B90A1BC2-9348-4DCB-8B7D-276758E8C4B1}"/>
                  </a:ext>
                </a:extLst>
              </p:cNvPr>
              <p:cNvSpPr/>
              <p:nvPr/>
            </p:nvSpPr>
            <p:spPr>
              <a:xfrm>
                <a:off x="4113632" y="6334713"/>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6" name="타원 435">
                <a:extLst>
                  <a:ext uri="{FF2B5EF4-FFF2-40B4-BE49-F238E27FC236}">
                    <a16:creationId xmlns:a16="http://schemas.microsoft.com/office/drawing/2014/main" id="{AC0E320C-7A0F-4DD9-AC1B-E23C8EE48415}"/>
                  </a:ext>
                </a:extLst>
              </p:cNvPr>
              <p:cNvSpPr/>
              <p:nvPr/>
            </p:nvSpPr>
            <p:spPr>
              <a:xfrm>
                <a:off x="3896893" y="662959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7" name="타원 436">
                <a:extLst>
                  <a:ext uri="{FF2B5EF4-FFF2-40B4-BE49-F238E27FC236}">
                    <a16:creationId xmlns:a16="http://schemas.microsoft.com/office/drawing/2014/main" id="{4C38C724-99FD-4F8B-98DC-B25F523FB528}"/>
                  </a:ext>
                </a:extLst>
              </p:cNvPr>
              <p:cNvSpPr/>
              <p:nvPr/>
            </p:nvSpPr>
            <p:spPr>
              <a:xfrm>
                <a:off x="4048799" y="653547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8" name="타원 437">
                <a:extLst>
                  <a:ext uri="{FF2B5EF4-FFF2-40B4-BE49-F238E27FC236}">
                    <a16:creationId xmlns:a16="http://schemas.microsoft.com/office/drawing/2014/main" id="{662E861D-FECE-4CF4-A042-7321F6DE0D8C}"/>
                  </a:ext>
                </a:extLst>
              </p:cNvPr>
              <p:cNvSpPr/>
              <p:nvPr/>
            </p:nvSpPr>
            <p:spPr>
              <a:xfrm>
                <a:off x="4113632" y="6508247"/>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9" name="타원 438">
                <a:extLst>
                  <a:ext uri="{FF2B5EF4-FFF2-40B4-BE49-F238E27FC236}">
                    <a16:creationId xmlns:a16="http://schemas.microsoft.com/office/drawing/2014/main" id="{9FBEF464-04FD-480A-B5D8-6BB0A5C49CC9}"/>
                  </a:ext>
                </a:extLst>
              </p:cNvPr>
              <p:cNvSpPr/>
              <p:nvPr/>
            </p:nvSpPr>
            <p:spPr>
              <a:xfrm>
                <a:off x="4169736" y="646374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0" name="타원 439">
                <a:extLst>
                  <a:ext uri="{FF2B5EF4-FFF2-40B4-BE49-F238E27FC236}">
                    <a16:creationId xmlns:a16="http://schemas.microsoft.com/office/drawing/2014/main" id="{8C6BF02E-D92B-479F-979F-7F4DA3F80DEF}"/>
                  </a:ext>
                </a:extLst>
              </p:cNvPr>
              <p:cNvSpPr/>
              <p:nvPr/>
            </p:nvSpPr>
            <p:spPr>
              <a:xfrm>
                <a:off x="4224193" y="643982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1" name="타원 440">
                <a:extLst>
                  <a:ext uri="{FF2B5EF4-FFF2-40B4-BE49-F238E27FC236}">
                    <a16:creationId xmlns:a16="http://schemas.microsoft.com/office/drawing/2014/main" id="{AF5D8EC7-CAD2-4852-B7EC-29E9566D0C87}"/>
                  </a:ext>
                </a:extLst>
              </p:cNvPr>
              <p:cNvSpPr/>
              <p:nvPr/>
            </p:nvSpPr>
            <p:spPr>
              <a:xfrm>
                <a:off x="4278650" y="641590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2" name="타원 441">
                <a:extLst>
                  <a:ext uri="{FF2B5EF4-FFF2-40B4-BE49-F238E27FC236}">
                    <a16:creationId xmlns:a16="http://schemas.microsoft.com/office/drawing/2014/main" id="{7054DDDE-20BA-48BE-9129-E590790A43FE}"/>
                  </a:ext>
                </a:extLst>
              </p:cNvPr>
              <p:cNvSpPr/>
              <p:nvPr/>
            </p:nvSpPr>
            <p:spPr>
              <a:xfrm>
                <a:off x="4324464" y="637570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3" name="타원 442">
                <a:extLst>
                  <a:ext uri="{FF2B5EF4-FFF2-40B4-BE49-F238E27FC236}">
                    <a16:creationId xmlns:a16="http://schemas.microsoft.com/office/drawing/2014/main" id="{6F1634E4-65AB-4EDB-81F4-69B5B59D1D79}"/>
                  </a:ext>
                </a:extLst>
              </p:cNvPr>
              <p:cNvSpPr/>
              <p:nvPr/>
            </p:nvSpPr>
            <p:spPr>
              <a:xfrm>
                <a:off x="3809263" y="667352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4" name="타원 443">
                <a:extLst>
                  <a:ext uri="{FF2B5EF4-FFF2-40B4-BE49-F238E27FC236}">
                    <a16:creationId xmlns:a16="http://schemas.microsoft.com/office/drawing/2014/main" id="{79971259-B5AA-4410-9298-238586D4DBAA}"/>
                  </a:ext>
                </a:extLst>
              </p:cNvPr>
              <p:cNvSpPr/>
              <p:nvPr/>
            </p:nvSpPr>
            <p:spPr>
              <a:xfrm>
                <a:off x="3746166" y="670708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5" name="타원 444">
                <a:extLst>
                  <a:ext uri="{FF2B5EF4-FFF2-40B4-BE49-F238E27FC236}">
                    <a16:creationId xmlns:a16="http://schemas.microsoft.com/office/drawing/2014/main" id="{A98BB926-DC99-42CD-8A3A-BA295CDE6F9F}"/>
                  </a:ext>
                </a:extLst>
              </p:cNvPr>
              <p:cNvSpPr/>
              <p:nvPr/>
            </p:nvSpPr>
            <p:spPr>
              <a:xfrm>
                <a:off x="3695828" y="674234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6" name="타원 445">
                <a:extLst>
                  <a:ext uri="{FF2B5EF4-FFF2-40B4-BE49-F238E27FC236}">
                    <a16:creationId xmlns:a16="http://schemas.microsoft.com/office/drawing/2014/main" id="{EDCCC0E5-CA40-4D07-87B2-6DE57CA61288}"/>
                  </a:ext>
                </a:extLst>
              </p:cNvPr>
              <p:cNvSpPr/>
              <p:nvPr/>
            </p:nvSpPr>
            <p:spPr>
              <a:xfrm>
                <a:off x="3644907" y="676265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7" name="타원 446">
                <a:extLst>
                  <a:ext uri="{FF2B5EF4-FFF2-40B4-BE49-F238E27FC236}">
                    <a16:creationId xmlns:a16="http://schemas.microsoft.com/office/drawing/2014/main" id="{21E4E20D-23D5-4DED-A32C-B1B3077522F3}"/>
                  </a:ext>
                </a:extLst>
              </p:cNvPr>
              <p:cNvSpPr/>
              <p:nvPr/>
            </p:nvSpPr>
            <p:spPr>
              <a:xfrm>
                <a:off x="3592218" y="6799923"/>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8" name="타원 447">
                <a:extLst>
                  <a:ext uri="{FF2B5EF4-FFF2-40B4-BE49-F238E27FC236}">
                    <a16:creationId xmlns:a16="http://schemas.microsoft.com/office/drawing/2014/main" id="{1E5EE130-1C3D-48F1-8DD0-A1A022D3CCDF}"/>
                  </a:ext>
                </a:extLst>
              </p:cNvPr>
              <p:cNvSpPr/>
              <p:nvPr/>
            </p:nvSpPr>
            <p:spPr>
              <a:xfrm>
                <a:off x="3732583" y="688723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9" name="타원 448">
                <a:extLst>
                  <a:ext uri="{FF2B5EF4-FFF2-40B4-BE49-F238E27FC236}">
                    <a16:creationId xmlns:a16="http://schemas.microsoft.com/office/drawing/2014/main" id="{E8C20F42-8EF0-4062-A31E-D921DD69D654}"/>
                  </a:ext>
                </a:extLst>
              </p:cNvPr>
              <p:cNvSpPr/>
              <p:nvPr/>
            </p:nvSpPr>
            <p:spPr>
              <a:xfrm>
                <a:off x="3803702" y="685223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0" name="타원 449">
                <a:extLst>
                  <a:ext uri="{FF2B5EF4-FFF2-40B4-BE49-F238E27FC236}">
                    <a16:creationId xmlns:a16="http://schemas.microsoft.com/office/drawing/2014/main" id="{5858A912-D5E9-45A2-AA2E-4674A6B6FF75}"/>
                  </a:ext>
                </a:extLst>
              </p:cNvPr>
              <p:cNvSpPr/>
              <p:nvPr/>
            </p:nvSpPr>
            <p:spPr>
              <a:xfrm>
                <a:off x="3874821" y="681722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1" name="타원 450">
                <a:extLst>
                  <a:ext uri="{FF2B5EF4-FFF2-40B4-BE49-F238E27FC236}">
                    <a16:creationId xmlns:a16="http://schemas.microsoft.com/office/drawing/2014/main" id="{4DE62D37-A1ED-4466-BE0B-DE943B2CCF0D}"/>
                  </a:ext>
                </a:extLst>
              </p:cNvPr>
              <p:cNvSpPr/>
              <p:nvPr/>
            </p:nvSpPr>
            <p:spPr>
              <a:xfrm>
                <a:off x="3945940" y="678222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2" name="타원 451">
                <a:extLst>
                  <a:ext uri="{FF2B5EF4-FFF2-40B4-BE49-F238E27FC236}">
                    <a16:creationId xmlns:a16="http://schemas.microsoft.com/office/drawing/2014/main" id="{2FD82AD5-C0E2-4ACC-86B6-D23AB0C539E2}"/>
                  </a:ext>
                </a:extLst>
              </p:cNvPr>
              <p:cNvSpPr/>
              <p:nvPr/>
            </p:nvSpPr>
            <p:spPr>
              <a:xfrm>
                <a:off x="4017472" y="673501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3" name="타원 452">
                <a:extLst>
                  <a:ext uri="{FF2B5EF4-FFF2-40B4-BE49-F238E27FC236}">
                    <a16:creationId xmlns:a16="http://schemas.microsoft.com/office/drawing/2014/main" id="{D99A306D-CD6B-46FB-80BB-C5EDD1345C6C}"/>
                  </a:ext>
                </a:extLst>
              </p:cNvPr>
              <p:cNvSpPr/>
              <p:nvPr/>
            </p:nvSpPr>
            <p:spPr>
              <a:xfrm>
                <a:off x="4081965" y="669892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4" name="타원 453">
                <a:extLst>
                  <a:ext uri="{FF2B5EF4-FFF2-40B4-BE49-F238E27FC236}">
                    <a16:creationId xmlns:a16="http://schemas.microsoft.com/office/drawing/2014/main" id="{037457E7-DCA4-4B53-94C2-235DE26128C4}"/>
                  </a:ext>
                </a:extLst>
              </p:cNvPr>
              <p:cNvSpPr/>
              <p:nvPr/>
            </p:nvSpPr>
            <p:spPr>
              <a:xfrm>
                <a:off x="4140860" y="666461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5" name="타원 454">
                <a:extLst>
                  <a:ext uri="{FF2B5EF4-FFF2-40B4-BE49-F238E27FC236}">
                    <a16:creationId xmlns:a16="http://schemas.microsoft.com/office/drawing/2014/main" id="{26C5A21B-554F-4206-ACCA-8C84AC64C99A}"/>
                  </a:ext>
                </a:extLst>
              </p:cNvPr>
              <p:cNvSpPr/>
              <p:nvPr/>
            </p:nvSpPr>
            <p:spPr>
              <a:xfrm>
                <a:off x="4192575" y="663738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6" name="타원 455">
                <a:extLst>
                  <a:ext uri="{FF2B5EF4-FFF2-40B4-BE49-F238E27FC236}">
                    <a16:creationId xmlns:a16="http://schemas.microsoft.com/office/drawing/2014/main" id="{B90DE4A9-E38D-477C-BD89-E954979F7D35}"/>
                  </a:ext>
                </a:extLst>
              </p:cNvPr>
              <p:cNvSpPr/>
              <p:nvPr/>
            </p:nvSpPr>
            <p:spPr>
              <a:xfrm>
                <a:off x="4226983" y="661015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7" name="타원 456">
                <a:extLst>
                  <a:ext uri="{FF2B5EF4-FFF2-40B4-BE49-F238E27FC236}">
                    <a16:creationId xmlns:a16="http://schemas.microsoft.com/office/drawing/2014/main" id="{DFEC6D40-EE71-43F2-B7CE-88EA5A7C7002}"/>
                  </a:ext>
                </a:extLst>
              </p:cNvPr>
              <p:cNvSpPr/>
              <p:nvPr/>
            </p:nvSpPr>
            <p:spPr>
              <a:xfrm>
                <a:off x="4286812" y="657591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8" name="타원 457">
                <a:extLst>
                  <a:ext uri="{FF2B5EF4-FFF2-40B4-BE49-F238E27FC236}">
                    <a16:creationId xmlns:a16="http://schemas.microsoft.com/office/drawing/2014/main" id="{44B010BC-FBCC-4412-9608-5D4347DCCBE7}"/>
                  </a:ext>
                </a:extLst>
              </p:cNvPr>
              <p:cNvSpPr/>
              <p:nvPr/>
            </p:nvSpPr>
            <p:spPr>
              <a:xfrm>
                <a:off x="4333690" y="654922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9" name="타원 458">
                <a:extLst>
                  <a:ext uri="{FF2B5EF4-FFF2-40B4-BE49-F238E27FC236}">
                    <a16:creationId xmlns:a16="http://schemas.microsoft.com/office/drawing/2014/main" id="{DBA06693-4189-4BD5-A968-CB9922D4B1CB}"/>
                  </a:ext>
                </a:extLst>
              </p:cNvPr>
              <p:cNvSpPr/>
              <p:nvPr/>
            </p:nvSpPr>
            <p:spPr>
              <a:xfrm>
                <a:off x="4388147" y="652199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60" name="타원 459">
                <a:extLst>
                  <a:ext uri="{FF2B5EF4-FFF2-40B4-BE49-F238E27FC236}">
                    <a16:creationId xmlns:a16="http://schemas.microsoft.com/office/drawing/2014/main" id="{13454C5F-69DF-48A4-84F4-4288C3EE2053}"/>
                  </a:ext>
                </a:extLst>
              </p:cNvPr>
              <p:cNvSpPr/>
              <p:nvPr/>
            </p:nvSpPr>
            <p:spPr>
              <a:xfrm>
                <a:off x="4435025" y="649097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61" name="타원 460">
                <a:extLst>
                  <a:ext uri="{FF2B5EF4-FFF2-40B4-BE49-F238E27FC236}">
                    <a16:creationId xmlns:a16="http://schemas.microsoft.com/office/drawing/2014/main" id="{8FDFC05F-D052-4192-9217-C22001BC0401}"/>
                  </a:ext>
                </a:extLst>
              </p:cNvPr>
              <p:cNvSpPr/>
              <p:nvPr/>
            </p:nvSpPr>
            <p:spPr>
              <a:xfrm>
                <a:off x="4481903" y="645491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62" name="직사각형 461">
                <a:extLst>
                  <a:ext uri="{FF2B5EF4-FFF2-40B4-BE49-F238E27FC236}">
                    <a16:creationId xmlns:a16="http://schemas.microsoft.com/office/drawing/2014/main" id="{D6DFC113-E74F-4224-83CF-D0C4006140D2}"/>
                  </a:ext>
                </a:extLst>
              </p:cNvPr>
              <p:cNvSpPr/>
              <p:nvPr/>
            </p:nvSpPr>
            <p:spPr>
              <a:xfrm>
                <a:off x="3880700" y="6804992"/>
                <a:ext cx="901614" cy="276999"/>
              </a:xfrm>
              <a:prstGeom prst="rect">
                <a:avLst/>
              </a:prstGeom>
              <a:scene3d>
                <a:camera prst="isometricRightUp"/>
                <a:lightRig rig="threePt" dir="t"/>
              </a:scene3d>
            </p:spPr>
            <p:txBody>
              <a:bodyPr wrap="square">
                <a:spAutoFit/>
              </a:bodyPr>
              <a:lstStyle/>
              <a:p>
                <a:pPr algn="ctr"/>
                <a:r>
                  <a:rPr lang="en-US" altLang="ko-KR" sz="1200" dirty="0">
                    <a:latin typeface="helvetica" panose="020B0604020202020204" pitchFamily="34" charset="0"/>
                    <a:cs typeface="helvetica" panose="020B0604020202020204" pitchFamily="34" charset="0"/>
                  </a:rPr>
                  <a:t>Coverslip</a:t>
                </a:r>
                <a:endParaRPr lang="ko-KR" altLang="en-US" sz="1200" dirty="0">
                  <a:latin typeface="helvetica" panose="020B0604020202020204" pitchFamily="34" charset="0"/>
                  <a:cs typeface="helvetica" panose="020B0604020202020204" pitchFamily="34" charset="0"/>
                </a:endParaRPr>
              </a:p>
            </p:txBody>
          </p:sp>
          <p:sp>
            <p:nvSpPr>
              <p:cNvPr id="463" name="타원 462">
                <a:extLst>
                  <a:ext uri="{FF2B5EF4-FFF2-40B4-BE49-F238E27FC236}">
                    <a16:creationId xmlns:a16="http://schemas.microsoft.com/office/drawing/2014/main" id="{2999EB23-5285-407F-809E-A462921EA24E}"/>
                  </a:ext>
                </a:extLst>
              </p:cNvPr>
              <p:cNvSpPr/>
              <p:nvPr/>
            </p:nvSpPr>
            <p:spPr>
              <a:xfrm>
                <a:off x="3721588" y="655402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64" name="타원 463">
                <a:extLst>
                  <a:ext uri="{FF2B5EF4-FFF2-40B4-BE49-F238E27FC236}">
                    <a16:creationId xmlns:a16="http://schemas.microsoft.com/office/drawing/2014/main" id="{58F87543-74E6-45CB-83B6-4865337BF1C7}"/>
                  </a:ext>
                </a:extLst>
              </p:cNvPr>
              <p:cNvSpPr/>
              <p:nvPr/>
            </p:nvSpPr>
            <p:spPr>
              <a:xfrm>
                <a:off x="3813815" y="650250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65" name="타원 464">
                <a:extLst>
                  <a:ext uri="{FF2B5EF4-FFF2-40B4-BE49-F238E27FC236}">
                    <a16:creationId xmlns:a16="http://schemas.microsoft.com/office/drawing/2014/main" id="{8FBB1C8A-965F-4EB8-8068-A960E14F23B6}"/>
                  </a:ext>
                </a:extLst>
              </p:cNvPr>
              <p:cNvSpPr/>
              <p:nvPr/>
            </p:nvSpPr>
            <p:spPr>
              <a:xfrm>
                <a:off x="3623335" y="660993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66" name="타원 465">
                <a:extLst>
                  <a:ext uri="{FF2B5EF4-FFF2-40B4-BE49-F238E27FC236}">
                    <a16:creationId xmlns:a16="http://schemas.microsoft.com/office/drawing/2014/main" id="{2EDBC811-3745-4FDE-AF5F-A4C09ED94B54}"/>
                  </a:ext>
                </a:extLst>
              </p:cNvPr>
              <p:cNvSpPr/>
              <p:nvPr/>
            </p:nvSpPr>
            <p:spPr>
              <a:xfrm>
                <a:off x="3523909" y="666826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grpSp>
        <p:sp>
          <p:nvSpPr>
            <p:cNvPr id="469" name="직사각형 468">
              <a:extLst>
                <a:ext uri="{FF2B5EF4-FFF2-40B4-BE49-F238E27FC236}">
                  <a16:creationId xmlns:a16="http://schemas.microsoft.com/office/drawing/2014/main" id="{1839C615-0E06-430D-A54F-C7353B04029F}"/>
                </a:ext>
              </a:extLst>
            </p:cNvPr>
            <p:cNvSpPr/>
            <p:nvPr/>
          </p:nvSpPr>
          <p:spPr>
            <a:xfrm>
              <a:off x="575963" y="3544646"/>
              <a:ext cx="943633" cy="198949"/>
            </a:xfrm>
            <a:prstGeom prst="rect">
              <a:avLst/>
            </a:prstGeom>
            <a:gradFill flip="none" rotWithShape="1">
              <a:gsLst>
                <a:gs pos="100000">
                  <a:srgbClr val="00B0F0">
                    <a:tint val="66000"/>
                    <a:satMod val="160000"/>
                  </a:srgbClr>
                </a:gs>
                <a:gs pos="50000">
                  <a:srgbClr val="00B0F0">
                    <a:tint val="44500"/>
                    <a:satMod val="160000"/>
                  </a:srgbClr>
                </a:gs>
                <a:gs pos="0">
                  <a:srgbClr val="00B0F0">
                    <a:tint val="23500"/>
                    <a:satMod val="160000"/>
                  </a:srgbClr>
                </a:gs>
              </a:gsLst>
              <a:lin ang="5400000" scaled="1"/>
              <a:tileRect/>
            </a:gradFill>
            <a:ln>
              <a:noFill/>
            </a:ln>
            <a:scene3d>
              <a:camera prst="isometricLeftDown"/>
              <a:lightRig rig="contrasting" dir="t"/>
            </a:scene3d>
            <a:sp3d extrusionH="1587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70" name="직사각형 469">
              <a:extLst>
                <a:ext uri="{FF2B5EF4-FFF2-40B4-BE49-F238E27FC236}">
                  <a16:creationId xmlns:a16="http://schemas.microsoft.com/office/drawing/2014/main" id="{8801FC1C-5F31-4661-955B-41A9AC3D03EB}"/>
                </a:ext>
              </a:extLst>
            </p:cNvPr>
            <p:cNvSpPr/>
            <p:nvPr/>
          </p:nvSpPr>
          <p:spPr>
            <a:xfrm>
              <a:off x="1580683" y="2947445"/>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90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71" name="직사각형 470">
              <a:extLst>
                <a:ext uri="{FF2B5EF4-FFF2-40B4-BE49-F238E27FC236}">
                  <a16:creationId xmlns:a16="http://schemas.microsoft.com/office/drawing/2014/main" id="{B1714FB3-5479-4541-9BAA-9651DDE0751F}"/>
                </a:ext>
              </a:extLst>
            </p:cNvPr>
            <p:cNvSpPr/>
            <p:nvPr/>
          </p:nvSpPr>
          <p:spPr>
            <a:xfrm>
              <a:off x="1278238" y="3597491"/>
              <a:ext cx="238128"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72" name="직사각형 471">
              <a:extLst>
                <a:ext uri="{FF2B5EF4-FFF2-40B4-BE49-F238E27FC236}">
                  <a16:creationId xmlns:a16="http://schemas.microsoft.com/office/drawing/2014/main" id="{B5639E0E-6167-4F4F-BC6D-92F8DEAA67C6}"/>
                </a:ext>
              </a:extLst>
            </p:cNvPr>
            <p:cNvSpPr/>
            <p:nvPr/>
          </p:nvSpPr>
          <p:spPr>
            <a:xfrm>
              <a:off x="802489" y="3301560"/>
              <a:ext cx="140802"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73" name="직사각형 472">
              <a:extLst>
                <a:ext uri="{FF2B5EF4-FFF2-40B4-BE49-F238E27FC236}">
                  <a16:creationId xmlns:a16="http://schemas.microsoft.com/office/drawing/2014/main" id="{8F64D837-0AB3-4E5C-A8F7-EFE75834599C}"/>
                </a:ext>
              </a:extLst>
            </p:cNvPr>
            <p:cNvSpPr/>
            <p:nvPr/>
          </p:nvSpPr>
          <p:spPr>
            <a:xfrm>
              <a:off x="1000214" y="3397712"/>
              <a:ext cx="95133"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74" name="직사각형 473">
              <a:extLst>
                <a:ext uri="{FF2B5EF4-FFF2-40B4-BE49-F238E27FC236}">
                  <a16:creationId xmlns:a16="http://schemas.microsoft.com/office/drawing/2014/main" id="{CFA8B5F1-25C0-4FA1-AA4B-DE066A9D60CF}"/>
                </a:ext>
              </a:extLst>
            </p:cNvPr>
            <p:cNvSpPr/>
            <p:nvPr/>
          </p:nvSpPr>
          <p:spPr>
            <a:xfrm>
              <a:off x="1143037" y="3482157"/>
              <a:ext cx="91722" cy="54457"/>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475" name="직사각형 474">
              <a:extLst>
                <a:ext uri="{FF2B5EF4-FFF2-40B4-BE49-F238E27FC236}">
                  <a16:creationId xmlns:a16="http://schemas.microsoft.com/office/drawing/2014/main" id="{60C7D56E-08EE-4E9E-8689-0CDD1B2B45A7}"/>
                </a:ext>
              </a:extLst>
            </p:cNvPr>
            <p:cNvSpPr/>
            <p:nvPr/>
          </p:nvSpPr>
          <p:spPr>
            <a:xfrm>
              <a:off x="572734" y="3529310"/>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513" name="타원 512">
              <a:extLst>
                <a:ext uri="{FF2B5EF4-FFF2-40B4-BE49-F238E27FC236}">
                  <a16:creationId xmlns:a16="http://schemas.microsoft.com/office/drawing/2014/main" id="{9368023D-5B3F-44B6-B60E-E78319D7282F}"/>
                </a:ext>
              </a:extLst>
            </p:cNvPr>
            <p:cNvSpPr/>
            <p:nvPr/>
          </p:nvSpPr>
          <p:spPr>
            <a:xfrm>
              <a:off x="3063747" y="296243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14" name="직사각형 513">
              <a:extLst>
                <a:ext uri="{FF2B5EF4-FFF2-40B4-BE49-F238E27FC236}">
                  <a16:creationId xmlns:a16="http://schemas.microsoft.com/office/drawing/2014/main" id="{6AA02CA2-DD45-4B4E-B9FB-6D28633BE4F8}"/>
                </a:ext>
              </a:extLst>
            </p:cNvPr>
            <p:cNvSpPr/>
            <p:nvPr/>
          </p:nvSpPr>
          <p:spPr>
            <a:xfrm>
              <a:off x="1493837" y="3368962"/>
              <a:ext cx="901614" cy="276999"/>
            </a:xfrm>
            <a:prstGeom prst="rect">
              <a:avLst/>
            </a:prstGeom>
            <a:scene3d>
              <a:camera prst="isometricRightUp"/>
              <a:lightRig rig="threePt" dir="t"/>
            </a:scene3d>
          </p:spPr>
          <p:txBody>
            <a:bodyPr wrap="square">
              <a:spAutoFit/>
            </a:bodyPr>
            <a:lstStyle/>
            <a:p>
              <a:pPr algn="ctr"/>
              <a:r>
                <a:rPr lang="en-US" altLang="ko-KR" sz="1200" dirty="0">
                  <a:latin typeface="helvetica" panose="020B0604020202020204" pitchFamily="34" charset="0"/>
                  <a:cs typeface="helvetica" panose="020B0604020202020204" pitchFamily="34" charset="0"/>
                </a:rPr>
                <a:t>Coverslip</a:t>
              </a:r>
              <a:endParaRPr lang="ko-KR" altLang="en-US" sz="1200" dirty="0">
                <a:latin typeface="helvetica" panose="020B0604020202020204" pitchFamily="34" charset="0"/>
                <a:cs typeface="helvetica" panose="020B0604020202020204" pitchFamily="34" charset="0"/>
              </a:endParaRPr>
            </a:p>
          </p:txBody>
        </p:sp>
        <p:sp>
          <p:nvSpPr>
            <p:cNvPr id="520" name="아래쪽 화살표 140">
              <a:extLst>
                <a:ext uri="{FF2B5EF4-FFF2-40B4-BE49-F238E27FC236}">
                  <a16:creationId xmlns:a16="http://schemas.microsoft.com/office/drawing/2014/main" id="{00B46914-03DE-40E5-B124-3CB9FB08B278}"/>
                </a:ext>
              </a:extLst>
            </p:cNvPr>
            <p:cNvSpPr/>
            <p:nvPr/>
          </p:nvSpPr>
          <p:spPr>
            <a:xfrm rot="16200000">
              <a:off x="4006092" y="3995704"/>
              <a:ext cx="327837" cy="422292"/>
            </a:xfrm>
            <a:prstGeom prst="downArrow">
              <a:avLst>
                <a:gd name="adj1" fmla="val 50000"/>
                <a:gd name="adj2" fmla="val 5685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35" name="직사각형 134">
              <a:extLst>
                <a:ext uri="{FF2B5EF4-FFF2-40B4-BE49-F238E27FC236}">
                  <a16:creationId xmlns:a16="http://schemas.microsoft.com/office/drawing/2014/main" id="{5444B218-E55D-4AEF-8C14-832372C5E8C7}"/>
                </a:ext>
              </a:extLst>
            </p:cNvPr>
            <p:cNvSpPr/>
            <p:nvPr/>
          </p:nvSpPr>
          <p:spPr>
            <a:xfrm>
              <a:off x="4315968" y="4452512"/>
              <a:ext cx="943633" cy="198949"/>
            </a:xfrm>
            <a:prstGeom prst="rect">
              <a:avLst/>
            </a:prstGeom>
            <a:gradFill flip="none" rotWithShape="1">
              <a:gsLst>
                <a:gs pos="100000">
                  <a:srgbClr val="00B0F0">
                    <a:tint val="66000"/>
                    <a:satMod val="160000"/>
                  </a:srgbClr>
                </a:gs>
                <a:gs pos="50000">
                  <a:srgbClr val="00B0F0">
                    <a:tint val="44500"/>
                    <a:satMod val="160000"/>
                  </a:srgbClr>
                </a:gs>
                <a:gs pos="0">
                  <a:srgbClr val="00B0F0">
                    <a:tint val="23500"/>
                    <a:satMod val="160000"/>
                  </a:srgbClr>
                </a:gs>
              </a:gsLst>
              <a:lin ang="5400000" scaled="1"/>
              <a:tileRect/>
            </a:gradFill>
            <a:ln>
              <a:noFill/>
            </a:ln>
            <a:scene3d>
              <a:camera prst="isometricLeftDown"/>
              <a:lightRig rig="contrasting" dir="t"/>
            </a:scene3d>
            <a:sp3d extrusionH="1587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310" name="직사각형 309">
              <a:extLst>
                <a:ext uri="{FF2B5EF4-FFF2-40B4-BE49-F238E27FC236}">
                  <a16:creationId xmlns:a16="http://schemas.microsoft.com/office/drawing/2014/main" id="{00B6EA1C-FCEC-4CB4-B68E-3AB659AA9B3C}"/>
                </a:ext>
              </a:extLst>
            </p:cNvPr>
            <p:cNvSpPr/>
            <p:nvPr/>
          </p:nvSpPr>
          <p:spPr>
            <a:xfrm>
              <a:off x="5320688" y="3855311"/>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90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08" name="직사각형 307">
              <a:extLst>
                <a:ext uri="{FF2B5EF4-FFF2-40B4-BE49-F238E27FC236}">
                  <a16:creationId xmlns:a16="http://schemas.microsoft.com/office/drawing/2014/main" id="{0DA574E2-1A57-42CE-B139-991D3C4418E1}"/>
                </a:ext>
              </a:extLst>
            </p:cNvPr>
            <p:cNvSpPr/>
            <p:nvPr/>
          </p:nvSpPr>
          <p:spPr>
            <a:xfrm>
              <a:off x="5018243" y="4505357"/>
              <a:ext cx="238128"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53" name="직사각형 152">
              <a:extLst>
                <a:ext uri="{FF2B5EF4-FFF2-40B4-BE49-F238E27FC236}">
                  <a16:creationId xmlns:a16="http://schemas.microsoft.com/office/drawing/2014/main" id="{8401DE5E-227F-462D-A1BE-7068D74BFBBC}"/>
                </a:ext>
              </a:extLst>
            </p:cNvPr>
            <p:cNvSpPr/>
            <p:nvPr/>
          </p:nvSpPr>
          <p:spPr>
            <a:xfrm>
              <a:off x="4542494" y="4209426"/>
              <a:ext cx="140802"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304" name="직사각형 303">
              <a:extLst>
                <a:ext uri="{FF2B5EF4-FFF2-40B4-BE49-F238E27FC236}">
                  <a16:creationId xmlns:a16="http://schemas.microsoft.com/office/drawing/2014/main" id="{EF104408-8AF2-4FFD-A500-C5ED577A1EA8}"/>
                </a:ext>
              </a:extLst>
            </p:cNvPr>
            <p:cNvSpPr/>
            <p:nvPr/>
          </p:nvSpPr>
          <p:spPr>
            <a:xfrm>
              <a:off x="4740219" y="4305578"/>
              <a:ext cx="95133"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305" name="직사각형 304">
              <a:extLst>
                <a:ext uri="{FF2B5EF4-FFF2-40B4-BE49-F238E27FC236}">
                  <a16:creationId xmlns:a16="http://schemas.microsoft.com/office/drawing/2014/main" id="{6DF7AD40-AC82-47E4-8B35-059EB8D62061}"/>
                </a:ext>
              </a:extLst>
            </p:cNvPr>
            <p:cNvSpPr/>
            <p:nvPr/>
          </p:nvSpPr>
          <p:spPr>
            <a:xfrm>
              <a:off x="4883042" y="4390023"/>
              <a:ext cx="91722" cy="54457"/>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306" name="직사각형 305">
              <a:extLst>
                <a:ext uri="{FF2B5EF4-FFF2-40B4-BE49-F238E27FC236}">
                  <a16:creationId xmlns:a16="http://schemas.microsoft.com/office/drawing/2014/main" id="{091C7C12-9347-43F2-986F-AEDAE65F48E3}"/>
                </a:ext>
              </a:extLst>
            </p:cNvPr>
            <p:cNvSpPr/>
            <p:nvPr/>
          </p:nvSpPr>
          <p:spPr>
            <a:xfrm>
              <a:off x="4312739" y="4437176"/>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371" name="타원 370">
              <a:extLst>
                <a:ext uri="{FF2B5EF4-FFF2-40B4-BE49-F238E27FC236}">
                  <a16:creationId xmlns:a16="http://schemas.microsoft.com/office/drawing/2014/main" id="{E6D52F02-BDAB-4B82-BE14-AC45B3E32ADB}"/>
                </a:ext>
              </a:extLst>
            </p:cNvPr>
            <p:cNvSpPr/>
            <p:nvPr/>
          </p:nvSpPr>
          <p:spPr>
            <a:xfrm>
              <a:off x="5504505" y="3765227"/>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2" name="타원 371">
              <a:extLst>
                <a:ext uri="{FF2B5EF4-FFF2-40B4-BE49-F238E27FC236}">
                  <a16:creationId xmlns:a16="http://schemas.microsoft.com/office/drawing/2014/main" id="{6D5D227C-7918-4D9A-ABDD-CA14569EC283}"/>
                </a:ext>
              </a:extLst>
            </p:cNvPr>
            <p:cNvSpPr/>
            <p:nvPr/>
          </p:nvSpPr>
          <p:spPr>
            <a:xfrm>
              <a:off x="5339274" y="387573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3" name="타원 372">
              <a:extLst>
                <a:ext uri="{FF2B5EF4-FFF2-40B4-BE49-F238E27FC236}">
                  <a16:creationId xmlns:a16="http://schemas.microsoft.com/office/drawing/2014/main" id="{BBD13B6B-99EC-4F51-9C6F-9EEFA904D470}"/>
                </a:ext>
              </a:extLst>
            </p:cNvPr>
            <p:cNvSpPr/>
            <p:nvPr/>
          </p:nvSpPr>
          <p:spPr>
            <a:xfrm>
              <a:off x="5265168" y="391166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4" name="타원 373">
              <a:extLst>
                <a:ext uri="{FF2B5EF4-FFF2-40B4-BE49-F238E27FC236}">
                  <a16:creationId xmlns:a16="http://schemas.microsoft.com/office/drawing/2014/main" id="{910E8CB3-D52A-4C6C-980D-079456C5BA30}"/>
                </a:ext>
              </a:extLst>
            </p:cNvPr>
            <p:cNvSpPr/>
            <p:nvPr/>
          </p:nvSpPr>
          <p:spPr>
            <a:xfrm>
              <a:off x="5205551" y="395285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5" name="타원 374">
              <a:extLst>
                <a:ext uri="{FF2B5EF4-FFF2-40B4-BE49-F238E27FC236}">
                  <a16:creationId xmlns:a16="http://schemas.microsoft.com/office/drawing/2014/main" id="{364F8B7B-9E34-4CF3-BE72-A337AC626B2F}"/>
                </a:ext>
              </a:extLst>
            </p:cNvPr>
            <p:cNvSpPr/>
            <p:nvPr/>
          </p:nvSpPr>
          <p:spPr>
            <a:xfrm>
              <a:off x="5112500" y="399383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6" name="타원 375">
              <a:extLst>
                <a:ext uri="{FF2B5EF4-FFF2-40B4-BE49-F238E27FC236}">
                  <a16:creationId xmlns:a16="http://schemas.microsoft.com/office/drawing/2014/main" id="{537942D4-17A5-4A66-8A91-43F2D1DD2F23}"/>
                </a:ext>
              </a:extLst>
            </p:cNvPr>
            <p:cNvSpPr/>
            <p:nvPr/>
          </p:nvSpPr>
          <p:spPr>
            <a:xfrm>
              <a:off x="5018243" y="404678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7" name="타원 376">
              <a:extLst>
                <a:ext uri="{FF2B5EF4-FFF2-40B4-BE49-F238E27FC236}">
                  <a16:creationId xmlns:a16="http://schemas.microsoft.com/office/drawing/2014/main" id="{BB9E2D3B-BB71-4F1B-BBE0-F622B8A2A615}"/>
                </a:ext>
              </a:extLst>
            </p:cNvPr>
            <p:cNvSpPr/>
            <p:nvPr/>
          </p:nvSpPr>
          <p:spPr>
            <a:xfrm>
              <a:off x="4928903" y="4107627"/>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8" name="타원 377">
              <a:extLst>
                <a:ext uri="{FF2B5EF4-FFF2-40B4-BE49-F238E27FC236}">
                  <a16:creationId xmlns:a16="http://schemas.microsoft.com/office/drawing/2014/main" id="{7A2BD381-81A5-4469-BE86-90441E8E4030}"/>
                </a:ext>
              </a:extLst>
            </p:cNvPr>
            <p:cNvSpPr/>
            <p:nvPr/>
          </p:nvSpPr>
          <p:spPr>
            <a:xfrm>
              <a:off x="4828002" y="416392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9" name="타원 378">
              <a:extLst>
                <a:ext uri="{FF2B5EF4-FFF2-40B4-BE49-F238E27FC236}">
                  <a16:creationId xmlns:a16="http://schemas.microsoft.com/office/drawing/2014/main" id="{C545AB0C-C97F-4814-A0F5-0FCF358EF082}"/>
                </a:ext>
              </a:extLst>
            </p:cNvPr>
            <p:cNvSpPr/>
            <p:nvPr/>
          </p:nvSpPr>
          <p:spPr>
            <a:xfrm>
              <a:off x="4762076" y="418922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0" name="타원 379">
              <a:extLst>
                <a:ext uri="{FF2B5EF4-FFF2-40B4-BE49-F238E27FC236}">
                  <a16:creationId xmlns:a16="http://schemas.microsoft.com/office/drawing/2014/main" id="{55CB8D5E-2431-49C9-90EE-A8CFD836FCA5}"/>
                </a:ext>
              </a:extLst>
            </p:cNvPr>
            <p:cNvSpPr/>
            <p:nvPr/>
          </p:nvSpPr>
          <p:spPr>
            <a:xfrm>
              <a:off x="5341666" y="404129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1" name="타원 380">
              <a:extLst>
                <a:ext uri="{FF2B5EF4-FFF2-40B4-BE49-F238E27FC236}">
                  <a16:creationId xmlns:a16="http://schemas.microsoft.com/office/drawing/2014/main" id="{87CD1526-4DEF-42A3-B7B5-DA8CD7ED7EAA}"/>
                </a:ext>
              </a:extLst>
            </p:cNvPr>
            <p:cNvSpPr/>
            <p:nvPr/>
          </p:nvSpPr>
          <p:spPr>
            <a:xfrm>
              <a:off x="5412317" y="383041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2" name="타원 381">
              <a:extLst>
                <a:ext uri="{FF2B5EF4-FFF2-40B4-BE49-F238E27FC236}">
                  <a16:creationId xmlns:a16="http://schemas.microsoft.com/office/drawing/2014/main" id="{CCBC7D9A-52A0-40E5-B069-C2BB75938FE0}"/>
                </a:ext>
              </a:extLst>
            </p:cNvPr>
            <p:cNvSpPr/>
            <p:nvPr/>
          </p:nvSpPr>
          <p:spPr>
            <a:xfrm>
              <a:off x="5466774" y="380654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3" name="타원 382">
              <a:extLst>
                <a:ext uri="{FF2B5EF4-FFF2-40B4-BE49-F238E27FC236}">
                  <a16:creationId xmlns:a16="http://schemas.microsoft.com/office/drawing/2014/main" id="{51D49024-4C7E-4903-9476-427092AD7914}"/>
                </a:ext>
              </a:extLst>
            </p:cNvPr>
            <p:cNvSpPr/>
            <p:nvPr/>
          </p:nvSpPr>
          <p:spPr>
            <a:xfrm>
              <a:off x="5250035" y="410143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4" name="타원 383">
              <a:extLst>
                <a:ext uri="{FF2B5EF4-FFF2-40B4-BE49-F238E27FC236}">
                  <a16:creationId xmlns:a16="http://schemas.microsoft.com/office/drawing/2014/main" id="{0405E0B7-99C1-4C0B-9656-A65A997774AE}"/>
                </a:ext>
              </a:extLst>
            </p:cNvPr>
            <p:cNvSpPr/>
            <p:nvPr/>
          </p:nvSpPr>
          <p:spPr>
            <a:xfrm>
              <a:off x="5401941" y="400731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5" name="타원 384">
              <a:extLst>
                <a:ext uri="{FF2B5EF4-FFF2-40B4-BE49-F238E27FC236}">
                  <a16:creationId xmlns:a16="http://schemas.microsoft.com/office/drawing/2014/main" id="{E7F8701E-05DA-4281-86FB-96E496EE24F4}"/>
                </a:ext>
              </a:extLst>
            </p:cNvPr>
            <p:cNvSpPr/>
            <p:nvPr/>
          </p:nvSpPr>
          <p:spPr>
            <a:xfrm>
              <a:off x="5466774" y="3980083"/>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6" name="타원 385">
              <a:extLst>
                <a:ext uri="{FF2B5EF4-FFF2-40B4-BE49-F238E27FC236}">
                  <a16:creationId xmlns:a16="http://schemas.microsoft.com/office/drawing/2014/main" id="{40797208-214C-4B68-A62F-06AC2F77585E}"/>
                </a:ext>
              </a:extLst>
            </p:cNvPr>
            <p:cNvSpPr/>
            <p:nvPr/>
          </p:nvSpPr>
          <p:spPr>
            <a:xfrm>
              <a:off x="5522878" y="393558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7" name="타원 386">
              <a:extLst>
                <a:ext uri="{FF2B5EF4-FFF2-40B4-BE49-F238E27FC236}">
                  <a16:creationId xmlns:a16="http://schemas.microsoft.com/office/drawing/2014/main" id="{2E02E376-33F8-4D4A-A09D-0B2A66413CA8}"/>
                </a:ext>
              </a:extLst>
            </p:cNvPr>
            <p:cNvSpPr/>
            <p:nvPr/>
          </p:nvSpPr>
          <p:spPr>
            <a:xfrm>
              <a:off x="5577335" y="391166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8" name="타원 387">
              <a:extLst>
                <a:ext uri="{FF2B5EF4-FFF2-40B4-BE49-F238E27FC236}">
                  <a16:creationId xmlns:a16="http://schemas.microsoft.com/office/drawing/2014/main" id="{3A9C9E28-F3DB-43A1-869C-9AA773357B54}"/>
                </a:ext>
              </a:extLst>
            </p:cNvPr>
            <p:cNvSpPr/>
            <p:nvPr/>
          </p:nvSpPr>
          <p:spPr>
            <a:xfrm>
              <a:off x="5631792" y="388774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9" name="타원 388">
              <a:extLst>
                <a:ext uri="{FF2B5EF4-FFF2-40B4-BE49-F238E27FC236}">
                  <a16:creationId xmlns:a16="http://schemas.microsoft.com/office/drawing/2014/main" id="{4252703D-B78A-4F72-BC9E-25B1F20DC542}"/>
                </a:ext>
              </a:extLst>
            </p:cNvPr>
            <p:cNvSpPr/>
            <p:nvPr/>
          </p:nvSpPr>
          <p:spPr>
            <a:xfrm>
              <a:off x="5677606" y="384754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0" name="타원 389">
              <a:extLst>
                <a:ext uri="{FF2B5EF4-FFF2-40B4-BE49-F238E27FC236}">
                  <a16:creationId xmlns:a16="http://schemas.microsoft.com/office/drawing/2014/main" id="{D141A745-4504-4C44-8E47-C7802F32A291}"/>
                </a:ext>
              </a:extLst>
            </p:cNvPr>
            <p:cNvSpPr/>
            <p:nvPr/>
          </p:nvSpPr>
          <p:spPr>
            <a:xfrm>
              <a:off x="5162405" y="414535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1" name="타원 390">
              <a:extLst>
                <a:ext uri="{FF2B5EF4-FFF2-40B4-BE49-F238E27FC236}">
                  <a16:creationId xmlns:a16="http://schemas.microsoft.com/office/drawing/2014/main" id="{ADDD79C8-8712-4581-8C51-1AF2A440EBCB}"/>
                </a:ext>
              </a:extLst>
            </p:cNvPr>
            <p:cNvSpPr/>
            <p:nvPr/>
          </p:nvSpPr>
          <p:spPr>
            <a:xfrm>
              <a:off x="5099308" y="417892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2" name="타원 391">
              <a:extLst>
                <a:ext uri="{FF2B5EF4-FFF2-40B4-BE49-F238E27FC236}">
                  <a16:creationId xmlns:a16="http://schemas.microsoft.com/office/drawing/2014/main" id="{72D72E50-1347-4DE6-8FD1-A1EC205B6732}"/>
                </a:ext>
              </a:extLst>
            </p:cNvPr>
            <p:cNvSpPr/>
            <p:nvPr/>
          </p:nvSpPr>
          <p:spPr>
            <a:xfrm>
              <a:off x="5048970" y="421418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3" name="타원 392">
              <a:extLst>
                <a:ext uri="{FF2B5EF4-FFF2-40B4-BE49-F238E27FC236}">
                  <a16:creationId xmlns:a16="http://schemas.microsoft.com/office/drawing/2014/main" id="{534261DC-084A-44CA-8DF1-F39E4BB2DE6F}"/>
                </a:ext>
              </a:extLst>
            </p:cNvPr>
            <p:cNvSpPr/>
            <p:nvPr/>
          </p:nvSpPr>
          <p:spPr>
            <a:xfrm>
              <a:off x="4998049" y="423448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4" name="타원 393">
              <a:extLst>
                <a:ext uri="{FF2B5EF4-FFF2-40B4-BE49-F238E27FC236}">
                  <a16:creationId xmlns:a16="http://schemas.microsoft.com/office/drawing/2014/main" id="{8E9CD6E9-2B96-4524-928F-63FE2825F567}"/>
                </a:ext>
              </a:extLst>
            </p:cNvPr>
            <p:cNvSpPr/>
            <p:nvPr/>
          </p:nvSpPr>
          <p:spPr>
            <a:xfrm>
              <a:off x="4945360" y="427175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5" name="타원 394">
              <a:extLst>
                <a:ext uri="{FF2B5EF4-FFF2-40B4-BE49-F238E27FC236}">
                  <a16:creationId xmlns:a16="http://schemas.microsoft.com/office/drawing/2014/main" id="{A12220D8-13C3-4576-B0CD-3A82E645E0F5}"/>
                </a:ext>
              </a:extLst>
            </p:cNvPr>
            <p:cNvSpPr/>
            <p:nvPr/>
          </p:nvSpPr>
          <p:spPr>
            <a:xfrm>
              <a:off x="5085725" y="435907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6" name="타원 395">
              <a:extLst>
                <a:ext uri="{FF2B5EF4-FFF2-40B4-BE49-F238E27FC236}">
                  <a16:creationId xmlns:a16="http://schemas.microsoft.com/office/drawing/2014/main" id="{CA357D34-462F-47B5-B7B1-F55EEDDD2309}"/>
                </a:ext>
              </a:extLst>
            </p:cNvPr>
            <p:cNvSpPr/>
            <p:nvPr/>
          </p:nvSpPr>
          <p:spPr>
            <a:xfrm>
              <a:off x="5156844" y="432406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7" name="타원 396">
              <a:extLst>
                <a:ext uri="{FF2B5EF4-FFF2-40B4-BE49-F238E27FC236}">
                  <a16:creationId xmlns:a16="http://schemas.microsoft.com/office/drawing/2014/main" id="{B2F7DE9A-D21E-4DAE-A673-F0FD08404B91}"/>
                </a:ext>
              </a:extLst>
            </p:cNvPr>
            <p:cNvSpPr/>
            <p:nvPr/>
          </p:nvSpPr>
          <p:spPr>
            <a:xfrm>
              <a:off x="5227963" y="428906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8" name="타원 397">
              <a:extLst>
                <a:ext uri="{FF2B5EF4-FFF2-40B4-BE49-F238E27FC236}">
                  <a16:creationId xmlns:a16="http://schemas.microsoft.com/office/drawing/2014/main" id="{314B1BD6-268D-4E3E-9BE6-4E4095F5DC8D}"/>
                </a:ext>
              </a:extLst>
            </p:cNvPr>
            <p:cNvSpPr/>
            <p:nvPr/>
          </p:nvSpPr>
          <p:spPr>
            <a:xfrm>
              <a:off x="5299082" y="425406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9" name="타원 398">
              <a:extLst>
                <a:ext uri="{FF2B5EF4-FFF2-40B4-BE49-F238E27FC236}">
                  <a16:creationId xmlns:a16="http://schemas.microsoft.com/office/drawing/2014/main" id="{3E7ECF3B-8ED5-42CA-9A11-DBC397426D18}"/>
                </a:ext>
              </a:extLst>
            </p:cNvPr>
            <p:cNvSpPr/>
            <p:nvPr/>
          </p:nvSpPr>
          <p:spPr>
            <a:xfrm>
              <a:off x="5370614" y="420685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0" name="타원 399">
              <a:extLst>
                <a:ext uri="{FF2B5EF4-FFF2-40B4-BE49-F238E27FC236}">
                  <a16:creationId xmlns:a16="http://schemas.microsoft.com/office/drawing/2014/main" id="{72166471-DAE5-4772-ACE9-B80846607149}"/>
                </a:ext>
              </a:extLst>
            </p:cNvPr>
            <p:cNvSpPr/>
            <p:nvPr/>
          </p:nvSpPr>
          <p:spPr>
            <a:xfrm>
              <a:off x="5435107" y="417076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1" name="타원 400">
              <a:extLst>
                <a:ext uri="{FF2B5EF4-FFF2-40B4-BE49-F238E27FC236}">
                  <a16:creationId xmlns:a16="http://schemas.microsoft.com/office/drawing/2014/main" id="{7FBB08C8-1907-43B3-A328-1131F0F3A4C5}"/>
                </a:ext>
              </a:extLst>
            </p:cNvPr>
            <p:cNvSpPr/>
            <p:nvPr/>
          </p:nvSpPr>
          <p:spPr>
            <a:xfrm>
              <a:off x="5494002" y="413644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2" name="타원 401">
              <a:extLst>
                <a:ext uri="{FF2B5EF4-FFF2-40B4-BE49-F238E27FC236}">
                  <a16:creationId xmlns:a16="http://schemas.microsoft.com/office/drawing/2014/main" id="{9BC2A9A7-E7A7-40A6-9A62-D23950B0207E}"/>
                </a:ext>
              </a:extLst>
            </p:cNvPr>
            <p:cNvSpPr/>
            <p:nvPr/>
          </p:nvSpPr>
          <p:spPr>
            <a:xfrm>
              <a:off x="5545717" y="4109217"/>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3" name="타원 402">
              <a:extLst>
                <a:ext uri="{FF2B5EF4-FFF2-40B4-BE49-F238E27FC236}">
                  <a16:creationId xmlns:a16="http://schemas.microsoft.com/office/drawing/2014/main" id="{A5BDF244-B9AD-454A-98A4-BC83878C08C7}"/>
                </a:ext>
              </a:extLst>
            </p:cNvPr>
            <p:cNvSpPr/>
            <p:nvPr/>
          </p:nvSpPr>
          <p:spPr>
            <a:xfrm>
              <a:off x="5580125" y="408198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4" name="타원 403">
              <a:extLst>
                <a:ext uri="{FF2B5EF4-FFF2-40B4-BE49-F238E27FC236}">
                  <a16:creationId xmlns:a16="http://schemas.microsoft.com/office/drawing/2014/main" id="{78DB44A9-A56F-415A-A86D-FAFA38340810}"/>
                </a:ext>
              </a:extLst>
            </p:cNvPr>
            <p:cNvSpPr/>
            <p:nvPr/>
          </p:nvSpPr>
          <p:spPr>
            <a:xfrm>
              <a:off x="5639954" y="404775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5" name="타원 404">
              <a:extLst>
                <a:ext uri="{FF2B5EF4-FFF2-40B4-BE49-F238E27FC236}">
                  <a16:creationId xmlns:a16="http://schemas.microsoft.com/office/drawing/2014/main" id="{83BE84D1-54C3-43CE-9F03-4D2EC0877AD2}"/>
                </a:ext>
              </a:extLst>
            </p:cNvPr>
            <p:cNvSpPr/>
            <p:nvPr/>
          </p:nvSpPr>
          <p:spPr>
            <a:xfrm>
              <a:off x="5686832" y="402106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6" name="타원 405">
              <a:extLst>
                <a:ext uri="{FF2B5EF4-FFF2-40B4-BE49-F238E27FC236}">
                  <a16:creationId xmlns:a16="http://schemas.microsoft.com/office/drawing/2014/main" id="{FC711264-5F93-40B9-BA1E-245192B9780C}"/>
                </a:ext>
              </a:extLst>
            </p:cNvPr>
            <p:cNvSpPr/>
            <p:nvPr/>
          </p:nvSpPr>
          <p:spPr>
            <a:xfrm>
              <a:off x="5741289" y="399383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7" name="타원 406">
              <a:extLst>
                <a:ext uri="{FF2B5EF4-FFF2-40B4-BE49-F238E27FC236}">
                  <a16:creationId xmlns:a16="http://schemas.microsoft.com/office/drawing/2014/main" id="{C1CADC6B-6523-493C-8783-C470AE5F45FC}"/>
                </a:ext>
              </a:extLst>
            </p:cNvPr>
            <p:cNvSpPr/>
            <p:nvPr/>
          </p:nvSpPr>
          <p:spPr>
            <a:xfrm>
              <a:off x="5788167" y="396281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8" name="타원 407">
              <a:extLst>
                <a:ext uri="{FF2B5EF4-FFF2-40B4-BE49-F238E27FC236}">
                  <a16:creationId xmlns:a16="http://schemas.microsoft.com/office/drawing/2014/main" id="{38078C25-FB59-4884-BB17-CE549419D23A}"/>
                </a:ext>
              </a:extLst>
            </p:cNvPr>
            <p:cNvSpPr/>
            <p:nvPr/>
          </p:nvSpPr>
          <p:spPr>
            <a:xfrm>
              <a:off x="5835045" y="392675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52" name="직사각형 151">
              <a:extLst>
                <a:ext uri="{FF2B5EF4-FFF2-40B4-BE49-F238E27FC236}">
                  <a16:creationId xmlns:a16="http://schemas.microsoft.com/office/drawing/2014/main" id="{59239645-9A39-4887-A882-375F8F757683}"/>
                </a:ext>
              </a:extLst>
            </p:cNvPr>
            <p:cNvSpPr/>
            <p:nvPr/>
          </p:nvSpPr>
          <p:spPr>
            <a:xfrm>
              <a:off x="5233842" y="4276828"/>
              <a:ext cx="901614" cy="276999"/>
            </a:xfrm>
            <a:prstGeom prst="rect">
              <a:avLst/>
            </a:prstGeom>
            <a:scene3d>
              <a:camera prst="isometricRightUp"/>
              <a:lightRig rig="threePt" dir="t"/>
            </a:scene3d>
          </p:spPr>
          <p:txBody>
            <a:bodyPr wrap="square">
              <a:spAutoFit/>
            </a:bodyPr>
            <a:lstStyle/>
            <a:p>
              <a:pPr algn="ctr"/>
              <a:r>
                <a:rPr lang="en-US" altLang="ko-KR" sz="1200" dirty="0">
                  <a:latin typeface="helvetica" panose="020B0604020202020204" pitchFamily="34" charset="0"/>
                  <a:cs typeface="helvetica" panose="020B0604020202020204" pitchFamily="34" charset="0"/>
                </a:rPr>
                <a:t>Coverslip</a:t>
              </a:r>
              <a:endParaRPr lang="ko-KR" altLang="en-US" sz="1200" dirty="0">
                <a:latin typeface="helvetica" panose="020B0604020202020204" pitchFamily="34" charset="0"/>
                <a:cs typeface="helvetica" panose="020B0604020202020204" pitchFamily="34" charset="0"/>
              </a:endParaRPr>
            </a:p>
          </p:txBody>
        </p:sp>
        <p:sp>
          <p:nvSpPr>
            <p:cNvPr id="409" name="타원 408">
              <a:extLst>
                <a:ext uri="{FF2B5EF4-FFF2-40B4-BE49-F238E27FC236}">
                  <a16:creationId xmlns:a16="http://schemas.microsoft.com/office/drawing/2014/main" id="{983086AD-14B9-43D8-9FB5-875D5BB67E70}"/>
                </a:ext>
              </a:extLst>
            </p:cNvPr>
            <p:cNvSpPr/>
            <p:nvPr/>
          </p:nvSpPr>
          <p:spPr>
            <a:xfrm>
              <a:off x="5074730" y="402586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10" name="타원 409">
              <a:extLst>
                <a:ext uri="{FF2B5EF4-FFF2-40B4-BE49-F238E27FC236}">
                  <a16:creationId xmlns:a16="http://schemas.microsoft.com/office/drawing/2014/main" id="{732CAD99-739B-452E-9548-FB4E1C29DD04}"/>
                </a:ext>
              </a:extLst>
            </p:cNvPr>
            <p:cNvSpPr/>
            <p:nvPr/>
          </p:nvSpPr>
          <p:spPr>
            <a:xfrm>
              <a:off x="5166957" y="397434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11" name="타원 410">
              <a:extLst>
                <a:ext uri="{FF2B5EF4-FFF2-40B4-BE49-F238E27FC236}">
                  <a16:creationId xmlns:a16="http://schemas.microsoft.com/office/drawing/2014/main" id="{04B897ED-42F7-4DB6-A11C-6A1BFD16EC3C}"/>
                </a:ext>
              </a:extLst>
            </p:cNvPr>
            <p:cNvSpPr/>
            <p:nvPr/>
          </p:nvSpPr>
          <p:spPr>
            <a:xfrm>
              <a:off x="4976477" y="408177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12" name="타원 411">
              <a:extLst>
                <a:ext uri="{FF2B5EF4-FFF2-40B4-BE49-F238E27FC236}">
                  <a16:creationId xmlns:a16="http://schemas.microsoft.com/office/drawing/2014/main" id="{B36F2399-CFD4-4732-9A2D-840D6E744583}"/>
                </a:ext>
              </a:extLst>
            </p:cNvPr>
            <p:cNvSpPr/>
            <p:nvPr/>
          </p:nvSpPr>
          <p:spPr>
            <a:xfrm>
              <a:off x="4877051" y="414010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13" name="직사각형 412">
              <a:extLst>
                <a:ext uri="{FF2B5EF4-FFF2-40B4-BE49-F238E27FC236}">
                  <a16:creationId xmlns:a16="http://schemas.microsoft.com/office/drawing/2014/main" id="{1E4F45D7-ED6A-45B7-80B5-BDA2C7998BA8}"/>
                </a:ext>
              </a:extLst>
            </p:cNvPr>
            <p:cNvSpPr/>
            <p:nvPr/>
          </p:nvSpPr>
          <p:spPr>
            <a:xfrm rot="21448066">
              <a:off x="4866760" y="3276672"/>
              <a:ext cx="931995" cy="1579401"/>
            </a:xfrm>
            <a:prstGeom prst="rect">
              <a:avLst/>
            </a:prstGeom>
            <a:blipFill dpi="0" rotWithShape="1">
              <a:blip r:embed="rId4">
                <a:extLst>
                  <a:ext uri="{BEBA8EAE-BF5A-486C-A8C5-ECC9F3942E4B}">
                    <a14:imgProps xmlns:a14="http://schemas.microsoft.com/office/drawing/2010/main">
                      <a14:imgLayer r:embed="rId5">
                        <a14:imgEffect>
                          <a14:sharpenSoften amount="3000"/>
                        </a14:imgEffect>
                        <a14:imgEffect>
                          <a14:colorTemperature colorTemp="6100"/>
                        </a14:imgEffect>
                        <a14:imgEffect>
                          <a14:brightnessContrast bright="1000"/>
                        </a14:imgEffect>
                      </a14:imgLayer>
                    </a14:imgProps>
                  </a:ext>
                </a:extLst>
              </a:blip>
              <a:srcRect/>
              <a:tile tx="0" ty="0" sx="100000" sy="100000" flip="none" algn="tl"/>
            </a:blipFill>
            <a:ln>
              <a:noFill/>
            </a:ln>
            <a:effectLst>
              <a:glow>
                <a:schemeClr val="accent1"/>
              </a:glow>
              <a:reflection stA="0" endPos="65000" dist="50800" dir="5400000" sy="-100000" algn="bl" rotWithShape="0"/>
            </a:effectLst>
            <a:scene3d>
              <a:camera prst="isometricOffAxis1Top">
                <a:rot lat="19575864" lon="2669348" rev="17880000"/>
              </a:camera>
              <a:lightRig rig="contrasting" dir="t"/>
            </a:scene3d>
            <a:sp3d extrusionH="25400" prstMaterial="powder"/>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pic>
          <p:nvPicPr>
            <p:cNvPr id="9" name="그림 8">
              <a:extLst>
                <a:ext uri="{FF2B5EF4-FFF2-40B4-BE49-F238E27FC236}">
                  <a16:creationId xmlns:a16="http://schemas.microsoft.com/office/drawing/2014/main" id="{EBBF5F25-AAEF-41FE-9E8F-31A888BC162F}"/>
                </a:ext>
              </a:extLst>
            </p:cNvPr>
            <p:cNvPicPr>
              <a:picLocks noChangeAspect="1"/>
            </p:cNvPicPr>
            <p:nvPr/>
          </p:nvPicPr>
          <p:blipFill>
            <a:blip r:embed="rId6"/>
            <a:stretch>
              <a:fillRect/>
            </a:stretch>
          </p:blipFill>
          <p:spPr>
            <a:xfrm>
              <a:off x="2408621" y="911251"/>
              <a:ext cx="3800739" cy="1344784"/>
            </a:xfrm>
            <a:prstGeom prst="rect">
              <a:avLst/>
            </a:prstGeom>
          </p:spPr>
        </p:pic>
        <p:pic>
          <p:nvPicPr>
            <p:cNvPr id="12" name="그림 11">
              <a:extLst>
                <a:ext uri="{FF2B5EF4-FFF2-40B4-BE49-F238E27FC236}">
                  <a16:creationId xmlns:a16="http://schemas.microsoft.com/office/drawing/2014/main" id="{47F57330-DAEC-493E-8067-5F8DEA586B18}"/>
                </a:ext>
              </a:extLst>
            </p:cNvPr>
            <p:cNvPicPr>
              <a:picLocks noChangeAspect="1"/>
            </p:cNvPicPr>
            <p:nvPr/>
          </p:nvPicPr>
          <p:blipFill>
            <a:blip r:embed="rId7"/>
            <a:stretch>
              <a:fillRect/>
            </a:stretch>
          </p:blipFill>
          <p:spPr>
            <a:xfrm>
              <a:off x="825521" y="4919892"/>
              <a:ext cx="5396416" cy="2863770"/>
            </a:xfrm>
            <a:prstGeom prst="rect">
              <a:avLst/>
            </a:prstGeom>
          </p:spPr>
        </p:pic>
        <p:sp>
          <p:nvSpPr>
            <p:cNvPr id="482" name="TextBox 481">
              <a:extLst>
                <a:ext uri="{FF2B5EF4-FFF2-40B4-BE49-F238E27FC236}">
                  <a16:creationId xmlns:a16="http://schemas.microsoft.com/office/drawing/2014/main" id="{E11941B7-6349-48A4-AFE8-D24F4C03B2BD}"/>
                </a:ext>
              </a:extLst>
            </p:cNvPr>
            <p:cNvSpPr txBox="1"/>
            <p:nvPr/>
          </p:nvSpPr>
          <p:spPr>
            <a:xfrm>
              <a:off x="638580" y="878898"/>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pic>
          <p:nvPicPr>
            <p:cNvPr id="14" name="그림 13">
              <a:extLst>
                <a:ext uri="{FF2B5EF4-FFF2-40B4-BE49-F238E27FC236}">
                  <a16:creationId xmlns:a16="http://schemas.microsoft.com/office/drawing/2014/main" id="{55CF11C4-EA88-41C2-BF9D-ACEEB77E4554}"/>
                </a:ext>
              </a:extLst>
            </p:cNvPr>
            <p:cNvPicPr>
              <a:picLocks noChangeAspect="1"/>
            </p:cNvPicPr>
            <p:nvPr/>
          </p:nvPicPr>
          <p:blipFill>
            <a:blip r:embed="rId8"/>
            <a:stretch>
              <a:fillRect/>
            </a:stretch>
          </p:blipFill>
          <p:spPr>
            <a:xfrm>
              <a:off x="1119848" y="938278"/>
              <a:ext cx="580750" cy="1257192"/>
            </a:xfrm>
            <a:prstGeom prst="rect">
              <a:avLst/>
            </a:prstGeom>
          </p:spPr>
        </p:pic>
        <p:pic>
          <p:nvPicPr>
            <p:cNvPr id="1028" name="Picture 4" descr="Spray Paint Icons - Download Free Vector Icons | Noun Project">
              <a:extLst>
                <a:ext uri="{FF2B5EF4-FFF2-40B4-BE49-F238E27FC236}">
                  <a16:creationId xmlns:a16="http://schemas.microsoft.com/office/drawing/2014/main" id="{C166F1B1-A1AB-4E76-BA79-BA587A4EBF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3638677">
              <a:off x="1685140" y="1103950"/>
              <a:ext cx="859049" cy="859049"/>
            </a:xfrm>
            <a:prstGeom prst="rect">
              <a:avLst/>
            </a:prstGeom>
            <a:noFill/>
            <a:extLst>
              <a:ext uri="{909E8E84-426E-40DD-AFC4-6F175D3DCCD1}">
                <a14:hiddenFill xmlns:a14="http://schemas.microsoft.com/office/drawing/2010/main">
                  <a:solidFill>
                    <a:srgbClr val="FFFFFF"/>
                  </a:solidFill>
                </a14:hiddenFill>
              </a:ext>
            </a:extLst>
          </p:spPr>
        </p:pic>
        <p:pic>
          <p:nvPicPr>
            <p:cNvPr id="483" name="Picture 4" descr="Spray Paint Icons - Download Free Vector Icons | Noun Project">
              <a:extLst>
                <a:ext uri="{FF2B5EF4-FFF2-40B4-BE49-F238E27FC236}">
                  <a16:creationId xmlns:a16="http://schemas.microsoft.com/office/drawing/2014/main" id="{B05CE1FF-3B67-4B3D-87CC-BA91BE887F1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3638677">
              <a:off x="4832124" y="2849796"/>
              <a:ext cx="859049" cy="859049"/>
            </a:xfrm>
            <a:prstGeom prst="rect">
              <a:avLst/>
            </a:prstGeom>
            <a:noFill/>
            <a:extLst>
              <a:ext uri="{909E8E84-426E-40DD-AFC4-6F175D3DCCD1}">
                <a14:hiddenFill xmlns:a14="http://schemas.microsoft.com/office/drawing/2010/main">
                  <a:solidFill>
                    <a:srgbClr val="FFFFFF"/>
                  </a:solidFill>
                </a14:hiddenFill>
              </a:ext>
            </a:extLst>
          </p:spPr>
        </p:pic>
        <p:sp>
          <p:nvSpPr>
            <p:cNvPr id="484" name="직사각형 483">
              <a:extLst>
                <a:ext uri="{FF2B5EF4-FFF2-40B4-BE49-F238E27FC236}">
                  <a16:creationId xmlns:a16="http://schemas.microsoft.com/office/drawing/2014/main" id="{5237596D-EFC3-4BD7-8742-5475AE489C1D}"/>
                </a:ext>
              </a:extLst>
            </p:cNvPr>
            <p:cNvSpPr/>
            <p:nvPr/>
          </p:nvSpPr>
          <p:spPr>
            <a:xfrm>
              <a:off x="4552082" y="2670088"/>
              <a:ext cx="1427760" cy="400110"/>
            </a:xfrm>
            <a:prstGeom prst="rect">
              <a:avLst/>
            </a:prstGeom>
          </p:spPr>
          <p:txBody>
            <a:bodyPr wrap="square">
              <a:spAutoFit/>
            </a:bodyPr>
            <a:lstStyle/>
            <a:p>
              <a:pPr algn="ctr"/>
              <a:r>
                <a:rPr lang="en-US" altLang="ko-KR" sz="1000" dirty="0">
                  <a:latin typeface="helvetica" panose="020B0604020202020204" pitchFamily="34" charset="0"/>
                  <a:cs typeface="helvetica" panose="020B0604020202020204" pitchFamily="34" charset="0"/>
                </a:rPr>
                <a:t>Spray coating</a:t>
              </a:r>
            </a:p>
            <a:p>
              <a:pPr algn="ctr"/>
              <a:r>
                <a:rPr lang="en-US" altLang="ko-KR" sz="1000" dirty="0">
                  <a:latin typeface="helvetica" panose="020B0604020202020204" pitchFamily="34" charset="0"/>
                  <a:cs typeface="helvetica" panose="020B0604020202020204" pitchFamily="34" charset="0"/>
                </a:rPr>
                <a:t>a white turbid layer</a:t>
              </a:r>
              <a:endParaRPr lang="ko-KR" altLang="en-US" sz="1000" dirty="0">
                <a:latin typeface="helvetica" panose="020B0604020202020204" pitchFamily="34" charset="0"/>
                <a:cs typeface="helvetica" panose="020B0604020202020204" pitchFamily="34" charset="0"/>
              </a:endParaRPr>
            </a:p>
          </p:txBody>
        </p:sp>
        <p:sp>
          <p:nvSpPr>
            <p:cNvPr id="485" name="TextBox 484">
              <a:extLst>
                <a:ext uri="{FF2B5EF4-FFF2-40B4-BE49-F238E27FC236}">
                  <a16:creationId xmlns:a16="http://schemas.microsoft.com/office/drawing/2014/main" id="{FB5F5CB6-1490-4348-AFD8-7438C4585F22}"/>
                </a:ext>
              </a:extLst>
            </p:cNvPr>
            <p:cNvSpPr txBox="1"/>
            <p:nvPr/>
          </p:nvSpPr>
          <p:spPr>
            <a:xfrm>
              <a:off x="638580" y="4993304"/>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grpSp>
      <p:sp>
        <p:nvSpPr>
          <p:cNvPr id="299" name="TextBox 298">
            <a:extLst>
              <a:ext uri="{FF2B5EF4-FFF2-40B4-BE49-F238E27FC236}">
                <a16:creationId xmlns:a16="http://schemas.microsoft.com/office/drawing/2014/main" id="{08A1DB2C-CE5A-4EA3-9F90-A68796996A36}"/>
              </a:ext>
            </a:extLst>
          </p:cNvPr>
          <p:cNvSpPr txBox="1"/>
          <p:nvPr/>
        </p:nvSpPr>
        <p:spPr>
          <a:xfrm>
            <a:off x="688574" y="7783402"/>
            <a:ext cx="5629397" cy="1171744"/>
          </a:xfrm>
          <a:prstGeom prst="rect">
            <a:avLst/>
          </a:prstGeom>
          <a:noFill/>
        </p:spPr>
        <p:txBody>
          <a:bodyPr wrap="square">
            <a:spAutoFit/>
          </a:bodyPr>
          <a:lstStyle/>
          <a:p>
            <a:pPr algn="just" latinLnBrk="1">
              <a:lnSpc>
                <a:spcPct val="115000"/>
              </a:lnSpc>
              <a:spcAft>
                <a:spcPts val="1000"/>
              </a:spcAft>
            </a:pP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Fig. S1</a:t>
            </a:r>
            <a:r>
              <a:rPr lang="en-US" altLang="ko-KR" sz="1000" b="0" kern="100" dirty="0">
                <a:effectLst/>
                <a:latin typeface="맑은 고딕" panose="020B0503020000020004" pitchFamily="34" charset="-127"/>
                <a:ea typeface="맑은 고딕" panose="020B0503020000020004" pitchFamily="34" charset="-127"/>
                <a:cs typeface="Times New Roman" panose="02020603050405020304" pitchFamily="18" charset="0"/>
              </a:rPr>
              <a:t>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Schematics of sample preparation process</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a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Preparation of turbid media to generate near-field speckle patterns at the sample plane.</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Several trials of spray coating</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a bare coverslip with a white paint layer composed of TiO</a:t>
            </a:r>
            <a:r>
              <a:rPr lang="en-US" altLang="ko-KR" sz="1000" b="0" kern="100" baseline="-25000" dirty="0">
                <a:effectLst/>
                <a:latin typeface="Times New Roman" panose="02020603050405020304" pitchFamily="18" charset="0"/>
                <a:ea typeface="맑은 고딕" panose="020B0503020000020004" pitchFamily="34" charset="-127"/>
                <a:cs typeface="Times New Roman" panose="02020603050405020304" pitchFamily="18" charset="0"/>
              </a:rPr>
              <a:t>2</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nanoparticles and</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fixative polymer easily create a few micrometer-thick turbid medium to ensure multiple scattering of incident laser beam.</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 b</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 Three steps to fabricate the fluorescent length standard specimen in Fig. 5. </a:t>
            </a:r>
            <a:r>
              <a:rPr lang="en-US" altLang="ko-KR" sz="1000" b="1" kern="100" dirty="0">
                <a:effectLst/>
                <a:latin typeface="Times New Roman" panose="02020603050405020304" pitchFamily="18" charset="0"/>
                <a:ea typeface="맑은 고딕" panose="020B0503020000020004" pitchFamily="34" charset="-127"/>
                <a:cs typeface="Times New Roman" panose="02020603050405020304" pitchFamily="18" charset="0"/>
              </a:rPr>
              <a:t>c </a:t>
            </a:r>
            <a:r>
              <a:rPr lang="en-US" altLang="ko-KR" sz="1000" b="0" kern="100" dirty="0">
                <a:effectLst/>
                <a:latin typeface="Times New Roman" panose="02020603050405020304" pitchFamily="18" charset="0"/>
                <a:ea typeface="맑은 고딕" panose="020B0503020000020004" pitchFamily="34" charset="-127"/>
                <a:cs typeface="Times New Roman" panose="02020603050405020304" pitchFamily="18" charset="0"/>
              </a:rPr>
              <a:t>Dry-casting diluted fluorescent beads for the specimen in Fig. 6.</a:t>
            </a:r>
            <a:endParaRPr lang="ko-KR" altLang="ko-KR" sz="1000" b="1" kern="100" dirty="0">
              <a:effectLst/>
              <a:latin typeface="맑은 고딕" panose="020B0503020000020004" pitchFamily="34" charset="-127"/>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3238368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0549FD5E-6D6C-4D28-8F15-ABD0F2E23DDA}"/>
              </a:ext>
            </a:extLst>
          </p:cNvPr>
          <p:cNvGrpSpPr/>
          <p:nvPr/>
        </p:nvGrpSpPr>
        <p:grpSpPr>
          <a:xfrm>
            <a:off x="572734" y="878898"/>
            <a:ext cx="5670054" cy="6904764"/>
            <a:chOff x="572734" y="878898"/>
            <a:chExt cx="5670054" cy="6904764"/>
          </a:xfrm>
        </p:grpSpPr>
        <p:sp>
          <p:nvSpPr>
            <p:cNvPr id="3" name="TextBox 2">
              <a:extLst>
                <a:ext uri="{FF2B5EF4-FFF2-40B4-BE49-F238E27FC236}">
                  <a16:creationId xmlns:a16="http://schemas.microsoft.com/office/drawing/2014/main" id="{2E02C087-087C-4CDD-95FE-F1B71F1E7F4B}"/>
                </a:ext>
              </a:extLst>
            </p:cNvPr>
            <p:cNvSpPr txBox="1"/>
            <p:nvPr/>
          </p:nvSpPr>
          <p:spPr>
            <a:xfrm>
              <a:off x="619578" y="2365428"/>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sp>
          <p:nvSpPr>
            <p:cNvPr id="4" name="직사각형 3">
              <a:extLst>
                <a:ext uri="{FF2B5EF4-FFF2-40B4-BE49-F238E27FC236}">
                  <a16:creationId xmlns:a16="http://schemas.microsoft.com/office/drawing/2014/main" id="{2F38E152-2B66-4BE7-8999-57AEC256ACEF}"/>
                </a:ext>
              </a:extLst>
            </p:cNvPr>
            <p:cNvSpPr/>
            <p:nvPr/>
          </p:nvSpPr>
          <p:spPr>
            <a:xfrm>
              <a:off x="1273723" y="2418768"/>
              <a:ext cx="1210010" cy="246221"/>
            </a:xfrm>
            <a:prstGeom prst="rect">
              <a:avLst/>
            </a:prstGeom>
          </p:spPr>
          <p:txBody>
            <a:bodyPr wrap="square">
              <a:spAutoFit/>
            </a:bodyPr>
            <a:lstStyle/>
            <a:p>
              <a:pPr algn="ctr"/>
              <a:r>
                <a:rPr lang="en-US" altLang="ko-KR" sz="1000" dirty="0">
                  <a:latin typeface="helvetica" panose="020B0604020202020204" pitchFamily="34" charset="0"/>
                  <a:cs typeface="helvetica" panose="020B0604020202020204" pitchFamily="34" charset="0"/>
                </a:rPr>
                <a:t>30 nm Au thin film</a:t>
              </a:r>
              <a:endParaRPr lang="ko-KR" altLang="en-US" sz="1000" dirty="0">
                <a:latin typeface="helvetica" panose="020B0604020202020204" pitchFamily="34" charset="0"/>
                <a:cs typeface="helvetica" panose="020B0604020202020204" pitchFamily="34" charset="0"/>
              </a:endParaRPr>
            </a:p>
          </p:txBody>
        </p:sp>
        <p:sp>
          <p:nvSpPr>
            <p:cNvPr id="5" name="직사각형 4">
              <a:extLst>
                <a:ext uri="{FF2B5EF4-FFF2-40B4-BE49-F238E27FC236}">
                  <a16:creationId xmlns:a16="http://schemas.microsoft.com/office/drawing/2014/main" id="{199DCE66-A47D-4101-A7E6-FD618CE0CD1A}"/>
                </a:ext>
              </a:extLst>
            </p:cNvPr>
            <p:cNvSpPr/>
            <p:nvPr/>
          </p:nvSpPr>
          <p:spPr>
            <a:xfrm>
              <a:off x="3007049" y="2860736"/>
              <a:ext cx="1427760" cy="246221"/>
            </a:xfrm>
            <a:prstGeom prst="rect">
              <a:avLst/>
            </a:prstGeom>
          </p:spPr>
          <p:txBody>
            <a:bodyPr wrap="square">
              <a:spAutoFit/>
            </a:bodyPr>
            <a:lstStyle/>
            <a:p>
              <a:pPr algn="ctr"/>
              <a:r>
                <a:rPr lang="en-US" altLang="ko-KR" sz="1000" dirty="0" err="1">
                  <a:latin typeface="helvetica" panose="020B0604020202020204" pitchFamily="34" charset="0"/>
                  <a:cs typeface="helvetica" panose="020B0604020202020204" pitchFamily="34" charset="0"/>
                </a:rPr>
                <a:t>CdSe</a:t>
              </a:r>
              <a:r>
                <a:rPr lang="en-US" altLang="ko-KR" sz="1000" dirty="0">
                  <a:latin typeface="helvetica" panose="020B0604020202020204" pitchFamily="34" charset="0"/>
                  <a:cs typeface="helvetica" panose="020B0604020202020204" pitchFamily="34" charset="0"/>
                </a:rPr>
                <a:t> quantum dots</a:t>
              </a:r>
              <a:endParaRPr lang="ko-KR" altLang="en-US" sz="1000" dirty="0">
                <a:latin typeface="helvetica" panose="020B0604020202020204" pitchFamily="34" charset="0"/>
                <a:cs typeface="helvetica" panose="020B0604020202020204" pitchFamily="34" charset="0"/>
              </a:endParaRPr>
            </a:p>
          </p:txBody>
        </p:sp>
        <p:sp>
          <p:nvSpPr>
            <p:cNvPr id="6" name="직사각형 5">
              <a:extLst>
                <a:ext uri="{FF2B5EF4-FFF2-40B4-BE49-F238E27FC236}">
                  <a16:creationId xmlns:a16="http://schemas.microsoft.com/office/drawing/2014/main" id="{D7A90F32-D60E-4387-933E-D584214EA02E}"/>
                </a:ext>
              </a:extLst>
            </p:cNvPr>
            <p:cNvSpPr/>
            <p:nvPr/>
          </p:nvSpPr>
          <p:spPr>
            <a:xfrm>
              <a:off x="1016365" y="2511948"/>
              <a:ext cx="299369" cy="85782"/>
            </a:xfrm>
            <a:prstGeom prst="rect">
              <a:avLst/>
            </a:prstGeom>
            <a:gradFill flip="none" rotWithShape="1">
              <a:gsLst>
                <a:gs pos="0">
                  <a:schemeClr val="accent4">
                    <a:lumMod val="75000"/>
                    <a:shade val="30000"/>
                    <a:satMod val="115000"/>
                  </a:schemeClr>
                </a:gs>
                <a:gs pos="50000">
                  <a:schemeClr val="accent4">
                    <a:lumMod val="75000"/>
                    <a:shade val="67500"/>
                    <a:satMod val="115000"/>
                  </a:schemeClr>
                </a:gs>
                <a:gs pos="100000">
                  <a:schemeClr val="accent4">
                    <a:lumMod val="7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7" name="아래쪽 화살표 140">
              <a:extLst>
                <a:ext uri="{FF2B5EF4-FFF2-40B4-BE49-F238E27FC236}">
                  <a16:creationId xmlns:a16="http://schemas.microsoft.com/office/drawing/2014/main" id="{D599F838-D60F-461D-BF34-AD25362C7DD1}"/>
                </a:ext>
              </a:extLst>
            </p:cNvPr>
            <p:cNvSpPr/>
            <p:nvPr/>
          </p:nvSpPr>
          <p:spPr>
            <a:xfrm rot="16200000">
              <a:off x="2318144" y="3373343"/>
              <a:ext cx="327837" cy="422292"/>
            </a:xfrm>
            <a:prstGeom prst="downArrow">
              <a:avLst>
                <a:gd name="adj1" fmla="val 50000"/>
                <a:gd name="adj2" fmla="val 5685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grpSp>
          <p:nvGrpSpPr>
            <p:cNvPr id="8" name="그룹 7">
              <a:extLst>
                <a:ext uri="{FF2B5EF4-FFF2-40B4-BE49-F238E27FC236}">
                  <a16:creationId xmlns:a16="http://schemas.microsoft.com/office/drawing/2014/main" id="{FA717C06-4F2C-4F19-B915-3655561647FA}"/>
                </a:ext>
              </a:extLst>
            </p:cNvPr>
            <p:cNvGrpSpPr/>
            <p:nvPr/>
          </p:nvGrpSpPr>
          <p:grpSpPr>
            <a:xfrm>
              <a:off x="2442737" y="3345809"/>
              <a:ext cx="1930049" cy="886234"/>
              <a:chOff x="2959597" y="6293391"/>
              <a:chExt cx="1930049" cy="886234"/>
            </a:xfrm>
          </p:grpSpPr>
          <p:sp>
            <p:nvSpPr>
              <p:cNvPr id="78" name="직사각형 77">
                <a:extLst>
                  <a:ext uri="{FF2B5EF4-FFF2-40B4-BE49-F238E27FC236}">
                    <a16:creationId xmlns:a16="http://schemas.microsoft.com/office/drawing/2014/main" id="{5DA4B20C-4DF7-4B1D-9A5C-0B2F80C53DD3}"/>
                  </a:ext>
                </a:extLst>
              </p:cNvPr>
              <p:cNvSpPr/>
              <p:nvPr/>
            </p:nvSpPr>
            <p:spPr>
              <a:xfrm>
                <a:off x="2962826" y="6980676"/>
                <a:ext cx="943633" cy="198949"/>
              </a:xfrm>
              <a:prstGeom prst="rect">
                <a:avLst/>
              </a:prstGeom>
              <a:gradFill flip="none" rotWithShape="1">
                <a:gsLst>
                  <a:gs pos="100000">
                    <a:srgbClr val="00B0F0">
                      <a:tint val="66000"/>
                      <a:satMod val="160000"/>
                    </a:srgbClr>
                  </a:gs>
                  <a:gs pos="50000">
                    <a:srgbClr val="00B0F0">
                      <a:tint val="44500"/>
                      <a:satMod val="160000"/>
                    </a:srgbClr>
                  </a:gs>
                  <a:gs pos="0">
                    <a:srgbClr val="00B0F0">
                      <a:tint val="23500"/>
                      <a:satMod val="160000"/>
                    </a:srgbClr>
                  </a:gs>
                </a:gsLst>
                <a:lin ang="5400000" scaled="1"/>
                <a:tileRect/>
              </a:gradFill>
              <a:ln>
                <a:noFill/>
              </a:ln>
              <a:scene3d>
                <a:camera prst="isometricLeftDown"/>
                <a:lightRig rig="contrasting" dir="t"/>
              </a:scene3d>
              <a:sp3d extrusionH="1587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79" name="직사각형 78">
                <a:extLst>
                  <a:ext uri="{FF2B5EF4-FFF2-40B4-BE49-F238E27FC236}">
                    <a16:creationId xmlns:a16="http://schemas.microsoft.com/office/drawing/2014/main" id="{A6951EF4-A8EA-4C2D-B16E-F6D24AE6272B}"/>
                  </a:ext>
                </a:extLst>
              </p:cNvPr>
              <p:cNvSpPr/>
              <p:nvPr/>
            </p:nvSpPr>
            <p:spPr>
              <a:xfrm>
                <a:off x="3967546" y="6383475"/>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90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80" name="직사각형 79">
                <a:extLst>
                  <a:ext uri="{FF2B5EF4-FFF2-40B4-BE49-F238E27FC236}">
                    <a16:creationId xmlns:a16="http://schemas.microsoft.com/office/drawing/2014/main" id="{315783F7-88BA-48E5-8D8C-3E2E2F86F1E6}"/>
                  </a:ext>
                </a:extLst>
              </p:cNvPr>
              <p:cNvSpPr/>
              <p:nvPr/>
            </p:nvSpPr>
            <p:spPr>
              <a:xfrm>
                <a:off x="3665101" y="7033521"/>
                <a:ext cx="238128"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81" name="직사각형 80">
                <a:extLst>
                  <a:ext uri="{FF2B5EF4-FFF2-40B4-BE49-F238E27FC236}">
                    <a16:creationId xmlns:a16="http://schemas.microsoft.com/office/drawing/2014/main" id="{C9022172-9DB4-4A96-9B36-265149AC9B19}"/>
                  </a:ext>
                </a:extLst>
              </p:cNvPr>
              <p:cNvSpPr/>
              <p:nvPr/>
            </p:nvSpPr>
            <p:spPr>
              <a:xfrm>
                <a:off x="3189352" y="6737590"/>
                <a:ext cx="140802"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82" name="직사각형 81">
                <a:extLst>
                  <a:ext uri="{FF2B5EF4-FFF2-40B4-BE49-F238E27FC236}">
                    <a16:creationId xmlns:a16="http://schemas.microsoft.com/office/drawing/2014/main" id="{6E9D3AEC-72F7-4CAF-9C29-F39E5720694A}"/>
                  </a:ext>
                </a:extLst>
              </p:cNvPr>
              <p:cNvSpPr/>
              <p:nvPr/>
            </p:nvSpPr>
            <p:spPr>
              <a:xfrm>
                <a:off x="3387077" y="6833742"/>
                <a:ext cx="95133"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83" name="직사각형 82">
                <a:extLst>
                  <a:ext uri="{FF2B5EF4-FFF2-40B4-BE49-F238E27FC236}">
                    <a16:creationId xmlns:a16="http://schemas.microsoft.com/office/drawing/2014/main" id="{2C7EE575-61A3-4CBC-9DFA-FAC5C523E936}"/>
                  </a:ext>
                </a:extLst>
              </p:cNvPr>
              <p:cNvSpPr/>
              <p:nvPr/>
            </p:nvSpPr>
            <p:spPr>
              <a:xfrm>
                <a:off x="3529900" y="6918187"/>
                <a:ext cx="91722" cy="54457"/>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84" name="직사각형 83">
                <a:extLst>
                  <a:ext uri="{FF2B5EF4-FFF2-40B4-BE49-F238E27FC236}">
                    <a16:creationId xmlns:a16="http://schemas.microsoft.com/office/drawing/2014/main" id="{8BA26926-5BD0-491F-AFEF-89D553799F97}"/>
                  </a:ext>
                </a:extLst>
              </p:cNvPr>
              <p:cNvSpPr/>
              <p:nvPr/>
            </p:nvSpPr>
            <p:spPr>
              <a:xfrm>
                <a:off x="2959597" y="6965340"/>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85" name="타원 84">
                <a:extLst>
                  <a:ext uri="{FF2B5EF4-FFF2-40B4-BE49-F238E27FC236}">
                    <a16:creationId xmlns:a16="http://schemas.microsoft.com/office/drawing/2014/main" id="{6448DF00-C120-4E9A-B9C8-5356790A6467}"/>
                  </a:ext>
                </a:extLst>
              </p:cNvPr>
              <p:cNvSpPr/>
              <p:nvPr/>
            </p:nvSpPr>
            <p:spPr>
              <a:xfrm>
                <a:off x="4151363" y="629339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86" name="타원 85">
                <a:extLst>
                  <a:ext uri="{FF2B5EF4-FFF2-40B4-BE49-F238E27FC236}">
                    <a16:creationId xmlns:a16="http://schemas.microsoft.com/office/drawing/2014/main" id="{18C5F755-2729-4219-9C90-49C77088F13A}"/>
                  </a:ext>
                </a:extLst>
              </p:cNvPr>
              <p:cNvSpPr/>
              <p:nvPr/>
            </p:nvSpPr>
            <p:spPr>
              <a:xfrm>
                <a:off x="3986132" y="640389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87" name="타원 86">
                <a:extLst>
                  <a:ext uri="{FF2B5EF4-FFF2-40B4-BE49-F238E27FC236}">
                    <a16:creationId xmlns:a16="http://schemas.microsoft.com/office/drawing/2014/main" id="{1EDEEB93-7D46-422B-A6D6-F09AC6BA680F}"/>
                  </a:ext>
                </a:extLst>
              </p:cNvPr>
              <p:cNvSpPr/>
              <p:nvPr/>
            </p:nvSpPr>
            <p:spPr>
              <a:xfrm>
                <a:off x="3912026" y="643982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88" name="타원 87">
                <a:extLst>
                  <a:ext uri="{FF2B5EF4-FFF2-40B4-BE49-F238E27FC236}">
                    <a16:creationId xmlns:a16="http://schemas.microsoft.com/office/drawing/2014/main" id="{37FCAE63-56D9-4812-90C9-6B68255F4509}"/>
                  </a:ext>
                </a:extLst>
              </p:cNvPr>
              <p:cNvSpPr/>
              <p:nvPr/>
            </p:nvSpPr>
            <p:spPr>
              <a:xfrm>
                <a:off x="3852409" y="648101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89" name="타원 88">
                <a:extLst>
                  <a:ext uri="{FF2B5EF4-FFF2-40B4-BE49-F238E27FC236}">
                    <a16:creationId xmlns:a16="http://schemas.microsoft.com/office/drawing/2014/main" id="{742BC6A8-C70B-46BB-912C-66C58268665C}"/>
                  </a:ext>
                </a:extLst>
              </p:cNvPr>
              <p:cNvSpPr/>
              <p:nvPr/>
            </p:nvSpPr>
            <p:spPr>
              <a:xfrm>
                <a:off x="3759358" y="652199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0" name="타원 89">
                <a:extLst>
                  <a:ext uri="{FF2B5EF4-FFF2-40B4-BE49-F238E27FC236}">
                    <a16:creationId xmlns:a16="http://schemas.microsoft.com/office/drawing/2014/main" id="{5F8B1E01-447C-405D-8059-E382CB9A6FED}"/>
                  </a:ext>
                </a:extLst>
              </p:cNvPr>
              <p:cNvSpPr/>
              <p:nvPr/>
            </p:nvSpPr>
            <p:spPr>
              <a:xfrm>
                <a:off x="3665101" y="657494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1" name="타원 90">
                <a:extLst>
                  <a:ext uri="{FF2B5EF4-FFF2-40B4-BE49-F238E27FC236}">
                    <a16:creationId xmlns:a16="http://schemas.microsoft.com/office/drawing/2014/main" id="{1B21DE24-EBA7-4F1F-9D29-9FF73643A5E4}"/>
                  </a:ext>
                </a:extLst>
              </p:cNvPr>
              <p:cNvSpPr/>
              <p:nvPr/>
            </p:nvSpPr>
            <p:spPr>
              <a:xfrm>
                <a:off x="3575761" y="663579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2" name="타원 91">
                <a:extLst>
                  <a:ext uri="{FF2B5EF4-FFF2-40B4-BE49-F238E27FC236}">
                    <a16:creationId xmlns:a16="http://schemas.microsoft.com/office/drawing/2014/main" id="{06AC8A70-EFD3-474E-BAEA-E8CCE70194DD}"/>
                  </a:ext>
                </a:extLst>
              </p:cNvPr>
              <p:cNvSpPr/>
              <p:nvPr/>
            </p:nvSpPr>
            <p:spPr>
              <a:xfrm>
                <a:off x="3474860" y="669209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3" name="타원 92">
                <a:extLst>
                  <a:ext uri="{FF2B5EF4-FFF2-40B4-BE49-F238E27FC236}">
                    <a16:creationId xmlns:a16="http://schemas.microsoft.com/office/drawing/2014/main" id="{CFE46AF1-8D03-484D-8CAB-D5429697A63C}"/>
                  </a:ext>
                </a:extLst>
              </p:cNvPr>
              <p:cNvSpPr/>
              <p:nvPr/>
            </p:nvSpPr>
            <p:spPr>
              <a:xfrm>
                <a:off x="3408934" y="671738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4" name="타원 93">
                <a:extLst>
                  <a:ext uri="{FF2B5EF4-FFF2-40B4-BE49-F238E27FC236}">
                    <a16:creationId xmlns:a16="http://schemas.microsoft.com/office/drawing/2014/main" id="{A4D55202-61F9-4574-BFB2-2FFFBE9D3793}"/>
                  </a:ext>
                </a:extLst>
              </p:cNvPr>
              <p:cNvSpPr/>
              <p:nvPr/>
            </p:nvSpPr>
            <p:spPr>
              <a:xfrm>
                <a:off x="3988524" y="656945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5" name="타원 94">
                <a:extLst>
                  <a:ext uri="{FF2B5EF4-FFF2-40B4-BE49-F238E27FC236}">
                    <a16:creationId xmlns:a16="http://schemas.microsoft.com/office/drawing/2014/main" id="{D8E67E4D-D41D-4B0D-8F59-C9B80ACB0AEF}"/>
                  </a:ext>
                </a:extLst>
              </p:cNvPr>
              <p:cNvSpPr/>
              <p:nvPr/>
            </p:nvSpPr>
            <p:spPr>
              <a:xfrm>
                <a:off x="4059175" y="635857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6" name="타원 95">
                <a:extLst>
                  <a:ext uri="{FF2B5EF4-FFF2-40B4-BE49-F238E27FC236}">
                    <a16:creationId xmlns:a16="http://schemas.microsoft.com/office/drawing/2014/main" id="{8F718D29-1A21-4AE2-97D1-B866D9BF8786}"/>
                  </a:ext>
                </a:extLst>
              </p:cNvPr>
              <p:cNvSpPr/>
              <p:nvPr/>
            </p:nvSpPr>
            <p:spPr>
              <a:xfrm>
                <a:off x="4113632" y="6334713"/>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7" name="타원 96">
                <a:extLst>
                  <a:ext uri="{FF2B5EF4-FFF2-40B4-BE49-F238E27FC236}">
                    <a16:creationId xmlns:a16="http://schemas.microsoft.com/office/drawing/2014/main" id="{E2CAA224-80BA-49B1-B9F4-619413981E68}"/>
                  </a:ext>
                </a:extLst>
              </p:cNvPr>
              <p:cNvSpPr/>
              <p:nvPr/>
            </p:nvSpPr>
            <p:spPr>
              <a:xfrm>
                <a:off x="3896893" y="662959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8" name="타원 97">
                <a:extLst>
                  <a:ext uri="{FF2B5EF4-FFF2-40B4-BE49-F238E27FC236}">
                    <a16:creationId xmlns:a16="http://schemas.microsoft.com/office/drawing/2014/main" id="{9999B109-102D-415A-88F4-D66E01AA53E9}"/>
                  </a:ext>
                </a:extLst>
              </p:cNvPr>
              <p:cNvSpPr/>
              <p:nvPr/>
            </p:nvSpPr>
            <p:spPr>
              <a:xfrm>
                <a:off x="4048799" y="653547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99" name="타원 98">
                <a:extLst>
                  <a:ext uri="{FF2B5EF4-FFF2-40B4-BE49-F238E27FC236}">
                    <a16:creationId xmlns:a16="http://schemas.microsoft.com/office/drawing/2014/main" id="{2C4B741A-8D66-4697-9DBD-75463FBB72EE}"/>
                  </a:ext>
                </a:extLst>
              </p:cNvPr>
              <p:cNvSpPr/>
              <p:nvPr/>
            </p:nvSpPr>
            <p:spPr>
              <a:xfrm>
                <a:off x="4113632" y="6508247"/>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0" name="타원 99">
                <a:extLst>
                  <a:ext uri="{FF2B5EF4-FFF2-40B4-BE49-F238E27FC236}">
                    <a16:creationId xmlns:a16="http://schemas.microsoft.com/office/drawing/2014/main" id="{B4C3DDF1-7336-436F-B39B-B1072244AC72}"/>
                  </a:ext>
                </a:extLst>
              </p:cNvPr>
              <p:cNvSpPr/>
              <p:nvPr/>
            </p:nvSpPr>
            <p:spPr>
              <a:xfrm>
                <a:off x="4169736" y="646374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1" name="타원 100">
                <a:extLst>
                  <a:ext uri="{FF2B5EF4-FFF2-40B4-BE49-F238E27FC236}">
                    <a16:creationId xmlns:a16="http://schemas.microsoft.com/office/drawing/2014/main" id="{FCB4AD44-2A48-4EDB-AA02-5A6E1826AD73}"/>
                  </a:ext>
                </a:extLst>
              </p:cNvPr>
              <p:cNvSpPr/>
              <p:nvPr/>
            </p:nvSpPr>
            <p:spPr>
              <a:xfrm>
                <a:off x="4224193" y="643982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2" name="타원 101">
                <a:extLst>
                  <a:ext uri="{FF2B5EF4-FFF2-40B4-BE49-F238E27FC236}">
                    <a16:creationId xmlns:a16="http://schemas.microsoft.com/office/drawing/2014/main" id="{0A921192-A229-4D57-B3D4-66F4BF41A9FF}"/>
                  </a:ext>
                </a:extLst>
              </p:cNvPr>
              <p:cNvSpPr/>
              <p:nvPr/>
            </p:nvSpPr>
            <p:spPr>
              <a:xfrm>
                <a:off x="4278650" y="641590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3" name="타원 102">
                <a:extLst>
                  <a:ext uri="{FF2B5EF4-FFF2-40B4-BE49-F238E27FC236}">
                    <a16:creationId xmlns:a16="http://schemas.microsoft.com/office/drawing/2014/main" id="{67EA9D5F-5A3A-4EE1-90C7-4A69D08EB432}"/>
                  </a:ext>
                </a:extLst>
              </p:cNvPr>
              <p:cNvSpPr/>
              <p:nvPr/>
            </p:nvSpPr>
            <p:spPr>
              <a:xfrm>
                <a:off x="4324464" y="637570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4" name="타원 103">
                <a:extLst>
                  <a:ext uri="{FF2B5EF4-FFF2-40B4-BE49-F238E27FC236}">
                    <a16:creationId xmlns:a16="http://schemas.microsoft.com/office/drawing/2014/main" id="{0E1A319C-DC18-45E7-A7C4-88C1A24C7D5C}"/>
                  </a:ext>
                </a:extLst>
              </p:cNvPr>
              <p:cNvSpPr/>
              <p:nvPr/>
            </p:nvSpPr>
            <p:spPr>
              <a:xfrm>
                <a:off x="3809263" y="667352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5" name="타원 104">
                <a:extLst>
                  <a:ext uri="{FF2B5EF4-FFF2-40B4-BE49-F238E27FC236}">
                    <a16:creationId xmlns:a16="http://schemas.microsoft.com/office/drawing/2014/main" id="{D69EAE38-3591-4F5C-800E-34AC2E0E601D}"/>
                  </a:ext>
                </a:extLst>
              </p:cNvPr>
              <p:cNvSpPr/>
              <p:nvPr/>
            </p:nvSpPr>
            <p:spPr>
              <a:xfrm>
                <a:off x="3746166" y="670708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6" name="타원 105">
                <a:extLst>
                  <a:ext uri="{FF2B5EF4-FFF2-40B4-BE49-F238E27FC236}">
                    <a16:creationId xmlns:a16="http://schemas.microsoft.com/office/drawing/2014/main" id="{2F388CCA-576D-47B2-B988-9BFDE17DABF5}"/>
                  </a:ext>
                </a:extLst>
              </p:cNvPr>
              <p:cNvSpPr/>
              <p:nvPr/>
            </p:nvSpPr>
            <p:spPr>
              <a:xfrm>
                <a:off x="3695828" y="674234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7" name="타원 106">
                <a:extLst>
                  <a:ext uri="{FF2B5EF4-FFF2-40B4-BE49-F238E27FC236}">
                    <a16:creationId xmlns:a16="http://schemas.microsoft.com/office/drawing/2014/main" id="{F96F6CE1-927A-4CE0-9C68-C525B8B48E39}"/>
                  </a:ext>
                </a:extLst>
              </p:cNvPr>
              <p:cNvSpPr/>
              <p:nvPr/>
            </p:nvSpPr>
            <p:spPr>
              <a:xfrm>
                <a:off x="3644907" y="676265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8" name="타원 107">
                <a:extLst>
                  <a:ext uri="{FF2B5EF4-FFF2-40B4-BE49-F238E27FC236}">
                    <a16:creationId xmlns:a16="http://schemas.microsoft.com/office/drawing/2014/main" id="{057B6C7B-AD88-4C41-AD92-A5C5EC3A6093}"/>
                  </a:ext>
                </a:extLst>
              </p:cNvPr>
              <p:cNvSpPr/>
              <p:nvPr/>
            </p:nvSpPr>
            <p:spPr>
              <a:xfrm>
                <a:off x="3592218" y="6799923"/>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09" name="타원 108">
                <a:extLst>
                  <a:ext uri="{FF2B5EF4-FFF2-40B4-BE49-F238E27FC236}">
                    <a16:creationId xmlns:a16="http://schemas.microsoft.com/office/drawing/2014/main" id="{B645DFFA-98E7-4BCF-92FB-CDB8AF4A520F}"/>
                  </a:ext>
                </a:extLst>
              </p:cNvPr>
              <p:cNvSpPr/>
              <p:nvPr/>
            </p:nvSpPr>
            <p:spPr>
              <a:xfrm>
                <a:off x="3732583" y="688723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0" name="타원 109">
                <a:extLst>
                  <a:ext uri="{FF2B5EF4-FFF2-40B4-BE49-F238E27FC236}">
                    <a16:creationId xmlns:a16="http://schemas.microsoft.com/office/drawing/2014/main" id="{14219B1F-7DB5-402C-81DC-6418793A08B5}"/>
                  </a:ext>
                </a:extLst>
              </p:cNvPr>
              <p:cNvSpPr/>
              <p:nvPr/>
            </p:nvSpPr>
            <p:spPr>
              <a:xfrm>
                <a:off x="3803702" y="685223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1" name="타원 110">
                <a:extLst>
                  <a:ext uri="{FF2B5EF4-FFF2-40B4-BE49-F238E27FC236}">
                    <a16:creationId xmlns:a16="http://schemas.microsoft.com/office/drawing/2014/main" id="{45FB244F-94D4-463E-9D89-EE0A1C82C285}"/>
                  </a:ext>
                </a:extLst>
              </p:cNvPr>
              <p:cNvSpPr/>
              <p:nvPr/>
            </p:nvSpPr>
            <p:spPr>
              <a:xfrm>
                <a:off x="3874821" y="681722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2" name="타원 111">
                <a:extLst>
                  <a:ext uri="{FF2B5EF4-FFF2-40B4-BE49-F238E27FC236}">
                    <a16:creationId xmlns:a16="http://schemas.microsoft.com/office/drawing/2014/main" id="{2CEFBEDE-E116-483C-BC51-2D5E07698267}"/>
                  </a:ext>
                </a:extLst>
              </p:cNvPr>
              <p:cNvSpPr/>
              <p:nvPr/>
            </p:nvSpPr>
            <p:spPr>
              <a:xfrm>
                <a:off x="3945940" y="678222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3" name="타원 112">
                <a:extLst>
                  <a:ext uri="{FF2B5EF4-FFF2-40B4-BE49-F238E27FC236}">
                    <a16:creationId xmlns:a16="http://schemas.microsoft.com/office/drawing/2014/main" id="{38FF05B9-6260-442F-81B5-A8170BE818C5}"/>
                  </a:ext>
                </a:extLst>
              </p:cNvPr>
              <p:cNvSpPr/>
              <p:nvPr/>
            </p:nvSpPr>
            <p:spPr>
              <a:xfrm>
                <a:off x="4017472" y="673501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4" name="타원 113">
                <a:extLst>
                  <a:ext uri="{FF2B5EF4-FFF2-40B4-BE49-F238E27FC236}">
                    <a16:creationId xmlns:a16="http://schemas.microsoft.com/office/drawing/2014/main" id="{D543A673-27A3-4914-8164-B84441F4AB28}"/>
                  </a:ext>
                </a:extLst>
              </p:cNvPr>
              <p:cNvSpPr/>
              <p:nvPr/>
            </p:nvSpPr>
            <p:spPr>
              <a:xfrm>
                <a:off x="4081965" y="669892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5" name="타원 114">
                <a:extLst>
                  <a:ext uri="{FF2B5EF4-FFF2-40B4-BE49-F238E27FC236}">
                    <a16:creationId xmlns:a16="http://schemas.microsoft.com/office/drawing/2014/main" id="{66967843-6354-4A7F-8933-4671C06BF7DE}"/>
                  </a:ext>
                </a:extLst>
              </p:cNvPr>
              <p:cNvSpPr/>
              <p:nvPr/>
            </p:nvSpPr>
            <p:spPr>
              <a:xfrm>
                <a:off x="4140860" y="666461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6" name="타원 115">
                <a:extLst>
                  <a:ext uri="{FF2B5EF4-FFF2-40B4-BE49-F238E27FC236}">
                    <a16:creationId xmlns:a16="http://schemas.microsoft.com/office/drawing/2014/main" id="{745E41C2-24AE-48FA-90CC-857A8578DE08}"/>
                  </a:ext>
                </a:extLst>
              </p:cNvPr>
              <p:cNvSpPr/>
              <p:nvPr/>
            </p:nvSpPr>
            <p:spPr>
              <a:xfrm>
                <a:off x="4192575" y="663738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7" name="타원 116">
                <a:extLst>
                  <a:ext uri="{FF2B5EF4-FFF2-40B4-BE49-F238E27FC236}">
                    <a16:creationId xmlns:a16="http://schemas.microsoft.com/office/drawing/2014/main" id="{0E295DC2-56A9-498F-821C-FA5A1832F02B}"/>
                  </a:ext>
                </a:extLst>
              </p:cNvPr>
              <p:cNvSpPr/>
              <p:nvPr/>
            </p:nvSpPr>
            <p:spPr>
              <a:xfrm>
                <a:off x="4226983" y="661015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8" name="타원 117">
                <a:extLst>
                  <a:ext uri="{FF2B5EF4-FFF2-40B4-BE49-F238E27FC236}">
                    <a16:creationId xmlns:a16="http://schemas.microsoft.com/office/drawing/2014/main" id="{EB3240CD-D4F4-4B72-B0C9-DB1BEFA32EEC}"/>
                  </a:ext>
                </a:extLst>
              </p:cNvPr>
              <p:cNvSpPr/>
              <p:nvPr/>
            </p:nvSpPr>
            <p:spPr>
              <a:xfrm>
                <a:off x="4286812" y="657591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9" name="타원 118">
                <a:extLst>
                  <a:ext uri="{FF2B5EF4-FFF2-40B4-BE49-F238E27FC236}">
                    <a16:creationId xmlns:a16="http://schemas.microsoft.com/office/drawing/2014/main" id="{BA0267EE-AEE1-4E1E-A078-FE259037864D}"/>
                  </a:ext>
                </a:extLst>
              </p:cNvPr>
              <p:cNvSpPr/>
              <p:nvPr/>
            </p:nvSpPr>
            <p:spPr>
              <a:xfrm>
                <a:off x="4333690" y="654922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20" name="타원 119">
                <a:extLst>
                  <a:ext uri="{FF2B5EF4-FFF2-40B4-BE49-F238E27FC236}">
                    <a16:creationId xmlns:a16="http://schemas.microsoft.com/office/drawing/2014/main" id="{3E5F2948-F675-41E8-9DD8-78AA654A0580}"/>
                  </a:ext>
                </a:extLst>
              </p:cNvPr>
              <p:cNvSpPr/>
              <p:nvPr/>
            </p:nvSpPr>
            <p:spPr>
              <a:xfrm>
                <a:off x="4388147" y="652199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21" name="타원 120">
                <a:extLst>
                  <a:ext uri="{FF2B5EF4-FFF2-40B4-BE49-F238E27FC236}">
                    <a16:creationId xmlns:a16="http://schemas.microsoft.com/office/drawing/2014/main" id="{DA5235E6-77C6-4A60-8997-51D02A97A26B}"/>
                  </a:ext>
                </a:extLst>
              </p:cNvPr>
              <p:cNvSpPr/>
              <p:nvPr/>
            </p:nvSpPr>
            <p:spPr>
              <a:xfrm>
                <a:off x="4435025" y="649097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22" name="타원 121">
                <a:extLst>
                  <a:ext uri="{FF2B5EF4-FFF2-40B4-BE49-F238E27FC236}">
                    <a16:creationId xmlns:a16="http://schemas.microsoft.com/office/drawing/2014/main" id="{A224656C-6F60-42B0-8664-69CBB08D5A48}"/>
                  </a:ext>
                </a:extLst>
              </p:cNvPr>
              <p:cNvSpPr/>
              <p:nvPr/>
            </p:nvSpPr>
            <p:spPr>
              <a:xfrm>
                <a:off x="4481903" y="645491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23" name="직사각형 122">
                <a:extLst>
                  <a:ext uri="{FF2B5EF4-FFF2-40B4-BE49-F238E27FC236}">
                    <a16:creationId xmlns:a16="http://schemas.microsoft.com/office/drawing/2014/main" id="{D7FA41F7-91AD-41AC-8F8A-8A6665BF0AFE}"/>
                  </a:ext>
                </a:extLst>
              </p:cNvPr>
              <p:cNvSpPr/>
              <p:nvPr/>
            </p:nvSpPr>
            <p:spPr>
              <a:xfrm>
                <a:off x="3880700" y="6804992"/>
                <a:ext cx="901614" cy="276999"/>
              </a:xfrm>
              <a:prstGeom prst="rect">
                <a:avLst/>
              </a:prstGeom>
              <a:scene3d>
                <a:camera prst="isometricRightUp"/>
                <a:lightRig rig="threePt" dir="t"/>
              </a:scene3d>
            </p:spPr>
            <p:txBody>
              <a:bodyPr wrap="square">
                <a:spAutoFit/>
              </a:bodyPr>
              <a:lstStyle/>
              <a:p>
                <a:pPr algn="ctr"/>
                <a:r>
                  <a:rPr lang="en-US" altLang="ko-KR" sz="1200" dirty="0">
                    <a:latin typeface="helvetica" panose="020B0604020202020204" pitchFamily="34" charset="0"/>
                    <a:cs typeface="helvetica" panose="020B0604020202020204" pitchFamily="34" charset="0"/>
                  </a:rPr>
                  <a:t>Coverslip</a:t>
                </a:r>
                <a:endParaRPr lang="ko-KR" altLang="en-US" sz="1200" dirty="0">
                  <a:latin typeface="helvetica" panose="020B0604020202020204" pitchFamily="34" charset="0"/>
                  <a:cs typeface="helvetica" panose="020B0604020202020204" pitchFamily="34" charset="0"/>
                </a:endParaRPr>
              </a:p>
            </p:txBody>
          </p:sp>
          <p:sp>
            <p:nvSpPr>
              <p:cNvPr id="124" name="타원 123">
                <a:extLst>
                  <a:ext uri="{FF2B5EF4-FFF2-40B4-BE49-F238E27FC236}">
                    <a16:creationId xmlns:a16="http://schemas.microsoft.com/office/drawing/2014/main" id="{587B311E-1DAC-425D-9F3D-60FAE81AA060}"/>
                  </a:ext>
                </a:extLst>
              </p:cNvPr>
              <p:cNvSpPr/>
              <p:nvPr/>
            </p:nvSpPr>
            <p:spPr>
              <a:xfrm>
                <a:off x="3721588" y="655402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25" name="타원 124">
                <a:extLst>
                  <a:ext uri="{FF2B5EF4-FFF2-40B4-BE49-F238E27FC236}">
                    <a16:creationId xmlns:a16="http://schemas.microsoft.com/office/drawing/2014/main" id="{B4E8E12F-1494-4C17-A45C-B70131D71F23}"/>
                  </a:ext>
                </a:extLst>
              </p:cNvPr>
              <p:cNvSpPr/>
              <p:nvPr/>
            </p:nvSpPr>
            <p:spPr>
              <a:xfrm>
                <a:off x="3813815" y="650250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26" name="타원 125">
                <a:extLst>
                  <a:ext uri="{FF2B5EF4-FFF2-40B4-BE49-F238E27FC236}">
                    <a16:creationId xmlns:a16="http://schemas.microsoft.com/office/drawing/2014/main" id="{6F59F002-FBDC-44E5-B0D3-027584DE2B7D}"/>
                  </a:ext>
                </a:extLst>
              </p:cNvPr>
              <p:cNvSpPr/>
              <p:nvPr/>
            </p:nvSpPr>
            <p:spPr>
              <a:xfrm>
                <a:off x="3623335" y="660993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27" name="타원 126">
                <a:extLst>
                  <a:ext uri="{FF2B5EF4-FFF2-40B4-BE49-F238E27FC236}">
                    <a16:creationId xmlns:a16="http://schemas.microsoft.com/office/drawing/2014/main" id="{A733CF01-EC6C-4FA7-AEE2-967B5994613F}"/>
                  </a:ext>
                </a:extLst>
              </p:cNvPr>
              <p:cNvSpPr/>
              <p:nvPr/>
            </p:nvSpPr>
            <p:spPr>
              <a:xfrm>
                <a:off x="3523909" y="666826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grpSp>
        <p:sp>
          <p:nvSpPr>
            <p:cNvPr id="9" name="직사각형 8">
              <a:extLst>
                <a:ext uri="{FF2B5EF4-FFF2-40B4-BE49-F238E27FC236}">
                  <a16:creationId xmlns:a16="http://schemas.microsoft.com/office/drawing/2014/main" id="{EC1F32EF-C838-4A8E-839B-E0F9118B8246}"/>
                </a:ext>
              </a:extLst>
            </p:cNvPr>
            <p:cNvSpPr/>
            <p:nvPr/>
          </p:nvSpPr>
          <p:spPr>
            <a:xfrm>
              <a:off x="575963" y="3544646"/>
              <a:ext cx="943633" cy="198949"/>
            </a:xfrm>
            <a:prstGeom prst="rect">
              <a:avLst/>
            </a:prstGeom>
            <a:gradFill flip="none" rotWithShape="1">
              <a:gsLst>
                <a:gs pos="100000">
                  <a:srgbClr val="00B0F0">
                    <a:tint val="66000"/>
                    <a:satMod val="160000"/>
                  </a:srgbClr>
                </a:gs>
                <a:gs pos="50000">
                  <a:srgbClr val="00B0F0">
                    <a:tint val="44500"/>
                    <a:satMod val="160000"/>
                  </a:srgbClr>
                </a:gs>
                <a:gs pos="0">
                  <a:srgbClr val="00B0F0">
                    <a:tint val="23500"/>
                    <a:satMod val="160000"/>
                  </a:srgbClr>
                </a:gs>
              </a:gsLst>
              <a:lin ang="5400000" scaled="1"/>
              <a:tileRect/>
            </a:gradFill>
            <a:ln>
              <a:noFill/>
            </a:ln>
            <a:scene3d>
              <a:camera prst="isometricLeftDown"/>
              <a:lightRig rig="contrasting" dir="t"/>
            </a:scene3d>
            <a:sp3d extrusionH="1587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0" name="직사각형 9">
              <a:extLst>
                <a:ext uri="{FF2B5EF4-FFF2-40B4-BE49-F238E27FC236}">
                  <a16:creationId xmlns:a16="http://schemas.microsoft.com/office/drawing/2014/main" id="{D656557F-23B4-4C89-B896-0CB694E57BA3}"/>
                </a:ext>
              </a:extLst>
            </p:cNvPr>
            <p:cNvSpPr/>
            <p:nvPr/>
          </p:nvSpPr>
          <p:spPr>
            <a:xfrm>
              <a:off x="1580683" y="2947445"/>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90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1" name="직사각형 10">
              <a:extLst>
                <a:ext uri="{FF2B5EF4-FFF2-40B4-BE49-F238E27FC236}">
                  <a16:creationId xmlns:a16="http://schemas.microsoft.com/office/drawing/2014/main" id="{8704BC52-31BF-4F2E-8F16-6CE14AC43A01}"/>
                </a:ext>
              </a:extLst>
            </p:cNvPr>
            <p:cNvSpPr/>
            <p:nvPr/>
          </p:nvSpPr>
          <p:spPr>
            <a:xfrm>
              <a:off x="1278238" y="3597491"/>
              <a:ext cx="238128"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2" name="직사각형 11">
              <a:extLst>
                <a:ext uri="{FF2B5EF4-FFF2-40B4-BE49-F238E27FC236}">
                  <a16:creationId xmlns:a16="http://schemas.microsoft.com/office/drawing/2014/main" id="{F47D4F00-641E-4B8B-AFBE-F1779D357CF0}"/>
                </a:ext>
              </a:extLst>
            </p:cNvPr>
            <p:cNvSpPr/>
            <p:nvPr/>
          </p:nvSpPr>
          <p:spPr>
            <a:xfrm>
              <a:off x="802489" y="3301560"/>
              <a:ext cx="140802"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3" name="직사각형 12">
              <a:extLst>
                <a:ext uri="{FF2B5EF4-FFF2-40B4-BE49-F238E27FC236}">
                  <a16:creationId xmlns:a16="http://schemas.microsoft.com/office/drawing/2014/main" id="{58AE78D1-FE3D-43ED-A23A-CD3F3A828537}"/>
                </a:ext>
              </a:extLst>
            </p:cNvPr>
            <p:cNvSpPr/>
            <p:nvPr/>
          </p:nvSpPr>
          <p:spPr>
            <a:xfrm>
              <a:off x="1000214" y="3397712"/>
              <a:ext cx="95133"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4" name="직사각형 13">
              <a:extLst>
                <a:ext uri="{FF2B5EF4-FFF2-40B4-BE49-F238E27FC236}">
                  <a16:creationId xmlns:a16="http://schemas.microsoft.com/office/drawing/2014/main" id="{84F166D1-FDC9-412C-B907-1B786F2C9C5B}"/>
                </a:ext>
              </a:extLst>
            </p:cNvPr>
            <p:cNvSpPr/>
            <p:nvPr/>
          </p:nvSpPr>
          <p:spPr>
            <a:xfrm>
              <a:off x="1143037" y="3482157"/>
              <a:ext cx="91722" cy="54457"/>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5" name="직사각형 14">
              <a:extLst>
                <a:ext uri="{FF2B5EF4-FFF2-40B4-BE49-F238E27FC236}">
                  <a16:creationId xmlns:a16="http://schemas.microsoft.com/office/drawing/2014/main" id="{008053F1-E07C-4466-97BC-C5F1F2D0E6D1}"/>
                </a:ext>
              </a:extLst>
            </p:cNvPr>
            <p:cNvSpPr/>
            <p:nvPr/>
          </p:nvSpPr>
          <p:spPr>
            <a:xfrm>
              <a:off x="572734" y="3529310"/>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6" name="타원 15">
              <a:extLst>
                <a:ext uri="{FF2B5EF4-FFF2-40B4-BE49-F238E27FC236}">
                  <a16:creationId xmlns:a16="http://schemas.microsoft.com/office/drawing/2014/main" id="{7A64A05B-2592-4F1A-AA52-A1BDDC162DF1}"/>
                </a:ext>
              </a:extLst>
            </p:cNvPr>
            <p:cNvSpPr/>
            <p:nvPr/>
          </p:nvSpPr>
          <p:spPr>
            <a:xfrm>
              <a:off x="3063747" y="296243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17" name="직사각형 16">
              <a:extLst>
                <a:ext uri="{FF2B5EF4-FFF2-40B4-BE49-F238E27FC236}">
                  <a16:creationId xmlns:a16="http://schemas.microsoft.com/office/drawing/2014/main" id="{F8686D58-5A63-4AA4-904C-821EEC6CCDC3}"/>
                </a:ext>
              </a:extLst>
            </p:cNvPr>
            <p:cNvSpPr/>
            <p:nvPr/>
          </p:nvSpPr>
          <p:spPr>
            <a:xfrm>
              <a:off x="1493837" y="3368962"/>
              <a:ext cx="901614" cy="276999"/>
            </a:xfrm>
            <a:prstGeom prst="rect">
              <a:avLst/>
            </a:prstGeom>
            <a:scene3d>
              <a:camera prst="isometricRightUp"/>
              <a:lightRig rig="threePt" dir="t"/>
            </a:scene3d>
          </p:spPr>
          <p:txBody>
            <a:bodyPr wrap="square">
              <a:spAutoFit/>
            </a:bodyPr>
            <a:lstStyle/>
            <a:p>
              <a:pPr algn="ctr"/>
              <a:r>
                <a:rPr lang="en-US" altLang="ko-KR" sz="1200" dirty="0">
                  <a:latin typeface="helvetica" panose="020B0604020202020204" pitchFamily="34" charset="0"/>
                  <a:cs typeface="helvetica" panose="020B0604020202020204" pitchFamily="34" charset="0"/>
                </a:rPr>
                <a:t>Coverslip</a:t>
              </a:r>
              <a:endParaRPr lang="ko-KR" altLang="en-US" sz="1200" dirty="0">
                <a:latin typeface="helvetica" panose="020B0604020202020204" pitchFamily="34" charset="0"/>
                <a:cs typeface="helvetica" panose="020B0604020202020204" pitchFamily="34" charset="0"/>
              </a:endParaRPr>
            </a:p>
          </p:txBody>
        </p:sp>
        <p:sp>
          <p:nvSpPr>
            <p:cNvPr id="18" name="아래쪽 화살표 140">
              <a:extLst>
                <a:ext uri="{FF2B5EF4-FFF2-40B4-BE49-F238E27FC236}">
                  <a16:creationId xmlns:a16="http://schemas.microsoft.com/office/drawing/2014/main" id="{D76C38D8-651F-45AA-9F80-DFEF778CE11E}"/>
                </a:ext>
              </a:extLst>
            </p:cNvPr>
            <p:cNvSpPr/>
            <p:nvPr/>
          </p:nvSpPr>
          <p:spPr>
            <a:xfrm rot="16200000">
              <a:off x="4006092" y="3995704"/>
              <a:ext cx="327837" cy="422292"/>
            </a:xfrm>
            <a:prstGeom prst="downArrow">
              <a:avLst>
                <a:gd name="adj1" fmla="val 50000"/>
                <a:gd name="adj2" fmla="val 5685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19" name="직사각형 18">
              <a:extLst>
                <a:ext uri="{FF2B5EF4-FFF2-40B4-BE49-F238E27FC236}">
                  <a16:creationId xmlns:a16="http://schemas.microsoft.com/office/drawing/2014/main" id="{5E0F91EE-D52D-4445-862A-4AE792FCEE42}"/>
                </a:ext>
              </a:extLst>
            </p:cNvPr>
            <p:cNvSpPr/>
            <p:nvPr/>
          </p:nvSpPr>
          <p:spPr>
            <a:xfrm>
              <a:off x="4315968" y="4452512"/>
              <a:ext cx="943633" cy="198949"/>
            </a:xfrm>
            <a:prstGeom prst="rect">
              <a:avLst/>
            </a:prstGeom>
            <a:gradFill flip="none" rotWithShape="1">
              <a:gsLst>
                <a:gs pos="100000">
                  <a:srgbClr val="00B0F0">
                    <a:tint val="66000"/>
                    <a:satMod val="160000"/>
                  </a:srgbClr>
                </a:gs>
                <a:gs pos="50000">
                  <a:srgbClr val="00B0F0">
                    <a:tint val="44500"/>
                    <a:satMod val="160000"/>
                  </a:srgbClr>
                </a:gs>
                <a:gs pos="0">
                  <a:srgbClr val="00B0F0">
                    <a:tint val="23500"/>
                    <a:satMod val="160000"/>
                  </a:srgbClr>
                </a:gs>
              </a:gsLst>
              <a:lin ang="5400000" scaled="1"/>
              <a:tileRect/>
            </a:gradFill>
            <a:ln>
              <a:noFill/>
            </a:ln>
            <a:scene3d>
              <a:camera prst="isometricLeftDown"/>
              <a:lightRig rig="contrasting" dir="t"/>
            </a:scene3d>
            <a:sp3d extrusionH="1587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20" name="직사각형 19">
              <a:extLst>
                <a:ext uri="{FF2B5EF4-FFF2-40B4-BE49-F238E27FC236}">
                  <a16:creationId xmlns:a16="http://schemas.microsoft.com/office/drawing/2014/main" id="{990B4317-5133-4E6D-A281-FB8C3915B036}"/>
                </a:ext>
              </a:extLst>
            </p:cNvPr>
            <p:cNvSpPr/>
            <p:nvPr/>
          </p:nvSpPr>
          <p:spPr>
            <a:xfrm>
              <a:off x="5320688" y="3855311"/>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90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21" name="직사각형 20">
              <a:extLst>
                <a:ext uri="{FF2B5EF4-FFF2-40B4-BE49-F238E27FC236}">
                  <a16:creationId xmlns:a16="http://schemas.microsoft.com/office/drawing/2014/main" id="{C2CD95ED-8B2E-469F-ACD8-7757388FA0D7}"/>
                </a:ext>
              </a:extLst>
            </p:cNvPr>
            <p:cNvSpPr/>
            <p:nvPr/>
          </p:nvSpPr>
          <p:spPr>
            <a:xfrm>
              <a:off x="5018243" y="4505357"/>
              <a:ext cx="238128"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22" name="직사각형 21">
              <a:extLst>
                <a:ext uri="{FF2B5EF4-FFF2-40B4-BE49-F238E27FC236}">
                  <a16:creationId xmlns:a16="http://schemas.microsoft.com/office/drawing/2014/main" id="{2D902F7F-86BD-42C0-9C7B-FDC4DE6A2F60}"/>
                </a:ext>
              </a:extLst>
            </p:cNvPr>
            <p:cNvSpPr/>
            <p:nvPr/>
          </p:nvSpPr>
          <p:spPr>
            <a:xfrm>
              <a:off x="4542494" y="4209426"/>
              <a:ext cx="140802"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23" name="직사각형 22">
              <a:extLst>
                <a:ext uri="{FF2B5EF4-FFF2-40B4-BE49-F238E27FC236}">
                  <a16:creationId xmlns:a16="http://schemas.microsoft.com/office/drawing/2014/main" id="{B73BD40A-AFA0-4F3D-93E4-A3C16D2C26BB}"/>
                </a:ext>
              </a:extLst>
            </p:cNvPr>
            <p:cNvSpPr/>
            <p:nvPr/>
          </p:nvSpPr>
          <p:spPr>
            <a:xfrm>
              <a:off x="4740219" y="4305578"/>
              <a:ext cx="95133" cy="45719"/>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24" name="직사각형 23">
              <a:extLst>
                <a:ext uri="{FF2B5EF4-FFF2-40B4-BE49-F238E27FC236}">
                  <a16:creationId xmlns:a16="http://schemas.microsoft.com/office/drawing/2014/main" id="{D7731794-5DC9-442B-8513-98E8121D34FD}"/>
                </a:ext>
              </a:extLst>
            </p:cNvPr>
            <p:cNvSpPr/>
            <p:nvPr/>
          </p:nvSpPr>
          <p:spPr>
            <a:xfrm>
              <a:off x="4883042" y="4390023"/>
              <a:ext cx="91722" cy="54457"/>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1270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25" name="직사각형 24">
              <a:extLst>
                <a:ext uri="{FF2B5EF4-FFF2-40B4-BE49-F238E27FC236}">
                  <a16:creationId xmlns:a16="http://schemas.microsoft.com/office/drawing/2014/main" id="{F794B237-19C6-4C15-B0F7-3F1F8F2CFB84}"/>
                </a:ext>
              </a:extLst>
            </p:cNvPr>
            <p:cNvSpPr/>
            <p:nvPr/>
          </p:nvSpPr>
          <p:spPr>
            <a:xfrm>
              <a:off x="4312739" y="4437176"/>
              <a:ext cx="922100" cy="46691"/>
            </a:xfrm>
            <a:prstGeom prst="rect">
              <a:avLst/>
            </a:prstGeom>
            <a:gradFill flip="none" rotWithShape="1">
              <a:gsLst>
                <a:gs pos="100000">
                  <a:schemeClr val="accent4">
                    <a:lumMod val="75000"/>
                    <a:shade val="30000"/>
                    <a:satMod val="115000"/>
                  </a:schemeClr>
                </a:gs>
                <a:gs pos="50000">
                  <a:schemeClr val="accent4">
                    <a:lumMod val="75000"/>
                    <a:shade val="67500"/>
                    <a:satMod val="115000"/>
                  </a:schemeClr>
                </a:gs>
                <a:gs pos="0">
                  <a:schemeClr val="accent4">
                    <a:lumMod val="75000"/>
                    <a:shade val="100000"/>
                    <a:satMod val="115000"/>
                  </a:schemeClr>
                </a:gs>
              </a:gsLst>
              <a:lin ang="5400000" scaled="1"/>
              <a:tileRect/>
            </a:gradFill>
            <a:ln>
              <a:noFill/>
            </a:ln>
            <a:scene3d>
              <a:camera prst="isometricLeftDown"/>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26" name="타원 25">
              <a:extLst>
                <a:ext uri="{FF2B5EF4-FFF2-40B4-BE49-F238E27FC236}">
                  <a16:creationId xmlns:a16="http://schemas.microsoft.com/office/drawing/2014/main" id="{B51742AD-51F7-44A2-9FD6-34EC3FC65D38}"/>
                </a:ext>
              </a:extLst>
            </p:cNvPr>
            <p:cNvSpPr/>
            <p:nvPr/>
          </p:nvSpPr>
          <p:spPr>
            <a:xfrm>
              <a:off x="5504505" y="3765227"/>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27" name="타원 26">
              <a:extLst>
                <a:ext uri="{FF2B5EF4-FFF2-40B4-BE49-F238E27FC236}">
                  <a16:creationId xmlns:a16="http://schemas.microsoft.com/office/drawing/2014/main" id="{58AC4F03-16F8-472B-B4DA-5981E0E7F88E}"/>
                </a:ext>
              </a:extLst>
            </p:cNvPr>
            <p:cNvSpPr/>
            <p:nvPr/>
          </p:nvSpPr>
          <p:spPr>
            <a:xfrm>
              <a:off x="5339274" y="387573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28" name="타원 27">
              <a:extLst>
                <a:ext uri="{FF2B5EF4-FFF2-40B4-BE49-F238E27FC236}">
                  <a16:creationId xmlns:a16="http://schemas.microsoft.com/office/drawing/2014/main" id="{90C2FD33-4242-486D-AC44-312C49696AE6}"/>
                </a:ext>
              </a:extLst>
            </p:cNvPr>
            <p:cNvSpPr/>
            <p:nvPr/>
          </p:nvSpPr>
          <p:spPr>
            <a:xfrm>
              <a:off x="5265168" y="391166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29" name="타원 28">
              <a:extLst>
                <a:ext uri="{FF2B5EF4-FFF2-40B4-BE49-F238E27FC236}">
                  <a16:creationId xmlns:a16="http://schemas.microsoft.com/office/drawing/2014/main" id="{07B177C7-6914-4F9A-8684-B85562F77627}"/>
                </a:ext>
              </a:extLst>
            </p:cNvPr>
            <p:cNvSpPr/>
            <p:nvPr/>
          </p:nvSpPr>
          <p:spPr>
            <a:xfrm>
              <a:off x="5205551" y="395285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0" name="타원 29">
              <a:extLst>
                <a:ext uri="{FF2B5EF4-FFF2-40B4-BE49-F238E27FC236}">
                  <a16:creationId xmlns:a16="http://schemas.microsoft.com/office/drawing/2014/main" id="{00D6D2BA-603A-4817-89DE-5087BD2E7FA3}"/>
                </a:ext>
              </a:extLst>
            </p:cNvPr>
            <p:cNvSpPr/>
            <p:nvPr/>
          </p:nvSpPr>
          <p:spPr>
            <a:xfrm>
              <a:off x="5112500" y="399383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1" name="타원 30">
              <a:extLst>
                <a:ext uri="{FF2B5EF4-FFF2-40B4-BE49-F238E27FC236}">
                  <a16:creationId xmlns:a16="http://schemas.microsoft.com/office/drawing/2014/main" id="{EA9AB106-7856-423A-A291-667A5E21E94B}"/>
                </a:ext>
              </a:extLst>
            </p:cNvPr>
            <p:cNvSpPr/>
            <p:nvPr/>
          </p:nvSpPr>
          <p:spPr>
            <a:xfrm>
              <a:off x="5018243" y="404678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2" name="타원 31">
              <a:extLst>
                <a:ext uri="{FF2B5EF4-FFF2-40B4-BE49-F238E27FC236}">
                  <a16:creationId xmlns:a16="http://schemas.microsoft.com/office/drawing/2014/main" id="{EC0C58C7-85CD-4B22-A958-3701C62F3251}"/>
                </a:ext>
              </a:extLst>
            </p:cNvPr>
            <p:cNvSpPr/>
            <p:nvPr/>
          </p:nvSpPr>
          <p:spPr>
            <a:xfrm>
              <a:off x="4928903" y="4107627"/>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3" name="타원 32">
              <a:extLst>
                <a:ext uri="{FF2B5EF4-FFF2-40B4-BE49-F238E27FC236}">
                  <a16:creationId xmlns:a16="http://schemas.microsoft.com/office/drawing/2014/main" id="{20FF662C-A625-46E9-BED5-2DCA8299F770}"/>
                </a:ext>
              </a:extLst>
            </p:cNvPr>
            <p:cNvSpPr/>
            <p:nvPr/>
          </p:nvSpPr>
          <p:spPr>
            <a:xfrm>
              <a:off x="4828002" y="416392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4" name="타원 33">
              <a:extLst>
                <a:ext uri="{FF2B5EF4-FFF2-40B4-BE49-F238E27FC236}">
                  <a16:creationId xmlns:a16="http://schemas.microsoft.com/office/drawing/2014/main" id="{3406D1F2-F2E6-4637-9519-BF5A8F4ABF19}"/>
                </a:ext>
              </a:extLst>
            </p:cNvPr>
            <p:cNvSpPr/>
            <p:nvPr/>
          </p:nvSpPr>
          <p:spPr>
            <a:xfrm>
              <a:off x="4762076" y="418922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5" name="타원 34">
              <a:extLst>
                <a:ext uri="{FF2B5EF4-FFF2-40B4-BE49-F238E27FC236}">
                  <a16:creationId xmlns:a16="http://schemas.microsoft.com/office/drawing/2014/main" id="{9B36BB3E-B8EC-4DAE-A480-72C2345A98C7}"/>
                </a:ext>
              </a:extLst>
            </p:cNvPr>
            <p:cNvSpPr/>
            <p:nvPr/>
          </p:nvSpPr>
          <p:spPr>
            <a:xfrm>
              <a:off x="5341666" y="404129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6" name="타원 35">
              <a:extLst>
                <a:ext uri="{FF2B5EF4-FFF2-40B4-BE49-F238E27FC236}">
                  <a16:creationId xmlns:a16="http://schemas.microsoft.com/office/drawing/2014/main" id="{9D128331-09D9-401C-940C-949E55838E60}"/>
                </a:ext>
              </a:extLst>
            </p:cNvPr>
            <p:cNvSpPr/>
            <p:nvPr/>
          </p:nvSpPr>
          <p:spPr>
            <a:xfrm>
              <a:off x="5412317" y="383041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7" name="타원 36">
              <a:extLst>
                <a:ext uri="{FF2B5EF4-FFF2-40B4-BE49-F238E27FC236}">
                  <a16:creationId xmlns:a16="http://schemas.microsoft.com/office/drawing/2014/main" id="{FE37CB1F-F63D-48C8-B60A-4AE2C8B5DEE6}"/>
                </a:ext>
              </a:extLst>
            </p:cNvPr>
            <p:cNvSpPr/>
            <p:nvPr/>
          </p:nvSpPr>
          <p:spPr>
            <a:xfrm>
              <a:off x="5466774" y="380654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8" name="타원 37">
              <a:extLst>
                <a:ext uri="{FF2B5EF4-FFF2-40B4-BE49-F238E27FC236}">
                  <a16:creationId xmlns:a16="http://schemas.microsoft.com/office/drawing/2014/main" id="{A0607D56-DDFF-426E-AA9A-1B1EF73AA9E5}"/>
                </a:ext>
              </a:extLst>
            </p:cNvPr>
            <p:cNvSpPr/>
            <p:nvPr/>
          </p:nvSpPr>
          <p:spPr>
            <a:xfrm>
              <a:off x="5250035" y="410143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39" name="타원 38">
              <a:extLst>
                <a:ext uri="{FF2B5EF4-FFF2-40B4-BE49-F238E27FC236}">
                  <a16:creationId xmlns:a16="http://schemas.microsoft.com/office/drawing/2014/main" id="{7DFB0317-F572-4682-920D-50BAE1141CD4}"/>
                </a:ext>
              </a:extLst>
            </p:cNvPr>
            <p:cNvSpPr/>
            <p:nvPr/>
          </p:nvSpPr>
          <p:spPr>
            <a:xfrm>
              <a:off x="5401941" y="400731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0" name="타원 39">
              <a:extLst>
                <a:ext uri="{FF2B5EF4-FFF2-40B4-BE49-F238E27FC236}">
                  <a16:creationId xmlns:a16="http://schemas.microsoft.com/office/drawing/2014/main" id="{A64A2F27-8C95-4FAA-B003-CB48E1B9C27A}"/>
                </a:ext>
              </a:extLst>
            </p:cNvPr>
            <p:cNvSpPr/>
            <p:nvPr/>
          </p:nvSpPr>
          <p:spPr>
            <a:xfrm>
              <a:off x="5466774" y="3980083"/>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1" name="타원 40">
              <a:extLst>
                <a:ext uri="{FF2B5EF4-FFF2-40B4-BE49-F238E27FC236}">
                  <a16:creationId xmlns:a16="http://schemas.microsoft.com/office/drawing/2014/main" id="{774DBA50-244F-4D3E-84F7-401B3B4A2661}"/>
                </a:ext>
              </a:extLst>
            </p:cNvPr>
            <p:cNvSpPr/>
            <p:nvPr/>
          </p:nvSpPr>
          <p:spPr>
            <a:xfrm>
              <a:off x="5522878" y="393558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2" name="타원 41">
              <a:extLst>
                <a:ext uri="{FF2B5EF4-FFF2-40B4-BE49-F238E27FC236}">
                  <a16:creationId xmlns:a16="http://schemas.microsoft.com/office/drawing/2014/main" id="{B899ED7B-CD27-4047-B25B-132229363211}"/>
                </a:ext>
              </a:extLst>
            </p:cNvPr>
            <p:cNvSpPr/>
            <p:nvPr/>
          </p:nvSpPr>
          <p:spPr>
            <a:xfrm>
              <a:off x="5577335" y="391166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3" name="타원 42">
              <a:extLst>
                <a:ext uri="{FF2B5EF4-FFF2-40B4-BE49-F238E27FC236}">
                  <a16:creationId xmlns:a16="http://schemas.microsoft.com/office/drawing/2014/main" id="{50E7556A-F35C-496B-9DB0-B3A72389EE0A}"/>
                </a:ext>
              </a:extLst>
            </p:cNvPr>
            <p:cNvSpPr/>
            <p:nvPr/>
          </p:nvSpPr>
          <p:spPr>
            <a:xfrm>
              <a:off x="5631792" y="388774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4" name="타원 43">
              <a:extLst>
                <a:ext uri="{FF2B5EF4-FFF2-40B4-BE49-F238E27FC236}">
                  <a16:creationId xmlns:a16="http://schemas.microsoft.com/office/drawing/2014/main" id="{AE602723-0C71-4D61-8D35-A7B8693C6B02}"/>
                </a:ext>
              </a:extLst>
            </p:cNvPr>
            <p:cNvSpPr/>
            <p:nvPr/>
          </p:nvSpPr>
          <p:spPr>
            <a:xfrm>
              <a:off x="5677606" y="384754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5" name="타원 44">
              <a:extLst>
                <a:ext uri="{FF2B5EF4-FFF2-40B4-BE49-F238E27FC236}">
                  <a16:creationId xmlns:a16="http://schemas.microsoft.com/office/drawing/2014/main" id="{29C315D4-B45F-40B0-8623-4338C23062C4}"/>
                </a:ext>
              </a:extLst>
            </p:cNvPr>
            <p:cNvSpPr/>
            <p:nvPr/>
          </p:nvSpPr>
          <p:spPr>
            <a:xfrm>
              <a:off x="5162405" y="414535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6" name="타원 45">
              <a:extLst>
                <a:ext uri="{FF2B5EF4-FFF2-40B4-BE49-F238E27FC236}">
                  <a16:creationId xmlns:a16="http://schemas.microsoft.com/office/drawing/2014/main" id="{D96536EB-99ED-44F0-B343-E60BC3E18171}"/>
                </a:ext>
              </a:extLst>
            </p:cNvPr>
            <p:cNvSpPr/>
            <p:nvPr/>
          </p:nvSpPr>
          <p:spPr>
            <a:xfrm>
              <a:off x="5099308" y="417892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7" name="타원 46">
              <a:extLst>
                <a:ext uri="{FF2B5EF4-FFF2-40B4-BE49-F238E27FC236}">
                  <a16:creationId xmlns:a16="http://schemas.microsoft.com/office/drawing/2014/main" id="{00889047-EE60-49B0-8075-FFE4238F62CC}"/>
                </a:ext>
              </a:extLst>
            </p:cNvPr>
            <p:cNvSpPr/>
            <p:nvPr/>
          </p:nvSpPr>
          <p:spPr>
            <a:xfrm>
              <a:off x="5048970" y="421418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8" name="타원 47">
              <a:extLst>
                <a:ext uri="{FF2B5EF4-FFF2-40B4-BE49-F238E27FC236}">
                  <a16:creationId xmlns:a16="http://schemas.microsoft.com/office/drawing/2014/main" id="{CED9D137-EAE3-4E14-AA12-85CE46526408}"/>
                </a:ext>
              </a:extLst>
            </p:cNvPr>
            <p:cNvSpPr/>
            <p:nvPr/>
          </p:nvSpPr>
          <p:spPr>
            <a:xfrm>
              <a:off x="4998049" y="423448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49" name="타원 48">
              <a:extLst>
                <a:ext uri="{FF2B5EF4-FFF2-40B4-BE49-F238E27FC236}">
                  <a16:creationId xmlns:a16="http://schemas.microsoft.com/office/drawing/2014/main" id="{B1E8C385-7DD8-4AC6-9FF3-D04DED3570A1}"/>
                </a:ext>
              </a:extLst>
            </p:cNvPr>
            <p:cNvSpPr/>
            <p:nvPr/>
          </p:nvSpPr>
          <p:spPr>
            <a:xfrm>
              <a:off x="4945360" y="4271759"/>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0" name="타원 49">
              <a:extLst>
                <a:ext uri="{FF2B5EF4-FFF2-40B4-BE49-F238E27FC236}">
                  <a16:creationId xmlns:a16="http://schemas.microsoft.com/office/drawing/2014/main" id="{5371E265-55E3-431D-9AB4-167BDC8D85D4}"/>
                </a:ext>
              </a:extLst>
            </p:cNvPr>
            <p:cNvSpPr/>
            <p:nvPr/>
          </p:nvSpPr>
          <p:spPr>
            <a:xfrm>
              <a:off x="5085725" y="4359071"/>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1" name="타원 50">
              <a:extLst>
                <a:ext uri="{FF2B5EF4-FFF2-40B4-BE49-F238E27FC236}">
                  <a16:creationId xmlns:a16="http://schemas.microsoft.com/office/drawing/2014/main" id="{39F11184-754B-4573-9C3A-D26DFFA78DC3}"/>
                </a:ext>
              </a:extLst>
            </p:cNvPr>
            <p:cNvSpPr/>
            <p:nvPr/>
          </p:nvSpPr>
          <p:spPr>
            <a:xfrm>
              <a:off x="5156844" y="432406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2" name="타원 51">
              <a:extLst>
                <a:ext uri="{FF2B5EF4-FFF2-40B4-BE49-F238E27FC236}">
                  <a16:creationId xmlns:a16="http://schemas.microsoft.com/office/drawing/2014/main" id="{C0A30DDF-722D-45D0-A966-698E3CB35F4E}"/>
                </a:ext>
              </a:extLst>
            </p:cNvPr>
            <p:cNvSpPr/>
            <p:nvPr/>
          </p:nvSpPr>
          <p:spPr>
            <a:xfrm>
              <a:off x="5227963" y="428906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3" name="타원 52">
              <a:extLst>
                <a:ext uri="{FF2B5EF4-FFF2-40B4-BE49-F238E27FC236}">
                  <a16:creationId xmlns:a16="http://schemas.microsoft.com/office/drawing/2014/main" id="{11AA8F62-F1FD-4789-8DE6-C3DA11D5B8F9}"/>
                </a:ext>
              </a:extLst>
            </p:cNvPr>
            <p:cNvSpPr/>
            <p:nvPr/>
          </p:nvSpPr>
          <p:spPr>
            <a:xfrm>
              <a:off x="5299082" y="425406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4" name="타원 53">
              <a:extLst>
                <a:ext uri="{FF2B5EF4-FFF2-40B4-BE49-F238E27FC236}">
                  <a16:creationId xmlns:a16="http://schemas.microsoft.com/office/drawing/2014/main" id="{B45541EC-DE38-4BD9-A8E8-4BDA9D586ADE}"/>
                </a:ext>
              </a:extLst>
            </p:cNvPr>
            <p:cNvSpPr/>
            <p:nvPr/>
          </p:nvSpPr>
          <p:spPr>
            <a:xfrm>
              <a:off x="5370614" y="420685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5" name="타원 54">
              <a:extLst>
                <a:ext uri="{FF2B5EF4-FFF2-40B4-BE49-F238E27FC236}">
                  <a16:creationId xmlns:a16="http://schemas.microsoft.com/office/drawing/2014/main" id="{A177CE80-8C2E-4F66-A186-1074B94FCEE7}"/>
                </a:ext>
              </a:extLst>
            </p:cNvPr>
            <p:cNvSpPr/>
            <p:nvPr/>
          </p:nvSpPr>
          <p:spPr>
            <a:xfrm>
              <a:off x="5435107" y="417076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6" name="타원 55">
              <a:extLst>
                <a:ext uri="{FF2B5EF4-FFF2-40B4-BE49-F238E27FC236}">
                  <a16:creationId xmlns:a16="http://schemas.microsoft.com/office/drawing/2014/main" id="{ACAEA755-059D-408D-8204-E21F21011A6F}"/>
                </a:ext>
              </a:extLst>
            </p:cNvPr>
            <p:cNvSpPr/>
            <p:nvPr/>
          </p:nvSpPr>
          <p:spPr>
            <a:xfrm>
              <a:off x="5494002" y="4136446"/>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7" name="타원 56">
              <a:extLst>
                <a:ext uri="{FF2B5EF4-FFF2-40B4-BE49-F238E27FC236}">
                  <a16:creationId xmlns:a16="http://schemas.microsoft.com/office/drawing/2014/main" id="{618804A6-D88D-4D41-8931-65CB6D147171}"/>
                </a:ext>
              </a:extLst>
            </p:cNvPr>
            <p:cNvSpPr/>
            <p:nvPr/>
          </p:nvSpPr>
          <p:spPr>
            <a:xfrm>
              <a:off x="5545717" y="4109217"/>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8" name="타원 57">
              <a:extLst>
                <a:ext uri="{FF2B5EF4-FFF2-40B4-BE49-F238E27FC236}">
                  <a16:creationId xmlns:a16="http://schemas.microsoft.com/office/drawing/2014/main" id="{DF8AB224-B488-4423-AA12-C2E2D963607B}"/>
                </a:ext>
              </a:extLst>
            </p:cNvPr>
            <p:cNvSpPr/>
            <p:nvPr/>
          </p:nvSpPr>
          <p:spPr>
            <a:xfrm>
              <a:off x="5580125" y="4081988"/>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59" name="타원 58">
              <a:extLst>
                <a:ext uri="{FF2B5EF4-FFF2-40B4-BE49-F238E27FC236}">
                  <a16:creationId xmlns:a16="http://schemas.microsoft.com/office/drawing/2014/main" id="{7707565D-B309-4322-85E5-C2D937BAC147}"/>
                </a:ext>
              </a:extLst>
            </p:cNvPr>
            <p:cNvSpPr/>
            <p:nvPr/>
          </p:nvSpPr>
          <p:spPr>
            <a:xfrm>
              <a:off x="5639954" y="404775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0" name="타원 59">
              <a:extLst>
                <a:ext uri="{FF2B5EF4-FFF2-40B4-BE49-F238E27FC236}">
                  <a16:creationId xmlns:a16="http://schemas.microsoft.com/office/drawing/2014/main" id="{AD7B8585-EB80-427F-ABE7-510E61E0244F}"/>
                </a:ext>
              </a:extLst>
            </p:cNvPr>
            <p:cNvSpPr/>
            <p:nvPr/>
          </p:nvSpPr>
          <p:spPr>
            <a:xfrm>
              <a:off x="5686832" y="402106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1" name="타원 60">
              <a:extLst>
                <a:ext uri="{FF2B5EF4-FFF2-40B4-BE49-F238E27FC236}">
                  <a16:creationId xmlns:a16="http://schemas.microsoft.com/office/drawing/2014/main" id="{CA2E3824-6EB6-4760-9B92-B5960D395778}"/>
                </a:ext>
              </a:extLst>
            </p:cNvPr>
            <p:cNvSpPr/>
            <p:nvPr/>
          </p:nvSpPr>
          <p:spPr>
            <a:xfrm>
              <a:off x="5741289" y="3993832"/>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2" name="타원 61">
              <a:extLst>
                <a:ext uri="{FF2B5EF4-FFF2-40B4-BE49-F238E27FC236}">
                  <a16:creationId xmlns:a16="http://schemas.microsoft.com/office/drawing/2014/main" id="{67F5344C-E0E6-4CE8-8E99-D04C1510FC8F}"/>
                </a:ext>
              </a:extLst>
            </p:cNvPr>
            <p:cNvSpPr/>
            <p:nvPr/>
          </p:nvSpPr>
          <p:spPr>
            <a:xfrm>
              <a:off x="5788167" y="3962810"/>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3" name="타원 62">
              <a:extLst>
                <a:ext uri="{FF2B5EF4-FFF2-40B4-BE49-F238E27FC236}">
                  <a16:creationId xmlns:a16="http://schemas.microsoft.com/office/drawing/2014/main" id="{1F172F85-FC0A-4A64-B4C4-0558FADEBE2F}"/>
                </a:ext>
              </a:extLst>
            </p:cNvPr>
            <p:cNvSpPr/>
            <p:nvPr/>
          </p:nvSpPr>
          <p:spPr>
            <a:xfrm>
              <a:off x="5835045" y="392675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4" name="직사각형 63">
              <a:extLst>
                <a:ext uri="{FF2B5EF4-FFF2-40B4-BE49-F238E27FC236}">
                  <a16:creationId xmlns:a16="http://schemas.microsoft.com/office/drawing/2014/main" id="{F1410FD1-439C-4598-8AA3-DE17B7CEAD75}"/>
                </a:ext>
              </a:extLst>
            </p:cNvPr>
            <p:cNvSpPr/>
            <p:nvPr/>
          </p:nvSpPr>
          <p:spPr>
            <a:xfrm>
              <a:off x="5233842" y="4276828"/>
              <a:ext cx="901614" cy="276999"/>
            </a:xfrm>
            <a:prstGeom prst="rect">
              <a:avLst/>
            </a:prstGeom>
            <a:scene3d>
              <a:camera prst="isometricRightUp"/>
              <a:lightRig rig="threePt" dir="t"/>
            </a:scene3d>
          </p:spPr>
          <p:txBody>
            <a:bodyPr wrap="square">
              <a:spAutoFit/>
            </a:bodyPr>
            <a:lstStyle/>
            <a:p>
              <a:pPr algn="ctr"/>
              <a:r>
                <a:rPr lang="en-US" altLang="ko-KR" sz="1200" dirty="0">
                  <a:latin typeface="helvetica" panose="020B0604020202020204" pitchFamily="34" charset="0"/>
                  <a:cs typeface="helvetica" panose="020B0604020202020204" pitchFamily="34" charset="0"/>
                </a:rPr>
                <a:t>Coverslip</a:t>
              </a:r>
              <a:endParaRPr lang="ko-KR" altLang="en-US" sz="1200" dirty="0">
                <a:latin typeface="helvetica" panose="020B0604020202020204" pitchFamily="34" charset="0"/>
                <a:cs typeface="helvetica" panose="020B0604020202020204" pitchFamily="34" charset="0"/>
              </a:endParaRPr>
            </a:p>
          </p:txBody>
        </p:sp>
        <p:sp>
          <p:nvSpPr>
            <p:cNvPr id="65" name="타원 64">
              <a:extLst>
                <a:ext uri="{FF2B5EF4-FFF2-40B4-BE49-F238E27FC236}">
                  <a16:creationId xmlns:a16="http://schemas.microsoft.com/office/drawing/2014/main" id="{3943E9AF-6DFB-4B83-81F7-88DDEE0078E1}"/>
                </a:ext>
              </a:extLst>
            </p:cNvPr>
            <p:cNvSpPr/>
            <p:nvPr/>
          </p:nvSpPr>
          <p:spPr>
            <a:xfrm>
              <a:off x="5074730" y="402586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6" name="타원 65">
              <a:extLst>
                <a:ext uri="{FF2B5EF4-FFF2-40B4-BE49-F238E27FC236}">
                  <a16:creationId xmlns:a16="http://schemas.microsoft.com/office/drawing/2014/main" id="{ACD3E907-6B1D-41D5-8306-7FB3CEE708F0}"/>
                </a:ext>
              </a:extLst>
            </p:cNvPr>
            <p:cNvSpPr/>
            <p:nvPr/>
          </p:nvSpPr>
          <p:spPr>
            <a:xfrm>
              <a:off x="5166957" y="3974345"/>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7" name="타원 66">
              <a:extLst>
                <a:ext uri="{FF2B5EF4-FFF2-40B4-BE49-F238E27FC236}">
                  <a16:creationId xmlns:a16="http://schemas.microsoft.com/office/drawing/2014/main" id="{4EAF971E-4224-4F36-AE2E-EF699A27F59E}"/>
                </a:ext>
              </a:extLst>
            </p:cNvPr>
            <p:cNvSpPr/>
            <p:nvPr/>
          </p:nvSpPr>
          <p:spPr>
            <a:xfrm>
              <a:off x="4976477" y="408177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8" name="타원 67">
              <a:extLst>
                <a:ext uri="{FF2B5EF4-FFF2-40B4-BE49-F238E27FC236}">
                  <a16:creationId xmlns:a16="http://schemas.microsoft.com/office/drawing/2014/main" id="{3096E173-0911-476A-8F82-3661ED98C217}"/>
                </a:ext>
              </a:extLst>
            </p:cNvPr>
            <p:cNvSpPr/>
            <p:nvPr/>
          </p:nvSpPr>
          <p:spPr>
            <a:xfrm>
              <a:off x="4877051" y="4140104"/>
              <a:ext cx="54457" cy="54457"/>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helvetica" panose="020B0604020202020204" pitchFamily="34" charset="0"/>
                <a:cs typeface="helvetica" panose="020B0604020202020204" pitchFamily="34" charset="0"/>
              </a:endParaRPr>
            </a:p>
          </p:txBody>
        </p:sp>
        <p:sp>
          <p:nvSpPr>
            <p:cNvPr id="69" name="직사각형 68">
              <a:extLst>
                <a:ext uri="{FF2B5EF4-FFF2-40B4-BE49-F238E27FC236}">
                  <a16:creationId xmlns:a16="http://schemas.microsoft.com/office/drawing/2014/main" id="{5F302EB2-C1D3-4E15-BDF4-A674D5C0ADEF}"/>
                </a:ext>
              </a:extLst>
            </p:cNvPr>
            <p:cNvSpPr/>
            <p:nvPr/>
          </p:nvSpPr>
          <p:spPr>
            <a:xfrm rot="21448066">
              <a:off x="4866760" y="3276672"/>
              <a:ext cx="931995" cy="1579401"/>
            </a:xfrm>
            <a:prstGeom prst="rect">
              <a:avLst/>
            </a:prstGeom>
            <a:blipFill dpi="0" rotWithShape="1">
              <a:blip r:embed="rId2">
                <a:extLst>
                  <a:ext uri="{BEBA8EAE-BF5A-486C-A8C5-ECC9F3942E4B}">
                    <a14:imgProps xmlns:a14="http://schemas.microsoft.com/office/drawing/2010/main">
                      <a14:imgLayer r:embed="rId3">
                        <a14:imgEffect>
                          <a14:sharpenSoften amount="3000"/>
                        </a14:imgEffect>
                        <a14:imgEffect>
                          <a14:colorTemperature colorTemp="6100"/>
                        </a14:imgEffect>
                        <a14:imgEffect>
                          <a14:brightnessContrast bright="1000"/>
                        </a14:imgEffect>
                      </a14:imgLayer>
                    </a14:imgProps>
                  </a:ext>
                </a:extLst>
              </a:blip>
              <a:srcRect/>
              <a:tile tx="0" ty="0" sx="100000" sy="100000" flip="none" algn="tl"/>
            </a:blipFill>
            <a:ln>
              <a:noFill/>
            </a:ln>
            <a:effectLst>
              <a:glow>
                <a:schemeClr val="accent1"/>
              </a:glow>
              <a:reflection stA="0" endPos="65000" dist="50800" dir="5400000" sy="-100000" algn="bl" rotWithShape="0"/>
            </a:effectLst>
            <a:scene3d>
              <a:camera prst="isometricOffAxis1Top">
                <a:rot lat="19575864" lon="2669348" rev="17880000"/>
              </a:camera>
              <a:lightRig rig="contrasting" dir="t"/>
            </a:scene3d>
            <a:sp3d extrusionH="25400" prstMaterial="powder"/>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pic>
          <p:nvPicPr>
            <p:cNvPr id="70" name="그림 69">
              <a:extLst>
                <a:ext uri="{FF2B5EF4-FFF2-40B4-BE49-F238E27FC236}">
                  <a16:creationId xmlns:a16="http://schemas.microsoft.com/office/drawing/2014/main" id="{5A1E6639-03A7-4D15-8E99-AB60E31D8FF5}"/>
                </a:ext>
              </a:extLst>
            </p:cNvPr>
            <p:cNvPicPr>
              <a:picLocks noChangeAspect="1"/>
            </p:cNvPicPr>
            <p:nvPr/>
          </p:nvPicPr>
          <p:blipFill>
            <a:blip r:embed="rId4"/>
            <a:stretch>
              <a:fillRect/>
            </a:stretch>
          </p:blipFill>
          <p:spPr>
            <a:xfrm>
              <a:off x="2408621" y="911251"/>
              <a:ext cx="3800739" cy="1344784"/>
            </a:xfrm>
            <a:prstGeom prst="rect">
              <a:avLst/>
            </a:prstGeom>
          </p:spPr>
        </p:pic>
        <p:pic>
          <p:nvPicPr>
            <p:cNvPr id="71" name="그림 70">
              <a:extLst>
                <a:ext uri="{FF2B5EF4-FFF2-40B4-BE49-F238E27FC236}">
                  <a16:creationId xmlns:a16="http://schemas.microsoft.com/office/drawing/2014/main" id="{FB4B29A5-96A8-48E7-9A0E-B22759A90BBE}"/>
                </a:ext>
              </a:extLst>
            </p:cNvPr>
            <p:cNvPicPr>
              <a:picLocks noChangeAspect="1"/>
            </p:cNvPicPr>
            <p:nvPr/>
          </p:nvPicPr>
          <p:blipFill>
            <a:blip r:embed="rId5"/>
            <a:stretch>
              <a:fillRect/>
            </a:stretch>
          </p:blipFill>
          <p:spPr>
            <a:xfrm>
              <a:off x="825521" y="4919892"/>
              <a:ext cx="5396416" cy="2863770"/>
            </a:xfrm>
            <a:prstGeom prst="rect">
              <a:avLst/>
            </a:prstGeom>
          </p:spPr>
        </p:pic>
        <p:sp>
          <p:nvSpPr>
            <p:cNvPr id="72" name="TextBox 71">
              <a:extLst>
                <a:ext uri="{FF2B5EF4-FFF2-40B4-BE49-F238E27FC236}">
                  <a16:creationId xmlns:a16="http://schemas.microsoft.com/office/drawing/2014/main" id="{6014B4B4-9182-48A7-B915-EF1A11D21C56}"/>
                </a:ext>
              </a:extLst>
            </p:cNvPr>
            <p:cNvSpPr txBox="1"/>
            <p:nvPr/>
          </p:nvSpPr>
          <p:spPr>
            <a:xfrm>
              <a:off x="638580" y="878898"/>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pic>
          <p:nvPicPr>
            <p:cNvPr id="73" name="그림 72">
              <a:extLst>
                <a:ext uri="{FF2B5EF4-FFF2-40B4-BE49-F238E27FC236}">
                  <a16:creationId xmlns:a16="http://schemas.microsoft.com/office/drawing/2014/main" id="{54F7B801-4EAD-477C-8DE9-D9AA1A3531D4}"/>
                </a:ext>
              </a:extLst>
            </p:cNvPr>
            <p:cNvPicPr>
              <a:picLocks noChangeAspect="1"/>
            </p:cNvPicPr>
            <p:nvPr/>
          </p:nvPicPr>
          <p:blipFill>
            <a:blip r:embed="rId6"/>
            <a:stretch>
              <a:fillRect/>
            </a:stretch>
          </p:blipFill>
          <p:spPr>
            <a:xfrm>
              <a:off x="1119848" y="938278"/>
              <a:ext cx="580750" cy="1257192"/>
            </a:xfrm>
            <a:prstGeom prst="rect">
              <a:avLst/>
            </a:prstGeom>
          </p:spPr>
        </p:pic>
        <p:pic>
          <p:nvPicPr>
            <p:cNvPr id="74" name="Picture 4" descr="Spray Paint Icons - Download Free Vector Icons | Noun Project">
              <a:extLst>
                <a:ext uri="{FF2B5EF4-FFF2-40B4-BE49-F238E27FC236}">
                  <a16:creationId xmlns:a16="http://schemas.microsoft.com/office/drawing/2014/main" id="{80533DEE-50F0-477A-981B-369AE20A76A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3638677">
              <a:off x="1685140" y="1103950"/>
              <a:ext cx="859049" cy="859049"/>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4" descr="Spray Paint Icons - Download Free Vector Icons | Noun Project">
              <a:extLst>
                <a:ext uri="{FF2B5EF4-FFF2-40B4-BE49-F238E27FC236}">
                  <a16:creationId xmlns:a16="http://schemas.microsoft.com/office/drawing/2014/main" id="{2865BF28-1445-4BC6-B076-89576DC7D6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3638677">
              <a:off x="4832124" y="2849796"/>
              <a:ext cx="859049" cy="859049"/>
            </a:xfrm>
            <a:prstGeom prst="rect">
              <a:avLst/>
            </a:prstGeom>
            <a:noFill/>
            <a:extLst>
              <a:ext uri="{909E8E84-426E-40DD-AFC4-6F175D3DCCD1}">
                <a14:hiddenFill xmlns:a14="http://schemas.microsoft.com/office/drawing/2010/main">
                  <a:solidFill>
                    <a:srgbClr val="FFFFFF"/>
                  </a:solidFill>
                </a14:hiddenFill>
              </a:ext>
            </a:extLst>
          </p:spPr>
        </p:pic>
        <p:sp>
          <p:nvSpPr>
            <p:cNvPr id="76" name="직사각형 75">
              <a:extLst>
                <a:ext uri="{FF2B5EF4-FFF2-40B4-BE49-F238E27FC236}">
                  <a16:creationId xmlns:a16="http://schemas.microsoft.com/office/drawing/2014/main" id="{0F6CFFD1-9D0D-4B42-A8D3-29F7A7F6804F}"/>
                </a:ext>
              </a:extLst>
            </p:cNvPr>
            <p:cNvSpPr/>
            <p:nvPr/>
          </p:nvSpPr>
          <p:spPr>
            <a:xfrm>
              <a:off x="4552082" y="2670088"/>
              <a:ext cx="1427760" cy="400110"/>
            </a:xfrm>
            <a:prstGeom prst="rect">
              <a:avLst/>
            </a:prstGeom>
          </p:spPr>
          <p:txBody>
            <a:bodyPr wrap="square">
              <a:spAutoFit/>
            </a:bodyPr>
            <a:lstStyle/>
            <a:p>
              <a:pPr algn="ctr"/>
              <a:r>
                <a:rPr lang="en-US" altLang="ko-KR" sz="1000" dirty="0">
                  <a:latin typeface="helvetica" panose="020B0604020202020204" pitchFamily="34" charset="0"/>
                  <a:cs typeface="helvetica" panose="020B0604020202020204" pitchFamily="34" charset="0"/>
                </a:rPr>
                <a:t>Spray coating</a:t>
              </a:r>
            </a:p>
            <a:p>
              <a:pPr algn="ctr"/>
              <a:r>
                <a:rPr lang="en-US" altLang="ko-KR" sz="1000" dirty="0">
                  <a:latin typeface="helvetica" panose="020B0604020202020204" pitchFamily="34" charset="0"/>
                  <a:cs typeface="helvetica" panose="020B0604020202020204" pitchFamily="34" charset="0"/>
                </a:rPr>
                <a:t>a white turbid layer</a:t>
              </a:r>
              <a:endParaRPr lang="ko-KR" altLang="en-US" sz="1000" dirty="0">
                <a:latin typeface="helvetica" panose="020B0604020202020204" pitchFamily="34" charset="0"/>
                <a:cs typeface="helvetica" panose="020B0604020202020204" pitchFamily="34" charset="0"/>
              </a:endParaRPr>
            </a:p>
          </p:txBody>
        </p:sp>
        <p:sp>
          <p:nvSpPr>
            <p:cNvPr id="77" name="TextBox 76">
              <a:extLst>
                <a:ext uri="{FF2B5EF4-FFF2-40B4-BE49-F238E27FC236}">
                  <a16:creationId xmlns:a16="http://schemas.microsoft.com/office/drawing/2014/main" id="{BC48DC79-5F5F-4143-81C9-9EF4DDBD7973}"/>
                </a:ext>
              </a:extLst>
            </p:cNvPr>
            <p:cNvSpPr txBox="1"/>
            <p:nvPr/>
          </p:nvSpPr>
          <p:spPr>
            <a:xfrm>
              <a:off x="638580" y="4993304"/>
              <a:ext cx="288032"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696261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1"/>
          <p:cNvSpPr>
            <a:spLocks noChangeArrowheads="1"/>
          </p:cNvSpPr>
          <p:nvPr/>
        </p:nvSpPr>
        <p:spPr bwMode="auto">
          <a:xfrm>
            <a:off x="188792" y="83701"/>
            <a:ext cx="64297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defTabSz="914400" rtl="0" eaLnBrk="0" fontAlgn="base" latinLnBrk="0" hangingPunct="0">
              <a:lnSpc>
                <a:spcPct val="100000"/>
              </a:lnSpc>
              <a:spcBef>
                <a:spcPct val="0"/>
              </a:spcBef>
              <a:spcAft>
                <a:spcPct val="0"/>
              </a:spcAft>
              <a:buClrTx/>
              <a:buSzTx/>
              <a:tabLst/>
            </a:pPr>
            <a:r>
              <a:rPr kumimoji="0" lang="en-US" altLang="ko-KR" sz="1600" b="0" i="0" u="none" strike="noStrike" cap="none" normalizeH="0" baseline="0" dirty="0">
                <a:ln>
                  <a:noFill/>
                </a:ln>
                <a:solidFill>
                  <a:schemeClr val="tx1"/>
                </a:solidFill>
                <a:effectLst/>
                <a:latin typeface="Arial" panose="020B0604020202020204" pitchFamily="34" charset="0"/>
              </a:rPr>
              <a:t>Figure S2. Lateral</a:t>
            </a:r>
            <a:r>
              <a:rPr kumimoji="0" lang="en-US" altLang="ko-KR" sz="1600" b="0" i="0" u="none" strike="noStrike" cap="none" normalizeH="0" dirty="0">
                <a:ln>
                  <a:noFill/>
                </a:ln>
                <a:solidFill>
                  <a:schemeClr val="tx1"/>
                </a:solidFill>
                <a:effectLst/>
                <a:latin typeface="Arial" panose="020B0604020202020204" pitchFamily="34" charset="0"/>
              </a:rPr>
              <a:t> spatial resolution : Dip visibility</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3" name="직사각형 2"/>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mc:AlternateContent xmlns:mc="http://schemas.openxmlformats.org/markup-compatibility/2006" xmlns:a14="http://schemas.microsoft.com/office/drawing/2010/main">
        <mc:Choice Requires="a14">
          <p:sp>
            <p:nvSpPr>
              <p:cNvPr id="109" name="직사각형 108"/>
              <p:cNvSpPr/>
              <p:nvPr/>
            </p:nvSpPr>
            <p:spPr>
              <a:xfrm>
                <a:off x="613350" y="3976536"/>
                <a:ext cx="5564001" cy="1785104"/>
              </a:xfrm>
              <a:prstGeom prst="rect">
                <a:avLst/>
              </a:prstGeom>
            </p:spPr>
            <p:txBody>
              <a:bodyPr wrap="square">
                <a:spAutoFit/>
              </a:bodyPr>
              <a:lstStyle/>
              <a:p>
                <a:pPr algn="just"/>
                <a:r>
                  <a:rPr lang="en-US" altLang="ko-KR" sz="1000" b="1" dirty="0">
                    <a:latin typeface="Times New Roman" panose="02020603050405020304" pitchFamily="18" charset="0"/>
                    <a:cs typeface="Times New Roman" panose="02020603050405020304" pitchFamily="18" charset="0"/>
                  </a:rPr>
                  <a:t>Fig. S2 </a:t>
                </a:r>
                <a:r>
                  <a:rPr lang="en-US" altLang="ko-KR" sz="1000" dirty="0">
                    <a:latin typeface="Times New Roman" panose="02020603050405020304" pitchFamily="18" charset="0"/>
                    <a:cs typeface="Times New Roman" panose="02020603050405020304" pitchFamily="18" charset="0"/>
                  </a:rPr>
                  <a:t>Definition of lateral spatial resolution and resolution gain used throughout this paper, particularly in Figs. 5 and 6. </a:t>
                </a:r>
                <a:r>
                  <a:rPr lang="en-US" altLang="ko-KR" sz="1000" b="1" dirty="0">
                    <a:latin typeface="Times New Roman" panose="02020603050405020304" pitchFamily="18" charset="0"/>
                    <a:cs typeface="Times New Roman" panose="02020603050405020304" pitchFamily="18" charset="0"/>
                  </a:rPr>
                  <a:t>a</a:t>
                </a:r>
                <a:r>
                  <a:rPr lang="en-US" altLang="ko-KR" sz="1000" dirty="0">
                    <a:latin typeface="Times New Roman" panose="02020603050405020304" pitchFamily="18" charset="0"/>
                    <a:cs typeface="Times New Roman" panose="02020603050405020304" pitchFamily="18" charset="0"/>
                  </a:rPr>
                  <a:t> An example set of ground truth template, mean (diffraction-limited resolution), and third-order NS-SOFI image (super-resolution third NS-SOFI) generated as shown in Fig. 5. All scale bars represent 500 nm. </a:t>
                </a:r>
                <a:r>
                  <a:rPr lang="en-US" altLang="ko-KR" sz="1000" b="1" dirty="0">
                    <a:latin typeface="Times New Roman" panose="02020603050405020304" pitchFamily="18" charset="0"/>
                    <a:cs typeface="Times New Roman" panose="02020603050405020304" pitchFamily="18" charset="0"/>
                  </a:rPr>
                  <a:t>b</a:t>
                </a:r>
                <a:r>
                  <a:rPr lang="en-US" altLang="ko-KR" sz="1000" dirty="0">
                    <a:latin typeface="Times New Roman" panose="02020603050405020304" pitchFamily="18" charset="0"/>
                    <a:cs typeface="Times New Roman" panose="02020603050405020304" pitchFamily="18" charset="0"/>
                  </a:rPr>
                  <a:t> An example of a two-peak cross-sectional intensity profile taken over the third NS-SOFI image. By taking intensity values (</a:t>
                </a:r>
                <a:r>
                  <a:rPr lang="en-US" altLang="ko-KR" sz="1000" i="1" dirty="0">
                    <a:latin typeface="Times New Roman" panose="02020603050405020304" pitchFamily="18" charset="0"/>
                    <a:cs typeface="Times New Roman" panose="02020603050405020304" pitchFamily="18" charset="0"/>
                  </a:rPr>
                  <a:t>I</a:t>
                </a:r>
                <a:r>
                  <a:rPr lang="en-US" altLang="ko-KR" sz="1000" baseline="-25000" dirty="0">
                    <a:latin typeface="Times New Roman" panose="02020603050405020304" pitchFamily="18" charset="0"/>
                    <a:cs typeface="Times New Roman" panose="02020603050405020304" pitchFamily="18" charset="0"/>
                  </a:rPr>
                  <a:t>1,max</a:t>
                </a:r>
                <a:r>
                  <a:rPr lang="en-US" altLang="ko-KR" sz="1000" dirty="0">
                    <a:latin typeface="Times New Roman" panose="02020603050405020304" pitchFamily="18" charset="0"/>
                    <a:cs typeface="Times New Roman" panose="02020603050405020304" pitchFamily="18" charset="0"/>
                  </a:rPr>
                  <a:t> and </a:t>
                </a:r>
                <a:r>
                  <a:rPr lang="en-US" altLang="ko-KR" sz="1000" i="1" dirty="0">
                    <a:latin typeface="Times New Roman" panose="02020603050405020304" pitchFamily="18" charset="0"/>
                    <a:cs typeface="Times New Roman" panose="02020603050405020304" pitchFamily="18" charset="0"/>
                  </a:rPr>
                  <a:t>I</a:t>
                </a:r>
                <a:r>
                  <a:rPr lang="en-US" altLang="ko-KR" sz="1000" baseline="-25000" dirty="0">
                    <a:latin typeface="Times New Roman" panose="02020603050405020304" pitchFamily="18" charset="0"/>
                    <a:cs typeface="Times New Roman" panose="02020603050405020304" pitchFamily="18" charset="0"/>
                  </a:rPr>
                  <a:t>2,max</a:t>
                </a:r>
                <a:r>
                  <a:rPr lang="en-US" altLang="ko-KR" sz="1000" dirty="0">
                    <a:latin typeface="Times New Roman" panose="02020603050405020304" pitchFamily="18" charset="0"/>
                    <a:cs typeface="Times New Roman" panose="02020603050405020304" pitchFamily="18" charset="0"/>
                  </a:rPr>
                  <a:t>) at each peak and the dip (</a:t>
                </a:r>
                <a:r>
                  <a:rPr lang="en-US" altLang="ko-KR" sz="1000" i="1" dirty="0" err="1">
                    <a:latin typeface="Times New Roman" panose="02020603050405020304" pitchFamily="18" charset="0"/>
                    <a:cs typeface="Times New Roman" panose="02020603050405020304" pitchFamily="18" charset="0"/>
                  </a:rPr>
                  <a:t>I</a:t>
                </a:r>
                <a:r>
                  <a:rPr lang="en-US" altLang="ko-KR" sz="1000" baseline="-25000" dirty="0" err="1">
                    <a:latin typeface="Times New Roman" panose="02020603050405020304" pitchFamily="18" charset="0"/>
                    <a:cs typeface="Times New Roman" panose="02020603050405020304" pitchFamily="18" charset="0"/>
                  </a:rPr>
                  <a:t>min</a:t>
                </a:r>
                <a:r>
                  <a:rPr lang="en-US" altLang="ko-KR" sz="1000" dirty="0">
                    <a:latin typeface="Times New Roman" panose="02020603050405020304" pitchFamily="18" charset="0"/>
                    <a:cs typeface="Times New Roman" panose="02020603050405020304" pitchFamily="18" charset="0"/>
                  </a:rPr>
                  <a:t>), we compute the average visibility </a:t>
                </a:r>
                <a14:m>
                  <m:oMath xmlns:m="http://schemas.openxmlformats.org/officeDocument/2006/math">
                    <m:r>
                      <a:rPr lang="en-US" altLang="ko-KR" sz="1000" b="1" i="1">
                        <a:latin typeface="Cambria Math" panose="02040503050406030204" pitchFamily="18" charset="0"/>
                      </a:rPr>
                      <m:t>𝒗</m:t>
                    </m:r>
                  </m:oMath>
                </a14:m>
                <a:r>
                  <a:rPr lang="en-US" altLang="ko-KR" sz="1000" b="1" dirty="0">
                    <a:latin typeface="Times New Roman" panose="02020603050405020304" pitchFamily="18" charset="0"/>
                    <a:cs typeface="Times New Roman" panose="02020603050405020304" pitchFamily="18" charset="0"/>
                  </a:rPr>
                  <a:t> </a:t>
                </a:r>
                <a:r>
                  <a:rPr lang="en-US" altLang="ko-KR" sz="1000" dirty="0">
                    <a:latin typeface="Times New Roman" panose="02020603050405020304" pitchFamily="18" charset="0"/>
                    <a:cs typeface="Times New Roman" panose="02020603050405020304" pitchFamily="18" charset="0"/>
                  </a:rPr>
                  <a:t>of the two emitters considering their asymmetric intensity (definition below). The spacing d between two emitters at which dip visibility </a:t>
                </a:r>
                <a14:m>
                  <m:oMath xmlns:m="http://schemas.openxmlformats.org/officeDocument/2006/math">
                    <m:r>
                      <a:rPr lang="en-US" altLang="ko-KR" sz="1000" b="1" i="1">
                        <a:latin typeface="Cambria Math" panose="02040503050406030204" pitchFamily="18" charset="0"/>
                      </a:rPr>
                      <m:t>𝒗</m:t>
                    </m:r>
                  </m:oMath>
                </a14:m>
                <a:r>
                  <a:rPr lang="en-US" altLang="ko-KR" sz="1000" dirty="0">
                    <a:latin typeface="Times New Roman" panose="02020603050405020304" pitchFamily="18" charset="0"/>
                    <a:cs typeface="Times New Roman" panose="02020603050405020304" pitchFamily="18" charset="0"/>
                  </a:rPr>
                  <a:t> becomes 0.1 is defined as the lateral spatial resolution of the image. </a:t>
                </a:r>
                <a:r>
                  <a:rPr lang="en-US" altLang="ko-KR" sz="1000" b="1" dirty="0">
                    <a:latin typeface="Times New Roman" panose="02020603050405020304" pitchFamily="18" charset="0"/>
                    <a:cs typeface="Times New Roman" panose="02020603050405020304" pitchFamily="18" charset="0"/>
                  </a:rPr>
                  <a:t>c</a:t>
                </a:r>
                <a:r>
                  <a:rPr lang="en-US" altLang="ko-KR" sz="1000" dirty="0">
                    <a:latin typeface="Times New Roman" panose="02020603050405020304" pitchFamily="18" charset="0"/>
                    <a:cs typeface="Times New Roman" panose="02020603050405020304" pitchFamily="18" charset="0"/>
                  </a:rPr>
                  <a:t> All three projected intensity profiles taken from mean and third NS-SOFI images (</a:t>
                </a:r>
                <a:r>
                  <a:rPr lang="en-US" altLang="ko-KR" sz="1000" b="1" dirty="0">
                    <a:latin typeface="Times New Roman" panose="02020603050405020304" pitchFamily="18" charset="0"/>
                    <a:cs typeface="Times New Roman" panose="02020603050405020304" pitchFamily="18" charset="0"/>
                  </a:rPr>
                  <a:t>a)</a:t>
                </a:r>
                <a:r>
                  <a:rPr lang="en-US" altLang="ko-KR" sz="1000" dirty="0">
                    <a:latin typeface="Times New Roman" panose="02020603050405020304" pitchFamily="18" charset="0"/>
                    <a:cs typeface="Times New Roman" panose="02020603050405020304" pitchFamily="18" charset="0"/>
                  </a:rPr>
                  <a:t> have the same dip visibility of 0.1, so d</a:t>
                </a:r>
                <a:r>
                  <a:rPr lang="en-US" altLang="ko-KR" sz="1000" baseline="-25000" dirty="0">
                    <a:latin typeface="Times New Roman" panose="02020603050405020304" pitchFamily="18" charset="0"/>
                    <a:cs typeface="Times New Roman" panose="02020603050405020304" pitchFamily="18" charset="0"/>
                  </a:rPr>
                  <a:t>1</a:t>
                </a:r>
                <a:r>
                  <a:rPr lang="en-US" altLang="ko-KR" sz="1000" dirty="0">
                    <a:latin typeface="Times New Roman" panose="02020603050405020304" pitchFamily="18" charset="0"/>
                    <a:cs typeface="Times New Roman" panose="02020603050405020304" pitchFamily="18" charset="0"/>
                  </a:rPr>
                  <a:t>  is the diffraction-limited resolution, and d</a:t>
                </a:r>
                <a:r>
                  <a:rPr lang="en-US" altLang="ko-KR" sz="1000" baseline="-25000" dirty="0">
                    <a:latin typeface="Times New Roman" panose="02020603050405020304" pitchFamily="18" charset="0"/>
                    <a:cs typeface="Times New Roman" panose="02020603050405020304" pitchFamily="18" charset="0"/>
                  </a:rPr>
                  <a:t>2</a:t>
                </a:r>
                <a:r>
                  <a:rPr lang="en-US" altLang="ko-KR" sz="1000" dirty="0">
                    <a:latin typeface="Times New Roman" panose="02020603050405020304" pitchFamily="18" charset="0"/>
                    <a:cs typeface="Times New Roman" panose="02020603050405020304" pitchFamily="18" charset="0"/>
                  </a:rPr>
                  <a:t> represents the resolution of the super-resolution third NS-SOFI image. The resolution gain of the third NS-SOFI image is defined as the ratio expressing (d</a:t>
                </a:r>
                <a:r>
                  <a:rPr lang="en-US" altLang="ko-KR" sz="1000" baseline="-25000" dirty="0">
                    <a:latin typeface="Times New Roman" panose="02020603050405020304" pitchFamily="18" charset="0"/>
                    <a:cs typeface="Times New Roman" panose="02020603050405020304" pitchFamily="18" charset="0"/>
                  </a:rPr>
                  <a:t>2</a:t>
                </a:r>
                <a:r>
                  <a:rPr lang="en-US" altLang="ko-KR" sz="1000" dirty="0">
                    <a:latin typeface="Times New Roman" panose="02020603050405020304" pitchFamily="18" charset="0"/>
                    <a:cs typeface="Times New Roman" panose="02020603050405020304" pitchFamily="18" charset="0"/>
                  </a:rPr>
                  <a:t>/d</a:t>
                </a:r>
                <a:r>
                  <a:rPr lang="en-US" altLang="ko-KR" sz="1000" baseline="-25000" dirty="0">
                    <a:latin typeface="Times New Roman" panose="02020603050405020304" pitchFamily="18" charset="0"/>
                    <a:cs typeface="Times New Roman" panose="02020603050405020304" pitchFamily="18" charset="0"/>
                  </a:rPr>
                  <a:t>1</a:t>
                </a:r>
                <a:r>
                  <a:rPr lang="en-US" altLang="ko-KR" sz="1000" dirty="0">
                    <a:latin typeface="Times New Roman" panose="02020603050405020304" pitchFamily="18" charset="0"/>
                    <a:cs typeface="Times New Roman" panose="02020603050405020304" pitchFamily="18" charset="0"/>
                  </a:rPr>
                  <a:t>)-fold enhancement.</a:t>
                </a:r>
                <a:endParaRPr lang="ko-KR" altLang="ko-KR" sz="1000" b="1" dirty="0">
                  <a:latin typeface="Times New Roman" panose="02020603050405020304" pitchFamily="18" charset="0"/>
                  <a:cs typeface="Times New Roman" panose="02020603050405020304" pitchFamily="18" charset="0"/>
                </a:endParaRPr>
              </a:p>
            </p:txBody>
          </p:sp>
        </mc:Choice>
        <mc:Fallback xmlns="">
          <p:sp>
            <p:nvSpPr>
              <p:cNvPr id="109" name="직사각형 108"/>
              <p:cNvSpPr>
                <a:spLocks noRot="1" noChangeAspect="1" noMove="1" noResize="1" noEditPoints="1" noAdjustHandles="1" noChangeArrowheads="1" noChangeShapeType="1" noTextEdit="1"/>
              </p:cNvSpPr>
              <p:nvPr/>
            </p:nvSpPr>
            <p:spPr>
              <a:xfrm>
                <a:off x="613350" y="3976536"/>
                <a:ext cx="5564001" cy="1785104"/>
              </a:xfrm>
              <a:prstGeom prst="rect">
                <a:avLst/>
              </a:prstGeom>
              <a:blipFill>
                <a:blip r:embed="rId2"/>
                <a:stretch>
                  <a:fillRect b="-1024"/>
                </a:stretch>
              </a:blipFill>
            </p:spPr>
            <p:txBody>
              <a:bodyPr/>
              <a:lstStyle/>
              <a:p>
                <a:r>
                  <a:rPr lang="ko-KR" altLang="en-US">
                    <a:noFill/>
                  </a:rPr>
                  <a:t> </a:t>
                </a:r>
              </a:p>
            </p:txBody>
          </p:sp>
        </mc:Fallback>
      </mc:AlternateContent>
      <p:grpSp>
        <p:nvGrpSpPr>
          <p:cNvPr id="4" name="그룹 3">
            <a:extLst>
              <a:ext uri="{FF2B5EF4-FFF2-40B4-BE49-F238E27FC236}">
                <a16:creationId xmlns:a16="http://schemas.microsoft.com/office/drawing/2014/main" id="{B4E8273B-26E4-46CC-8BF6-A789641D5E02}"/>
              </a:ext>
            </a:extLst>
          </p:cNvPr>
          <p:cNvGrpSpPr/>
          <p:nvPr/>
        </p:nvGrpSpPr>
        <p:grpSpPr>
          <a:xfrm>
            <a:off x="575310" y="643903"/>
            <a:ext cx="5593312" cy="3173176"/>
            <a:chOff x="575310" y="643903"/>
            <a:chExt cx="5593312" cy="3173176"/>
          </a:xfrm>
        </p:grpSpPr>
        <p:sp>
          <p:nvSpPr>
            <p:cNvPr id="8" name="TextBox 7"/>
            <p:cNvSpPr txBox="1"/>
            <p:nvPr/>
          </p:nvSpPr>
          <p:spPr>
            <a:xfrm>
              <a:off x="3123596" y="665771"/>
              <a:ext cx="295288"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pic>
          <p:nvPicPr>
            <p:cNvPr id="9" name="Picture 228"/>
            <p:cNvPicPr>
              <a:picLocks noChangeAspect="1" noChangeArrowheads="1"/>
            </p:cNvPicPr>
            <p:nvPr/>
          </p:nvPicPr>
          <p:blipFill rotWithShape="1">
            <a:blip r:embed="rId3">
              <a:extLst>
                <a:ext uri="{28A0092B-C50C-407E-A947-70E740481C1C}">
                  <a14:useLocalDpi xmlns:a14="http://schemas.microsoft.com/office/drawing/2010/main" val="0"/>
                </a:ext>
              </a:extLst>
            </a:blip>
            <a:srcRect l="13947" r="54300"/>
            <a:stretch/>
          </p:blipFill>
          <p:spPr bwMode="auto">
            <a:xfrm>
              <a:off x="1594976" y="1123905"/>
              <a:ext cx="737858" cy="2323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2"/>
            <p:cNvPicPr>
              <a:picLocks noChangeAspect="1" noChangeArrowheads="1"/>
            </p:cNvPicPr>
            <p:nvPr/>
          </p:nvPicPr>
          <p:blipFill rotWithShape="1">
            <a:blip r:embed="rId4">
              <a:extLst>
                <a:ext uri="{28A0092B-C50C-407E-A947-70E740481C1C}">
                  <a14:useLocalDpi xmlns:a14="http://schemas.microsoft.com/office/drawing/2010/main" val="0"/>
                </a:ext>
              </a:extLst>
            </a:blip>
            <a:srcRect l="13947" r="54300"/>
            <a:stretch/>
          </p:blipFill>
          <p:spPr bwMode="auto">
            <a:xfrm>
              <a:off x="836235" y="1123905"/>
              <a:ext cx="737966" cy="232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제목 1"/>
            <p:cNvSpPr txBox="1">
              <a:spLocks/>
            </p:cNvSpPr>
            <p:nvPr/>
          </p:nvSpPr>
          <p:spPr>
            <a:xfrm>
              <a:off x="925299" y="893461"/>
              <a:ext cx="563524" cy="24496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Truth</a:t>
              </a:r>
              <a:endParaRPr lang="ko-KR" altLang="en-US" sz="800" dirty="0">
                <a:latin typeface="helvetica" panose="020B0604020202020204" pitchFamily="34" charset="0"/>
                <a:cs typeface="helvetica" panose="020B0604020202020204" pitchFamily="34" charset="0"/>
              </a:endParaRPr>
            </a:p>
          </p:txBody>
        </p:sp>
        <p:sp>
          <p:nvSpPr>
            <p:cNvPr id="12" name="제목 1"/>
            <p:cNvSpPr txBox="1">
              <a:spLocks/>
            </p:cNvSpPr>
            <p:nvPr/>
          </p:nvSpPr>
          <p:spPr>
            <a:xfrm>
              <a:off x="1642792" y="959891"/>
              <a:ext cx="590248" cy="190117"/>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Mean</a:t>
              </a:r>
              <a:endParaRPr lang="ko-KR" altLang="en-US" sz="800" dirty="0">
                <a:latin typeface="helvetica" panose="020B0604020202020204" pitchFamily="34" charset="0"/>
                <a:cs typeface="helvetica" panose="020B0604020202020204" pitchFamily="34" charset="0"/>
              </a:endParaRPr>
            </a:p>
          </p:txBody>
        </p:sp>
        <p:sp>
          <p:nvSpPr>
            <p:cNvPr id="13" name="제목 1"/>
            <p:cNvSpPr txBox="1">
              <a:spLocks/>
            </p:cNvSpPr>
            <p:nvPr/>
          </p:nvSpPr>
          <p:spPr>
            <a:xfrm>
              <a:off x="2311838" y="1115136"/>
              <a:ext cx="672899" cy="22214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solidFill>
                    <a:schemeClr val="bg1"/>
                  </a:solidFill>
                  <a:latin typeface="helvetica" panose="020B0604020202020204" pitchFamily="34" charset="0"/>
                  <a:cs typeface="helvetica" panose="020B0604020202020204" pitchFamily="34" charset="0"/>
                </a:rPr>
                <a:t>FS-SOFI2</a:t>
              </a:r>
              <a:endParaRPr lang="ko-KR" altLang="en-US" sz="1000" dirty="0">
                <a:solidFill>
                  <a:schemeClr val="bg1"/>
                </a:solidFill>
                <a:latin typeface="helvetica" panose="020B0604020202020204" pitchFamily="34" charset="0"/>
                <a:cs typeface="helvetica" panose="020B0604020202020204" pitchFamily="34" charset="0"/>
              </a:endParaRPr>
            </a:p>
          </p:txBody>
        </p:sp>
        <p:pic>
          <p:nvPicPr>
            <p:cNvPr id="14" name="Picture 7"/>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3947" r="54300"/>
            <a:stretch/>
          </p:blipFill>
          <p:spPr bwMode="auto">
            <a:xfrm>
              <a:off x="2353609" y="1123904"/>
              <a:ext cx="737281" cy="232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제목 1"/>
            <p:cNvSpPr txBox="1">
              <a:spLocks/>
            </p:cNvSpPr>
            <p:nvPr/>
          </p:nvSpPr>
          <p:spPr>
            <a:xfrm>
              <a:off x="2273438" y="953774"/>
              <a:ext cx="886143" cy="201680"/>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NS-SOFI3</a:t>
              </a:r>
              <a:endParaRPr lang="ko-KR" altLang="en-US" sz="800" dirty="0">
                <a:latin typeface="helvetica" panose="020B0604020202020204" pitchFamily="34" charset="0"/>
                <a:cs typeface="helvetica" panose="020B0604020202020204" pitchFamily="34" charset="0"/>
              </a:endParaRPr>
            </a:p>
          </p:txBody>
        </p:sp>
        <p:sp>
          <p:nvSpPr>
            <p:cNvPr id="16" name="제목 1"/>
            <p:cNvSpPr txBox="1">
              <a:spLocks/>
            </p:cNvSpPr>
            <p:nvPr/>
          </p:nvSpPr>
          <p:spPr>
            <a:xfrm>
              <a:off x="772402" y="3583180"/>
              <a:ext cx="239544" cy="16654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latin typeface="helvetica" panose="020B0604020202020204" pitchFamily="34" charset="0"/>
                  <a:cs typeface="helvetica" panose="020B0604020202020204" pitchFamily="34" charset="0"/>
                </a:rPr>
                <a:t>0</a:t>
              </a:r>
              <a:endParaRPr lang="ko-KR" altLang="en-US" sz="1200" dirty="0">
                <a:latin typeface="helvetica" panose="020B0604020202020204" pitchFamily="34" charset="0"/>
                <a:cs typeface="helvetica" panose="020B0604020202020204" pitchFamily="34" charset="0"/>
              </a:endParaRPr>
            </a:p>
          </p:txBody>
        </p:sp>
        <p:cxnSp>
          <p:nvCxnSpPr>
            <p:cNvPr id="17" name="직선 연결선 16"/>
            <p:cNvCxnSpPr/>
            <p:nvPr/>
          </p:nvCxnSpPr>
          <p:spPr>
            <a:xfrm>
              <a:off x="1635550" y="2762683"/>
              <a:ext cx="588485" cy="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2416633" y="1654612"/>
              <a:ext cx="482075" cy="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a:xfrm>
              <a:off x="1635550" y="1654612"/>
              <a:ext cx="525123" cy="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sp>
          <p:nvSpPr>
            <p:cNvPr id="20" name="제목 1"/>
            <p:cNvSpPr txBox="1">
              <a:spLocks/>
            </p:cNvSpPr>
            <p:nvPr/>
          </p:nvSpPr>
          <p:spPr>
            <a:xfrm>
              <a:off x="2160305" y="1586220"/>
              <a:ext cx="189508" cy="143020"/>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solidFill>
                    <a:schemeClr val="bg1"/>
                  </a:solidFill>
                  <a:latin typeface="helvetica" panose="020B0604020202020204" pitchFamily="34" charset="0"/>
                  <a:cs typeface="helvetica" panose="020B0604020202020204" pitchFamily="34" charset="0"/>
                </a:rPr>
                <a:t>A</a:t>
              </a:r>
              <a:endParaRPr lang="ko-KR" altLang="en-US" sz="1200" dirty="0">
                <a:solidFill>
                  <a:schemeClr val="bg1"/>
                </a:solidFill>
                <a:latin typeface="helvetica" panose="020B0604020202020204" pitchFamily="34" charset="0"/>
                <a:cs typeface="helvetica" panose="020B0604020202020204" pitchFamily="34" charset="0"/>
              </a:endParaRPr>
            </a:p>
          </p:txBody>
        </p:sp>
        <p:sp>
          <p:nvSpPr>
            <p:cNvPr id="21" name="제목 1"/>
            <p:cNvSpPr txBox="1">
              <a:spLocks/>
            </p:cNvSpPr>
            <p:nvPr/>
          </p:nvSpPr>
          <p:spPr>
            <a:xfrm>
              <a:off x="2160305" y="2694404"/>
              <a:ext cx="189508" cy="143020"/>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solidFill>
                    <a:schemeClr val="bg1"/>
                  </a:solidFill>
                  <a:latin typeface="helvetica" panose="020B0604020202020204" pitchFamily="34" charset="0"/>
                  <a:cs typeface="helvetica" panose="020B0604020202020204" pitchFamily="34" charset="0"/>
                </a:rPr>
                <a:t>B</a:t>
              </a:r>
              <a:endParaRPr lang="ko-KR" altLang="en-US" sz="1200" dirty="0">
                <a:solidFill>
                  <a:schemeClr val="bg1"/>
                </a:solidFill>
                <a:latin typeface="helvetica" panose="020B0604020202020204" pitchFamily="34" charset="0"/>
                <a:cs typeface="helvetica" panose="020B0604020202020204" pitchFamily="34" charset="0"/>
              </a:endParaRPr>
            </a:p>
          </p:txBody>
        </p:sp>
        <p:sp>
          <p:nvSpPr>
            <p:cNvPr id="22" name="제목 1"/>
            <p:cNvSpPr txBox="1">
              <a:spLocks/>
            </p:cNvSpPr>
            <p:nvPr/>
          </p:nvSpPr>
          <p:spPr>
            <a:xfrm>
              <a:off x="2887622" y="1586220"/>
              <a:ext cx="189508" cy="143020"/>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solidFill>
                    <a:schemeClr val="bg1"/>
                  </a:solidFill>
                  <a:latin typeface="helvetica" panose="020B0604020202020204" pitchFamily="34" charset="0"/>
                  <a:cs typeface="helvetica" panose="020B0604020202020204" pitchFamily="34" charset="0"/>
                </a:rPr>
                <a:t>C</a:t>
              </a:r>
              <a:endParaRPr lang="ko-KR" altLang="en-US" sz="1200" dirty="0">
                <a:solidFill>
                  <a:schemeClr val="bg1"/>
                </a:solidFill>
                <a:latin typeface="helvetica" panose="020B0604020202020204" pitchFamily="34" charset="0"/>
                <a:cs typeface="helvetica" panose="020B0604020202020204" pitchFamily="34" charset="0"/>
              </a:endParaRPr>
            </a:p>
          </p:txBody>
        </p:sp>
        <p:sp>
          <p:nvSpPr>
            <p:cNvPr id="23" name="TextBox 22"/>
            <p:cNvSpPr txBox="1"/>
            <p:nvPr/>
          </p:nvSpPr>
          <p:spPr>
            <a:xfrm>
              <a:off x="575310" y="643903"/>
              <a:ext cx="27818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pic>
          <p:nvPicPr>
            <p:cNvPr id="24" name="Picture 10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5400000">
              <a:off x="1899885" y="2648434"/>
              <a:ext cx="149650" cy="200473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cxnSp>
          <p:nvCxnSpPr>
            <p:cNvPr id="25" name="직선 연결선 24"/>
            <p:cNvCxnSpPr/>
            <p:nvPr/>
          </p:nvCxnSpPr>
          <p:spPr>
            <a:xfrm>
              <a:off x="2422521" y="3390618"/>
              <a:ext cx="289892"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1663264" y="3390618"/>
              <a:ext cx="289892"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7" name="직선 연결선 26"/>
            <p:cNvCxnSpPr/>
            <p:nvPr/>
          </p:nvCxnSpPr>
          <p:spPr>
            <a:xfrm>
              <a:off x="900488" y="3385077"/>
              <a:ext cx="289892"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28" name="제목 1"/>
            <p:cNvSpPr txBox="1">
              <a:spLocks/>
            </p:cNvSpPr>
            <p:nvPr/>
          </p:nvSpPr>
          <p:spPr>
            <a:xfrm>
              <a:off x="2938106" y="3616946"/>
              <a:ext cx="239544" cy="16654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latin typeface="helvetica" panose="020B0604020202020204" pitchFamily="34" charset="0"/>
                  <a:cs typeface="helvetica" panose="020B0604020202020204" pitchFamily="34" charset="0"/>
                </a:rPr>
                <a:t>1</a:t>
              </a:r>
              <a:endParaRPr lang="ko-KR" altLang="en-US" sz="1200" dirty="0">
                <a:latin typeface="helvetica" panose="020B0604020202020204" pitchFamily="34" charset="0"/>
                <a:cs typeface="helvetica" panose="020B0604020202020204" pitchFamily="34" charset="0"/>
              </a:endParaRPr>
            </a:p>
          </p:txBody>
        </p:sp>
        <p:sp>
          <p:nvSpPr>
            <p:cNvPr id="30" name="Line 116"/>
            <p:cNvSpPr>
              <a:spLocks noChangeShapeType="1"/>
            </p:cNvSpPr>
            <p:nvPr/>
          </p:nvSpPr>
          <p:spPr bwMode="auto">
            <a:xfrm>
              <a:off x="3718305" y="3313597"/>
              <a:ext cx="232845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1" name="Line 117"/>
            <p:cNvSpPr>
              <a:spLocks noChangeShapeType="1"/>
            </p:cNvSpPr>
            <p:nvPr/>
          </p:nvSpPr>
          <p:spPr bwMode="auto">
            <a:xfrm flipV="1">
              <a:off x="3718305"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2" name="Line 118"/>
            <p:cNvSpPr>
              <a:spLocks noChangeShapeType="1"/>
            </p:cNvSpPr>
            <p:nvPr/>
          </p:nvSpPr>
          <p:spPr bwMode="auto">
            <a:xfrm flipV="1">
              <a:off x="3956368"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3" name="Line 119"/>
            <p:cNvSpPr>
              <a:spLocks noChangeShapeType="1"/>
            </p:cNvSpPr>
            <p:nvPr/>
          </p:nvSpPr>
          <p:spPr bwMode="auto">
            <a:xfrm flipV="1">
              <a:off x="4193344"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4" name="Line 120"/>
            <p:cNvSpPr>
              <a:spLocks noChangeShapeType="1"/>
            </p:cNvSpPr>
            <p:nvPr/>
          </p:nvSpPr>
          <p:spPr bwMode="auto">
            <a:xfrm flipV="1">
              <a:off x="4431408"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5" name="Line 121"/>
            <p:cNvSpPr>
              <a:spLocks noChangeShapeType="1"/>
            </p:cNvSpPr>
            <p:nvPr/>
          </p:nvSpPr>
          <p:spPr bwMode="auto">
            <a:xfrm flipV="1">
              <a:off x="4668384"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6" name="Line 122"/>
            <p:cNvSpPr>
              <a:spLocks noChangeShapeType="1"/>
            </p:cNvSpPr>
            <p:nvPr/>
          </p:nvSpPr>
          <p:spPr bwMode="auto">
            <a:xfrm flipV="1">
              <a:off x="4906447"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7" name="Line 123"/>
            <p:cNvSpPr>
              <a:spLocks noChangeShapeType="1"/>
            </p:cNvSpPr>
            <p:nvPr/>
          </p:nvSpPr>
          <p:spPr bwMode="auto">
            <a:xfrm flipV="1">
              <a:off x="5143424"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8" name="Line 124"/>
            <p:cNvSpPr>
              <a:spLocks noChangeShapeType="1"/>
            </p:cNvSpPr>
            <p:nvPr/>
          </p:nvSpPr>
          <p:spPr bwMode="auto">
            <a:xfrm flipV="1">
              <a:off x="5381487"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9" name="Line 125"/>
            <p:cNvSpPr>
              <a:spLocks noChangeShapeType="1"/>
            </p:cNvSpPr>
            <p:nvPr/>
          </p:nvSpPr>
          <p:spPr bwMode="auto">
            <a:xfrm flipV="1">
              <a:off x="5619550"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0" name="Line 126"/>
            <p:cNvSpPr>
              <a:spLocks noChangeShapeType="1"/>
            </p:cNvSpPr>
            <p:nvPr/>
          </p:nvSpPr>
          <p:spPr bwMode="auto">
            <a:xfrm flipV="1">
              <a:off x="5856527"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1" name="Rectangle 127"/>
            <p:cNvSpPr>
              <a:spLocks noChangeArrowheads="1"/>
            </p:cNvSpPr>
            <p:nvPr/>
          </p:nvSpPr>
          <p:spPr bwMode="auto">
            <a:xfrm>
              <a:off x="3701999" y="3333316"/>
              <a:ext cx="5770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endParaRPr kumimoji="0" lang="ko-KR" altLang="ko-KR" sz="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42" name="Rectangle 129"/>
            <p:cNvSpPr>
              <a:spLocks noChangeArrowheads="1"/>
            </p:cNvSpPr>
            <p:nvPr/>
          </p:nvSpPr>
          <p:spPr bwMode="auto">
            <a:xfrm>
              <a:off x="4124635" y="3333316"/>
              <a:ext cx="155038" cy="127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0.2</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3" name="Rectangle 131"/>
            <p:cNvSpPr>
              <a:spLocks noChangeArrowheads="1"/>
            </p:cNvSpPr>
            <p:nvPr/>
          </p:nvSpPr>
          <p:spPr bwMode="auto">
            <a:xfrm>
              <a:off x="4604937" y="3333316"/>
              <a:ext cx="16016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4" name="Rectangle 133"/>
            <p:cNvSpPr>
              <a:spLocks noChangeArrowheads="1"/>
            </p:cNvSpPr>
            <p:nvPr/>
          </p:nvSpPr>
          <p:spPr bwMode="auto">
            <a:xfrm>
              <a:off x="5073627" y="3333316"/>
              <a:ext cx="16909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0.6</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5" name="Rectangle 135"/>
            <p:cNvSpPr>
              <a:spLocks noChangeArrowheads="1"/>
            </p:cNvSpPr>
            <p:nvPr/>
          </p:nvSpPr>
          <p:spPr bwMode="auto">
            <a:xfrm>
              <a:off x="5548667" y="3333316"/>
              <a:ext cx="15884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0.8</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6" name="Rectangle 136"/>
            <p:cNvSpPr>
              <a:spLocks noChangeArrowheads="1"/>
            </p:cNvSpPr>
            <p:nvPr/>
          </p:nvSpPr>
          <p:spPr bwMode="auto">
            <a:xfrm>
              <a:off x="5974481" y="3330282"/>
              <a:ext cx="16483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800" dirty="0">
                  <a:solidFill>
                    <a:srgbClr val="262626"/>
                  </a:solidFill>
                  <a:latin typeface="helvetica" panose="020B0604020202020204" pitchFamily="34" charset="0"/>
                  <a:cs typeface="helvetica" panose="020B0604020202020204" pitchFamily="34" charset="0"/>
                </a:rPr>
                <a:t>1</a:t>
              </a: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7" name="Line 137"/>
            <p:cNvSpPr>
              <a:spLocks noChangeShapeType="1"/>
            </p:cNvSpPr>
            <p:nvPr/>
          </p:nvSpPr>
          <p:spPr bwMode="auto">
            <a:xfrm flipV="1">
              <a:off x="3718305" y="2302820"/>
              <a:ext cx="0" cy="1002432"/>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8" name="Line 138"/>
            <p:cNvSpPr>
              <a:spLocks noChangeShapeType="1"/>
            </p:cNvSpPr>
            <p:nvPr/>
          </p:nvSpPr>
          <p:spPr bwMode="auto">
            <a:xfrm>
              <a:off x="3718305" y="3313597"/>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9" name="Line 139"/>
            <p:cNvSpPr>
              <a:spLocks noChangeShapeType="1"/>
            </p:cNvSpPr>
            <p:nvPr/>
          </p:nvSpPr>
          <p:spPr bwMode="auto">
            <a:xfrm>
              <a:off x="3718305" y="3098803"/>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50" name="Line 140"/>
            <p:cNvSpPr>
              <a:spLocks noChangeShapeType="1"/>
            </p:cNvSpPr>
            <p:nvPr/>
          </p:nvSpPr>
          <p:spPr bwMode="auto">
            <a:xfrm>
              <a:off x="3718305" y="2953945"/>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51" name="Line 141"/>
            <p:cNvSpPr>
              <a:spLocks noChangeShapeType="1"/>
            </p:cNvSpPr>
            <p:nvPr/>
          </p:nvSpPr>
          <p:spPr bwMode="auto">
            <a:xfrm>
              <a:off x="3718305" y="2809086"/>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52" name="Line 142"/>
            <p:cNvSpPr>
              <a:spLocks noChangeShapeType="1"/>
            </p:cNvSpPr>
            <p:nvPr/>
          </p:nvSpPr>
          <p:spPr bwMode="auto">
            <a:xfrm>
              <a:off x="3718305" y="2664228"/>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53" name="Line 143"/>
            <p:cNvSpPr>
              <a:spLocks noChangeShapeType="1"/>
            </p:cNvSpPr>
            <p:nvPr/>
          </p:nvSpPr>
          <p:spPr bwMode="auto">
            <a:xfrm>
              <a:off x="3718305" y="2519369"/>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54" name="Rectangle 144"/>
            <p:cNvSpPr>
              <a:spLocks noChangeArrowheads="1"/>
            </p:cNvSpPr>
            <p:nvPr/>
          </p:nvSpPr>
          <p:spPr bwMode="auto">
            <a:xfrm>
              <a:off x="3649291" y="3200799"/>
              <a:ext cx="4716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5" name="Rectangle 145"/>
            <p:cNvSpPr>
              <a:spLocks noChangeArrowheads="1"/>
            </p:cNvSpPr>
            <p:nvPr/>
          </p:nvSpPr>
          <p:spPr bwMode="auto">
            <a:xfrm>
              <a:off x="3553288" y="3033968"/>
              <a:ext cx="155447" cy="12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0.2</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6" name="Rectangle 146"/>
            <p:cNvSpPr>
              <a:spLocks noChangeArrowheads="1"/>
            </p:cNvSpPr>
            <p:nvPr/>
          </p:nvSpPr>
          <p:spPr bwMode="auto">
            <a:xfrm>
              <a:off x="3553288" y="2888351"/>
              <a:ext cx="16287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7" name="Rectangle 147"/>
            <p:cNvSpPr>
              <a:spLocks noChangeArrowheads="1"/>
            </p:cNvSpPr>
            <p:nvPr/>
          </p:nvSpPr>
          <p:spPr bwMode="auto">
            <a:xfrm>
              <a:off x="3553289" y="2746526"/>
              <a:ext cx="17654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0.6</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8" name="Rectangle 148"/>
            <p:cNvSpPr>
              <a:spLocks noChangeArrowheads="1"/>
            </p:cNvSpPr>
            <p:nvPr/>
          </p:nvSpPr>
          <p:spPr bwMode="auto">
            <a:xfrm>
              <a:off x="3553288" y="2600910"/>
              <a:ext cx="20260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0.8</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9" name="Rectangle 149"/>
            <p:cNvSpPr>
              <a:spLocks noChangeArrowheads="1"/>
            </p:cNvSpPr>
            <p:nvPr/>
          </p:nvSpPr>
          <p:spPr bwMode="auto">
            <a:xfrm>
              <a:off x="3616234" y="2455292"/>
              <a:ext cx="6020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0" name="Freeform 150"/>
            <p:cNvSpPr>
              <a:spLocks/>
            </p:cNvSpPr>
            <p:nvPr/>
          </p:nvSpPr>
          <p:spPr bwMode="auto">
            <a:xfrm>
              <a:off x="3718305" y="2580801"/>
              <a:ext cx="2328455" cy="590810"/>
            </a:xfrm>
            <a:custGeom>
              <a:avLst/>
              <a:gdLst>
                <a:gd name="T0" fmla="*/ 24 w 2142"/>
                <a:gd name="T1" fmla="*/ 778 h 779"/>
                <a:gd name="T2" fmla="*/ 60 w 2142"/>
                <a:gd name="T3" fmla="*/ 778 h 779"/>
                <a:gd name="T4" fmla="*/ 96 w 2142"/>
                <a:gd name="T5" fmla="*/ 778 h 779"/>
                <a:gd name="T6" fmla="*/ 132 w 2142"/>
                <a:gd name="T7" fmla="*/ 778 h 779"/>
                <a:gd name="T8" fmla="*/ 168 w 2142"/>
                <a:gd name="T9" fmla="*/ 778 h 779"/>
                <a:gd name="T10" fmla="*/ 204 w 2142"/>
                <a:gd name="T11" fmla="*/ 778 h 779"/>
                <a:gd name="T12" fmla="*/ 240 w 2142"/>
                <a:gd name="T13" fmla="*/ 778 h 779"/>
                <a:gd name="T14" fmla="*/ 276 w 2142"/>
                <a:gd name="T15" fmla="*/ 778 h 779"/>
                <a:gd name="T16" fmla="*/ 312 w 2142"/>
                <a:gd name="T17" fmla="*/ 778 h 779"/>
                <a:gd name="T18" fmla="*/ 347 w 2142"/>
                <a:gd name="T19" fmla="*/ 777 h 779"/>
                <a:gd name="T20" fmla="*/ 383 w 2142"/>
                <a:gd name="T21" fmla="*/ 770 h 779"/>
                <a:gd name="T22" fmla="*/ 419 w 2142"/>
                <a:gd name="T23" fmla="*/ 748 h 779"/>
                <a:gd name="T24" fmla="*/ 455 w 2142"/>
                <a:gd name="T25" fmla="*/ 717 h 779"/>
                <a:gd name="T26" fmla="*/ 491 w 2142"/>
                <a:gd name="T27" fmla="*/ 682 h 779"/>
                <a:gd name="T28" fmla="*/ 527 w 2142"/>
                <a:gd name="T29" fmla="*/ 641 h 779"/>
                <a:gd name="T30" fmla="*/ 563 w 2142"/>
                <a:gd name="T31" fmla="*/ 596 h 779"/>
                <a:gd name="T32" fmla="*/ 599 w 2142"/>
                <a:gd name="T33" fmla="*/ 548 h 779"/>
                <a:gd name="T34" fmla="*/ 635 w 2142"/>
                <a:gd name="T35" fmla="*/ 494 h 779"/>
                <a:gd name="T36" fmla="*/ 671 w 2142"/>
                <a:gd name="T37" fmla="*/ 438 h 779"/>
                <a:gd name="T38" fmla="*/ 706 w 2142"/>
                <a:gd name="T39" fmla="*/ 380 h 779"/>
                <a:gd name="T40" fmla="*/ 742 w 2142"/>
                <a:gd name="T41" fmla="*/ 321 h 779"/>
                <a:gd name="T42" fmla="*/ 778 w 2142"/>
                <a:gd name="T43" fmla="*/ 263 h 779"/>
                <a:gd name="T44" fmla="*/ 814 w 2142"/>
                <a:gd name="T45" fmla="*/ 209 h 779"/>
                <a:gd name="T46" fmla="*/ 850 w 2142"/>
                <a:gd name="T47" fmla="*/ 155 h 779"/>
                <a:gd name="T48" fmla="*/ 886 w 2142"/>
                <a:gd name="T49" fmla="*/ 109 h 779"/>
                <a:gd name="T50" fmla="*/ 922 w 2142"/>
                <a:gd name="T51" fmla="*/ 70 h 779"/>
                <a:gd name="T52" fmla="*/ 958 w 2142"/>
                <a:gd name="T53" fmla="*/ 38 h 779"/>
                <a:gd name="T54" fmla="*/ 994 w 2142"/>
                <a:gd name="T55" fmla="*/ 17 h 779"/>
                <a:gd name="T56" fmla="*/ 1030 w 2142"/>
                <a:gd name="T57" fmla="*/ 3 h 779"/>
                <a:gd name="T58" fmla="*/ 1065 w 2142"/>
                <a:gd name="T59" fmla="*/ 1 h 779"/>
                <a:gd name="T60" fmla="*/ 1101 w 2142"/>
                <a:gd name="T61" fmla="*/ 8 h 779"/>
                <a:gd name="T62" fmla="*/ 1137 w 2142"/>
                <a:gd name="T63" fmla="*/ 27 h 779"/>
                <a:gd name="T64" fmla="*/ 1173 w 2142"/>
                <a:gd name="T65" fmla="*/ 54 h 779"/>
                <a:gd name="T66" fmla="*/ 1209 w 2142"/>
                <a:gd name="T67" fmla="*/ 90 h 779"/>
                <a:gd name="T68" fmla="*/ 1245 w 2142"/>
                <a:gd name="T69" fmla="*/ 134 h 779"/>
                <a:gd name="T70" fmla="*/ 1281 w 2142"/>
                <a:gd name="T71" fmla="*/ 182 h 779"/>
                <a:gd name="T72" fmla="*/ 1317 w 2142"/>
                <a:gd name="T73" fmla="*/ 236 h 779"/>
                <a:gd name="T74" fmla="*/ 1353 w 2142"/>
                <a:gd name="T75" fmla="*/ 293 h 779"/>
                <a:gd name="T76" fmla="*/ 1389 w 2142"/>
                <a:gd name="T77" fmla="*/ 351 h 779"/>
                <a:gd name="T78" fmla="*/ 1424 w 2142"/>
                <a:gd name="T79" fmla="*/ 409 h 779"/>
                <a:gd name="T80" fmla="*/ 1460 w 2142"/>
                <a:gd name="T81" fmla="*/ 465 h 779"/>
                <a:gd name="T82" fmla="*/ 1496 w 2142"/>
                <a:gd name="T83" fmla="*/ 520 h 779"/>
                <a:gd name="T84" fmla="*/ 1532 w 2142"/>
                <a:gd name="T85" fmla="*/ 571 h 779"/>
                <a:gd name="T86" fmla="*/ 1568 w 2142"/>
                <a:gd name="T87" fmla="*/ 618 h 779"/>
                <a:gd name="T88" fmla="*/ 1604 w 2142"/>
                <a:gd name="T89" fmla="*/ 660 h 779"/>
                <a:gd name="T90" fmla="*/ 1640 w 2142"/>
                <a:gd name="T91" fmla="*/ 698 h 779"/>
                <a:gd name="T92" fmla="*/ 1676 w 2142"/>
                <a:gd name="T93" fmla="*/ 731 h 779"/>
                <a:gd name="T94" fmla="*/ 1712 w 2142"/>
                <a:gd name="T95" fmla="*/ 759 h 779"/>
                <a:gd name="T96" fmla="*/ 1748 w 2142"/>
                <a:gd name="T97" fmla="*/ 775 h 779"/>
                <a:gd name="T98" fmla="*/ 1783 w 2142"/>
                <a:gd name="T99" fmla="*/ 778 h 779"/>
                <a:gd name="T100" fmla="*/ 1819 w 2142"/>
                <a:gd name="T101" fmla="*/ 778 h 779"/>
                <a:gd name="T102" fmla="*/ 1855 w 2142"/>
                <a:gd name="T103" fmla="*/ 778 h 779"/>
                <a:gd name="T104" fmla="*/ 1891 w 2142"/>
                <a:gd name="T105" fmla="*/ 778 h 779"/>
                <a:gd name="T106" fmla="*/ 1927 w 2142"/>
                <a:gd name="T107" fmla="*/ 778 h 779"/>
                <a:gd name="T108" fmla="*/ 1963 w 2142"/>
                <a:gd name="T109" fmla="*/ 778 h 779"/>
                <a:gd name="T110" fmla="*/ 1999 w 2142"/>
                <a:gd name="T111" fmla="*/ 778 h 779"/>
                <a:gd name="T112" fmla="*/ 2035 w 2142"/>
                <a:gd name="T113" fmla="*/ 778 h 779"/>
                <a:gd name="T114" fmla="*/ 2071 w 2142"/>
                <a:gd name="T115" fmla="*/ 778 h 779"/>
                <a:gd name="T116" fmla="*/ 2107 w 2142"/>
                <a:gd name="T117" fmla="*/ 779 h 779"/>
                <a:gd name="T118" fmla="*/ 2142 w 2142"/>
                <a:gd name="T119" fmla="*/ 778 h 7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2" h="779">
                  <a:moveTo>
                    <a:pt x="0" y="778"/>
                  </a:moveTo>
                  <a:lnTo>
                    <a:pt x="12" y="778"/>
                  </a:lnTo>
                  <a:lnTo>
                    <a:pt x="24" y="778"/>
                  </a:lnTo>
                  <a:lnTo>
                    <a:pt x="36" y="778"/>
                  </a:lnTo>
                  <a:lnTo>
                    <a:pt x="48" y="778"/>
                  </a:lnTo>
                  <a:lnTo>
                    <a:pt x="60" y="778"/>
                  </a:lnTo>
                  <a:lnTo>
                    <a:pt x="72" y="778"/>
                  </a:lnTo>
                  <a:lnTo>
                    <a:pt x="84" y="778"/>
                  </a:lnTo>
                  <a:lnTo>
                    <a:pt x="96" y="778"/>
                  </a:lnTo>
                  <a:lnTo>
                    <a:pt x="108" y="778"/>
                  </a:lnTo>
                  <a:lnTo>
                    <a:pt x="120" y="778"/>
                  </a:lnTo>
                  <a:lnTo>
                    <a:pt x="132" y="778"/>
                  </a:lnTo>
                  <a:lnTo>
                    <a:pt x="144" y="778"/>
                  </a:lnTo>
                  <a:lnTo>
                    <a:pt x="156" y="778"/>
                  </a:lnTo>
                  <a:lnTo>
                    <a:pt x="168" y="778"/>
                  </a:lnTo>
                  <a:lnTo>
                    <a:pt x="180" y="778"/>
                  </a:lnTo>
                  <a:lnTo>
                    <a:pt x="192" y="778"/>
                  </a:lnTo>
                  <a:lnTo>
                    <a:pt x="204" y="778"/>
                  </a:lnTo>
                  <a:lnTo>
                    <a:pt x="216" y="778"/>
                  </a:lnTo>
                  <a:lnTo>
                    <a:pt x="228" y="778"/>
                  </a:lnTo>
                  <a:lnTo>
                    <a:pt x="240" y="778"/>
                  </a:lnTo>
                  <a:lnTo>
                    <a:pt x="252" y="778"/>
                  </a:lnTo>
                  <a:lnTo>
                    <a:pt x="264" y="778"/>
                  </a:lnTo>
                  <a:lnTo>
                    <a:pt x="276" y="778"/>
                  </a:lnTo>
                  <a:lnTo>
                    <a:pt x="288" y="778"/>
                  </a:lnTo>
                  <a:lnTo>
                    <a:pt x="300" y="778"/>
                  </a:lnTo>
                  <a:lnTo>
                    <a:pt x="312" y="778"/>
                  </a:lnTo>
                  <a:lnTo>
                    <a:pt x="324" y="778"/>
                  </a:lnTo>
                  <a:lnTo>
                    <a:pt x="336" y="778"/>
                  </a:lnTo>
                  <a:lnTo>
                    <a:pt x="347" y="777"/>
                  </a:lnTo>
                  <a:lnTo>
                    <a:pt x="359" y="776"/>
                  </a:lnTo>
                  <a:lnTo>
                    <a:pt x="371" y="774"/>
                  </a:lnTo>
                  <a:lnTo>
                    <a:pt x="383" y="770"/>
                  </a:lnTo>
                  <a:lnTo>
                    <a:pt x="395" y="764"/>
                  </a:lnTo>
                  <a:lnTo>
                    <a:pt x="407" y="757"/>
                  </a:lnTo>
                  <a:lnTo>
                    <a:pt x="419" y="748"/>
                  </a:lnTo>
                  <a:lnTo>
                    <a:pt x="431" y="738"/>
                  </a:lnTo>
                  <a:lnTo>
                    <a:pt x="443" y="728"/>
                  </a:lnTo>
                  <a:lnTo>
                    <a:pt x="455" y="717"/>
                  </a:lnTo>
                  <a:lnTo>
                    <a:pt x="467" y="706"/>
                  </a:lnTo>
                  <a:lnTo>
                    <a:pt x="479" y="694"/>
                  </a:lnTo>
                  <a:lnTo>
                    <a:pt x="491" y="682"/>
                  </a:lnTo>
                  <a:lnTo>
                    <a:pt x="503" y="669"/>
                  </a:lnTo>
                  <a:lnTo>
                    <a:pt x="515" y="655"/>
                  </a:lnTo>
                  <a:lnTo>
                    <a:pt x="527" y="641"/>
                  </a:lnTo>
                  <a:lnTo>
                    <a:pt x="539" y="626"/>
                  </a:lnTo>
                  <a:lnTo>
                    <a:pt x="551" y="611"/>
                  </a:lnTo>
                  <a:lnTo>
                    <a:pt x="563" y="596"/>
                  </a:lnTo>
                  <a:lnTo>
                    <a:pt x="575" y="581"/>
                  </a:lnTo>
                  <a:lnTo>
                    <a:pt x="587" y="565"/>
                  </a:lnTo>
                  <a:lnTo>
                    <a:pt x="599" y="548"/>
                  </a:lnTo>
                  <a:lnTo>
                    <a:pt x="611" y="530"/>
                  </a:lnTo>
                  <a:lnTo>
                    <a:pt x="623" y="512"/>
                  </a:lnTo>
                  <a:lnTo>
                    <a:pt x="635" y="494"/>
                  </a:lnTo>
                  <a:lnTo>
                    <a:pt x="647" y="476"/>
                  </a:lnTo>
                  <a:lnTo>
                    <a:pt x="659" y="457"/>
                  </a:lnTo>
                  <a:lnTo>
                    <a:pt x="671" y="438"/>
                  </a:lnTo>
                  <a:lnTo>
                    <a:pt x="683" y="419"/>
                  </a:lnTo>
                  <a:lnTo>
                    <a:pt x="695" y="399"/>
                  </a:lnTo>
                  <a:lnTo>
                    <a:pt x="706" y="380"/>
                  </a:lnTo>
                  <a:lnTo>
                    <a:pt x="718" y="360"/>
                  </a:lnTo>
                  <a:lnTo>
                    <a:pt x="730" y="341"/>
                  </a:lnTo>
                  <a:lnTo>
                    <a:pt x="742" y="321"/>
                  </a:lnTo>
                  <a:lnTo>
                    <a:pt x="754" y="302"/>
                  </a:lnTo>
                  <a:lnTo>
                    <a:pt x="766" y="282"/>
                  </a:lnTo>
                  <a:lnTo>
                    <a:pt x="778" y="263"/>
                  </a:lnTo>
                  <a:lnTo>
                    <a:pt x="790" y="244"/>
                  </a:lnTo>
                  <a:lnTo>
                    <a:pt x="802" y="226"/>
                  </a:lnTo>
                  <a:lnTo>
                    <a:pt x="814" y="209"/>
                  </a:lnTo>
                  <a:lnTo>
                    <a:pt x="826" y="191"/>
                  </a:lnTo>
                  <a:lnTo>
                    <a:pt x="838" y="173"/>
                  </a:lnTo>
                  <a:lnTo>
                    <a:pt x="850" y="155"/>
                  </a:lnTo>
                  <a:lnTo>
                    <a:pt x="862" y="139"/>
                  </a:lnTo>
                  <a:lnTo>
                    <a:pt x="874" y="123"/>
                  </a:lnTo>
                  <a:lnTo>
                    <a:pt x="886" y="109"/>
                  </a:lnTo>
                  <a:lnTo>
                    <a:pt x="898" y="95"/>
                  </a:lnTo>
                  <a:lnTo>
                    <a:pt x="910" y="82"/>
                  </a:lnTo>
                  <a:lnTo>
                    <a:pt x="922" y="70"/>
                  </a:lnTo>
                  <a:lnTo>
                    <a:pt x="934" y="58"/>
                  </a:lnTo>
                  <a:lnTo>
                    <a:pt x="946" y="48"/>
                  </a:lnTo>
                  <a:lnTo>
                    <a:pt x="958" y="38"/>
                  </a:lnTo>
                  <a:lnTo>
                    <a:pt x="970" y="30"/>
                  </a:lnTo>
                  <a:lnTo>
                    <a:pt x="982" y="23"/>
                  </a:lnTo>
                  <a:lnTo>
                    <a:pt x="994" y="17"/>
                  </a:lnTo>
                  <a:lnTo>
                    <a:pt x="1006" y="11"/>
                  </a:lnTo>
                  <a:lnTo>
                    <a:pt x="1018" y="6"/>
                  </a:lnTo>
                  <a:lnTo>
                    <a:pt x="1030" y="3"/>
                  </a:lnTo>
                  <a:lnTo>
                    <a:pt x="1042" y="1"/>
                  </a:lnTo>
                  <a:lnTo>
                    <a:pt x="1054" y="0"/>
                  </a:lnTo>
                  <a:lnTo>
                    <a:pt x="1065" y="1"/>
                  </a:lnTo>
                  <a:lnTo>
                    <a:pt x="1077" y="2"/>
                  </a:lnTo>
                  <a:lnTo>
                    <a:pt x="1089" y="5"/>
                  </a:lnTo>
                  <a:lnTo>
                    <a:pt x="1101" y="8"/>
                  </a:lnTo>
                  <a:lnTo>
                    <a:pt x="1113" y="13"/>
                  </a:lnTo>
                  <a:lnTo>
                    <a:pt x="1125" y="19"/>
                  </a:lnTo>
                  <a:lnTo>
                    <a:pt x="1137" y="27"/>
                  </a:lnTo>
                  <a:lnTo>
                    <a:pt x="1149" y="35"/>
                  </a:lnTo>
                  <a:lnTo>
                    <a:pt x="1161" y="44"/>
                  </a:lnTo>
                  <a:lnTo>
                    <a:pt x="1173" y="54"/>
                  </a:lnTo>
                  <a:lnTo>
                    <a:pt x="1185" y="65"/>
                  </a:lnTo>
                  <a:lnTo>
                    <a:pt x="1197" y="77"/>
                  </a:lnTo>
                  <a:lnTo>
                    <a:pt x="1209" y="90"/>
                  </a:lnTo>
                  <a:lnTo>
                    <a:pt x="1221" y="103"/>
                  </a:lnTo>
                  <a:lnTo>
                    <a:pt x="1233" y="118"/>
                  </a:lnTo>
                  <a:lnTo>
                    <a:pt x="1245" y="134"/>
                  </a:lnTo>
                  <a:lnTo>
                    <a:pt x="1257" y="149"/>
                  </a:lnTo>
                  <a:lnTo>
                    <a:pt x="1269" y="165"/>
                  </a:lnTo>
                  <a:lnTo>
                    <a:pt x="1281" y="182"/>
                  </a:lnTo>
                  <a:lnTo>
                    <a:pt x="1293" y="199"/>
                  </a:lnTo>
                  <a:lnTo>
                    <a:pt x="1305" y="217"/>
                  </a:lnTo>
                  <a:lnTo>
                    <a:pt x="1317" y="236"/>
                  </a:lnTo>
                  <a:lnTo>
                    <a:pt x="1329" y="255"/>
                  </a:lnTo>
                  <a:lnTo>
                    <a:pt x="1341" y="274"/>
                  </a:lnTo>
                  <a:lnTo>
                    <a:pt x="1353" y="293"/>
                  </a:lnTo>
                  <a:lnTo>
                    <a:pt x="1365" y="313"/>
                  </a:lnTo>
                  <a:lnTo>
                    <a:pt x="1377" y="332"/>
                  </a:lnTo>
                  <a:lnTo>
                    <a:pt x="1389" y="351"/>
                  </a:lnTo>
                  <a:lnTo>
                    <a:pt x="1401" y="371"/>
                  </a:lnTo>
                  <a:lnTo>
                    <a:pt x="1413" y="390"/>
                  </a:lnTo>
                  <a:lnTo>
                    <a:pt x="1424" y="409"/>
                  </a:lnTo>
                  <a:lnTo>
                    <a:pt x="1436" y="428"/>
                  </a:lnTo>
                  <a:lnTo>
                    <a:pt x="1448" y="447"/>
                  </a:lnTo>
                  <a:lnTo>
                    <a:pt x="1460" y="465"/>
                  </a:lnTo>
                  <a:lnTo>
                    <a:pt x="1472" y="484"/>
                  </a:lnTo>
                  <a:lnTo>
                    <a:pt x="1484" y="502"/>
                  </a:lnTo>
                  <a:lnTo>
                    <a:pt x="1496" y="520"/>
                  </a:lnTo>
                  <a:lnTo>
                    <a:pt x="1508" y="537"/>
                  </a:lnTo>
                  <a:lnTo>
                    <a:pt x="1520" y="554"/>
                  </a:lnTo>
                  <a:lnTo>
                    <a:pt x="1532" y="571"/>
                  </a:lnTo>
                  <a:lnTo>
                    <a:pt x="1544" y="587"/>
                  </a:lnTo>
                  <a:lnTo>
                    <a:pt x="1556" y="603"/>
                  </a:lnTo>
                  <a:lnTo>
                    <a:pt x="1568" y="618"/>
                  </a:lnTo>
                  <a:lnTo>
                    <a:pt x="1580" y="633"/>
                  </a:lnTo>
                  <a:lnTo>
                    <a:pt x="1592" y="647"/>
                  </a:lnTo>
                  <a:lnTo>
                    <a:pt x="1604" y="660"/>
                  </a:lnTo>
                  <a:lnTo>
                    <a:pt x="1616" y="673"/>
                  </a:lnTo>
                  <a:lnTo>
                    <a:pt x="1628" y="686"/>
                  </a:lnTo>
                  <a:lnTo>
                    <a:pt x="1640" y="698"/>
                  </a:lnTo>
                  <a:lnTo>
                    <a:pt x="1652" y="709"/>
                  </a:lnTo>
                  <a:lnTo>
                    <a:pt x="1664" y="721"/>
                  </a:lnTo>
                  <a:lnTo>
                    <a:pt x="1676" y="731"/>
                  </a:lnTo>
                  <a:lnTo>
                    <a:pt x="1688" y="741"/>
                  </a:lnTo>
                  <a:lnTo>
                    <a:pt x="1700" y="751"/>
                  </a:lnTo>
                  <a:lnTo>
                    <a:pt x="1712" y="759"/>
                  </a:lnTo>
                  <a:lnTo>
                    <a:pt x="1724" y="766"/>
                  </a:lnTo>
                  <a:lnTo>
                    <a:pt x="1736" y="771"/>
                  </a:lnTo>
                  <a:lnTo>
                    <a:pt x="1748" y="775"/>
                  </a:lnTo>
                  <a:lnTo>
                    <a:pt x="1760" y="777"/>
                  </a:lnTo>
                  <a:lnTo>
                    <a:pt x="1772" y="778"/>
                  </a:lnTo>
                  <a:lnTo>
                    <a:pt x="1783" y="778"/>
                  </a:lnTo>
                  <a:lnTo>
                    <a:pt x="1795" y="778"/>
                  </a:lnTo>
                  <a:lnTo>
                    <a:pt x="1807" y="778"/>
                  </a:lnTo>
                  <a:lnTo>
                    <a:pt x="1819" y="778"/>
                  </a:lnTo>
                  <a:lnTo>
                    <a:pt x="1831" y="778"/>
                  </a:lnTo>
                  <a:lnTo>
                    <a:pt x="1843" y="778"/>
                  </a:lnTo>
                  <a:lnTo>
                    <a:pt x="1855" y="778"/>
                  </a:lnTo>
                  <a:lnTo>
                    <a:pt x="1867" y="778"/>
                  </a:lnTo>
                  <a:lnTo>
                    <a:pt x="1879" y="778"/>
                  </a:lnTo>
                  <a:lnTo>
                    <a:pt x="1891" y="778"/>
                  </a:lnTo>
                  <a:lnTo>
                    <a:pt x="1903" y="778"/>
                  </a:lnTo>
                  <a:lnTo>
                    <a:pt x="1915" y="778"/>
                  </a:lnTo>
                  <a:lnTo>
                    <a:pt x="1927" y="778"/>
                  </a:lnTo>
                  <a:lnTo>
                    <a:pt x="1939" y="778"/>
                  </a:lnTo>
                  <a:lnTo>
                    <a:pt x="1951" y="778"/>
                  </a:lnTo>
                  <a:lnTo>
                    <a:pt x="1963" y="778"/>
                  </a:lnTo>
                  <a:lnTo>
                    <a:pt x="1975" y="778"/>
                  </a:lnTo>
                  <a:lnTo>
                    <a:pt x="1987" y="778"/>
                  </a:lnTo>
                  <a:lnTo>
                    <a:pt x="1999" y="778"/>
                  </a:lnTo>
                  <a:lnTo>
                    <a:pt x="2011" y="778"/>
                  </a:lnTo>
                  <a:lnTo>
                    <a:pt x="2023" y="778"/>
                  </a:lnTo>
                  <a:lnTo>
                    <a:pt x="2035" y="778"/>
                  </a:lnTo>
                  <a:lnTo>
                    <a:pt x="2047" y="778"/>
                  </a:lnTo>
                  <a:lnTo>
                    <a:pt x="2059" y="778"/>
                  </a:lnTo>
                  <a:lnTo>
                    <a:pt x="2071" y="778"/>
                  </a:lnTo>
                  <a:lnTo>
                    <a:pt x="2083" y="779"/>
                  </a:lnTo>
                  <a:lnTo>
                    <a:pt x="2095" y="779"/>
                  </a:lnTo>
                  <a:lnTo>
                    <a:pt x="2107" y="779"/>
                  </a:lnTo>
                  <a:lnTo>
                    <a:pt x="2119" y="778"/>
                  </a:lnTo>
                  <a:lnTo>
                    <a:pt x="2131" y="778"/>
                  </a:lnTo>
                  <a:lnTo>
                    <a:pt x="2142" y="778"/>
                  </a:lnTo>
                </a:path>
              </a:pathLst>
            </a:custGeom>
            <a:noFill/>
            <a:ln w="38100" cap="flat">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1" name="Freeform 151"/>
            <p:cNvSpPr>
              <a:spLocks/>
            </p:cNvSpPr>
            <p:nvPr/>
          </p:nvSpPr>
          <p:spPr bwMode="auto">
            <a:xfrm>
              <a:off x="3718305" y="2865968"/>
              <a:ext cx="2328455" cy="304886"/>
            </a:xfrm>
            <a:custGeom>
              <a:avLst/>
              <a:gdLst>
                <a:gd name="T0" fmla="*/ 24 w 2142"/>
                <a:gd name="T1" fmla="*/ 402 h 402"/>
                <a:gd name="T2" fmla="*/ 60 w 2142"/>
                <a:gd name="T3" fmla="*/ 402 h 402"/>
                <a:gd name="T4" fmla="*/ 96 w 2142"/>
                <a:gd name="T5" fmla="*/ 402 h 402"/>
                <a:gd name="T6" fmla="*/ 132 w 2142"/>
                <a:gd name="T7" fmla="*/ 399 h 402"/>
                <a:gd name="T8" fmla="*/ 168 w 2142"/>
                <a:gd name="T9" fmla="*/ 386 h 402"/>
                <a:gd name="T10" fmla="*/ 204 w 2142"/>
                <a:gd name="T11" fmla="*/ 364 h 402"/>
                <a:gd name="T12" fmla="*/ 240 w 2142"/>
                <a:gd name="T13" fmla="*/ 337 h 402"/>
                <a:gd name="T14" fmla="*/ 276 w 2142"/>
                <a:gd name="T15" fmla="*/ 307 h 402"/>
                <a:gd name="T16" fmla="*/ 312 w 2142"/>
                <a:gd name="T17" fmla="*/ 274 h 402"/>
                <a:gd name="T18" fmla="*/ 347 w 2142"/>
                <a:gd name="T19" fmla="*/ 240 h 402"/>
                <a:gd name="T20" fmla="*/ 383 w 2142"/>
                <a:gd name="T21" fmla="*/ 204 h 402"/>
                <a:gd name="T22" fmla="*/ 419 w 2142"/>
                <a:gd name="T23" fmla="*/ 168 h 402"/>
                <a:gd name="T24" fmla="*/ 455 w 2142"/>
                <a:gd name="T25" fmla="*/ 134 h 402"/>
                <a:gd name="T26" fmla="*/ 491 w 2142"/>
                <a:gd name="T27" fmla="*/ 100 h 402"/>
                <a:gd name="T28" fmla="*/ 527 w 2142"/>
                <a:gd name="T29" fmla="*/ 72 h 402"/>
                <a:gd name="T30" fmla="*/ 563 w 2142"/>
                <a:gd name="T31" fmla="*/ 46 h 402"/>
                <a:gd name="T32" fmla="*/ 599 w 2142"/>
                <a:gd name="T33" fmla="*/ 26 h 402"/>
                <a:gd name="T34" fmla="*/ 635 w 2142"/>
                <a:gd name="T35" fmla="*/ 11 h 402"/>
                <a:gd name="T36" fmla="*/ 671 w 2142"/>
                <a:gd name="T37" fmla="*/ 4 h 402"/>
                <a:gd name="T38" fmla="*/ 706 w 2142"/>
                <a:gd name="T39" fmla="*/ 1 h 402"/>
                <a:gd name="T40" fmla="*/ 742 w 2142"/>
                <a:gd name="T41" fmla="*/ 4 h 402"/>
                <a:gd name="T42" fmla="*/ 778 w 2142"/>
                <a:gd name="T43" fmla="*/ 12 h 402"/>
                <a:gd name="T44" fmla="*/ 814 w 2142"/>
                <a:gd name="T45" fmla="*/ 24 h 402"/>
                <a:gd name="T46" fmla="*/ 850 w 2142"/>
                <a:gd name="T47" fmla="*/ 38 h 402"/>
                <a:gd name="T48" fmla="*/ 886 w 2142"/>
                <a:gd name="T49" fmla="*/ 55 h 402"/>
                <a:gd name="T50" fmla="*/ 922 w 2142"/>
                <a:gd name="T51" fmla="*/ 69 h 402"/>
                <a:gd name="T52" fmla="*/ 958 w 2142"/>
                <a:gd name="T53" fmla="*/ 84 h 402"/>
                <a:gd name="T54" fmla="*/ 994 w 2142"/>
                <a:gd name="T55" fmla="*/ 94 h 402"/>
                <a:gd name="T56" fmla="*/ 1030 w 2142"/>
                <a:gd name="T57" fmla="*/ 103 h 402"/>
                <a:gd name="T58" fmla="*/ 1065 w 2142"/>
                <a:gd name="T59" fmla="*/ 105 h 402"/>
                <a:gd name="T60" fmla="*/ 1101 w 2142"/>
                <a:gd name="T61" fmla="*/ 104 h 402"/>
                <a:gd name="T62" fmla="*/ 1137 w 2142"/>
                <a:gd name="T63" fmla="*/ 97 h 402"/>
                <a:gd name="T64" fmla="*/ 1173 w 2142"/>
                <a:gd name="T65" fmla="*/ 88 h 402"/>
                <a:gd name="T66" fmla="*/ 1209 w 2142"/>
                <a:gd name="T67" fmla="*/ 74 h 402"/>
                <a:gd name="T68" fmla="*/ 1245 w 2142"/>
                <a:gd name="T69" fmla="*/ 60 h 402"/>
                <a:gd name="T70" fmla="*/ 1281 w 2142"/>
                <a:gd name="T71" fmla="*/ 43 h 402"/>
                <a:gd name="T72" fmla="*/ 1317 w 2142"/>
                <a:gd name="T73" fmla="*/ 29 h 402"/>
                <a:gd name="T74" fmla="*/ 1353 w 2142"/>
                <a:gd name="T75" fmla="*/ 15 h 402"/>
                <a:gd name="T76" fmla="*/ 1389 w 2142"/>
                <a:gd name="T77" fmla="*/ 6 h 402"/>
                <a:gd name="T78" fmla="*/ 1424 w 2142"/>
                <a:gd name="T79" fmla="*/ 1 h 402"/>
                <a:gd name="T80" fmla="*/ 1460 w 2142"/>
                <a:gd name="T81" fmla="*/ 0 h 402"/>
                <a:gd name="T82" fmla="*/ 1496 w 2142"/>
                <a:gd name="T83" fmla="*/ 6 h 402"/>
                <a:gd name="T84" fmla="*/ 1532 w 2142"/>
                <a:gd name="T85" fmla="*/ 18 h 402"/>
                <a:gd name="T86" fmla="*/ 1568 w 2142"/>
                <a:gd name="T87" fmla="*/ 36 h 402"/>
                <a:gd name="T88" fmla="*/ 1604 w 2142"/>
                <a:gd name="T89" fmla="*/ 59 h 402"/>
                <a:gd name="T90" fmla="*/ 1640 w 2142"/>
                <a:gd name="T91" fmla="*/ 86 h 402"/>
                <a:gd name="T92" fmla="*/ 1676 w 2142"/>
                <a:gd name="T93" fmla="*/ 118 h 402"/>
                <a:gd name="T94" fmla="*/ 1712 w 2142"/>
                <a:gd name="T95" fmla="*/ 151 h 402"/>
                <a:gd name="T96" fmla="*/ 1748 w 2142"/>
                <a:gd name="T97" fmla="*/ 187 h 402"/>
                <a:gd name="T98" fmla="*/ 1783 w 2142"/>
                <a:gd name="T99" fmla="*/ 223 h 402"/>
                <a:gd name="T100" fmla="*/ 1819 w 2142"/>
                <a:gd name="T101" fmla="*/ 257 h 402"/>
                <a:gd name="T102" fmla="*/ 1855 w 2142"/>
                <a:gd name="T103" fmla="*/ 291 h 402"/>
                <a:gd name="T104" fmla="*/ 1891 w 2142"/>
                <a:gd name="T105" fmla="*/ 322 h 402"/>
                <a:gd name="T106" fmla="*/ 1927 w 2142"/>
                <a:gd name="T107" fmla="*/ 351 h 402"/>
                <a:gd name="T108" fmla="*/ 1963 w 2142"/>
                <a:gd name="T109" fmla="*/ 376 h 402"/>
                <a:gd name="T110" fmla="*/ 1999 w 2142"/>
                <a:gd name="T111" fmla="*/ 394 h 402"/>
                <a:gd name="T112" fmla="*/ 2035 w 2142"/>
                <a:gd name="T113" fmla="*/ 401 h 402"/>
                <a:gd name="T114" fmla="*/ 2071 w 2142"/>
                <a:gd name="T115" fmla="*/ 402 h 402"/>
                <a:gd name="T116" fmla="*/ 2107 w 2142"/>
                <a:gd name="T117" fmla="*/ 402 h 402"/>
                <a:gd name="T118" fmla="*/ 2142 w 2142"/>
                <a:gd name="T119"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2" h="402">
                  <a:moveTo>
                    <a:pt x="0" y="402"/>
                  </a:moveTo>
                  <a:lnTo>
                    <a:pt x="12" y="402"/>
                  </a:lnTo>
                  <a:lnTo>
                    <a:pt x="24" y="402"/>
                  </a:lnTo>
                  <a:lnTo>
                    <a:pt x="36" y="402"/>
                  </a:lnTo>
                  <a:lnTo>
                    <a:pt x="48" y="402"/>
                  </a:lnTo>
                  <a:lnTo>
                    <a:pt x="60" y="402"/>
                  </a:lnTo>
                  <a:lnTo>
                    <a:pt x="72" y="402"/>
                  </a:lnTo>
                  <a:lnTo>
                    <a:pt x="84" y="402"/>
                  </a:lnTo>
                  <a:lnTo>
                    <a:pt x="96" y="402"/>
                  </a:lnTo>
                  <a:lnTo>
                    <a:pt x="108" y="401"/>
                  </a:lnTo>
                  <a:lnTo>
                    <a:pt x="120" y="400"/>
                  </a:lnTo>
                  <a:lnTo>
                    <a:pt x="132" y="399"/>
                  </a:lnTo>
                  <a:lnTo>
                    <a:pt x="144" y="396"/>
                  </a:lnTo>
                  <a:lnTo>
                    <a:pt x="156" y="392"/>
                  </a:lnTo>
                  <a:lnTo>
                    <a:pt x="168" y="386"/>
                  </a:lnTo>
                  <a:lnTo>
                    <a:pt x="180" y="379"/>
                  </a:lnTo>
                  <a:lnTo>
                    <a:pt x="192" y="372"/>
                  </a:lnTo>
                  <a:lnTo>
                    <a:pt x="204" y="364"/>
                  </a:lnTo>
                  <a:lnTo>
                    <a:pt x="216" y="355"/>
                  </a:lnTo>
                  <a:lnTo>
                    <a:pt x="228" y="346"/>
                  </a:lnTo>
                  <a:lnTo>
                    <a:pt x="240" y="337"/>
                  </a:lnTo>
                  <a:lnTo>
                    <a:pt x="252" y="327"/>
                  </a:lnTo>
                  <a:lnTo>
                    <a:pt x="264" y="317"/>
                  </a:lnTo>
                  <a:lnTo>
                    <a:pt x="276" y="307"/>
                  </a:lnTo>
                  <a:lnTo>
                    <a:pt x="288" y="297"/>
                  </a:lnTo>
                  <a:lnTo>
                    <a:pt x="300" y="286"/>
                  </a:lnTo>
                  <a:lnTo>
                    <a:pt x="312" y="274"/>
                  </a:lnTo>
                  <a:lnTo>
                    <a:pt x="324" y="263"/>
                  </a:lnTo>
                  <a:lnTo>
                    <a:pt x="336" y="251"/>
                  </a:lnTo>
                  <a:lnTo>
                    <a:pt x="347" y="240"/>
                  </a:lnTo>
                  <a:lnTo>
                    <a:pt x="359" y="228"/>
                  </a:lnTo>
                  <a:lnTo>
                    <a:pt x="371" y="216"/>
                  </a:lnTo>
                  <a:lnTo>
                    <a:pt x="383" y="204"/>
                  </a:lnTo>
                  <a:lnTo>
                    <a:pt x="395" y="191"/>
                  </a:lnTo>
                  <a:lnTo>
                    <a:pt x="407" y="180"/>
                  </a:lnTo>
                  <a:lnTo>
                    <a:pt x="419" y="168"/>
                  </a:lnTo>
                  <a:lnTo>
                    <a:pt x="431" y="157"/>
                  </a:lnTo>
                  <a:lnTo>
                    <a:pt x="443" y="145"/>
                  </a:lnTo>
                  <a:lnTo>
                    <a:pt x="455" y="134"/>
                  </a:lnTo>
                  <a:lnTo>
                    <a:pt x="467" y="122"/>
                  </a:lnTo>
                  <a:lnTo>
                    <a:pt x="479" y="111"/>
                  </a:lnTo>
                  <a:lnTo>
                    <a:pt x="491" y="100"/>
                  </a:lnTo>
                  <a:lnTo>
                    <a:pt x="503" y="90"/>
                  </a:lnTo>
                  <a:lnTo>
                    <a:pt x="515" y="81"/>
                  </a:lnTo>
                  <a:lnTo>
                    <a:pt x="527" y="72"/>
                  </a:lnTo>
                  <a:lnTo>
                    <a:pt x="539" y="63"/>
                  </a:lnTo>
                  <a:lnTo>
                    <a:pt x="551" y="54"/>
                  </a:lnTo>
                  <a:lnTo>
                    <a:pt x="563" y="46"/>
                  </a:lnTo>
                  <a:lnTo>
                    <a:pt x="575" y="39"/>
                  </a:lnTo>
                  <a:lnTo>
                    <a:pt x="587" y="32"/>
                  </a:lnTo>
                  <a:lnTo>
                    <a:pt x="599" y="26"/>
                  </a:lnTo>
                  <a:lnTo>
                    <a:pt x="611" y="21"/>
                  </a:lnTo>
                  <a:lnTo>
                    <a:pt x="623" y="16"/>
                  </a:lnTo>
                  <a:lnTo>
                    <a:pt x="635" y="11"/>
                  </a:lnTo>
                  <a:lnTo>
                    <a:pt x="647" y="8"/>
                  </a:lnTo>
                  <a:lnTo>
                    <a:pt x="659" y="6"/>
                  </a:lnTo>
                  <a:lnTo>
                    <a:pt x="671" y="4"/>
                  </a:lnTo>
                  <a:lnTo>
                    <a:pt x="683" y="2"/>
                  </a:lnTo>
                  <a:lnTo>
                    <a:pt x="695" y="2"/>
                  </a:lnTo>
                  <a:lnTo>
                    <a:pt x="706" y="1"/>
                  </a:lnTo>
                  <a:lnTo>
                    <a:pt x="718" y="2"/>
                  </a:lnTo>
                  <a:lnTo>
                    <a:pt x="730" y="3"/>
                  </a:lnTo>
                  <a:lnTo>
                    <a:pt x="742" y="4"/>
                  </a:lnTo>
                  <a:lnTo>
                    <a:pt x="754" y="6"/>
                  </a:lnTo>
                  <a:lnTo>
                    <a:pt x="766" y="9"/>
                  </a:lnTo>
                  <a:lnTo>
                    <a:pt x="778" y="12"/>
                  </a:lnTo>
                  <a:lnTo>
                    <a:pt x="790" y="16"/>
                  </a:lnTo>
                  <a:lnTo>
                    <a:pt x="802" y="20"/>
                  </a:lnTo>
                  <a:lnTo>
                    <a:pt x="814" y="24"/>
                  </a:lnTo>
                  <a:lnTo>
                    <a:pt x="826" y="28"/>
                  </a:lnTo>
                  <a:lnTo>
                    <a:pt x="838" y="33"/>
                  </a:lnTo>
                  <a:lnTo>
                    <a:pt x="850" y="38"/>
                  </a:lnTo>
                  <a:lnTo>
                    <a:pt x="862" y="44"/>
                  </a:lnTo>
                  <a:lnTo>
                    <a:pt x="874" y="50"/>
                  </a:lnTo>
                  <a:lnTo>
                    <a:pt x="886" y="55"/>
                  </a:lnTo>
                  <a:lnTo>
                    <a:pt x="898" y="59"/>
                  </a:lnTo>
                  <a:lnTo>
                    <a:pt x="910" y="64"/>
                  </a:lnTo>
                  <a:lnTo>
                    <a:pt x="922" y="69"/>
                  </a:lnTo>
                  <a:lnTo>
                    <a:pt x="934" y="74"/>
                  </a:lnTo>
                  <a:lnTo>
                    <a:pt x="946" y="80"/>
                  </a:lnTo>
                  <a:lnTo>
                    <a:pt x="958" y="84"/>
                  </a:lnTo>
                  <a:lnTo>
                    <a:pt x="970" y="88"/>
                  </a:lnTo>
                  <a:lnTo>
                    <a:pt x="982" y="91"/>
                  </a:lnTo>
                  <a:lnTo>
                    <a:pt x="994" y="94"/>
                  </a:lnTo>
                  <a:lnTo>
                    <a:pt x="1006" y="97"/>
                  </a:lnTo>
                  <a:lnTo>
                    <a:pt x="1018" y="100"/>
                  </a:lnTo>
                  <a:lnTo>
                    <a:pt x="1030" y="103"/>
                  </a:lnTo>
                  <a:lnTo>
                    <a:pt x="1042" y="104"/>
                  </a:lnTo>
                  <a:lnTo>
                    <a:pt x="1054" y="105"/>
                  </a:lnTo>
                  <a:lnTo>
                    <a:pt x="1065" y="105"/>
                  </a:lnTo>
                  <a:lnTo>
                    <a:pt x="1077" y="105"/>
                  </a:lnTo>
                  <a:lnTo>
                    <a:pt x="1089" y="105"/>
                  </a:lnTo>
                  <a:lnTo>
                    <a:pt x="1101" y="104"/>
                  </a:lnTo>
                  <a:lnTo>
                    <a:pt x="1113" y="102"/>
                  </a:lnTo>
                  <a:lnTo>
                    <a:pt x="1125" y="100"/>
                  </a:lnTo>
                  <a:lnTo>
                    <a:pt x="1137" y="97"/>
                  </a:lnTo>
                  <a:lnTo>
                    <a:pt x="1149" y="95"/>
                  </a:lnTo>
                  <a:lnTo>
                    <a:pt x="1161" y="92"/>
                  </a:lnTo>
                  <a:lnTo>
                    <a:pt x="1173" y="88"/>
                  </a:lnTo>
                  <a:lnTo>
                    <a:pt x="1185" y="84"/>
                  </a:lnTo>
                  <a:lnTo>
                    <a:pt x="1197" y="79"/>
                  </a:lnTo>
                  <a:lnTo>
                    <a:pt x="1209" y="74"/>
                  </a:lnTo>
                  <a:lnTo>
                    <a:pt x="1221" y="69"/>
                  </a:lnTo>
                  <a:lnTo>
                    <a:pt x="1233" y="65"/>
                  </a:lnTo>
                  <a:lnTo>
                    <a:pt x="1245" y="60"/>
                  </a:lnTo>
                  <a:lnTo>
                    <a:pt x="1257" y="55"/>
                  </a:lnTo>
                  <a:lnTo>
                    <a:pt x="1269" y="49"/>
                  </a:lnTo>
                  <a:lnTo>
                    <a:pt x="1281" y="43"/>
                  </a:lnTo>
                  <a:lnTo>
                    <a:pt x="1293" y="38"/>
                  </a:lnTo>
                  <a:lnTo>
                    <a:pt x="1305" y="33"/>
                  </a:lnTo>
                  <a:lnTo>
                    <a:pt x="1317" y="29"/>
                  </a:lnTo>
                  <a:lnTo>
                    <a:pt x="1329" y="24"/>
                  </a:lnTo>
                  <a:lnTo>
                    <a:pt x="1341" y="20"/>
                  </a:lnTo>
                  <a:lnTo>
                    <a:pt x="1353" y="15"/>
                  </a:lnTo>
                  <a:lnTo>
                    <a:pt x="1365" y="11"/>
                  </a:lnTo>
                  <a:lnTo>
                    <a:pt x="1377" y="8"/>
                  </a:lnTo>
                  <a:lnTo>
                    <a:pt x="1389" y="6"/>
                  </a:lnTo>
                  <a:lnTo>
                    <a:pt x="1401" y="4"/>
                  </a:lnTo>
                  <a:lnTo>
                    <a:pt x="1413" y="2"/>
                  </a:lnTo>
                  <a:lnTo>
                    <a:pt x="1424" y="1"/>
                  </a:lnTo>
                  <a:lnTo>
                    <a:pt x="1436" y="0"/>
                  </a:lnTo>
                  <a:lnTo>
                    <a:pt x="1448" y="0"/>
                  </a:lnTo>
                  <a:lnTo>
                    <a:pt x="1460" y="0"/>
                  </a:lnTo>
                  <a:lnTo>
                    <a:pt x="1472" y="1"/>
                  </a:lnTo>
                  <a:lnTo>
                    <a:pt x="1484" y="3"/>
                  </a:lnTo>
                  <a:lnTo>
                    <a:pt x="1496" y="6"/>
                  </a:lnTo>
                  <a:lnTo>
                    <a:pt x="1508" y="9"/>
                  </a:lnTo>
                  <a:lnTo>
                    <a:pt x="1520" y="13"/>
                  </a:lnTo>
                  <a:lnTo>
                    <a:pt x="1532" y="18"/>
                  </a:lnTo>
                  <a:lnTo>
                    <a:pt x="1544" y="23"/>
                  </a:lnTo>
                  <a:lnTo>
                    <a:pt x="1556" y="29"/>
                  </a:lnTo>
                  <a:lnTo>
                    <a:pt x="1568" y="36"/>
                  </a:lnTo>
                  <a:lnTo>
                    <a:pt x="1580" y="43"/>
                  </a:lnTo>
                  <a:lnTo>
                    <a:pt x="1592" y="51"/>
                  </a:lnTo>
                  <a:lnTo>
                    <a:pt x="1604" y="59"/>
                  </a:lnTo>
                  <a:lnTo>
                    <a:pt x="1616" y="68"/>
                  </a:lnTo>
                  <a:lnTo>
                    <a:pt x="1628" y="77"/>
                  </a:lnTo>
                  <a:lnTo>
                    <a:pt x="1640" y="86"/>
                  </a:lnTo>
                  <a:lnTo>
                    <a:pt x="1652" y="96"/>
                  </a:lnTo>
                  <a:lnTo>
                    <a:pt x="1664" y="107"/>
                  </a:lnTo>
                  <a:lnTo>
                    <a:pt x="1676" y="118"/>
                  </a:lnTo>
                  <a:lnTo>
                    <a:pt x="1688" y="129"/>
                  </a:lnTo>
                  <a:lnTo>
                    <a:pt x="1700" y="140"/>
                  </a:lnTo>
                  <a:lnTo>
                    <a:pt x="1712" y="151"/>
                  </a:lnTo>
                  <a:lnTo>
                    <a:pt x="1724" y="163"/>
                  </a:lnTo>
                  <a:lnTo>
                    <a:pt x="1736" y="175"/>
                  </a:lnTo>
                  <a:lnTo>
                    <a:pt x="1748" y="187"/>
                  </a:lnTo>
                  <a:lnTo>
                    <a:pt x="1760" y="199"/>
                  </a:lnTo>
                  <a:lnTo>
                    <a:pt x="1772" y="211"/>
                  </a:lnTo>
                  <a:lnTo>
                    <a:pt x="1783" y="223"/>
                  </a:lnTo>
                  <a:lnTo>
                    <a:pt x="1795" y="234"/>
                  </a:lnTo>
                  <a:lnTo>
                    <a:pt x="1807" y="246"/>
                  </a:lnTo>
                  <a:lnTo>
                    <a:pt x="1819" y="257"/>
                  </a:lnTo>
                  <a:lnTo>
                    <a:pt x="1831" y="269"/>
                  </a:lnTo>
                  <a:lnTo>
                    <a:pt x="1843" y="280"/>
                  </a:lnTo>
                  <a:lnTo>
                    <a:pt x="1855" y="291"/>
                  </a:lnTo>
                  <a:lnTo>
                    <a:pt x="1867" y="302"/>
                  </a:lnTo>
                  <a:lnTo>
                    <a:pt x="1879" y="312"/>
                  </a:lnTo>
                  <a:lnTo>
                    <a:pt x="1891" y="322"/>
                  </a:lnTo>
                  <a:lnTo>
                    <a:pt x="1903" y="332"/>
                  </a:lnTo>
                  <a:lnTo>
                    <a:pt x="1915" y="342"/>
                  </a:lnTo>
                  <a:lnTo>
                    <a:pt x="1927" y="351"/>
                  </a:lnTo>
                  <a:lnTo>
                    <a:pt x="1939" y="360"/>
                  </a:lnTo>
                  <a:lnTo>
                    <a:pt x="1951" y="368"/>
                  </a:lnTo>
                  <a:lnTo>
                    <a:pt x="1963" y="376"/>
                  </a:lnTo>
                  <a:lnTo>
                    <a:pt x="1975" y="383"/>
                  </a:lnTo>
                  <a:lnTo>
                    <a:pt x="1987" y="389"/>
                  </a:lnTo>
                  <a:lnTo>
                    <a:pt x="1999" y="394"/>
                  </a:lnTo>
                  <a:lnTo>
                    <a:pt x="2011" y="397"/>
                  </a:lnTo>
                  <a:lnTo>
                    <a:pt x="2023" y="400"/>
                  </a:lnTo>
                  <a:lnTo>
                    <a:pt x="2035" y="401"/>
                  </a:lnTo>
                  <a:lnTo>
                    <a:pt x="2047" y="402"/>
                  </a:lnTo>
                  <a:lnTo>
                    <a:pt x="2059" y="402"/>
                  </a:lnTo>
                  <a:lnTo>
                    <a:pt x="2071" y="402"/>
                  </a:lnTo>
                  <a:lnTo>
                    <a:pt x="2083" y="402"/>
                  </a:lnTo>
                  <a:lnTo>
                    <a:pt x="2095" y="402"/>
                  </a:lnTo>
                  <a:lnTo>
                    <a:pt x="2107" y="402"/>
                  </a:lnTo>
                  <a:lnTo>
                    <a:pt x="2119" y="402"/>
                  </a:lnTo>
                  <a:lnTo>
                    <a:pt x="2131" y="402"/>
                  </a:lnTo>
                  <a:lnTo>
                    <a:pt x="2142" y="402"/>
                  </a:lnTo>
                </a:path>
              </a:pathLst>
            </a:custGeom>
            <a:noFill/>
            <a:ln w="38100" cap="flat">
              <a:solidFill>
                <a:srgbClr val="00B0F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2" name="Freeform 152"/>
            <p:cNvSpPr>
              <a:spLocks/>
            </p:cNvSpPr>
            <p:nvPr/>
          </p:nvSpPr>
          <p:spPr bwMode="auto">
            <a:xfrm>
              <a:off x="3718305" y="2580801"/>
              <a:ext cx="2328455" cy="662860"/>
            </a:xfrm>
            <a:custGeom>
              <a:avLst/>
              <a:gdLst>
                <a:gd name="T0" fmla="*/ 24 w 2142"/>
                <a:gd name="T1" fmla="*/ 874 h 874"/>
                <a:gd name="T2" fmla="*/ 60 w 2142"/>
                <a:gd name="T3" fmla="*/ 874 h 874"/>
                <a:gd name="T4" fmla="*/ 96 w 2142"/>
                <a:gd name="T5" fmla="*/ 874 h 874"/>
                <a:gd name="T6" fmla="*/ 132 w 2142"/>
                <a:gd name="T7" fmla="*/ 874 h 874"/>
                <a:gd name="T8" fmla="*/ 168 w 2142"/>
                <a:gd name="T9" fmla="*/ 874 h 874"/>
                <a:gd name="T10" fmla="*/ 204 w 2142"/>
                <a:gd name="T11" fmla="*/ 874 h 874"/>
                <a:gd name="T12" fmla="*/ 240 w 2142"/>
                <a:gd name="T13" fmla="*/ 874 h 874"/>
                <a:gd name="T14" fmla="*/ 276 w 2142"/>
                <a:gd name="T15" fmla="*/ 874 h 874"/>
                <a:gd name="T16" fmla="*/ 312 w 2142"/>
                <a:gd name="T17" fmla="*/ 874 h 874"/>
                <a:gd name="T18" fmla="*/ 347 w 2142"/>
                <a:gd name="T19" fmla="*/ 874 h 874"/>
                <a:gd name="T20" fmla="*/ 383 w 2142"/>
                <a:gd name="T21" fmla="*/ 874 h 874"/>
                <a:gd name="T22" fmla="*/ 419 w 2142"/>
                <a:gd name="T23" fmla="*/ 874 h 874"/>
                <a:gd name="T24" fmla="*/ 455 w 2142"/>
                <a:gd name="T25" fmla="*/ 874 h 874"/>
                <a:gd name="T26" fmla="*/ 491 w 2142"/>
                <a:gd name="T27" fmla="*/ 874 h 874"/>
                <a:gd name="T28" fmla="*/ 527 w 2142"/>
                <a:gd name="T29" fmla="*/ 873 h 874"/>
                <a:gd name="T30" fmla="*/ 563 w 2142"/>
                <a:gd name="T31" fmla="*/ 873 h 874"/>
                <a:gd name="T32" fmla="*/ 599 w 2142"/>
                <a:gd name="T33" fmla="*/ 870 h 874"/>
                <a:gd name="T34" fmla="*/ 635 w 2142"/>
                <a:gd name="T35" fmla="*/ 862 h 874"/>
                <a:gd name="T36" fmla="*/ 671 w 2142"/>
                <a:gd name="T37" fmla="*/ 841 h 874"/>
                <a:gd name="T38" fmla="*/ 706 w 2142"/>
                <a:gd name="T39" fmla="*/ 797 h 874"/>
                <a:gd name="T40" fmla="*/ 742 w 2142"/>
                <a:gd name="T41" fmla="*/ 716 h 874"/>
                <a:gd name="T42" fmla="*/ 778 w 2142"/>
                <a:gd name="T43" fmla="*/ 587 h 874"/>
                <a:gd name="T44" fmla="*/ 814 w 2142"/>
                <a:gd name="T45" fmla="*/ 416 h 874"/>
                <a:gd name="T46" fmla="*/ 850 w 2142"/>
                <a:gd name="T47" fmla="*/ 232 h 874"/>
                <a:gd name="T48" fmla="*/ 886 w 2142"/>
                <a:gd name="T49" fmla="*/ 80 h 874"/>
                <a:gd name="T50" fmla="*/ 922 w 2142"/>
                <a:gd name="T51" fmla="*/ 5 h 874"/>
                <a:gd name="T52" fmla="*/ 958 w 2142"/>
                <a:gd name="T53" fmla="*/ 17 h 874"/>
                <a:gd name="T54" fmla="*/ 994 w 2142"/>
                <a:gd name="T55" fmla="*/ 89 h 874"/>
                <a:gd name="T56" fmla="*/ 1030 w 2142"/>
                <a:gd name="T57" fmla="*/ 162 h 874"/>
                <a:gd name="T58" fmla="*/ 1065 w 2142"/>
                <a:gd name="T59" fmla="*/ 187 h 874"/>
                <a:gd name="T60" fmla="*/ 1101 w 2142"/>
                <a:gd name="T61" fmla="*/ 151 h 874"/>
                <a:gd name="T62" fmla="*/ 1137 w 2142"/>
                <a:gd name="T63" fmla="*/ 84 h 874"/>
                <a:gd name="T64" fmla="*/ 1173 w 2142"/>
                <a:gd name="T65" fmla="*/ 40 h 874"/>
                <a:gd name="T66" fmla="*/ 1209 w 2142"/>
                <a:gd name="T67" fmla="*/ 66 h 874"/>
                <a:gd name="T68" fmla="*/ 1245 w 2142"/>
                <a:gd name="T69" fmla="*/ 172 h 874"/>
                <a:gd name="T70" fmla="*/ 1281 w 2142"/>
                <a:gd name="T71" fmla="*/ 334 h 874"/>
                <a:gd name="T72" fmla="*/ 1317 w 2142"/>
                <a:gd name="T73" fmla="*/ 507 h 874"/>
                <a:gd name="T74" fmla="*/ 1353 w 2142"/>
                <a:gd name="T75" fmla="*/ 654 h 874"/>
                <a:gd name="T76" fmla="*/ 1389 w 2142"/>
                <a:gd name="T77" fmla="*/ 758 h 874"/>
                <a:gd name="T78" fmla="*/ 1424 w 2142"/>
                <a:gd name="T79" fmla="*/ 820 h 874"/>
                <a:gd name="T80" fmla="*/ 1460 w 2142"/>
                <a:gd name="T81" fmla="*/ 852 h 874"/>
                <a:gd name="T82" fmla="*/ 1496 w 2142"/>
                <a:gd name="T83" fmla="*/ 866 h 874"/>
                <a:gd name="T84" fmla="*/ 1532 w 2142"/>
                <a:gd name="T85" fmla="*/ 871 h 874"/>
                <a:gd name="T86" fmla="*/ 1568 w 2142"/>
                <a:gd name="T87" fmla="*/ 873 h 874"/>
                <a:gd name="T88" fmla="*/ 1604 w 2142"/>
                <a:gd name="T89" fmla="*/ 874 h 874"/>
                <a:gd name="T90" fmla="*/ 1640 w 2142"/>
                <a:gd name="T91" fmla="*/ 874 h 874"/>
                <a:gd name="T92" fmla="*/ 1676 w 2142"/>
                <a:gd name="T93" fmla="*/ 874 h 874"/>
                <a:gd name="T94" fmla="*/ 1712 w 2142"/>
                <a:gd name="T95" fmla="*/ 874 h 874"/>
                <a:gd name="T96" fmla="*/ 1748 w 2142"/>
                <a:gd name="T97" fmla="*/ 874 h 874"/>
                <a:gd name="T98" fmla="*/ 1783 w 2142"/>
                <a:gd name="T99" fmla="*/ 874 h 874"/>
                <a:gd name="T100" fmla="*/ 1819 w 2142"/>
                <a:gd name="T101" fmla="*/ 874 h 874"/>
                <a:gd name="T102" fmla="*/ 1855 w 2142"/>
                <a:gd name="T103" fmla="*/ 874 h 874"/>
                <a:gd name="T104" fmla="*/ 1891 w 2142"/>
                <a:gd name="T105" fmla="*/ 874 h 874"/>
                <a:gd name="T106" fmla="*/ 1927 w 2142"/>
                <a:gd name="T107" fmla="*/ 874 h 874"/>
                <a:gd name="T108" fmla="*/ 1963 w 2142"/>
                <a:gd name="T109" fmla="*/ 874 h 874"/>
                <a:gd name="T110" fmla="*/ 1999 w 2142"/>
                <a:gd name="T111" fmla="*/ 874 h 874"/>
                <a:gd name="T112" fmla="*/ 2035 w 2142"/>
                <a:gd name="T113" fmla="*/ 873 h 874"/>
                <a:gd name="T114" fmla="*/ 2071 w 2142"/>
                <a:gd name="T115" fmla="*/ 873 h 874"/>
                <a:gd name="T116" fmla="*/ 2107 w 2142"/>
                <a:gd name="T117" fmla="*/ 873 h 874"/>
                <a:gd name="T118" fmla="*/ 2142 w 2142"/>
                <a:gd name="T119" fmla="*/ 872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2" h="874">
                  <a:moveTo>
                    <a:pt x="0" y="874"/>
                  </a:moveTo>
                  <a:lnTo>
                    <a:pt x="12" y="874"/>
                  </a:lnTo>
                  <a:lnTo>
                    <a:pt x="24" y="874"/>
                  </a:lnTo>
                  <a:lnTo>
                    <a:pt x="36" y="874"/>
                  </a:lnTo>
                  <a:lnTo>
                    <a:pt x="48" y="874"/>
                  </a:lnTo>
                  <a:lnTo>
                    <a:pt x="60" y="874"/>
                  </a:lnTo>
                  <a:lnTo>
                    <a:pt x="72" y="874"/>
                  </a:lnTo>
                  <a:lnTo>
                    <a:pt x="84" y="874"/>
                  </a:lnTo>
                  <a:lnTo>
                    <a:pt x="96" y="874"/>
                  </a:lnTo>
                  <a:lnTo>
                    <a:pt x="108" y="874"/>
                  </a:lnTo>
                  <a:lnTo>
                    <a:pt x="120" y="874"/>
                  </a:lnTo>
                  <a:lnTo>
                    <a:pt x="132" y="874"/>
                  </a:lnTo>
                  <a:lnTo>
                    <a:pt x="144" y="874"/>
                  </a:lnTo>
                  <a:lnTo>
                    <a:pt x="156" y="874"/>
                  </a:lnTo>
                  <a:lnTo>
                    <a:pt x="168" y="874"/>
                  </a:lnTo>
                  <a:lnTo>
                    <a:pt x="180" y="874"/>
                  </a:lnTo>
                  <a:lnTo>
                    <a:pt x="192" y="874"/>
                  </a:lnTo>
                  <a:lnTo>
                    <a:pt x="204" y="874"/>
                  </a:lnTo>
                  <a:lnTo>
                    <a:pt x="216" y="874"/>
                  </a:lnTo>
                  <a:lnTo>
                    <a:pt x="228" y="874"/>
                  </a:lnTo>
                  <a:lnTo>
                    <a:pt x="240" y="874"/>
                  </a:lnTo>
                  <a:lnTo>
                    <a:pt x="252" y="874"/>
                  </a:lnTo>
                  <a:lnTo>
                    <a:pt x="264" y="874"/>
                  </a:lnTo>
                  <a:lnTo>
                    <a:pt x="276" y="874"/>
                  </a:lnTo>
                  <a:lnTo>
                    <a:pt x="288" y="874"/>
                  </a:lnTo>
                  <a:lnTo>
                    <a:pt x="300" y="874"/>
                  </a:lnTo>
                  <a:lnTo>
                    <a:pt x="312" y="874"/>
                  </a:lnTo>
                  <a:lnTo>
                    <a:pt x="324" y="874"/>
                  </a:lnTo>
                  <a:lnTo>
                    <a:pt x="336" y="874"/>
                  </a:lnTo>
                  <a:lnTo>
                    <a:pt x="347" y="874"/>
                  </a:lnTo>
                  <a:lnTo>
                    <a:pt x="359" y="874"/>
                  </a:lnTo>
                  <a:lnTo>
                    <a:pt x="371" y="874"/>
                  </a:lnTo>
                  <a:lnTo>
                    <a:pt x="383" y="874"/>
                  </a:lnTo>
                  <a:lnTo>
                    <a:pt x="395" y="874"/>
                  </a:lnTo>
                  <a:lnTo>
                    <a:pt x="407" y="874"/>
                  </a:lnTo>
                  <a:lnTo>
                    <a:pt x="419" y="874"/>
                  </a:lnTo>
                  <a:lnTo>
                    <a:pt x="431" y="874"/>
                  </a:lnTo>
                  <a:lnTo>
                    <a:pt x="443" y="874"/>
                  </a:lnTo>
                  <a:lnTo>
                    <a:pt x="455" y="874"/>
                  </a:lnTo>
                  <a:lnTo>
                    <a:pt x="467" y="874"/>
                  </a:lnTo>
                  <a:lnTo>
                    <a:pt x="479" y="874"/>
                  </a:lnTo>
                  <a:lnTo>
                    <a:pt x="491" y="874"/>
                  </a:lnTo>
                  <a:lnTo>
                    <a:pt x="503" y="874"/>
                  </a:lnTo>
                  <a:lnTo>
                    <a:pt x="515" y="874"/>
                  </a:lnTo>
                  <a:lnTo>
                    <a:pt x="527" y="873"/>
                  </a:lnTo>
                  <a:lnTo>
                    <a:pt x="539" y="873"/>
                  </a:lnTo>
                  <a:lnTo>
                    <a:pt x="551" y="873"/>
                  </a:lnTo>
                  <a:lnTo>
                    <a:pt x="563" y="873"/>
                  </a:lnTo>
                  <a:lnTo>
                    <a:pt x="575" y="872"/>
                  </a:lnTo>
                  <a:lnTo>
                    <a:pt x="587" y="871"/>
                  </a:lnTo>
                  <a:lnTo>
                    <a:pt x="599" y="870"/>
                  </a:lnTo>
                  <a:lnTo>
                    <a:pt x="611" y="868"/>
                  </a:lnTo>
                  <a:lnTo>
                    <a:pt x="623" y="865"/>
                  </a:lnTo>
                  <a:lnTo>
                    <a:pt x="635" y="862"/>
                  </a:lnTo>
                  <a:lnTo>
                    <a:pt x="647" y="857"/>
                  </a:lnTo>
                  <a:lnTo>
                    <a:pt x="659" y="850"/>
                  </a:lnTo>
                  <a:lnTo>
                    <a:pt x="671" y="841"/>
                  </a:lnTo>
                  <a:lnTo>
                    <a:pt x="683" y="830"/>
                  </a:lnTo>
                  <a:lnTo>
                    <a:pt x="695" y="816"/>
                  </a:lnTo>
                  <a:lnTo>
                    <a:pt x="706" y="797"/>
                  </a:lnTo>
                  <a:lnTo>
                    <a:pt x="718" y="775"/>
                  </a:lnTo>
                  <a:lnTo>
                    <a:pt x="730" y="748"/>
                  </a:lnTo>
                  <a:lnTo>
                    <a:pt x="742" y="716"/>
                  </a:lnTo>
                  <a:lnTo>
                    <a:pt x="754" y="678"/>
                  </a:lnTo>
                  <a:lnTo>
                    <a:pt x="766" y="635"/>
                  </a:lnTo>
                  <a:lnTo>
                    <a:pt x="778" y="587"/>
                  </a:lnTo>
                  <a:lnTo>
                    <a:pt x="790" y="534"/>
                  </a:lnTo>
                  <a:lnTo>
                    <a:pt x="802" y="476"/>
                  </a:lnTo>
                  <a:lnTo>
                    <a:pt x="814" y="416"/>
                  </a:lnTo>
                  <a:lnTo>
                    <a:pt x="826" y="354"/>
                  </a:lnTo>
                  <a:lnTo>
                    <a:pt x="838" y="292"/>
                  </a:lnTo>
                  <a:lnTo>
                    <a:pt x="850" y="232"/>
                  </a:lnTo>
                  <a:lnTo>
                    <a:pt x="862" y="175"/>
                  </a:lnTo>
                  <a:lnTo>
                    <a:pt x="874" y="124"/>
                  </a:lnTo>
                  <a:lnTo>
                    <a:pt x="886" y="80"/>
                  </a:lnTo>
                  <a:lnTo>
                    <a:pt x="898" y="45"/>
                  </a:lnTo>
                  <a:lnTo>
                    <a:pt x="910" y="20"/>
                  </a:lnTo>
                  <a:lnTo>
                    <a:pt x="922" y="5"/>
                  </a:lnTo>
                  <a:lnTo>
                    <a:pt x="934" y="0"/>
                  </a:lnTo>
                  <a:lnTo>
                    <a:pt x="946" y="4"/>
                  </a:lnTo>
                  <a:lnTo>
                    <a:pt x="958" y="17"/>
                  </a:lnTo>
                  <a:lnTo>
                    <a:pt x="970" y="37"/>
                  </a:lnTo>
                  <a:lnTo>
                    <a:pt x="982" y="61"/>
                  </a:lnTo>
                  <a:lnTo>
                    <a:pt x="994" y="89"/>
                  </a:lnTo>
                  <a:lnTo>
                    <a:pt x="1006" y="116"/>
                  </a:lnTo>
                  <a:lnTo>
                    <a:pt x="1018" y="141"/>
                  </a:lnTo>
                  <a:lnTo>
                    <a:pt x="1030" y="162"/>
                  </a:lnTo>
                  <a:lnTo>
                    <a:pt x="1042" y="177"/>
                  </a:lnTo>
                  <a:lnTo>
                    <a:pt x="1054" y="186"/>
                  </a:lnTo>
                  <a:lnTo>
                    <a:pt x="1065" y="187"/>
                  </a:lnTo>
                  <a:lnTo>
                    <a:pt x="1077" y="181"/>
                  </a:lnTo>
                  <a:lnTo>
                    <a:pt x="1089" y="169"/>
                  </a:lnTo>
                  <a:lnTo>
                    <a:pt x="1101" y="151"/>
                  </a:lnTo>
                  <a:lnTo>
                    <a:pt x="1113" y="129"/>
                  </a:lnTo>
                  <a:lnTo>
                    <a:pt x="1125" y="106"/>
                  </a:lnTo>
                  <a:lnTo>
                    <a:pt x="1137" y="84"/>
                  </a:lnTo>
                  <a:lnTo>
                    <a:pt x="1149" y="64"/>
                  </a:lnTo>
                  <a:lnTo>
                    <a:pt x="1161" y="49"/>
                  </a:lnTo>
                  <a:lnTo>
                    <a:pt x="1173" y="40"/>
                  </a:lnTo>
                  <a:lnTo>
                    <a:pt x="1185" y="40"/>
                  </a:lnTo>
                  <a:lnTo>
                    <a:pt x="1197" y="48"/>
                  </a:lnTo>
                  <a:lnTo>
                    <a:pt x="1209" y="66"/>
                  </a:lnTo>
                  <a:lnTo>
                    <a:pt x="1221" y="93"/>
                  </a:lnTo>
                  <a:lnTo>
                    <a:pt x="1233" y="129"/>
                  </a:lnTo>
                  <a:lnTo>
                    <a:pt x="1245" y="172"/>
                  </a:lnTo>
                  <a:lnTo>
                    <a:pt x="1257" y="222"/>
                  </a:lnTo>
                  <a:lnTo>
                    <a:pt x="1269" y="276"/>
                  </a:lnTo>
                  <a:lnTo>
                    <a:pt x="1281" y="334"/>
                  </a:lnTo>
                  <a:lnTo>
                    <a:pt x="1293" y="392"/>
                  </a:lnTo>
                  <a:lnTo>
                    <a:pt x="1305" y="450"/>
                  </a:lnTo>
                  <a:lnTo>
                    <a:pt x="1317" y="507"/>
                  </a:lnTo>
                  <a:lnTo>
                    <a:pt x="1329" y="560"/>
                  </a:lnTo>
                  <a:lnTo>
                    <a:pt x="1341" y="609"/>
                  </a:lnTo>
                  <a:lnTo>
                    <a:pt x="1353" y="654"/>
                  </a:lnTo>
                  <a:lnTo>
                    <a:pt x="1365" y="694"/>
                  </a:lnTo>
                  <a:lnTo>
                    <a:pt x="1377" y="728"/>
                  </a:lnTo>
                  <a:lnTo>
                    <a:pt x="1389" y="758"/>
                  </a:lnTo>
                  <a:lnTo>
                    <a:pt x="1401" y="783"/>
                  </a:lnTo>
                  <a:lnTo>
                    <a:pt x="1413" y="803"/>
                  </a:lnTo>
                  <a:lnTo>
                    <a:pt x="1424" y="820"/>
                  </a:lnTo>
                  <a:lnTo>
                    <a:pt x="1436" y="833"/>
                  </a:lnTo>
                  <a:lnTo>
                    <a:pt x="1448" y="844"/>
                  </a:lnTo>
                  <a:lnTo>
                    <a:pt x="1460" y="852"/>
                  </a:lnTo>
                  <a:lnTo>
                    <a:pt x="1472" y="858"/>
                  </a:lnTo>
                  <a:lnTo>
                    <a:pt x="1484" y="863"/>
                  </a:lnTo>
                  <a:lnTo>
                    <a:pt x="1496" y="866"/>
                  </a:lnTo>
                  <a:lnTo>
                    <a:pt x="1508" y="868"/>
                  </a:lnTo>
                  <a:lnTo>
                    <a:pt x="1520" y="870"/>
                  </a:lnTo>
                  <a:lnTo>
                    <a:pt x="1532" y="871"/>
                  </a:lnTo>
                  <a:lnTo>
                    <a:pt x="1544" y="872"/>
                  </a:lnTo>
                  <a:lnTo>
                    <a:pt x="1556" y="873"/>
                  </a:lnTo>
                  <a:lnTo>
                    <a:pt x="1568" y="873"/>
                  </a:lnTo>
                  <a:lnTo>
                    <a:pt x="1580" y="873"/>
                  </a:lnTo>
                  <a:lnTo>
                    <a:pt x="1592" y="873"/>
                  </a:lnTo>
                  <a:lnTo>
                    <a:pt x="1604" y="874"/>
                  </a:lnTo>
                  <a:lnTo>
                    <a:pt x="1616" y="874"/>
                  </a:lnTo>
                  <a:lnTo>
                    <a:pt x="1628" y="874"/>
                  </a:lnTo>
                  <a:lnTo>
                    <a:pt x="1640" y="874"/>
                  </a:lnTo>
                  <a:lnTo>
                    <a:pt x="1652" y="874"/>
                  </a:lnTo>
                  <a:lnTo>
                    <a:pt x="1664" y="874"/>
                  </a:lnTo>
                  <a:lnTo>
                    <a:pt x="1676" y="874"/>
                  </a:lnTo>
                  <a:lnTo>
                    <a:pt x="1688" y="874"/>
                  </a:lnTo>
                  <a:lnTo>
                    <a:pt x="1700" y="874"/>
                  </a:lnTo>
                  <a:lnTo>
                    <a:pt x="1712" y="874"/>
                  </a:lnTo>
                  <a:lnTo>
                    <a:pt x="1724" y="874"/>
                  </a:lnTo>
                  <a:lnTo>
                    <a:pt x="1736" y="874"/>
                  </a:lnTo>
                  <a:lnTo>
                    <a:pt x="1748" y="874"/>
                  </a:lnTo>
                  <a:lnTo>
                    <a:pt x="1760" y="874"/>
                  </a:lnTo>
                  <a:lnTo>
                    <a:pt x="1772" y="874"/>
                  </a:lnTo>
                  <a:lnTo>
                    <a:pt x="1783" y="874"/>
                  </a:lnTo>
                  <a:lnTo>
                    <a:pt x="1795" y="874"/>
                  </a:lnTo>
                  <a:lnTo>
                    <a:pt x="1807" y="874"/>
                  </a:lnTo>
                  <a:lnTo>
                    <a:pt x="1819" y="874"/>
                  </a:lnTo>
                  <a:lnTo>
                    <a:pt x="1831" y="874"/>
                  </a:lnTo>
                  <a:lnTo>
                    <a:pt x="1843" y="874"/>
                  </a:lnTo>
                  <a:lnTo>
                    <a:pt x="1855" y="874"/>
                  </a:lnTo>
                  <a:lnTo>
                    <a:pt x="1867" y="874"/>
                  </a:lnTo>
                  <a:lnTo>
                    <a:pt x="1879" y="874"/>
                  </a:lnTo>
                  <a:lnTo>
                    <a:pt x="1891" y="874"/>
                  </a:lnTo>
                  <a:lnTo>
                    <a:pt x="1903" y="874"/>
                  </a:lnTo>
                  <a:lnTo>
                    <a:pt x="1915" y="874"/>
                  </a:lnTo>
                  <a:lnTo>
                    <a:pt x="1927" y="874"/>
                  </a:lnTo>
                  <a:lnTo>
                    <a:pt x="1939" y="874"/>
                  </a:lnTo>
                  <a:lnTo>
                    <a:pt x="1951" y="874"/>
                  </a:lnTo>
                  <a:lnTo>
                    <a:pt x="1963" y="874"/>
                  </a:lnTo>
                  <a:lnTo>
                    <a:pt x="1975" y="874"/>
                  </a:lnTo>
                  <a:lnTo>
                    <a:pt x="1987" y="874"/>
                  </a:lnTo>
                  <a:lnTo>
                    <a:pt x="1999" y="874"/>
                  </a:lnTo>
                  <a:lnTo>
                    <a:pt x="2011" y="874"/>
                  </a:lnTo>
                  <a:lnTo>
                    <a:pt x="2023" y="874"/>
                  </a:lnTo>
                  <a:lnTo>
                    <a:pt x="2035" y="873"/>
                  </a:lnTo>
                  <a:lnTo>
                    <a:pt x="2047" y="873"/>
                  </a:lnTo>
                  <a:lnTo>
                    <a:pt x="2059" y="873"/>
                  </a:lnTo>
                  <a:lnTo>
                    <a:pt x="2071" y="873"/>
                  </a:lnTo>
                  <a:lnTo>
                    <a:pt x="2083" y="873"/>
                  </a:lnTo>
                  <a:lnTo>
                    <a:pt x="2095" y="873"/>
                  </a:lnTo>
                  <a:lnTo>
                    <a:pt x="2107" y="873"/>
                  </a:lnTo>
                  <a:lnTo>
                    <a:pt x="2119" y="872"/>
                  </a:lnTo>
                  <a:lnTo>
                    <a:pt x="2131" y="872"/>
                  </a:lnTo>
                  <a:lnTo>
                    <a:pt x="2142" y="872"/>
                  </a:lnTo>
                </a:path>
              </a:pathLst>
            </a:custGeom>
            <a:noFill/>
            <a:ln w="3810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3" name="Line 116"/>
            <p:cNvSpPr>
              <a:spLocks noChangeShapeType="1"/>
            </p:cNvSpPr>
            <p:nvPr/>
          </p:nvSpPr>
          <p:spPr bwMode="auto">
            <a:xfrm>
              <a:off x="3718305" y="2302820"/>
              <a:ext cx="232845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4" name="Line 137"/>
            <p:cNvSpPr>
              <a:spLocks noChangeShapeType="1"/>
            </p:cNvSpPr>
            <p:nvPr/>
          </p:nvSpPr>
          <p:spPr bwMode="auto">
            <a:xfrm flipV="1">
              <a:off x="6046978" y="2302820"/>
              <a:ext cx="0" cy="101077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65" name="Rectangle 21"/>
                <p:cNvSpPr>
                  <a:spLocks noChangeArrowheads="1"/>
                </p:cNvSpPr>
                <p:nvPr/>
              </p:nvSpPr>
              <p:spPr bwMode="auto">
                <a:xfrm>
                  <a:off x="4562838" y="3472584"/>
                  <a:ext cx="641329"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8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a:t>
                  </a:r>
                  <a14:m>
                    <m:oMath xmlns:m="http://schemas.openxmlformats.org/officeDocument/2006/math">
                      <m:r>
                        <a:rPr kumimoji="0" lang="en-US" altLang="ko-KR" sz="800" b="0" i="1" u="none" strike="noStrike" cap="none" normalizeH="0" smtClean="0">
                          <a:ln>
                            <a:noFill/>
                          </a:ln>
                          <a:solidFill>
                            <a:srgbClr val="262626"/>
                          </a:solidFill>
                          <a:effectLst/>
                          <a:latin typeface="Cambria Math" panose="02040503050406030204" pitchFamily="18" charset="0"/>
                          <a:cs typeface="helvetica" panose="020B0604020202020204" pitchFamily="34" charset="0"/>
                        </a:rPr>
                        <m:t>𝜇</m:t>
                      </m:r>
                      <m:r>
                        <a:rPr kumimoji="0" lang="en-US" altLang="ko-KR" sz="800" b="0" i="1" u="none" strike="noStrike" cap="none" normalizeH="0" smtClean="0">
                          <a:ln>
                            <a:noFill/>
                          </a:ln>
                          <a:solidFill>
                            <a:srgbClr val="262626"/>
                          </a:solidFill>
                          <a:effectLst/>
                          <a:latin typeface="Cambria Math" panose="02040503050406030204" pitchFamily="18" charset="0"/>
                          <a:cs typeface="helvetica" panose="020B0604020202020204" pitchFamily="34" charset="0"/>
                        </a:rPr>
                        <m:t>𝑚</m:t>
                      </m:r>
                    </m:oMath>
                  </a14:m>
                  <a:r>
                    <a:rPr kumimoji="0" lang="en-US" altLang="ko-KR" sz="800" b="0" i="0" u="none" strike="noStrike" cap="none" normalizeH="0" dirty="0">
                      <a:ln>
                        <a:noFill/>
                      </a:ln>
                      <a:solidFill>
                        <a:srgbClr val="262626"/>
                      </a:solidFill>
                      <a:effectLst/>
                      <a:latin typeface="helvetica" panose="020B0604020202020204" pitchFamily="34" charset="0"/>
                      <a:cs typeface="helvetica" panose="020B0604020202020204" pitchFamily="34" charset="0"/>
                    </a:rPr>
                    <a:t>)</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65" name="Rectangle 21"/>
                <p:cNvSpPr>
                  <a:spLocks noRot="1" noChangeAspect="1" noMove="1" noResize="1" noEditPoints="1" noAdjustHandles="1" noChangeArrowheads="1" noChangeShapeType="1" noTextEdit="1"/>
                </p:cNvSpPr>
                <p:nvPr/>
              </p:nvSpPr>
              <p:spPr bwMode="auto">
                <a:xfrm>
                  <a:off x="4562838" y="3472584"/>
                  <a:ext cx="641329" cy="123111"/>
                </a:xfrm>
                <a:prstGeom prst="rect">
                  <a:avLst/>
                </a:prstGeom>
                <a:blipFill>
                  <a:blip r:embed="rId7"/>
                  <a:stretch>
                    <a:fillRect l="-9434" t="-30000" r="-9434" b="-5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66" name="Line 137"/>
            <p:cNvSpPr>
              <a:spLocks noChangeShapeType="1"/>
            </p:cNvSpPr>
            <p:nvPr/>
          </p:nvSpPr>
          <p:spPr bwMode="auto">
            <a:xfrm flipV="1">
              <a:off x="4729127" y="2482793"/>
              <a:ext cx="0" cy="830801"/>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67" name="Line 137"/>
            <p:cNvSpPr>
              <a:spLocks noChangeShapeType="1"/>
            </p:cNvSpPr>
            <p:nvPr/>
          </p:nvSpPr>
          <p:spPr bwMode="auto">
            <a:xfrm flipV="1">
              <a:off x="5012351" y="2482793"/>
              <a:ext cx="0" cy="828784"/>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68" name="Line 137"/>
            <p:cNvSpPr>
              <a:spLocks noChangeShapeType="1"/>
            </p:cNvSpPr>
            <p:nvPr/>
          </p:nvSpPr>
          <p:spPr bwMode="auto">
            <a:xfrm flipV="1">
              <a:off x="4460409" y="2342780"/>
              <a:ext cx="0" cy="969634"/>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69" name="Line 137"/>
            <p:cNvSpPr>
              <a:spLocks noChangeShapeType="1"/>
            </p:cNvSpPr>
            <p:nvPr/>
          </p:nvSpPr>
          <p:spPr bwMode="auto">
            <a:xfrm flipV="1">
              <a:off x="5292349" y="2342780"/>
              <a:ext cx="0" cy="969634"/>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cxnSp>
          <p:nvCxnSpPr>
            <p:cNvPr id="70" name="직선 화살표 연결선 69"/>
            <p:cNvCxnSpPr/>
            <p:nvPr/>
          </p:nvCxnSpPr>
          <p:spPr>
            <a:xfrm flipV="1">
              <a:off x="4729127" y="2542851"/>
              <a:ext cx="283225" cy="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flipV="1">
              <a:off x="4481598" y="2421937"/>
              <a:ext cx="792874" cy="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p:cNvSpPr txBox="1"/>
                <p:nvPr/>
              </p:nvSpPr>
              <p:spPr>
                <a:xfrm>
                  <a:off x="4705488" y="2369991"/>
                  <a:ext cx="34219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800" b="1" i="1" dirty="0" smtClean="0">
                                <a:latin typeface="Cambria Math" panose="02040503050406030204" pitchFamily="18" charset="0"/>
                                <a:cs typeface="Times New Roman" panose="02020603050405020304" pitchFamily="18" charset="0"/>
                              </a:rPr>
                            </m:ctrlPr>
                          </m:sSubPr>
                          <m:e>
                            <m:r>
                              <a:rPr lang="en-US" altLang="ko-KR" sz="800" b="1" i="1" dirty="0" smtClean="0">
                                <a:latin typeface="Cambria Math" panose="02040503050406030204" pitchFamily="18" charset="0"/>
                                <a:cs typeface="Times New Roman" panose="02020603050405020304" pitchFamily="18" charset="0"/>
                              </a:rPr>
                              <m:t>𝒅</m:t>
                            </m:r>
                          </m:e>
                          <m:sub>
                            <m:r>
                              <a:rPr lang="en-US" altLang="ko-KR" sz="800" b="1" i="1" dirty="0" smtClean="0">
                                <a:latin typeface="Cambria Math" panose="02040503050406030204" pitchFamily="18" charset="0"/>
                                <a:cs typeface="Times New Roman" panose="02020603050405020304" pitchFamily="18" charset="0"/>
                              </a:rPr>
                              <m:t>𝟐</m:t>
                            </m:r>
                          </m:sub>
                        </m:sSub>
                      </m:oMath>
                    </m:oMathPara>
                  </a14:m>
                  <a:endParaRPr lang="ko-KR" altLang="en-US" sz="800" b="1" dirty="0">
                    <a:latin typeface="helvetica" panose="020B0604020202020204" pitchFamily="34" charset="0"/>
                    <a:cs typeface="helvetica" panose="020B0604020202020204" pitchFamily="34" charset="0"/>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4705488" y="2369991"/>
                  <a:ext cx="342199" cy="215444"/>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4700794" y="2249739"/>
                  <a:ext cx="34219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800" b="1" i="1" dirty="0" smtClean="0">
                                <a:latin typeface="Cambria Math" panose="02040503050406030204" pitchFamily="18" charset="0"/>
                                <a:cs typeface="Times New Roman" panose="02020603050405020304" pitchFamily="18" charset="0"/>
                              </a:rPr>
                            </m:ctrlPr>
                          </m:sSubPr>
                          <m:e>
                            <m:r>
                              <a:rPr lang="en-US" altLang="ko-KR" sz="800" b="1" i="1" dirty="0" smtClean="0">
                                <a:latin typeface="Cambria Math" panose="02040503050406030204" pitchFamily="18" charset="0"/>
                                <a:cs typeface="Times New Roman" panose="02020603050405020304" pitchFamily="18" charset="0"/>
                              </a:rPr>
                              <m:t>𝒅</m:t>
                            </m:r>
                          </m:e>
                          <m:sub>
                            <m:r>
                              <a:rPr lang="en-US" altLang="ko-KR" sz="800" b="1" i="1" dirty="0" smtClean="0">
                                <a:latin typeface="Cambria Math" panose="02040503050406030204" pitchFamily="18" charset="0"/>
                                <a:cs typeface="Times New Roman" panose="02020603050405020304" pitchFamily="18" charset="0"/>
                              </a:rPr>
                              <m:t>𝟏</m:t>
                            </m:r>
                          </m:sub>
                        </m:sSub>
                      </m:oMath>
                    </m:oMathPara>
                  </a14:m>
                  <a:endParaRPr lang="ko-KR" altLang="en-US" sz="800" b="1" dirty="0">
                    <a:latin typeface="helvetica" panose="020B0604020202020204" pitchFamily="34" charset="0"/>
                    <a:cs typeface="helvetica" panose="020B0604020202020204" pitchFamily="34" charset="0"/>
                  </a:endParaRPr>
                </a:p>
              </p:txBody>
            </p:sp>
          </mc:Choice>
          <mc:Fallback xmlns="">
            <p:sp>
              <p:nvSpPr>
                <p:cNvPr id="73" name="TextBox 72"/>
                <p:cNvSpPr txBox="1">
                  <a:spLocks noRot="1" noChangeAspect="1" noMove="1" noResize="1" noEditPoints="1" noAdjustHandles="1" noChangeArrowheads="1" noChangeShapeType="1" noTextEdit="1"/>
                </p:cNvSpPr>
                <p:nvPr/>
              </p:nvSpPr>
              <p:spPr>
                <a:xfrm>
                  <a:off x="4700794" y="2249739"/>
                  <a:ext cx="342199" cy="215444"/>
                </a:xfrm>
                <a:prstGeom prst="rect">
                  <a:avLst/>
                </a:prstGeom>
                <a:blipFill>
                  <a:blip r:embed="rId9"/>
                  <a:stretch>
                    <a:fillRect/>
                  </a:stretch>
                </a:blipFill>
              </p:spPr>
              <p:txBody>
                <a:bodyPr/>
                <a:lstStyle/>
                <a:p>
                  <a:r>
                    <a:rPr lang="ko-KR" altLang="en-US">
                      <a:noFill/>
                    </a:rPr>
                    <a:t> </a:t>
                  </a:r>
                </a:p>
              </p:txBody>
            </p:sp>
          </mc:Fallback>
        </mc:AlternateContent>
        <p:sp>
          <p:nvSpPr>
            <p:cNvPr id="74" name="Rectangle 104"/>
            <p:cNvSpPr>
              <a:spLocks noChangeArrowheads="1"/>
            </p:cNvSpPr>
            <p:nvPr/>
          </p:nvSpPr>
          <p:spPr bwMode="auto">
            <a:xfrm>
              <a:off x="5686930" y="2350770"/>
              <a:ext cx="300759" cy="5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5" name="Rectangle 105"/>
            <p:cNvSpPr>
              <a:spLocks noChangeArrowheads="1"/>
            </p:cNvSpPr>
            <p:nvPr/>
          </p:nvSpPr>
          <p:spPr bwMode="auto">
            <a:xfrm>
              <a:off x="5630085" y="2329957"/>
              <a:ext cx="37421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err="1">
                  <a:ln>
                    <a:noFill/>
                  </a:ln>
                  <a:solidFill>
                    <a:srgbClr val="000000"/>
                  </a:solidFill>
                  <a:effectLst/>
                  <a:latin typeface="helvetica" panose="020B0604020202020204" pitchFamily="34" charset="0"/>
                  <a:cs typeface="helvetica" panose="020B0604020202020204" pitchFamily="34" charset="0"/>
                </a:rPr>
                <a:t>Linecut</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A</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6" name="Rectangle 106"/>
            <p:cNvSpPr>
              <a:spLocks noChangeArrowheads="1"/>
            </p:cNvSpPr>
            <p:nvPr/>
          </p:nvSpPr>
          <p:spPr bwMode="auto">
            <a:xfrm>
              <a:off x="5362725" y="2372539"/>
              <a:ext cx="214149" cy="287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7" name="Rectangle 111"/>
            <p:cNvSpPr>
              <a:spLocks noChangeArrowheads="1"/>
            </p:cNvSpPr>
            <p:nvPr/>
          </p:nvSpPr>
          <p:spPr bwMode="auto">
            <a:xfrm>
              <a:off x="5330911" y="2324798"/>
              <a:ext cx="690948" cy="314714"/>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8" name="Rectangle 106"/>
            <p:cNvSpPr>
              <a:spLocks noChangeArrowheads="1"/>
            </p:cNvSpPr>
            <p:nvPr/>
          </p:nvSpPr>
          <p:spPr bwMode="auto">
            <a:xfrm>
              <a:off x="5364069" y="2467713"/>
              <a:ext cx="214149" cy="28770"/>
            </a:xfrm>
            <a:prstGeom prst="rect">
              <a:avLst/>
            </a:prstGeom>
            <a:solidFill>
              <a:srgbClr val="00B0F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9" name="Rectangle 106"/>
            <p:cNvSpPr>
              <a:spLocks noChangeArrowheads="1"/>
            </p:cNvSpPr>
            <p:nvPr/>
          </p:nvSpPr>
          <p:spPr bwMode="auto">
            <a:xfrm>
              <a:off x="5365412" y="2553365"/>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80" name="Rectangle 105"/>
            <p:cNvSpPr>
              <a:spLocks noChangeArrowheads="1"/>
            </p:cNvSpPr>
            <p:nvPr/>
          </p:nvSpPr>
          <p:spPr bwMode="auto">
            <a:xfrm>
              <a:off x="5632260" y="2423373"/>
              <a:ext cx="373500"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err="1">
                  <a:ln>
                    <a:noFill/>
                  </a:ln>
                  <a:solidFill>
                    <a:srgbClr val="000000"/>
                  </a:solidFill>
                  <a:effectLst/>
                  <a:latin typeface="helvetica" panose="020B0604020202020204" pitchFamily="34" charset="0"/>
                  <a:cs typeface="helvetica" panose="020B0604020202020204" pitchFamily="34" charset="0"/>
                </a:rPr>
                <a:t>Linecut</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B</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1" name="Rectangle 105"/>
            <p:cNvSpPr>
              <a:spLocks noChangeArrowheads="1"/>
            </p:cNvSpPr>
            <p:nvPr/>
          </p:nvSpPr>
          <p:spPr bwMode="auto">
            <a:xfrm>
              <a:off x="5628722" y="2511516"/>
              <a:ext cx="37830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err="1">
                  <a:ln>
                    <a:noFill/>
                  </a:ln>
                  <a:solidFill>
                    <a:srgbClr val="000000"/>
                  </a:solidFill>
                  <a:effectLst/>
                  <a:latin typeface="helvetica" panose="020B0604020202020204" pitchFamily="34" charset="0"/>
                  <a:cs typeface="helvetica" panose="020B0604020202020204" pitchFamily="34" charset="0"/>
                </a:rPr>
                <a:t>Linecut</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C</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2" name="Line 143"/>
            <p:cNvSpPr>
              <a:spLocks noChangeShapeType="1"/>
            </p:cNvSpPr>
            <p:nvPr/>
          </p:nvSpPr>
          <p:spPr bwMode="auto">
            <a:xfrm>
              <a:off x="3718305" y="2374931"/>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83" name="Rectangle 149"/>
            <p:cNvSpPr>
              <a:spLocks noChangeArrowheads="1"/>
            </p:cNvSpPr>
            <p:nvPr/>
          </p:nvSpPr>
          <p:spPr bwMode="auto">
            <a:xfrm>
              <a:off x="3554001" y="2319143"/>
              <a:ext cx="21732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4" name="Rectangle 21"/>
            <p:cNvSpPr>
              <a:spLocks noChangeArrowheads="1"/>
            </p:cNvSpPr>
            <p:nvPr/>
          </p:nvSpPr>
          <p:spPr bwMode="auto">
            <a:xfrm rot="16200000">
              <a:off x="2962040" y="2791728"/>
              <a:ext cx="9618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85" name="TextBox 84"/>
            <p:cNvSpPr txBox="1"/>
            <p:nvPr/>
          </p:nvSpPr>
          <p:spPr>
            <a:xfrm>
              <a:off x="3155876" y="2141613"/>
              <a:ext cx="295288"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sp>
          <p:nvSpPr>
            <p:cNvPr id="87" name="Freeform 152"/>
            <p:cNvSpPr>
              <a:spLocks/>
            </p:cNvSpPr>
            <p:nvPr/>
          </p:nvSpPr>
          <p:spPr bwMode="auto">
            <a:xfrm>
              <a:off x="3688545" y="984718"/>
              <a:ext cx="2328455" cy="662860"/>
            </a:xfrm>
            <a:custGeom>
              <a:avLst/>
              <a:gdLst>
                <a:gd name="T0" fmla="*/ 24 w 2142"/>
                <a:gd name="T1" fmla="*/ 874 h 874"/>
                <a:gd name="T2" fmla="*/ 60 w 2142"/>
                <a:gd name="T3" fmla="*/ 874 h 874"/>
                <a:gd name="T4" fmla="*/ 96 w 2142"/>
                <a:gd name="T5" fmla="*/ 874 h 874"/>
                <a:gd name="T6" fmla="*/ 132 w 2142"/>
                <a:gd name="T7" fmla="*/ 874 h 874"/>
                <a:gd name="T8" fmla="*/ 168 w 2142"/>
                <a:gd name="T9" fmla="*/ 874 h 874"/>
                <a:gd name="T10" fmla="*/ 204 w 2142"/>
                <a:gd name="T11" fmla="*/ 874 h 874"/>
                <a:gd name="T12" fmla="*/ 240 w 2142"/>
                <a:gd name="T13" fmla="*/ 874 h 874"/>
                <a:gd name="T14" fmla="*/ 276 w 2142"/>
                <a:gd name="T15" fmla="*/ 874 h 874"/>
                <a:gd name="T16" fmla="*/ 312 w 2142"/>
                <a:gd name="T17" fmla="*/ 874 h 874"/>
                <a:gd name="T18" fmla="*/ 347 w 2142"/>
                <a:gd name="T19" fmla="*/ 874 h 874"/>
                <a:gd name="T20" fmla="*/ 383 w 2142"/>
                <a:gd name="T21" fmla="*/ 874 h 874"/>
                <a:gd name="T22" fmla="*/ 419 w 2142"/>
                <a:gd name="T23" fmla="*/ 874 h 874"/>
                <a:gd name="T24" fmla="*/ 455 w 2142"/>
                <a:gd name="T25" fmla="*/ 874 h 874"/>
                <a:gd name="T26" fmla="*/ 491 w 2142"/>
                <a:gd name="T27" fmla="*/ 874 h 874"/>
                <a:gd name="T28" fmla="*/ 527 w 2142"/>
                <a:gd name="T29" fmla="*/ 873 h 874"/>
                <a:gd name="T30" fmla="*/ 563 w 2142"/>
                <a:gd name="T31" fmla="*/ 873 h 874"/>
                <a:gd name="T32" fmla="*/ 599 w 2142"/>
                <a:gd name="T33" fmla="*/ 870 h 874"/>
                <a:gd name="T34" fmla="*/ 635 w 2142"/>
                <a:gd name="T35" fmla="*/ 862 h 874"/>
                <a:gd name="T36" fmla="*/ 671 w 2142"/>
                <a:gd name="T37" fmla="*/ 841 h 874"/>
                <a:gd name="T38" fmla="*/ 706 w 2142"/>
                <a:gd name="T39" fmla="*/ 797 h 874"/>
                <a:gd name="T40" fmla="*/ 742 w 2142"/>
                <a:gd name="T41" fmla="*/ 716 h 874"/>
                <a:gd name="T42" fmla="*/ 778 w 2142"/>
                <a:gd name="T43" fmla="*/ 587 h 874"/>
                <a:gd name="T44" fmla="*/ 814 w 2142"/>
                <a:gd name="T45" fmla="*/ 416 h 874"/>
                <a:gd name="T46" fmla="*/ 850 w 2142"/>
                <a:gd name="T47" fmla="*/ 232 h 874"/>
                <a:gd name="T48" fmla="*/ 886 w 2142"/>
                <a:gd name="T49" fmla="*/ 80 h 874"/>
                <a:gd name="T50" fmla="*/ 922 w 2142"/>
                <a:gd name="T51" fmla="*/ 5 h 874"/>
                <a:gd name="T52" fmla="*/ 958 w 2142"/>
                <a:gd name="T53" fmla="*/ 17 h 874"/>
                <a:gd name="T54" fmla="*/ 994 w 2142"/>
                <a:gd name="T55" fmla="*/ 89 h 874"/>
                <a:gd name="T56" fmla="*/ 1030 w 2142"/>
                <a:gd name="T57" fmla="*/ 162 h 874"/>
                <a:gd name="T58" fmla="*/ 1065 w 2142"/>
                <a:gd name="T59" fmla="*/ 187 h 874"/>
                <a:gd name="T60" fmla="*/ 1101 w 2142"/>
                <a:gd name="T61" fmla="*/ 151 h 874"/>
                <a:gd name="T62" fmla="*/ 1137 w 2142"/>
                <a:gd name="T63" fmla="*/ 84 h 874"/>
                <a:gd name="T64" fmla="*/ 1173 w 2142"/>
                <a:gd name="T65" fmla="*/ 40 h 874"/>
                <a:gd name="T66" fmla="*/ 1209 w 2142"/>
                <a:gd name="T67" fmla="*/ 66 h 874"/>
                <a:gd name="T68" fmla="*/ 1245 w 2142"/>
                <a:gd name="T69" fmla="*/ 172 h 874"/>
                <a:gd name="T70" fmla="*/ 1281 w 2142"/>
                <a:gd name="T71" fmla="*/ 334 h 874"/>
                <a:gd name="T72" fmla="*/ 1317 w 2142"/>
                <a:gd name="T73" fmla="*/ 507 h 874"/>
                <a:gd name="T74" fmla="*/ 1353 w 2142"/>
                <a:gd name="T75" fmla="*/ 654 h 874"/>
                <a:gd name="T76" fmla="*/ 1389 w 2142"/>
                <a:gd name="T77" fmla="*/ 758 h 874"/>
                <a:gd name="T78" fmla="*/ 1424 w 2142"/>
                <a:gd name="T79" fmla="*/ 820 h 874"/>
                <a:gd name="T80" fmla="*/ 1460 w 2142"/>
                <a:gd name="T81" fmla="*/ 852 h 874"/>
                <a:gd name="T82" fmla="*/ 1496 w 2142"/>
                <a:gd name="T83" fmla="*/ 866 h 874"/>
                <a:gd name="T84" fmla="*/ 1532 w 2142"/>
                <a:gd name="T85" fmla="*/ 871 h 874"/>
                <a:gd name="T86" fmla="*/ 1568 w 2142"/>
                <a:gd name="T87" fmla="*/ 873 h 874"/>
                <a:gd name="T88" fmla="*/ 1604 w 2142"/>
                <a:gd name="T89" fmla="*/ 874 h 874"/>
                <a:gd name="T90" fmla="*/ 1640 w 2142"/>
                <a:gd name="T91" fmla="*/ 874 h 874"/>
                <a:gd name="T92" fmla="*/ 1676 w 2142"/>
                <a:gd name="T93" fmla="*/ 874 h 874"/>
                <a:gd name="T94" fmla="*/ 1712 w 2142"/>
                <a:gd name="T95" fmla="*/ 874 h 874"/>
                <a:gd name="T96" fmla="*/ 1748 w 2142"/>
                <a:gd name="T97" fmla="*/ 874 h 874"/>
                <a:gd name="T98" fmla="*/ 1783 w 2142"/>
                <a:gd name="T99" fmla="*/ 874 h 874"/>
                <a:gd name="T100" fmla="*/ 1819 w 2142"/>
                <a:gd name="T101" fmla="*/ 874 h 874"/>
                <a:gd name="T102" fmla="*/ 1855 w 2142"/>
                <a:gd name="T103" fmla="*/ 874 h 874"/>
                <a:gd name="T104" fmla="*/ 1891 w 2142"/>
                <a:gd name="T105" fmla="*/ 874 h 874"/>
                <a:gd name="T106" fmla="*/ 1927 w 2142"/>
                <a:gd name="T107" fmla="*/ 874 h 874"/>
                <a:gd name="T108" fmla="*/ 1963 w 2142"/>
                <a:gd name="T109" fmla="*/ 874 h 874"/>
                <a:gd name="T110" fmla="*/ 1999 w 2142"/>
                <a:gd name="T111" fmla="*/ 874 h 874"/>
                <a:gd name="T112" fmla="*/ 2035 w 2142"/>
                <a:gd name="T113" fmla="*/ 873 h 874"/>
                <a:gd name="T114" fmla="*/ 2071 w 2142"/>
                <a:gd name="T115" fmla="*/ 873 h 874"/>
                <a:gd name="T116" fmla="*/ 2107 w 2142"/>
                <a:gd name="T117" fmla="*/ 873 h 874"/>
                <a:gd name="T118" fmla="*/ 2142 w 2142"/>
                <a:gd name="T119" fmla="*/ 872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2" h="874">
                  <a:moveTo>
                    <a:pt x="0" y="874"/>
                  </a:moveTo>
                  <a:lnTo>
                    <a:pt x="12" y="874"/>
                  </a:lnTo>
                  <a:lnTo>
                    <a:pt x="24" y="874"/>
                  </a:lnTo>
                  <a:lnTo>
                    <a:pt x="36" y="874"/>
                  </a:lnTo>
                  <a:lnTo>
                    <a:pt x="48" y="874"/>
                  </a:lnTo>
                  <a:lnTo>
                    <a:pt x="60" y="874"/>
                  </a:lnTo>
                  <a:lnTo>
                    <a:pt x="72" y="874"/>
                  </a:lnTo>
                  <a:lnTo>
                    <a:pt x="84" y="874"/>
                  </a:lnTo>
                  <a:lnTo>
                    <a:pt x="96" y="874"/>
                  </a:lnTo>
                  <a:lnTo>
                    <a:pt x="108" y="874"/>
                  </a:lnTo>
                  <a:lnTo>
                    <a:pt x="120" y="874"/>
                  </a:lnTo>
                  <a:lnTo>
                    <a:pt x="132" y="874"/>
                  </a:lnTo>
                  <a:lnTo>
                    <a:pt x="144" y="874"/>
                  </a:lnTo>
                  <a:lnTo>
                    <a:pt x="156" y="874"/>
                  </a:lnTo>
                  <a:lnTo>
                    <a:pt x="168" y="874"/>
                  </a:lnTo>
                  <a:lnTo>
                    <a:pt x="180" y="874"/>
                  </a:lnTo>
                  <a:lnTo>
                    <a:pt x="192" y="874"/>
                  </a:lnTo>
                  <a:lnTo>
                    <a:pt x="204" y="874"/>
                  </a:lnTo>
                  <a:lnTo>
                    <a:pt x="216" y="874"/>
                  </a:lnTo>
                  <a:lnTo>
                    <a:pt x="228" y="874"/>
                  </a:lnTo>
                  <a:lnTo>
                    <a:pt x="240" y="874"/>
                  </a:lnTo>
                  <a:lnTo>
                    <a:pt x="252" y="874"/>
                  </a:lnTo>
                  <a:lnTo>
                    <a:pt x="264" y="874"/>
                  </a:lnTo>
                  <a:lnTo>
                    <a:pt x="276" y="874"/>
                  </a:lnTo>
                  <a:lnTo>
                    <a:pt x="288" y="874"/>
                  </a:lnTo>
                  <a:lnTo>
                    <a:pt x="300" y="874"/>
                  </a:lnTo>
                  <a:lnTo>
                    <a:pt x="312" y="874"/>
                  </a:lnTo>
                  <a:lnTo>
                    <a:pt x="324" y="874"/>
                  </a:lnTo>
                  <a:lnTo>
                    <a:pt x="336" y="874"/>
                  </a:lnTo>
                  <a:lnTo>
                    <a:pt x="347" y="874"/>
                  </a:lnTo>
                  <a:lnTo>
                    <a:pt x="359" y="874"/>
                  </a:lnTo>
                  <a:lnTo>
                    <a:pt x="371" y="874"/>
                  </a:lnTo>
                  <a:lnTo>
                    <a:pt x="383" y="874"/>
                  </a:lnTo>
                  <a:lnTo>
                    <a:pt x="395" y="874"/>
                  </a:lnTo>
                  <a:lnTo>
                    <a:pt x="407" y="874"/>
                  </a:lnTo>
                  <a:lnTo>
                    <a:pt x="419" y="874"/>
                  </a:lnTo>
                  <a:lnTo>
                    <a:pt x="431" y="874"/>
                  </a:lnTo>
                  <a:lnTo>
                    <a:pt x="443" y="874"/>
                  </a:lnTo>
                  <a:lnTo>
                    <a:pt x="455" y="874"/>
                  </a:lnTo>
                  <a:lnTo>
                    <a:pt x="467" y="874"/>
                  </a:lnTo>
                  <a:lnTo>
                    <a:pt x="479" y="874"/>
                  </a:lnTo>
                  <a:lnTo>
                    <a:pt x="491" y="874"/>
                  </a:lnTo>
                  <a:lnTo>
                    <a:pt x="503" y="874"/>
                  </a:lnTo>
                  <a:lnTo>
                    <a:pt x="515" y="874"/>
                  </a:lnTo>
                  <a:lnTo>
                    <a:pt x="527" y="873"/>
                  </a:lnTo>
                  <a:lnTo>
                    <a:pt x="539" y="873"/>
                  </a:lnTo>
                  <a:lnTo>
                    <a:pt x="551" y="873"/>
                  </a:lnTo>
                  <a:lnTo>
                    <a:pt x="563" y="873"/>
                  </a:lnTo>
                  <a:lnTo>
                    <a:pt x="575" y="872"/>
                  </a:lnTo>
                  <a:lnTo>
                    <a:pt x="587" y="871"/>
                  </a:lnTo>
                  <a:lnTo>
                    <a:pt x="599" y="870"/>
                  </a:lnTo>
                  <a:lnTo>
                    <a:pt x="611" y="868"/>
                  </a:lnTo>
                  <a:lnTo>
                    <a:pt x="623" y="865"/>
                  </a:lnTo>
                  <a:lnTo>
                    <a:pt x="635" y="862"/>
                  </a:lnTo>
                  <a:lnTo>
                    <a:pt x="647" y="857"/>
                  </a:lnTo>
                  <a:lnTo>
                    <a:pt x="659" y="850"/>
                  </a:lnTo>
                  <a:lnTo>
                    <a:pt x="671" y="841"/>
                  </a:lnTo>
                  <a:lnTo>
                    <a:pt x="683" y="830"/>
                  </a:lnTo>
                  <a:lnTo>
                    <a:pt x="695" y="816"/>
                  </a:lnTo>
                  <a:lnTo>
                    <a:pt x="706" y="797"/>
                  </a:lnTo>
                  <a:lnTo>
                    <a:pt x="718" y="775"/>
                  </a:lnTo>
                  <a:lnTo>
                    <a:pt x="730" y="748"/>
                  </a:lnTo>
                  <a:lnTo>
                    <a:pt x="742" y="716"/>
                  </a:lnTo>
                  <a:lnTo>
                    <a:pt x="754" y="678"/>
                  </a:lnTo>
                  <a:lnTo>
                    <a:pt x="766" y="635"/>
                  </a:lnTo>
                  <a:lnTo>
                    <a:pt x="778" y="587"/>
                  </a:lnTo>
                  <a:lnTo>
                    <a:pt x="790" y="534"/>
                  </a:lnTo>
                  <a:lnTo>
                    <a:pt x="802" y="476"/>
                  </a:lnTo>
                  <a:lnTo>
                    <a:pt x="814" y="416"/>
                  </a:lnTo>
                  <a:lnTo>
                    <a:pt x="826" y="354"/>
                  </a:lnTo>
                  <a:lnTo>
                    <a:pt x="838" y="292"/>
                  </a:lnTo>
                  <a:lnTo>
                    <a:pt x="850" y="232"/>
                  </a:lnTo>
                  <a:lnTo>
                    <a:pt x="862" y="175"/>
                  </a:lnTo>
                  <a:lnTo>
                    <a:pt x="874" y="124"/>
                  </a:lnTo>
                  <a:lnTo>
                    <a:pt x="886" y="80"/>
                  </a:lnTo>
                  <a:lnTo>
                    <a:pt x="898" y="45"/>
                  </a:lnTo>
                  <a:lnTo>
                    <a:pt x="910" y="20"/>
                  </a:lnTo>
                  <a:lnTo>
                    <a:pt x="922" y="5"/>
                  </a:lnTo>
                  <a:lnTo>
                    <a:pt x="934" y="0"/>
                  </a:lnTo>
                  <a:lnTo>
                    <a:pt x="946" y="4"/>
                  </a:lnTo>
                  <a:lnTo>
                    <a:pt x="958" y="17"/>
                  </a:lnTo>
                  <a:lnTo>
                    <a:pt x="970" y="37"/>
                  </a:lnTo>
                  <a:lnTo>
                    <a:pt x="982" y="61"/>
                  </a:lnTo>
                  <a:lnTo>
                    <a:pt x="994" y="89"/>
                  </a:lnTo>
                  <a:lnTo>
                    <a:pt x="1006" y="116"/>
                  </a:lnTo>
                  <a:lnTo>
                    <a:pt x="1018" y="141"/>
                  </a:lnTo>
                  <a:lnTo>
                    <a:pt x="1030" y="162"/>
                  </a:lnTo>
                  <a:lnTo>
                    <a:pt x="1042" y="177"/>
                  </a:lnTo>
                  <a:lnTo>
                    <a:pt x="1054" y="186"/>
                  </a:lnTo>
                  <a:lnTo>
                    <a:pt x="1065" y="187"/>
                  </a:lnTo>
                  <a:lnTo>
                    <a:pt x="1077" y="181"/>
                  </a:lnTo>
                  <a:lnTo>
                    <a:pt x="1089" y="169"/>
                  </a:lnTo>
                  <a:lnTo>
                    <a:pt x="1101" y="151"/>
                  </a:lnTo>
                  <a:lnTo>
                    <a:pt x="1113" y="129"/>
                  </a:lnTo>
                  <a:lnTo>
                    <a:pt x="1125" y="106"/>
                  </a:lnTo>
                  <a:lnTo>
                    <a:pt x="1137" y="84"/>
                  </a:lnTo>
                  <a:lnTo>
                    <a:pt x="1149" y="64"/>
                  </a:lnTo>
                  <a:lnTo>
                    <a:pt x="1161" y="49"/>
                  </a:lnTo>
                  <a:lnTo>
                    <a:pt x="1173" y="40"/>
                  </a:lnTo>
                  <a:lnTo>
                    <a:pt x="1185" y="40"/>
                  </a:lnTo>
                  <a:lnTo>
                    <a:pt x="1197" y="48"/>
                  </a:lnTo>
                  <a:lnTo>
                    <a:pt x="1209" y="66"/>
                  </a:lnTo>
                  <a:lnTo>
                    <a:pt x="1221" y="93"/>
                  </a:lnTo>
                  <a:lnTo>
                    <a:pt x="1233" y="129"/>
                  </a:lnTo>
                  <a:lnTo>
                    <a:pt x="1245" y="172"/>
                  </a:lnTo>
                  <a:lnTo>
                    <a:pt x="1257" y="222"/>
                  </a:lnTo>
                  <a:lnTo>
                    <a:pt x="1269" y="276"/>
                  </a:lnTo>
                  <a:lnTo>
                    <a:pt x="1281" y="334"/>
                  </a:lnTo>
                  <a:lnTo>
                    <a:pt x="1293" y="392"/>
                  </a:lnTo>
                  <a:lnTo>
                    <a:pt x="1305" y="450"/>
                  </a:lnTo>
                  <a:lnTo>
                    <a:pt x="1317" y="507"/>
                  </a:lnTo>
                  <a:lnTo>
                    <a:pt x="1329" y="560"/>
                  </a:lnTo>
                  <a:lnTo>
                    <a:pt x="1341" y="609"/>
                  </a:lnTo>
                  <a:lnTo>
                    <a:pt x="1353" y="654"/>
                  </a:lnTo>
                  <a:lnTo>
                    <a:pt x="1365" y="694"/>
                  </a:lnTo>
                  <a:lnTo>
                    <a:pt x="1377" y="728"/>
                  </a:lnTo>
                  <a:lnTo>
                    <a:pt x="1389" y="758"/>
                  </a:lnTo>
                  <a:lnTo>
                    <a:pt x="1401" y="783"/>
                  </a:lnTo>
                  <a:lnTo>
                    <a:pt x="1413" y="803"/>
                  </a:lnTo>
                  <a:lnTo>
                    <a:pt x="1424" y="820"/>
                  </a:lnTo>
                  <a:lnTo>
                    <a:pt x="1436" y="833"/>
                  </a:lnTo>
                  <a:lnTo>
                    <a:pt x="1448" y="844"/>
                  </a:lnTo>
                  <a:lnTo>
                    <a:pt x="1460" y="852"/>
                  </a:lnTo>
                  <a:lnTo>
                    <a:pt x="1472" y="858"/>
                  </a:lnTo>
                  <a:lnTo>
                    <a:pt x="1484" y="863"/>
                  </a:lnTo>
                  <a:lnTo>
                    <a:pt x="1496" y="866"/>
                  </a:lnTo>
                  <a:lnTo>
                    <a:pt x="1508" y="868"/>
                  </a:lnTo>
                  <a:lnTo>
                    <a:pt x="1520" y="870"/>
                  </a:lnTo>
                  <a:lnTo>
                    <a:pt x="1532" y="871"/>
                  </a:lnTo>
                  <a:lnTo>
                    <a:pt x="1544" y="872"/>
                  </a:lnTo>
                  <a:lnTo>
                    <a:pt x="1556" y="873"/>
                  </a:lnTo>
                  <a:lnTo>
                    <a:pt x="1568" y="873"/>
                  </a:lnTo>
                  <a:lnTo>
                    <a:pt x="1580" y="873"/>
                  </a:lnTo>
                  <a:lnTo>
                    <a:pt x="1592" y="873"/>
                  </a:lnTo>
                  <a:lnTo>
                    <a:pt x="1604" y="874"/>
                  </a:lnTo>
                  <a:lnTo>
                    <a:pt x="1616" y="874"/>
                  </a:lnTo>
                  <a:lnTo>
                    <a:pt x="1628" y="874"/>
                  </a:lnTo>
                  <a:lnTo>
                    <a:pt x="1640" y="874"/>
                  </a:lnTo>
                  <a:lnTo>
                    <a:pt x="1652" y="874"/>
                  </a:lnTo>
                  <a:lnTo>
                    <a:pt x="1664" y="874"/>
                  </a:lnTo>
                  <a:lnTo>
                    <a:pt x="1676" y="874"/>
                  </a:lnTo>
                  <a:lnTo>
                    <a:pt x="1688" y="874"/>
                  </a:lnTo>
                  <a:lnTo>
                    <a:pt x="1700" y="874"/>
                  </a:lnTo>
                  <a:lnTo>
                    <a:pt x="1712" y="874"/>
                  </a:lnTo>
                  <a:lnTo>
                    <a:pt x="1724" y="874"/>
                  </a:lnTo>
                  <a:lnTo>
                    <a:pt x="1736" y="874"/>
                  </a:lnTo>
                  <a:lnTo>
                    <a:pt x="1748" y="874"/>
                  </a:lnTo>
                  <a:lnTo>
                    <a:pt x="1760" y="874"/>
                  </a:lnTo>
                  <a:lnTo>
                    <a:pt x="1772" y="874"/>
                  </a:lnTo>
                  <a:lnTo>
                    <a:pt x="1783" y="874"/>
                  </a:lnTo>
                  <a:lnTo>
                    <a:pt x="1795" y="874"/>
                  </a:lnTo>
                  <a:lnTo>
                    <a:pt x="1807" y="874"/>
                  </a:lnTo>
                  <a:lnTo>
                    <a:pt x="1819" y="874"/>
                  </a:lnTo>
                  <a:lnTo>
                    <a:pt x="1831" y="874"/>
                  </a:lnTo>
                  <a:lnTo>
                    <a:pt x="1843" y="874"/>
                  </a:lnTo>
                  <a:lnTo>
                    <a:pt x="1855" y="874"/>
                  </a:lnTo>
                  <a:lnTo>
                    <a:pt x="1867" y="874"/>
                  </a:lnTo>
                  <a:lnTo>
                    <a:pt x="1879" y="874"/>
                  </a:lnTo>
                  <a:lnTo>
                    <a:pt x="1891" y="874"/>
                  </a:lnTo>
                  <a:lnTo>
                    <a:pt x="1903" y="874"/>
                  </a:lnTo>
                  <a:lnTo>
                    <a:pt x="1915" y="874"/>
                  </a:lnTo>
                  <a:lnTo>
                    <a:pt x="1927" y="874"/>
                  </a:lnTo>
                  <a:lnTo>
                    <a:pt x="1939" y="874"/>
                  </a:lnTo>
                  <a:lnTo>
                    <a:pt x="1951" y="874"/>
                  </a:lnTo>
                  <a:lnTo>
                    <a:pt x="1963" y="874"/>
                  </a:lnTo>
                  <a:lnTo>
                    <a:pt x="1975" y="874"/>
                  </a:lnTo>
                  <a:lnTo>
                    <a:pt x="1987" y="874"/>
                  </a:lnTo>
                  <a:lnTo>
                    <a:pt x="1999" y="874"/>
                  </a:lnTo>
                  <a:lnTo>
                    <a:pt x="2011" y="874"/>
                  </a:lnTo>
                  <a:lnTo>
                    <a:pt x="2023" y="874"/>
                  </a:lnTo>
                  <a:lnTo>
                    <a:pt x="2035" y="873"/>
                  </a:lnTo>
                  <a:lnTo>
                    <a:pt x="2047" y="873"/>
                  </a:lnTo>
                  <a:lnTo>
                    <a:pt x="2059" y="873"/>
                  </a:lnTo>
                  <a:lnTo>
                    <a:pt x="2071" y="873"/>
                  </a:lnTo>
                  <a:lnTo>
                    <a:pt x="2083" y="873"/>
                  </a:lnTo>
                  <a:lnTo>
                    <a:pt x="2095" y="873"/>
                  </a:lnTo>
                  <a:lnTo>
                    <a:pt x="2107" y="873"/>
                  </a:lnTo>
                  <a:lnTo>
                    <a:pt x="2119" y="872"/>
                  </a:lnTo>
                  <a:lnTo>
                    <a:pt x="2131" y="872"/>
                  </a:lnTo>
                  <a:lnTo>
                    <a:pt x="2142" y="872"/>
                  </a:lnTo>
                </a:path>
              </a:pathLst>
            </a:custGeom>
            <a:noFill/>
            <a:ln w="3810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cxnSp>
          <p:nvCxnSpPr>
            <p:cNvPr id="89" name="직선 화살표 연결선 88"/>
            <p:cNvCxnSpPr>
              <a:stCxn id="87" idx="0"/>
            </p:cNvCxnSpPr>
            <p:nvPr/>
          </p:nvCxnSpPr>
          <p:spPr>
            <a:xfrm flipV="1">
              <a:off x="3714634" y="1647298"/>
              <a:ext cx="2453988" cy="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직선 화살표 연결선 90"/>
            <p:cNvCxnSpPr>
              <a:stCxn id="87" idx="0"/>
            </p:cNvCxnSpPr>
            <p:nvPr/>
          </p:nvCxnSpPr>
          <p:spPr>
            <a:xfrm flipV="1">
              <a:off x="3714634" y="829941"/>
              <a:ext cx="0" cy="8176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타원 96"/>
            <p:cNvSpPr/>
            <p:nvPr/>
          </p:nvSpPr>
          <p:spPr>
            <a:xfrm>
              <a:off x="4670370" y="945976"/>
              <a:ext cx="77484" cy="77484"/>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98" name="타원 97"/>
            <p:cNvSpPr/>
            <p:nvPr/>
          </p:nvSpPr>
          <p:spPr>
            <a:xfrm>
              <a:off x="4800564" y="1101741"/>
              <a:ext cx="77484" cy="77484"/>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99" name="타원 98"/>
            <p:cNvSpPr/>
            <p:nvPr/>
          </p:nvSpPr>
          <p:spPr>
            <a:xfrm>
              <a:off x="4934545" y="984718"/>
              <a:ext cx="77484" cy="77484"/>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100" name="Rectangle 21"/>
                <p:cNvSpPr>
                  <a:spLocks noChangeArrowheads="1"/>
                </p:cNvSpPr>
                <p:nvPr/>
              </p:nvSpPr>
              <p:spPr bwMode="auto">
                <a:xfrm>
                  <a:off x="4356632" y="886345"/>
                  <a:ext cx="286360" cy="1286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𝐼</m:t>
                            </m:r>
                          </m:e>
                          <m: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1,</m:t>
                            </m:r>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𝑚𝑎𝑥</m:t>
                            </m:r>
                          </m:sub>
                        </m:sSub>
                      </m:oMath>
                    </m:oMathPara>
                  </a14:m>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100" name="Rectangle 21"/>
                <p:cNvSpPr>
                  <a:spLocks noRot="1" noChangeAspect="1" noMove="1" noResize="1" noEditPoints="1" noAdjustHandles="1" noChangeArrowheads="1" noChangeShapeType="1" noTextEdit="1"/>
                </p:cNvSpPr>
                <p:nvPr/>
              </p:nvSpPr>
              <p:spPr bwMode="auto">
                <a:xfrm>
                  <a:off x="4356632" y="886345"/>
                  <a:ext cx="286360" cy="128625"/>
                </a:xfrm>
                <a:prstGeom prst="rect">
                  <a:avLst/>
                </a:prstGeom>
                <a:blipFill>
                  <a:blip r:embed="rId10"/>
                  <a:stretch>
                    <a:fillRect l="-6383" b="-190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1" name="Rectangle 21"/>
                <p:cNvSpPr>
                  <a:spLocks noChangeArrowheads="1"/>
                </p:cNvSpPr>
                <p:nvPr/>
              </p:nvSpPr>
              <p:spPr bwMode="auto">
                <a:xfrm>
                  <a:off x="5031436" y="903610"/>
                  <a:ext cx="288733" cy="1286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𝐼</m:t>
                            </m:r>
                          </m:e>
                          <m: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2,</m:t>
                            </m:r>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𝑚𝑎𝑥</m:t>
                            </m:r>
                          </m:sub>
                        </m:sSub>
                      </m:oMath>
                    </m:oMathPara>
                  </a14:m>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101" name="Rectangle 21"/>
                <p:cNvSpPr>
                  <a:spLocks noRot="1" noChangeAspect="1" noMove="1" noResize="1" noEditPoints="1" noAdjustHandles="1" noChangeArrowheads="1" noChangeShapeType="1" noTextEdit="1"/>
                </p:cNvSpPr>
                <p:nvPr/>
              </p:nvSpPr>
              <p:spPr bwMode="auto">
                <a:xfrm>
                  <a:off x="5031436" y="903610"/>
                  <a:ext cx="288733" cy="128625"/>
                </a:xfrm>
                <a:prstGeom prst="rect">
                  <a:avLst/>
                </a:prstGeom>
                <a:blipFill>
                  <a:blip r:embed="rId11"/>
                  <a:stretch>
                    <a:fillRect l="-8333" b="-190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2" name="Rectangle 21"/>
                <p:cNvSpPr>
                  <a:spLocks noChangeArrowheads="1"/>
                </p:cNvSpPr>
                <p:nvPr/>
              </p:nvSpPr>
              <p:spPr bwMode="auto">
                <a:xfrm>
                  <a:off x="4733764" y="1173859"/>
                  <a:ext cx="211083"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𝐼</m:t>
                            </m:r>
                          </m:e>
                          <m: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𝑚𝑖𝑛</m:t>
                            </m:r>
                          </m:sub>
                        </m:sSub>
                      </m:oMath>
                    </m:oMathPara>
                  </a14:m>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102" name="Rectangle 21"/>
                <p:cNvSpPr>
                  <a:spLocks noRot="1" noChangeAspect="1" noMove="1" noResize="1" noEditPoints="1" noAdjustHandles="1" noChangeArrowheads="1" noChangeShapeType="1" noTextEdit="1"/>
                </p:cNvSpPr>
                <p:nvPr/>
              </p:nvSpPr>
              <p:spPr bwMode="auto">
                <a:xfrm>
                  <a:off x="4733764" y="1173859"/>
                  <a:ext cx="211083" cy="123111"/>
                </a:xfrm>
                <a:prstGeom prst="rect">
                  <a:avLst/>
                </a:prstGeom>
                <a:blipFill>
                  <a:blip r:embed="rId12"/>
                  <a:stretch>
                    <a:fillRect l="-11765" r="-2941" b="-2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103" name="Rectangle 21"/>
            <p:cNvSpPr>
              <a:spLocks noChangeArrowheads="1"/>
            </p:cNvSpPr>
            <p:nvPr/>
          </p:nvSpPr>
          <p:spPr bwMode="auto">
            <a:xfrm rot="16200000">
              <a:off x="3047106" y="1170006"/>
              <a:ext cx="9618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106" name="Rectangle 21"/>
                <p:cNvSpPr>
                  <a:spLocks noChangeArrowheads="1"/>
                </p:cNvSpPr>
                <p:nvPr/>
              </p:nvSpPr>
              <p:spPr bwMode="auto">
                <a:xfrm>
                  <a:off x="4545153" y="1645753"/>
                  <a:ext cx="641329"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8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a:t>
                  </a:r>
                  <a14:m>
                    <m:oMath xmlns:m="http://schemas.openxmlformats.org/officeDocument/2006/math">
                      <m:r>
                        <a:rPr kumimoji="0" lang="en-US" altLang="ko-KR" sz="800" b="0" i="1" u="none" strike="noStrike" cap="none" normalizeH="0" smtClean="0">
                          <a:ln>
                            <a:noFill/>
                          </a:ln>
                          <a:solidFill>
                            <a:srgbClr val="262626"/>
                          </a:solidFill>
                          <a:effectLst/>
                          <a:latin typeface="Cambria Math" panose="02040503050406030204" pitchFamily="18" charset="0"/>
                          <a:cs typeface="helvetica" panose="020B0604020202020204" pitchFamily="34" charset="0"/>
                        </a:rPr>
                        <m:t>𝜇</m:t>
                      </m:r>
                      <m:r>
                        <a:rPr kumimoji="0" lang="en-US" altLang="ko-KR" sz="800" b="0" i="1" u="none" strike="noStrike" cap="none" normalizeH="0" smtClean="0">
                          <a:ln>
                            <a:noFill/>
                          </a:ln>
                          <a:solidFill>
                            <a:srgbClr val="262626"/>
                          </a:solidFill>
                          <a:effectLst/>
                          <a:latin typeface="Cambria Math" panose="02040503050406030204" pitchFamily="18" charset="0"/>
                          <a:cs typeface="helvetica" panose="020B0604020202020204" pitchFamily="34" charset="0"/>
                        </a:rPr>
                        <m:t>𝑚</m:t>
                      </m:r>
                    </m:oMath>
                  </a14:m>
                  <a:r>
                    <a:rPr kumimoji="0" lang="en-US" altLang="ko-KR" sz="800" b="0" i="0" u="none" strike="noStrike" cap="none" normalizeH="0" dirty="0">
                      <a:ln>
                        <a:noFill/>
                      </a:ln>
                      <a:solidFill>
                        <a:srgbClr val="262626"/>
                      </a:solidFill>
                      <a:effectLst/>
                      <a:latin typeface="helvetica" panose="020B0604020202020204" pitchFamily="34" charset="0"/>
                      <a:cs typeface="helvetica" panose="020B0604020202020204" pitchFamily="34" charset="0"/>
                    </a:rPr>
                    <a:t>)</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106" name="Rectangle 21"/>
                <p:cNvSpPr>
                  <a:spLocks noRot="1" noChangeAspect="1" noMove="1" noResize="1" noEditPoints="1" noAdjustHandles="1" noChangeArrowheads="1" noChangeShapeType="1" noTextEdit="1"/>
                </p:cNvSpPr>
                <p:nvPr/>
              </p:nvSpPr>
              <p:spPr bwMode="auto">
                <a:xfrm>
                  <a:off x="4545153" y="1645753"/>
                  <a:ext cx="641329" cy="123111"/>
                </a:xfrm>
                <a:prstGeom prst="rect">
                  <a:avLst/>
                </a:prstGeom>
                <a:blipFill>
                  <a:blip r:embed="rId7"/>
                  <a:stretch>
                    <a:fillRect l="-10476" t="-30000" r="-9524" b="-5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1" name="Rectangle 21"/>
                <p:cNvSpPr>
                  <a:spLocks noChangeArrowheads="1"/>
                </p:cNvSpPr>
                <p:nvPr/>
              </p:nvSpPr>
              <p:spPr bwMode="auto">
                <a:xfrm>
                  <a:off x="3503698" y="1833422"/>
                  <a:ext cx="2576153" cy="29559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14:m>
                    <m:oMathPara xmlns:m="http://schemas.openxmlformats.org/officeDocument/2006/math">
                      <m:oMathParaPr>
                        <m:jc m:val="centerGroup"/>
                      </m:oMathParaPr>
                      <m:oMath xmlns:m="http://schemas.openxmlformats.org/officeDocument/2006/math">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𝑣</m:t>
                        </m:r>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m:t>
                        </m:r>
                        <m:f>
                          <m:f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fPr>
                          <m:num>
                            <m:func>
                              <m:func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funcPr>
                              <m:fName>
                                <m:r>
                                  <m:rPr>
                                    <m:sty m:val="p"/>
                                  </m:rPr>
                                  <a:rPr kumimoji="0" lang="en-US" altLang="ko-KR" sz="800" b="0" i="0"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min</m:t>
                                </m:r>
                              </m:fName>
                              <m:e>
                                <m:d>
                                  <m:d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dPr>
                                  <m:e>
                                    <m:sSub>
                                      <m:sSub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𝐼</m:t>
                                        </m:r>
                                      </m:e>
                                      <m: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1,</m:t>
                                        </m:r>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𝑚𝑎𝑥</m:t>
                                        </m:r>
                                      </m:sub>
                                    </m:s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m:t>
                                    </m:r>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b="0" i="1" smtClean="0">
                                            <a:latin typeface="Cambria Math" panose="02040503050406030204" pitchFamily="18" charset="0"/>
                                            <a:cs typeface="helvetica" panose="020B0604020202020204" pitchFamily="34" charset="0"/>
                                          </a:rPr>
                                          <m:t>2,</m:t>
                                        </m:r>
                                        <m:r>
                                          <a:rPr lang="en-US" altLang="ko-KR" sz="800" i="1">
                                            <a:latin typeface="Cambria Math" panose="02040503050406030204" pitchFamily="18" charset="0"/>
                                            <a:cs typeface="helvetica" panose="020B0604020202020204" pitchFamily="34" charset="0"/>
                                          </a:rPr>
                                          <m:t>𝑚𝑎𝑥</m:t>
                                        </m:r>
                                      </m:sub>
                                    </m:sSub>
                                  </m:e>
                                </m:d>
                              </m:e>
                            </m:func>
                          </m:num>
                          <m:den>
                            <m:func>
                              <m:func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funcPr>
                              <m:fName>
                                <m:r>
                                  <m:rPr>
                                    <m:sty m:val="p"/>
                                  </m:rPr>
                                  <a:rPr kumimoji="0" lang="en-US" altLang="ko-KR" sz="800" b="0" i="0"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max</m:t>
                                </m:r>
                              </m:fName>
                              <m:e>
                                <m:d>
                                  <m:d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dPr>
                                  <m:e>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i="1">
                                            <a:latin typeface="Cambria Math" panose="02040503050406030204" pitchFamily="18" charset="0"/>
                                            <a:cs typeface="helvetica" panose="020B0604020202020204" pitchFamily="34" charset="0"/>
                                          </a:rPr>
                                          <m:t>1,</m:t>
                                        </m:r>
                                        <m:r>
                                          <a:rPr lang="en-US" altLang="ko-KR" sz="800" i="1">
                                            <a:latin typeface="Cambria Math" panose="02040503050406030204" pitchFamily="18" charset="0"/>
                                            <a:cs typeface="helvetica" panose="020B0604020202020204" pitchFamily="34" charset="0"/>
                                          </a:rPr>
                                          <m:t>𝑚𝑎𝑥</m:t>
                                        </m:r>
                                      </m:sub>
                                    </m:sSub>
                                    <m:r>
                                      <a:rPr lang="en-US" altLang="ko-KR" sz="800" i="1">
                                        <a:latin typeface="Cambria Math" panose="02040503050406030204" pitchFamily="18" charset="0"/>
                                        <a:cs typeface="helvetica" panose="020B0604020202020204" pitchFamily="34" charset="0"/>
                                      </a:rPr>
                                      <m:t>,</m:t>
                                    </m:r>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i="1">
                                            <a:latin typeface="Cambria Math" panose="02040503050406030204" pitchFamily="18" charset="0"/>
                                            <a:cs typeface="helvetica" panose="020B0604020202020204" pitchFamily="34" charset="0"/>
                                          </a:rPr>
                                          <m:t>2,</m:t>
                                        </m:r>
                                        <m:r>
                                          <a:rPr lang="en-US" altLang="ko-KR" sz="800" i="1">
                                            <a:latin typeface="Cambria Math" panose="02040503050406030204" pitchFamily="18" charset="0"/>
                                            <a:cs typeface="helvetica" panose="020B0604020202020204" pitchFamily="34" charset="0"/>
                                          </a:rPr>
                                          <m:t>𝑚𝑎𝑥</m:t>
                                        </m:r>
                                      </m:sub>
                                    </m:sSub>
                                  </m:e>
                                </m:d>
                              </m:e>
                            </m:func>
                          </m:den>
                        </m:f>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m:t>
                        </m:r>
                        <m:f>
                          <m:f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fPr>
                          <m:num>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1</m:t>
                            </m:r>
                          </m:num>
                          <m:den>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2</m:t>
                            </m:r>
                          </m:den>
                        </m:f>
                        <m:d>
                          <m:dPr>
                            <m:begChr m:val="{"/>
                            <m:endChr m:val="}"/>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dPr>
                          <m:e>
                            <m:f>
                              <m:f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fPr>
                              <m:num>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i="1">
                                        <a:latin typeface="Cambria Math" panose="02040503050406030204" pitchFamily="18" charset="0"/>
                                        <a:cs typeface="helvetica" panose="020B0604020202020204" pitchFamily="34" charset="0"/>
                                      </a:rPr>
                                      <m:t>1,</m:t>
                                    </m:r>
                                    <m:r>
                                      <a:rPr lang="en-US" altLang="ko-KR" sz="800" i="1">
                                        <a:latin typeface="Cambria Math" panose="02040503050406030204" pitchFamily="18" charset="0"/>
                                        <a:cs typeface="helvetica" panose="020B0604020202020204" pitchFamily="34" charset="0"/>
                                      </a:rPr>
                                      <m:t>𝑚𝑎𝑥</m:t>
                                    </m:r>
                                  </m:sub>
                                </m:sSub>
                                <m:r>
                                  <a:rPr lang="en-US" altLang="ko-KR" sz="800" i="1">
                                    <a:latin typeface="Cambria Math" panose="02040503050406030204" pitchFamily="18" charset="0"/>
                                    <a:cs typeface="helvetica" panose="020B0604020202020204" pitchFamily="34" charset="0"/>
                                  </a:rPr>
                                  <m:t>−</m:t>
                                </m:r>
                                <m:sSub>
                                  <m:sSub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𝐼</m:t>
                                    </m:r>
                                  </m:e>
                                  <m: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𝑚𝑖𝑛</m:t>
                                    </m:r>
                                  </m:sub>
                                </m:sSub>
                              </m:num>
                              <m:den>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i="1">
                                        <a:latin typeface="Cambria Math" panose="02040503050406030204" pitchFamily="18" charset="0"/>
                                        <a:cs typeface="helvetica" panose="020B0604020202020204" pitchFamily="34" charset="0"/>
                                      </a:rPr>
                                      <m:t>1,</m:t>
                                    </m:r>
                                    <m:r>
                                      <a:rPr lang="en-US" altLang="ko-KR" sz="800" i="1">
                                        <a:latin typeface="Cambria Math" panose="02040503050406030204" pitchFamily="18" charset="0"/>
                                        <a:cs typeface="helvetica" panose="020B0604020202020204" pitchFamily="34" charset="0"/>
                                      </a:rPr>
                                      <m:t>𝑚𝑎𝑥</m:t>
                                    </m:r>
                                  </m:sub>
                                </m:sSub>
                                <m:r>
                                  <a:rPr lang="en-US" altLang="ko-KR" sz="800" b="0" i="1" smtClean="0">
                                    <a:latin typeface="Cambria Math" panose="02040503050406030204" pitchFamily="18" charset="0"/>
                                    <a:cs typeface="helvetica" panose="020B0604020202020204" pitchFamily="34" charset="0"/>
                                  </a:rPr>
                                  <m:t>+</m:t>
                                </m:r>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i="1">
                                        <a:latin typeface="Cambria Math" panose="02040503050406030204" pitchFamily="18" charset="0"/>
                                        <a:cs typeface="helvetica" panose="020B0604020202020204" pitchFamily="34" charset="0"/>
                                      </a:rPr>
                                      <m:t>𝑚𝑖𝑛</m:t>
                                    </m:r>
                                  </m:sub>
                                </m:sSub>
                              </m:den>
                            </m:f>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m:t>
                            </m:r>
                            <m:f>
                              <m:fPr>
                                <m:ctrlPr>
                                  <a:rPr lang="en-US" altLang="ko-KR" sz="800" i="1">
                                    <a:latin typeface="Cambria Math" panose="02040503050406030204" pitchFamily="18" charset="0"/>
                                    <a:cs typeface="helvetica" panose="020B0604020202020204" pitchFamily="34" charset="0"/>
                                  </a:rPr>
                                </m:ctrlPr>
                              </m:fPr>
                              <m:num>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b="0" i="1" smtClean="0">
                                        <a:latin typeface="Cambria Math" panose="02040503050406030204" pitchFamily="18" charset="0"/>
                                        <a:cs typeface="helvetica" panose="020B0604020202020204" pitchFamily="34" charset="0"/>
                                      </a:rPr>
                                      <m:t>2</m:t>
                                    </m:r>
                                    <m:r>
                                      <a:rPr lang="en-US" altLang="ko-KR" sz="800" i="1">
                                        <a:latin typeface="Cambria Math" panose="02040503050406030204" pitchFamily="18" charset="0"/>
                                        <a:cs typeface="helvetica" panose="020B0604020202020204" pitchFamily="34" charset="0"/>
                                      </a:rPr>
                                      <m:t>,</m:t>
                                    </m:r>
                                    <m:r>
                                      <a:rPr lang="en-US" altLang="ko-KR" sz="800" i="1">
                                        <a:latin typeface="Cambria Math" panose="02040503050406030204" pitchFamily="18" charset="0"/>
                                        <a:cs typeface="helvetica" panose="020B0604020202020204" pitchFamily="34" charset="0"/>
                                      </a:rPr>
                                      <m:t>𝑚𝑎𝑥</m:t>
                                    </m:r>
                                  </m:sub>
                                </m:sSub>
                                <m:r>
                                  <a:rPr lang="en-US" altLang="ko-KR" sz="800" i="1">
                                    <a:latin typeface="Cambria Math" panose="02040503050406030204" pitchFamily="18" charset="0"/>
                                    <a:cs typeface="helvetica" panose="020B0604020202020204" pitchFamily="34" charset="0"/>
                                  </a:rPr>
                                  <m:t>−</m:t>
                                </m:r>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i="1">
                                        <a:latin typeface="Cambria Math" panose="02040503050406030204" pitchFamily="18" charset="0"/>
                                        <a:cs typeface="helvetica" panose="020B0604020202020204" pitchFamily="34" charset="0"/>
                                      </a:rPr>
                                      <m:t>𝑚𝑖𝑛</m:t>
                                    </m:r>
                                  </m:sub>
                                </m:sSub>
                              </m:num>
                              <m:den>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b="0" i="1" smtClean="0">
                                        <a:latin typeface="Cambria Math" panose="02040503050406030204" pitchFamily="18" charset="0"/>
                                        <a:cs typeface="helvetica" panose="020B0604020202020204" pitchFamily="34" charset="0"/>
                                      </a:rPr>
                                      <m:t>2</m:t>
                                    </m:r>
                                    <m:r>
                                      <a:rPr lang="en-US" altLang="ko-KR" sz="800" i="1">
                                        <a:latin typeface="Cambria Math" panose="02040503050406030204" pitchFamily="18" charset="0"/>
                                        <a:cs typeface="helvetica" panose="020B0604020202020204" pitchFamily="34" charset="0"/>
                                      </a:rPr>
                                      <m:t>,</m:t>
                                    </m:r>
                                    <m:r>
                                      <a:rPr lang="en-US" altLang="ko-KR" sz="800" i="1">
                                        <a:latin typeface="Cambria Math" panose="02040503050406030204" pitchFamily="18" charset="0"/>
                                        <a:cs typeface="helvetica" panose="020B0604020202020204" pitchFamily="34" charset="0"/>
                                      </a:rPr>
                                      <m:t>𝑚𝑎𝑥</m:t>
                                    </m:r>
                                  </m:sub>
                                </m:sSub>
                                <m:r>
                                  <a:rPr lang="en-US" altLang="ko-KR" sz="800" i="1">
                                    <a:latin typeface="Cambria Math" panose="02040503050406030204" pitchFamily="18" charset="0"/>
                                    <a:cs typeface="helvetica" panose="020B0604020202020204" pitchFamily="34" charset="0"/>
                                  </a:rPr>
                                  <m:t>+</m:t>
                                </m:r>
                                <m:sSub>
                                  <m:sSubPr>
                                    <m:ctrlPr>
                                      <a:rPr lang="en-US" altLang="ko-KR" sz="800" i="1">
                                        <a:latin typeface="Cambria Math" panose="02040503050406030204" pitchFamily="18" charset="0"/>
                                        <a:cs typeface="helvetica" panose="020B0604020202020204" pitchFamily="34" charset="0"/>
                                      </a:rPr>
                                    </m:ctrlPr>
                                  </m:sSubPr>
                                  <m:e>
                                    <m:r>
                                      <a:rPr lang="en-US" altLang="ko-KR" sz="800" i="1">
                                        <a:latin typeface="Cambria Math" panose="02040503050406030204" pitchFamily="18" charset="0"/>
                                        <a:cs typeface="helvetica" panose="020B0604020202020204" pitchFamily="34" charset="0"/>
                                      </a:rPr>
                                      <m:t>𝐼</m:t>
                                    </m:r>
                                  </m:e>
                                  <m:sub>
                                    <m:r>
                                      <a:rPr lang="en-US" altLang="ko-KR" sz="800" i="1">
                                        <a:latin typeface="Cambria Math" panose="02040503050406030204" pitchFamily="18" charset="0"/>
                                        <a:cs typeface="helvetica" panose="020B0604020202020204" pitchFamily="34" charset="0"/>
                                      </a:rPr>
                                      <m:t>𝑚𝑖𝑛</m:t>
                                    </m:r>
                                  </m:sub>
                                </m:sSub>
                              </m:den>
                            </m:f>
                          </m:e>
                        </m:d>
                      </m:oMath>
                    </m:oMathPara>
                  </a14:m>
                  <a:endParaRPr kumimoji="0" lang="en-US"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111" name="Rectangle 21"/>
                <p:cNvSpPr>
                  <a:spLocks noRot="1" noChangeAspect="1" noMove="1" noResize="1" noEditPoints="1" noAdjustHandles="1" noChangeArrowheads="1" noChangeShapeType="1" noTextEdit="1"/>
                </p:cNvSpPr>
                <p:nvPr/>
              </p:nvSpPr>
              <p:spPr bwMode="auto">
                <a:xfrm>
                  <a:off x="3503698" y="1833422"/>
                  <a:ext cx="2576153" cy="295594"/>
                </a:xfrm>
                <a:prstGeom prst="rect">
                  <a:avLst/>
                </a:prstGeom>
                <a:blipFill>
                  <a:blip r:embed="rId13"/>
                  <a:stretch>
                    <a:fillRect l="-711" b="-625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112" name="Rectangle 106"/>
            <p:cNvSpPr>
              <a:spLocks noChangeArrowheads="1"/>
            </p:cNvSpPr>
            <p:nvPr/>
          </p:nvSpPr>
          <p:spPr bwMode="auto">
            <a:xfrm>
              <a:off x="5401296" y="849099"/>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113" name="Rectangle 105"/>
            <p:cNvSpPr>
              <a:spLocks noChangeArrowheads="1"/>
            </p:cNvSpPr>
            <p:nvPr/>
          </p:nvSpPr>
          <p:spPr bwMode="auto">
            <a:xfrm>
              <a:off x="5664606" y="807250"/>
              <a:ext cx="37851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err="1">
                  <a:ln>
                    <a:noFill/>
                  </a:ln>
                  <a:solidFill>
                    <a:srgbClr val="000000"/>
                  </a:solidFill>
                  <a:effectLst/>
                  <a:latin typeface="helvetica" panose="020B0604020202020204" pitchFamily="34" charset="0"/>
                  <a:cs typeface="helvetica" panose="020B0604020202020204" pitchFamily="34" charset="0"/>
                </a:rPr>
                <a:t>Linecut</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C</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114" name="Rectangle 21"/>
                <p:cNvSpPr>
                  <a:spLocks noChangeArrowheads="1"/>
                </p:cNvSpPr>
                <p:nvPr/>
              </p:nvSpPr>
              <p:spPr bwMode="auto">
                <a:xfrm>
                  <a:off x="4182680" y="3663191"/>
                  <a:ext cx="1432765" cy="1538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000" b="1"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Resolution gain </a:t>
                  </a:r>
                  <a:r>
                    <a:rPr kumimoji="0" lang="en-US" altLang="ko-KR" sz="1000" b="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14:m>
                    <m:oMath xmlns:m="http://schemas.openxmlformats.org/officeDocument/2006/math">
                      <m:sSub>
                        <m:sSubPr>
                          <m:ctrlP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𝑑</m:t>
                          </m:r>
                        </m:e>
                        <m:sub>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2</m:t>
                          </m:r>
                        </m:sub>
                      </m:sSub>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m:t>
                      </m:r>
                      <m:sSub>
                        <m:sSubPr>
                          <m:ctrlP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𝑑</m:t>
                          </m:r>
                        </m:e>
                        <m:sub>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1</m:t>
                          </m:r>
                        </m:sub>
                      </m:sSub>
                    </m:oMath>
                  </a14:m>
                  <a:endParaRPr kumimoji="0" lang="en-US"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114" name="Rectangle 21"/>
                <p:cNvSpPr>
                  <a:spLocks noRot="1" noChangeAspect="1" noMove="1" noResize="1" noEditPoints="1" noAdjustHandles="1" noChangeArrowheads="1" noChangeShapeType="1" noTextEdit="1"/>
                </p:cNvSpPr>
                <p:nvPr/>
              </p:nvSpPr>
              <p:spPr bwMode="auto">
                <a:xfrm>
                  <a:off x="4182680" y="3663191"/>
                  <a:ext cx="1432765" cy="153888"/>
                </a:xfrm>
                <a:prstGeom prst="rect">
                  <a:avLst/>
                </a:prstGeom>
                <a:blipFill>
                  <a:blip r:embed="rId14"/>
                  <a:stretch>
                    <a:fillRect l="-5532" t="-32000" r="-1277" b="-48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cxnSp>
          <p:nvCxnSpPr>
            <p:cNvPr id="115" name="직선 화살표 연결선 114"/>
            <p:cNvCxnSpPr/>
            <p:nvPr/>
          </p:nvCxnSpPr>
          <p:spPr>
            <a:xfrm flipV="1">
              <a:off x="4711159" y="1500950"/>
              <a:ext cx="262128" cy="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Line 137"/>
            <p:cNvSpPr>
              <a:spLocks noChangeShapeType="1"/>
            </p:cNvSpPr>
            <p:nvPr/>
          </p:nvSpPr>
          <p:spPr bwMode="auto">
            <a:xfrm flipV="1">
              <a:off x="4705715" y="1023460"/>
              <a:ext cx="0" cy="631152"/>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117" name="Line 137"/>
            <p:cNvSpPr>
              <a:spLocks noChangeShapeType="1"/>
            </p:cNvSpPr>
            <p:nvPr/>
          </p:nvSpPr>
          <p:spPr bwMode="auto">
            <a:xfrm flipV="1">
              <a:off x="4977033" y="1062201"/>
              <a:ext cx="0" cy="583551"/>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119" name="TextBox 118"/>
                <p:cNvSpPr txBox="1"/>
                <p:nvPr/>
              </p:nvSpPr>
              <p:spPr>
                <a:xfrm>
                  <a:off x="4669830" y="1323382"/>
                  <a:ext cx="34219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ko-KR" sz="800" b="1" i="1" dirty="0" smtClean="0">
                            <a:latin typeface="Cambria Math" panose="02040503050406030204" pitchFamily="18" charset="0"/>
                            <a:cs typeface="Times New Roman" panose="02020603050405020304" pitchFamily="18" charset="0"/>
                          </a:rPr>
                          <m:t>𝒅</m:t>
                        </m:r>
                      </m:oMath>
                    </m:oMathPara>
                  </a14:m>
                  <a:endParaRPr lang="ko-KR" altLang="en-US" sz="800" b="1" dirty="0">
                    <a:latin typeface="helvetica" panose="020B0604020202020204" pitchFamily="34" charset="0"/>
                    <a:cs typeface="helvetica" panose="020B0604020202020204" pitchFamily="34" charset="0"/>
                  </a:endParaRPr>
                </a:p>
              </p:txBody>
            </p:sp>
          </mc:Choice>
          <mc:Fallback xmlns="">
            <p:sp>
              <p:nvSpPr>
                <p:cNvPr id="119" name="TextBox 118"/>
                <p:cNvSpPr txBox="1">
                  <a:spLocks noRot="1" noChangeAspect="1" noMove="1" noResize="1" noEditPoints="1" noAdjustHandles="1" noChangeArrowheads="1" noChangeShapeType="1" noTextEdit="1"/>
                </p:cNvSpPr>
                <p:nvPr/>
              </p:nvSpPr>
              <p:spPr>
                <a:xfrm>
                  <a:off x="4669830" y="1323382"/>
                  <a:ext cx="342199" cy="215444"/>
                </a:xfrm>
                <a:prstGeom prst="rect">
                  <a:avLst/>
                </a:prstGeom>
                <a:blipFill>
                  <a:blip r:embed="rId15"/>
                  <a:stretch>
                    <a:fillRect/>
                  </a:stretch>
                </a:blipFill>
              </p:spPr>
              <p:txBody>
                <a:bodyPr/>
                <a:lstStyle/>
                <a:p>
                  <a:r>
                    <a:rPr lang="ko-KR" altLang="en-US">
                      <a:noFill/>
                    </a:rPr>
                    <a:t> </a:t>
                  </a:r>
                </a:p>
              </p:txBody>
            </p:sp>
          </mc:Fallback>
        </mc:AlternateContent>
        <p:sp>
          <p:nvSpPr>
            <p:cNvPr id="120" name="Rectangle 111"/>
            <p:cNvSpPr>
              <a:spLocks noChangeArrowheads="1"/>
            </p:cNvSpPr>
            <p:nvPr/>
          </p:nvSpPr>
          <p:spPr bwMode="auto">
            <a:xfrm>
              <a:off x="5365948" y="787159"/>
              <a:ext cx="690948" cy="148631"/>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1232522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0117EDCA-EEA2-44E2-BC0A-11173B4C58EB}"/>
              </a:ext>
            </a:extLst>
          </p:cNvPr>
          <p:cNvGrpSpPr/>
          <p:nvPr/>
        </p:nvGrpSpPr>
        <p:grpSpPr>
          <a:xfrm>
            <a:off x="575310" y="643903"/>
            <a:ext cx="5593312" cy="3173176"/>
            <a:chOff x="575310" y="643903"/>
            <a:chExt cx="5593312" cy="3173176"/>
          </a:xfrm>
        </p:grpSpPr>
        <p:sp>
          <p:nvSpPr>
            <p:cNvPr id="3" name="TextBox 2">
              <a:extLst>
                <a:ext uri="{FF2B5EF4-FFF2-40B4-BE49-F238E27FC236}">
                  <a16:creationId xmlns:a16="http://schemas.microsoft.com/office/drawing/2014/main" id="{B15D9202-D4D0-4941-8027-D40D7C553446}"/>
                </a:ext>
              </a:extLst>
            </p:cNvPr>
            <p:cNvSpPr txBox="1"/>
            <p:nvPr/>
          </p:nvSpPr>
          <p:spPr>
            <a:xfrm>
              <a:off x="3123596" y="665771"/>
              <a:ext cx="295288"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b</a:t>
              </a:r>
              <a:endParaRPr lang="ko-KR" altLang="en-US" sz="1600" b="1" dirty="0">
                <a:latin typeface="helvetica" panose="020B0604020202020204" pitchFamily="34" charset="0"/>
                <a:cs typeface="helvetica" panose="020B0604020202020204" pitchFamily="34" charset="0"/>
              </a:endParaRPr>
            </a:p>
          </p:txBody>
        </p:sp>
        <p:pic>
          <p:nvPicPr>
            <p:cNvPr id="4" name="Picture 228">
              <a:extLst>
                <a:ext uri="{FF2B5EF4-FFF2-40B4-BE49-F238E27FC236}">
                  <a16:creationId xmlns:a16="http://schemas.microsoft.com/office/drawing/2014/main" id="{C7B10FF5-721A-49F9-B18B-C98BC32DAC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947" r="54300"/>
            <a:stretch/>
          </p:blipFill>
          <p:spPr bwMode="auto">
            <a:xfrm>
              <a:off x="1594976" y="1123905"/>
              <a:ext cx="737858" cy="2323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2">
              <a:extLst>
                <a:ext uri="{FF2B5EF4-FFF2-40B4-BE49-F238E27FC236}">
                  <a16:creationId xmlns:a16="http://schemas.microsoft.com/office/drawing/2014/main" id="{611A4222-3930-4E3B-A786-717270C587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947" r="54300"/>
            <a:stretch/>
          </p:blipFill>
          <p:spPr bwMode="auto">
            <a:xfrm>
              <a:off x="836235" y="1123905"/>
              <a:ext cx="737966" cy="232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제목 1">
              <a:extLst>
                <a:ext uri="{FF2B5EF4-FFF2-40B4-BE49-F238E27FC236}">
                  <a16:creationId xmlns:a16="http://schemas.microsoft.com/office/drawing/2014/main" id="{9371FD92-6F71-4A8E-9178-37EBC65BDE3F}"/>
                </a:ext>
              </a:extLst>
            </p:cNvPr>
            <p:cNvSpPr txBox="1">
              <a:spLocks/>
            </p:cNvSpPr>
            <p:nvPr/>
          </p:nvSpPr>
          <p:spPr>
            <a:xfrm>
              <a:off x="925299" y="893461"/>
              <a:ext cx="563524" cy="24496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Truth</a:t>
              </a:r>
              <a:endParaRPr lang="ko-KR" altLang="en-US" sz="800" dirty="0">
                <a:latin typeface="helvetica" panose="020B0604020202020204" pitchFamily="34" charset="0"/>
                <a:cs typeface="helvetica" panose="020B0604020202020204" pitchFamily="34" charset="0"/>
              </a:endParaRPr>
            </a:p>
          </p:txBody>
        </p:sp>
        <p:sp>
          <p:nvSpPr>
            <p:cNvPr id="7" name="제목 1">
              <a:extLst>
                <a:ext uri="{FF2B5EF4-FFF2-40B4-BE49-F238E27FC236}">
                  <a16:creationId xmlns:a16="http://schemas.microsoft.com/office/drawing/2014/main" id="{822A0905-E1DA-4FF5-B153-4C5CC1DEDE17}"/>
                </a:ext>
              </a:extLst>
            </p:cNvPr>
            <p:cNvSpPr txBox="1">
              <a:spLocks/>
            </p:cNvSpPr>
            <p:nvPr/>
          </p:nvSpPr>
          <p:spPr>
            <a:xfrm>
              <a:off x="1642792" y="959891"/>
              <a:ext cx="590248" cy="190117"/>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Mean</a:t>
              </a:r>
              <a:endParaRPr lang="ko-KR" altLang="en-US" sz="800" dirty="0">
                <a:latin typeface="helvetica" panose="020B0604020202020204" pitchFamily="34" charset="0"/>
                <a:cs typeface="helvetica" panose="020B0604020202020204" pitchFamily="34" charset="0"/>
              </a:endParaRPr>
            </a:p>
          </p:txBody>
        </p:sp>
        <p:sp>
          <p:nvSpPr>
            <p:cNvPr id="8" name="제목 1">
              <a:extLst>
                <a:ext uri="{FF2B5EF4-FFF2-40B4-BE49-F238E27FC236}">
                  <a16:creationId xmlns:a16="http://schemas.microsoft.com/office/drawing/2014/main" id="{12F9AFFA-D440-46FD-8EBB-093691478BCB}"/>
                </a:ext>
              </a:extLst>
            </p:cNvPr>
            <p:cNvSpPr txBox="1">
              <a:spLocks/>
            </p:cNvSpPr>
            <p:nvPr/>
          </p:nvSpPr>
          <p:spPr>
            <a:xfrm>
              <a:off x="2311838" y="1115136"/>
              <a:ext cx="672899" cy="22214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000" dirty="0">
                  <a:solidFill>
                    <a:schemeClr val="bg1"/>
                  </a:solidFill>
                  <a:latin typeface="helvetica" panose="020B0604020202020204" pitchFamily="34" charset="0"/>
                  <a:cs typeface="helvetica" panose="020B0604020202020204" pitchFamily="34" charset="0"/>
                </a:rPr>
                <a:t>FS-SOFI2</a:t>
              </a:r>
              <a:endParaRPr lang="ko-KR" altLang="en-US" sz="1000" dirty="0">
                <a:solidFill>
                  <a:schemeClr val="bg1"/>
                </a:solidFill>
                <a:latin typeface="helvetica" panose="020B0604020202020204" pitchFamily="34" charset="0"/>
                <a:cs typeface="helvetica" panose="020B0604020202020204" pitchFamily="34" charset="0"/>
              </a:endParaRPr>
            </a:p>
          </p:txBody>
        </p:sp>
        <p:pic>
          <p:nvPicPr>
            <p:cNvPr id="9" name="Picture 7">
              <a:extLst>
                <a:ext uri="{FF2B5EF4-FFF2-40B4-BE49-F238E27FC236}">
                  <a16:creationId xmlns:a16="http://schemas.microsoft.com/office/drawing/2014/main" id="{F8D76957-FA20-4E72-AE8F-4FFB398BA70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947" r="54300"/>
            <a:stretch/>
          </p:blipFill>
          <p:spPr bwMode="auto">
            <a:xfrm>
              <a:off x="2353609" y="1123904"/>
              <a:ext cx="737281" cy="232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제목 1">
              <a:extLst>
                <a:ext uri="{FF2B5EF4-FFF2-40B4-BE49-F238E27FC236}">
                  <a16:creationId xmlns:a16="http://schemas.microsoft.com/office/drawing/2014/main" id="{6F0F6FB9-7BC2-4724-AFC5-3A1C946E65C7}"/>
                </a:ext>
              </a:extLst>
            </p:cNvPr>
            <p:cNvSpPr txBox="1">
              <a:spLocks/>
            </p:cNvSpPr>
            <p:nvPr/>
          </p:nvSpPr>
          <p:spPr>
            <a:xfrm>
              <a:off x="2273438" y="953774"/>
              <a:ext cx="886143" cy="201680"/>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NS-SOFI3</a:t>
              </a:r>
              <a:endParaRPr lang="ko-KR" altLang="en-US" sz="800" dirty="0">
                <a:latin typeface="helvetica" panose="020B0604020202020204" pitchFamily="34" charset="0"/>
                <a:cs typeface="helvetica" panose="020B0604020202020204" pitchFamily="34" charset="0"/>
              </a:endParaRPr>
            </a:p>
          </p:txBody>
        </p:sp>
        <p:sp>
          <p:nvSpPr>
            <p:cNvPr id="11" name="제목 1">
              <a:extLst>
                <a:ext uri="{FF2B5EF4-FFF2-40B4-BE49-F238E27FC236}">
                  <a16:creationId xmlns:a16="http://schemas.microsoft.com/office/drawing/2014/main" id="{056A352C-8949-4618-97C6-83C57671696E}"/>
                </a:ext>
              </a:extLst>
            </p:cNvPr>
            <p:cNvSpPr txBox="1">
              <a:spLocks/>
            </p:cNvSpPr>
            <p:nvPr/>
          </p:nvSpPr>
          <p:spPr>
            <a:xfrm>
              <a:off x="772402" y="3583180"/>
              <a:ext cx="239544" cy="16654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latin typeface="helvetica" panose="020B0604020202020204" pitchFamily="34" charset="0"/>
                  <a:cs typeface="helvetica" panose="020B0604020202020204" pitchFamily="34" charset="0"/>
                </a:rPr>
                <a:t>0</a:t>
              </a:r>
              <a:endParaRPr lang="ko-KR" altLang="en-US" sz="1200" dirty="0">
                <a:latin typeface="helvetica" panose="020B0604020202020204" pitchFamily="34" charset="0"/>
                <a:cs typeface="helvetica" panose="020B0604020202020204" pitchFamily="34" charset="0"/>
              </a:endParaRPr>
            </a:p>
          </p:txBody>
        </p:sp>
        <p:cxnSp>
          <p:nvCxnSpPr>
            <p:cNvPr id="12" name="직선 연결선 11">
              <a:extLst>
                <a:ext uri="{FF2B5EF4-FFF2-40B4-BE49-F238E27FC236}">
                  <a16:creationId xmlns:a16="http://schemas.microsoft.com/office/drawing/2014/main" id="{93E79594-B830-4ABB-856B-41A2A69F79E3}"/>
                </a:ext>
              </a:extLst>
            </p:cNvPr>
            <p:cNvCxnSpPr/>
            <p:nvPr/>
          </p:nvCxnSpPr>
          <p:spPr>
            <a:xfrm>
              <a:off x="1635550" y="2762683"/>
              <a:ext cx="588485" cy="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BEEA1431-15FE-4A6C-9A1C-338E6D67B0E9}"/>
                </a:ext>
              </a:extLst>
            </p:cNvPr>
            <p:cNvCxnSpPr/>
            <p:nvPr/>
          </p:nvCxnSpPr>
          <p:spPr>
            <a:xfrm>
              <a:off x="2416633" y="1654612"/>
              <a:ext cx="482075" cy="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9CCC7F34-8C32-4D6D-9A33-C9D4DFEEF037}"/>
                </a:ext>
              </a:extLst>
            </p:cNvPr>
            <p:cNvCxnSpPr/>
            <p:nvPr/>
          </p:nvCxnSpPr>
          <p:spPr>
            <a:xfrm>
              <a:off x="1635550" y="1654612"/>
              <a:ext cx="525123" cy="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sp>
          <p:nvSpPr>
            <p:cNvPr id="15" name="제목 1">
              <a:extLst>
                <a:ext uri="{FF2B5EF4-FFF2-40B4-BE49-F238E27FC236}">
                  <a16:creationId xmlns:a16="http://schemas.microsoft.com/office/drawing/2014/main" id="{6C1D8E25-5DB2-4D1D-B0E0-5FA01B4AF4D1}"/>
                </a:ext>
              </a:extLst>
            </p:cNvPr>
            <p:cNvSpPr txBox="1">
              <a:spLocks/>
            </p:cNvSpPr>
            <p:nvPr/>
          </p:nvSpPr>
          <p:spPr>
            <a:xfrm>
              <a:off x="2160305" y="1586220"/>
              <a:ext cx="189508" cy="143020"/>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solidFill>
                    <a:schemeClr val="bg1"/>
                  </a:solidFill>
                  <a:latin typeface="helvetica" panose="020B0604020202020204" pitchFamily="34" charset="0"/>
                  <a:cs typeface="helvetica" panose="020B0604020202020204" pitchFamily="34" charset="0"/>
                </a:rPr>
                <a:t>A</a:t>
              </a:r>
              <a:endParaRPr lang="ko-KR" altLang="en-US" sz="1200" dirty="0">
                <a:solidFill>
                  <a:schemeClr val="bg1"/>
                </a:solidFill>
                <a:latin typeface="helvetica" panose="020B0604020202020204" pitchFamily="34" charset="0"/>
                <a:cs typeface="helvetica" panose="020B0604020202020204" pitchFamily="34" charset="0"/>
              </a:endParaRPr>
            </a:p>
          </p:txBody>
        </p:sp>
        <p:sp>
          <p:nvSpPr>
            <p:cNvPr id="16" name="제목 1">
              <a:extLst>
                <a:ext uri="{FF2B5EF4-FFF2-40B4-BE49-F238E27FC236}">
                  <a16:creationId xmlns:a16="http://schemas.microsoft.com/office/drawing/2014/main" id="{1282CECC-0F26-4836-B684-9509491B168A}"/>
                </a:ext>
              </a:extLst>
            </p:cNvPr>
            <p:cNvSpPr txBox="1">
              <a:spLocks/>
            </p:cNvSpPr>
            <p:nvPr/>
          </p:nvSpPr>
          <p:spPr>
            <a:xfrm>
              <a:off x="2160305" y="2694404"/>
              <a:ext cx="189508" cy="143020"/>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solidFill>
                    <a:schemeClr val="bg1"/>
                  </a:solidFill>
                  <a:latin typeface="helvetica" panose="020B0604020202020204" pitchFamily="34" charset="0"/>
                  <a:cs typeface="helvetica" panose="020B0604020202020204" pitchFamily="34" charset="0"/>
                </a:rPr>
                <a:t>B</a:t>
              </a:r>
              <a:endParaRPr lang="ko-KR" altLang="en-US" sz="1200" dirty="0">
                <a:solidFill>
                  <a:schemeClr val="bg1"/>
                </a:solidFill>
                <a:latin typeface="helvetica" panose="020B0604020202020204" pitchFamily="34" charset="0"/>
                <a:cs typeface="helvetica" panose="020B0604020202020204" pitchFamily="34" charset="0"/>
              </a:endParaRPr>
            </a:p>
          </p:txBody>
        </p:sp>
        <p:sp>
          <p:nvSpPr>
            <p:cNvPr id="17" name="제목 1">
              <a:extLst>
                <a:ext uri="{FF2B5EF4-FFF2-40B4-BE49-F238E27FC236}">
                  <a16:creationId xmlns:a16="http://schemas.microsoft.com/office/drawing/2014/main" id="{349303DE-6926-43F5-8731-FEEA44C2AC7A}"/>
                </a:ext>
              </a:extLst>
            </p:cNvPr>
            <p:cNvSpPr txBox="1">
              <a:spLocks/>
            </p:cNvSpPr>
            <p:nvPr/>
          </p:nvSpPr>
          <p:spPr>
            <a:xfrm>
              <a:off x="2887622" y="1586220"/>
              <a:ext cx="189508" cy="143020"/>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solidFill>
                    <a:schemeClr val="bg1"/>
                  </a:solidFill>
                  <a:latin typeface="helvetica" panose="020B0604020202020204" pitchFamily="34" charset="0"/>
                  <a:cs typeface="helvetica" panose="020B0604020202020204" pitchFamily="34" charset="0"/>
                </a:rPr>
                <a:t>C</a:t>
              </a:r>
              <a:endParaRPr lang="ko-KR" altLang="en-US" sz="1200" dirty="0">
                <a:solidFill>
                  <a:schemeClr val="bg1"/>
                </a:solidFill>
                <a:latin typeface="helvetica" panose="020B0604020202020204" pitchFamily="34" charset="0"/>
                <a:cs typeface="helvetica" panose="020B0604020202020204" pitchFamily="34" charset="0"/>
              </a:endParaRPr>
            </a:p>
          </p:txBody>
        </p:sp>
        <p:sp>
          <p:nvSpPr>
            <p:cNvPr id="18" name="TextBox 17">
              <a:extLst>
                <a:ext uri="{FF2B5EF4-FFF2-40B4-BE49-F238E27FC236}">
                  <a16:creationId xmlns:a16="http://schemas.microsoft.com/office/drawing/2014/main" id="{A85A2929-26BE-4C1D-B8C4-6AE73D4518B3}"/>
                </a:ext>
              </a:extLst>
            </p:cNvPr>
            <p:cNvSpPr txBox="1"/>
            <p:nvPr/>
          </p:nvSpPr>
          <p:spPr>
            <a:xfrm>
              <a:off x="575310" y="643903"/>
              <a:ext cx="278189"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a</a:t>
              </a:r>
              <a:endParaRPr lang="ko-KR" altLang="en-US" sz="1600" b="1" dirty="0">
                <a:latin typeface="helvetica" panose="020B0604020202020204" pitchFamily="34" charset="0"/>
                <a:cs typeface="helvetica" panose="020B0604020202020204" pitchFamily="34" charset="0"/>
              </a:endParaRPr>
            </a:p>
          </p:txBody>
        </p:sp>
        <p:pic>
          <p:nvPicPr>
            <p:cNvPr id="19" name="Picture 105">
              <a:extLst>
                <a:ext uri="{FF2B5EF4-FFF2-40B4-BE49-F238E27FC236}">
                  <a16:creationId xmlns:a16="http://schemas.microsoft.com/office/drawing/2014/main" id="{805F1EF9-13BD-41B7-B086-0457058565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1899885" y="2648434"/>
              <a:ext cx="149650" cy="200473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cxnSp>
          <p:nvCxnSpPr>
            <p:cNvPr id="20" name="직선 연결선 19">
              <a:extLst>
                <a:ext uri="{FF2B5EF4-FFF2-40B4-BE49-F238E27FC236}">
                  <a16:creationId xmlns:a16="http://schemas.microsoft.com/office/drawing/2014/main" id="{A1C2CB61-04C8-416C-95B2-F6064CE4E5EE}"/>
                </a:ext>
              </a:extLst>
            </p:cNvPr>
            <p:cNvCxnSpPr/>
            <p:nvPr/>
          </p:nvCxnSpPr>
          <p:spPr>
            <a:xfrm>
              <a:off x="2422521" y="3390618"/>
              <a:ext cx="289892"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6730BA65-FC60-479F-8AEB-052A9E837554}"/>
                </a:ext>
              </a:extLst>
            </p:cNvPr>
            <p:cNvCxnSpPr/>
            <p:nvPr/>
          </p:nvCxnSpPr>
          <p:spPr>
            <a:xfrm>
              <a:off x="1663264" y="3390618"/>
              <a:ext cx="289892"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0E38FEDE-C1B0-4B97-BC22-D718D47481A3}"/>
                </a:ext>
              </a:extLst>
            </p:cNvPr>
            <p:cNvCxnSpPr/>
            <p:nvPr/>
          </p:nvCxnSpPr>
          <p:spPr>
            <a:xfrm>
              <a:off x="900488" y="3385077"/>
              <a:ext cx="289892"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23" name="제목 1">
              <a:extLst>
                <a:ext uri="{FF2B5EF4-FFF2-40B4-BE49-F238E27FC236}">
                  <a16:creationId xmlns:a16="http://schemas.microsoft.com/office/drawing/2014/main" id="{E53CB72C-9DAF-4107-867A-597E7D3A1CEA}"/>
                </a:ext>
              </a:extLst>
            </p:cNvPr>
            <p:cNvSpPr txBox="1">
              <a:spLocks/>
            </p:cNvSpPr>
            <p:nvPr/>
          </p:nvSpPr>
          <p:spPr>
            <a:xfrm>
              <a:off x="2938106" y="3616946"/>
              <a:ext cx="239544" cy="166543"/>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1200" dirty="0">
                  <a:latin typeface="helvetica" panose="020B0604020202020204" pitchFamily="34" charset="0"/>
                  <a:cs typeface="helvetica" panose="020B0604020202020204" pitchFamily="34" charset="0"/>
                </a:rPr>
                <a:t>1</a:t>
              </a:r>
              <a:endParaRPr lang="ko-KR" altLang="en-US" sz="1200" dirty="0">
                <a:latin typeface="helvetica" panose="020B0604020202020204" pitchFamily="34" charset="0"/>
                <a:cs typeface="helvetica" panose="020B0604020202020204" pitchFamily="34" charset="0"/>
              </a:endParaRPr>
            </a:p>
          </p:txBody>
        </p:sp>
        <p:sp>
          <p:nvSpPr>
            <p:cNvPr id="24" name="Line 116">
              <a:extLst>
                <a:ext uri="{FF2B5EF4-FFF2-40B4-BE49-F238E27FC236}">
                  <a16:creationId xmlns:a16="http://schemas.microsoft.com/office/drawing/2014/main" id="{1D0914C6-B680-466B-B72E-16E8BAFACE08}"/>
                </a:ext>
              </a:extLst>
            </p:cNvPr>
            <p:cNvSpPr>
              <a:spLocks noChangeShapeType="1"/>
            </p:cNvSpPr>
            <p:nvPr/>
          </p:nvSpPr>
          <p:spPr bwMode="auto">
            <a:xfrm>
              <a:off x="3718305" y="3313597"/>
              <a:ext cx="232845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25" name="Line 117">
              <a:extLst>
                <a:ext uri="{FF2B5EF4-FFF2-40B4-BE49-F238E27FC236}">
                  <a16:creationId xmlns:a16="http://schemas.microsoft.com/office/drawing/2014/main" id="{FABC7CAF-500A-4077-86B1-48B0D6185D11}"/>
                </a:ext>
              </a:extLst>
            </p:cNvPr>
            <p:cNvSpPr>
              <a:spLocks noChangeShapeType="1"/>
            </p:cNvSpPr>
            <p:nvPr/>
          </p:nvSpPr>
          <p:spPr bwMode="auto">
            <a:xfrm flipV="1">
              <a:off x="3718305"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26" name="Line 118">
              <a:extLst>
                <a:ext uri="{FF2B5EF4-FFF2-40B4-BE49-F238E27FC236}">
                  <a16:creationId xmlns:a16="http://schemas.microsoft.com/office/drawing/2014/main" id="{6ADDC4D1-D4A9-48DE-A5A7-D4ED99ABED76}"/>
                </a:ext>
              </a:extLst>
            </p:cNvPr>
            <p:cNvSpPr>
              <a:spLocks noChangeShapeType="1"/>
            </p:cNvSpPr>
            <p:nvPr/>
          </p:nvSpPr>
          <p:spPr bwMode="auto">
            <a:xfrm flipV="1">
              <a:off x="3956368"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27" name="Line 119">
              <a:extLst>
                <a:ext uri="{FF2B5EF4-FFF2-40B4-BE49-F238E27FC236}">
                  <a16:creationId xmlns:a16="http://schemas.microsoft.com/office/drawing/2014/main" id="{1FDAFA5C-A980-4802-B41B-E64EDD1A8E65}"/>
                </a:ext>
              </a:extLst>
            </p:cNvPr>
            <p:cNvSpPr>
              <a:spLocks noChangeShapeType="1"/>
            </p:cNvSpPr>
            <p:nvPr/>
          </p:nvSpPr>
          <p:spPr bwMode="auto">
            <a:xfrm flipV="1">
              <a:off x="4193344"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28" name="Line 120">
              <a:extLst>
                <a:ext uri="{FF2B5EF4-FFF2-40B4-BE49-F238E27FC236}">
                  <a16:creationId xmlns:a16="http://schemas.microsoft.com/office/drawing/2014/main" id="{6C478BE5-9E94-4396-ADB7-C22FD12372F0}"/>
                </a:ext>
              </a:extLst>
            </p:cNvPr>
            <p:cNvSpPr>
              <a:spLocks noChangeShapeType="1"/>
            </p:cNvSpPr>
            <p:nvPr/>
          </p:nvSpPr>
          <p:spPr bwMode="auto">
            <a:xfrm flipV="1">
              <a:off x="4431408"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29" name="Line 121">
              <a:extLst>
                <a:ext uri="{FF2B5EF4-FFF2-40B4-BE49-F238E27FC236}">
                  <a16:creationId xmlns:a16="http://schemas.microsoft.com/office/drawing/2014/main" id="{06781130-A1B2-4540-A1DB-352AD93CC76E}"/>
                </a:ext>
              </a:extLst>
            </p:cNvPr>
            <p:cNvSpPr>
              <a:spLocks noChangeShapeType="1"/>
            </p:cNvSpPr>
            <p:nvPr/>
          </p:nvSpPr>
          <p:spPr bwMode="auto">
            <a:xfrm flipV="1">
              <a:off x="4668384"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0" name="Line 122">
              <a:extLst>
                <a:ext uri="{FF2B5EF4-FFF2-40B4-BE49-F238E27FC236}">
                  <a16:creationId xmlns:a16="http://schemas.microsoft.com/office/drawing/2014/main" id="{E00C6369-3761-43B5-9041-8ABF72054AFA}"/>
                </a:ext>
              </a:extLst>
            </p:cNvPr>
            <p:cNvSpPr>
              <a:spLocks noChangeShapeType="1"/>
            </p:cNvSpPr>
            <p:nvPr/>
          </p:nvSpPr>
          <p:spPr bwMode="auto">
            <a:xfrm flipV="1">
              <a:off x="4906447"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1" name="Line 123">
              <a:extLst>
                <a:ext uri="{FF2B5EF4-FFF2-40B4-BE49-F238E27FC236}">
                  <a16:creationId xmlns:a16="http://schemas.microsoft.com/office/drawing/2014/main" id="{6A4D8335-1A1B-4A71-9B05-BB50198E4224}"/>
                </a:ext>
              </a:extLst>
            </p:cNvPr>
            <p:cNvSpPr>
              <a:spLocks noChangeShapeType="1"/>
            </p:cNvSpPr>
            <p:nvPr/>
          </p:nvSpPr>
          <p:spPr bwMode="auto">
            <a:xfrm flipV="1">
              <a:off x="5143424"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2" name="Line 124">
              <a:extLst>
                <a:ext uri="{FF2B5EF4-FFF2-40B4-BE49-F238E27FC236}">
                  <a16:creationId xmlns:a16="http://schemas.microsoft.com/office/drawing/2014/main" id="{EA417A7A-00E6-4944-9CF2-3D196A2ADD25}"/>
                </a:ext>
              </a:extLst>
            </p:cNvPr>
            <p:cNvSpPr>
              <a:spLocks noChangeShapeType="1"/>
            </p:cNvSpPr>
            <p:nvPr/>
          </p:nvSpPr>
          <p:spPr bwMode="auto">
            <a:xfrm flipV="1">
              <a:off x="5381487"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3" name="Line 125">
              <a:extLst>
                <a:ext uri="{FF2B5EF4-FFF2-40B4-BE49-F238E27FC236}">
                  <a16:creationId xmlns:a16="http://schemas.microsoft.com/office/drawing/2014/main" id="{9BA14B0B-EAB6-464B-818E-D6EC85E05091}"/>
                </a:ext>
              </a:extLst>
            </p:cNvPr>
            <p:cNvSpPr>
              <a:spLocks noChangeShapeType="1"/>
            </p:cNvSpPr>
            <p:nvPr/>
          </p:nvSpPr>
          <p:spPr bwMode="auto">
            <a:xfrm flipV="1">
              <a:off x="5619550"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4" name="Line 126">
              <a:extLst>
                <a:ext uri="{FF2B5EF4-FFF2-40B4-BE49-F238E27FC236}">
                  <a16:creationId xmlns:a16="http://schemas.microsoft.com/office/drawing/2014/main" id="{CBCF4FA0-6567-4550-A096-41077EBC59F3}"/>
                </a:ext>
              </a:extLst>
            </p:cNvPr>
            <p:cNvSpPr>
              <a:spLocks noChangeShapeType="1"/>
            </p:cNvSpPr>
            <p:nvPr/>
          </p:nvSpPr>
          <p:spPr bwMode="auto">
            <a:xfrm flipV="1">
              <a:off x="5856527" y="3296912"/>
              <a:ext cx="0" cy="1668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35" name="Rectangle 127">
              <a:extLst>
                <a:ext uri="{FF2B5EF4-FFF2-40B4-BE49-F238E27FC236}">
                  <a16:creationId xmlns:a16="http://schemas.microsoft.com/office/drawing/2014/main" id="{3960A985-9670-456C-A4CC-D04B65454178}"/>
                </a:ext>
              </a:extLst>
            </p:cNvPr>
            <p:cNvSpPr>
              <a:spLocks noChangeArrowheads="1"/>
            </p:cNvSpPr>
            <p:nvPr/>
          </p:nvSpPr>
          <p:spPr bwMode="auto">
            <a:xfrm>
              <a:off x="3701999" y="3333316"/>
              <a:ext cx="5770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262626"/>
                  </a:solidFill>
                  <a:effectLst/>
                  <a:latin typeface="helvetica" panose="020B0604020202020204" pitchFamily="34" charset="0"/>
                  <a:cs typeface="helvetica" panose="020B0604020202020204" pitchFamily="34" charset="0"/>
                </a:rPr>
                <a:t>0</a:t>
              </a:r>
              <a:endParaRPr kumimoji="0" lang="ko-KR" altLang="ko-KR" sz="800" b="0" i="0" u="none" strike="noStrike" cap="none" normalizeH="0" baseline="0">
                <a:ln>
                  <a:noFill/>
                </a:ln>
                <a:solidFill>
                  <a:schemeClr val="tx1"/>
                </a:solidFill>
                <a:effectLst/>
                <a:latin typeface="helvetica" panose="020B0604020202020204" pitchFamily="34" charset="0"/>
                <a:cs typeface="helvetica" panose="020B0604020202020204" pitchFamily="34" charset="0"/>
              </a:endParaRPr>
            </a:p>
          </p:txBody>
        </p:sp>
        <p:sp>
          <p:nvSpPr>
            <p:cNvPr id="36" name="Rectangle 129">
              <a:extLst>
                <a:ext uri="{FF2B5EF4-FFF2-40B4-BE49-F238E27FC236}">
                  <a16:creationId xmlns:a16="http://schemas.microsoft.com/office/drawing/2014/main" id="{CDC1AA95-B593-47DD-84CA-EC83D3399B29}"/>
                </a:ext>
              </a:extLst>
            </p:cNvPr>
            <p:cNvSpPr>
              <a:spLocks noChangeArrowheads="1"/>
            </p:cNvSpPr>
            <p:nvPr/>
          </p:nvSpPr>
          <p:spPr bwMode="auto">
            <a:xfrm>
              <a:off x="4124635" y="3333316"/>
              <a:ext cx="155038" cy="127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0.2</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7" name="Rectangle 131">
              <a:extLst>
                <a:ext uri="{FF2B5EF4-FFF2-40B4-BE49-F238E27FC236}">
                  <a16:creationId xmlns:a16="http://schemas.microsoft.com/office/drawing/2014/main" id="{332AD554-4671-4EF5-8573-74FE32E42335}"/>
                </a:ext>
              </a:extLst>
            </p:cNvPr>
            <p:cNvSpPr>
              <a:spLocks noChangeArrowheads="1"/>
            </p:cNvSpPr>
            <p:nvPr/>
          </p:nvSpPr>
          <p:spPr bwMode="auto">
            <a:xfrm>
              <a:off x="4604937" y="3333316"/>
              <a:ext cx="16016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8" name="Rectangle 133">
              <a:extLst>
                <a:ext uri="{FF2B5EF4-FFF2-40B4-BE49-F238E27FC236}">
                  <a16:creationId xmlns:a16="http://schemas.microsoft.com/office/drawing/2014/main" id="{4ADF9DCB-A0B2-4410-8725-6F44EA9D03ED}"/>
                </a:ext>
              </a:extLst>
            </p:cNvPr>
            <p:cNvSpPr>
              <a:spLocks noChangeArrowheads="1"/>
            </p:cNvSpPr>
            <p:nvPr/>
          </p:nvSpPr>
          <p:spPr bwMode="auto">
            <a:xfrm>
              <a:off x="5073627" y="3333316"/>
              <a:ext cx="16909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0.6</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39" name="Rectangle 135">
              <a:extLst>
                <a:ext uri="{FF2B5EF4-FFF2-40B4-BE49-F238E27FC236}">
                  <a16:creationId xmlns:a16="http://schemas.microsoft.com/office/drawing/2014/main" id="{5C664F1F-4881-4B36-9E90-E7A5B2A1A133}"/>
                </a:ext>
              </a:extLst>
            </p:cNvPr>
            <p:cNvSpPr>
              <a:spLocks noChangeArrowheads="1"/>
            </p:cNvSpPr>
            <p:nvPr/>
          </p:nvSpPr>
          <p:spPr bwMode="auto">
            <a:xfrm>
              <a:off x="5548667" y="3333316"/>
              <a:ext cx="15884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0.8</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0" name="Rectangle 136">
              <a:extLst>
                <a:ext uri="{FF2B5EF4-FFF2-40B4-BE49-F238E27FC236}">
                  <a16:creationId xmlns:a16="http://schemas.microsoft.com/office/drawing/2014/main" id="{5AD32082-D7F5-46E3-A599-0D545D394781}"/>
                </a:ext>
              </a:extLst>
            </p:cNvPr>
            <p:cNvSpPr>
              <a:spLocks noChangeArrowheads="1"/>
            </p:cNvSpPr>
            <p:nvPr/>
          </p:nvSpPr>
          <p:spPr bwMode="auto">
            <a:xfrm>
              <a:off x="5974481" y="3330282"/>
              <a:ext cx="16483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800" dirty="0">
                  <a:solidFill>
                    <a:srgbClr val="262626"/>
                  </a:solidFill>
                  <a:latin typeface="helvetica" panose="020B0604020202020204" pitchFamily="34" charset="0"/>
                  <a:cs typeface="helvetica" panose="020B0604020202020204" pitchFamily="34" charset="0"/>
                </a:rPr>
                <a:t>1</a:t>
              </a: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1" name="Line 137">
              <a:extLst>
                <a:ext uri="{FF2B5EF4-FFF2-40B4-BE49-F238E27FC236}">
                  <a16:creationId xmlns:a16="http://schemas.microsoft.com/office/drawing/2014/main" id="{992C51BE-86FD-4613-AA11-04A159D59D9B}"/>
                </a:ext>
              </a:extLst>
            </p:cNvPr>
            <p:cNvSpPr>
              <a:spLocks noChangeShapeType="1"/>
            </p:cNvSpPr>
            <p:nvPr/>
          </p:nvSpPr>
          <p:spPr bwMode="auto">
            <a:xfrm flipV="1">
              <a:off x="3718305" y="2302820"/>
              <a:ext cx="0" cy="1002432"/>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2" name="Line 138">
              <a:extLst>
                <a:ext uri="{FF2B5EF4-FFF2-40B4-BE49-F238E27FC236}">
                  <a16:creationId xmlns:a16="http://schemas.microsoft.com/office/drawing/2014/main" id="{5DD7AEF2-A75E-49C5-9789-DCCAB2164036}"/>
                </a:ext>
              </a:extLst>
            </p:cNvPr>
            <p:cNvSpPr>
              <a:spLocks noChangeShapeType="1"/>
            </p:cNvSpPr>
            <p:nvPr/>
          </p:nvSpPr>
          <p:spPr bwMode="auto">
            <a:xfrm>
              <a:off x="3718305" y="3313597"/>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3" name="Line 139">
              <a:extLst>
                <a:ext uri="{FF2B5EF4-FFF2-40B4-BE49-F238E27FC236}">
                  <a16:creationId xmlns:a16="http://schemas.microsoft.com/office/drawing/2014/main" id="{EC7F613E-D098-4204-AD94-7161C2BADDA8}"/>
                </a:ext>
              </a:extLst>
            </p:cNvPr>
            <p:cNvSpPr>
              <a:spLocks noChangeShapeType="1"/>
            </p:cNvSpPr>
            <p:nvPr/>
          </p:nvSpPr>
          <p:spPr bwMode="auto">
            <a:xfrm>
              <a:off x="3718305" y="3098803"/>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4" name="Line 140">
              <a:extLst>
                <a:ext uri="{FF2B5EF4-FFF2-40B4-BE49-F238E27FC236}">
                  <a16:creationId xmlns:a16="http://schemas.microsoft.com/office/drawing/2014/main" id="{658770B7-F432-40E9-A30D-70C945184E25}"/>
                </a:ext>
              </a:extLst>
            </p:cNvPr>
            <p:cNvSpPr>
              <a:spLocks noChangeShapeType="1"/>
            </p:cNvSpPr>
            <p:nvPr/>
          </p:nvSpPr>
          <p:spPr bwMode="auto">
            <a:xfrm>
              <a:off x="3718305" y="2953945"/>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5" name="Line 141">
              <a:extLst>
                <a:ext uri="{FF2B5EF4-FFF2-40B4-BE49-F238E27FC236}">
                  <a16:creationId xmlns:a16="http://schemas.microsoft.com/office/drawing/2014/main" id="{4EFD445C-458B-4BE5-AC7F-3DEFDBF01BCC}"/>
                </a:ext>
              </a:extLst>
            </p:cNvPr>
            <p:cNvSpPr>
              <a:spLocks noChangeShapeType="1"/>
            </p:cNvSpPr>
            <p:nvPr/>
          </p:nvSpPr>
          <p:spPr bwMode="auto">
            <a:xfrm>
              <a:off x="3718305" y="2809086"/>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6" name="Line 142">
              <a:extLst>
                <a:ext uri="{FF2B5EF4-FFF2-40B4-BE49-F238E27FC236}">
                  <a16:creationId xmlns:a16="http://schemas.microsoft.com/office/drawing/2014/main" id="{6A52FCF3-A40A-4BEA-9343-F080D9106DEE}"/>
                </a:ext>
              </a:extLst>
            </p:cNvPr>
            <p:cNvSpPr>
              <a:spLocks noChangeShapeType="1"/>
            </p:cNvSpPr>
            <p:nvPr/>
          </p:nvSpPr>
          <p:spPr bwMode="auto">
            <a:xfrm>
              <a:off x="3718305" y="2664228"/>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7" name="Line 143">
              <a:extLst>
                <a:ext uri="{FF2B5EF4-FFF2-40B4-BE49-F238E27FC236}">
                  <a16:creationId xmlns:a16="http://schemas.microsoft.com/office/drawing/2014/main" id="{FF21D013-6D9F-4F5C-A57E-EF50597B348E}"/>
                </a:ext>
              </a:extLst>
            </p:cNvPr>
            <p:cNvSpPr>
              <a:spLocks noChangeShapeType="1"/>
            </p:cNvSpPr>
            <p:nvPr/>
          </p:nvSpPr>
          <p:spPr bwMode="auto">
            <a:xfrm>
              <a:off x="3718305" y="2519369"/>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48" name="Rectangle 144">
              <a:extLst>
                <a:ext uri="{FF2B5EF4-FFF2-40B4-BE49-F238E27FC236}">
                  <a16:creationId xmlns:a16="http://schemas.microsoft.com/office/drawing/2014/main" id="{00EAEE7C-EBE6-458D-A811-D157F2800CB0}"/>
                </a:ext>
              </a:extLst>
            </p:cNvPr>
            <p:cNvSpPr>
              <a:spLocks noChangeArrowheads="1"/>
            </p:cNvSpPr>
            <p:nvPr/>
          </p:nvSpPr>
          <p:spPr bwMode="auto">
            <a:xfrm>
              <a:off x="3649291" y="3200799"/>
              <a:ext cx="4716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9" name="Rectangle 145">
              <a:extLst>
                <a:ext uri="{FF2B5EF4-FFF2-40B4-BE49-F238E27FC236}">
                  <a16:creationId xmlns:a16="http://schemas.microsoft.com/office/drawing/2014/main" id="{441FD818-9F22-4984-B949-DE08F835AA06}"/>
                </a:ext>
              </a:extLst>
            </p:cNvPr>
            <p:cNvSpPr>
              <a:spLocks noChangeArrowheads="1"/>
            </p:cNvSpPr>
            <p:nvPr/>
          </p:nvSpPr>
          <p:spPr bwMode="auto">
            <a:xfrm>
              <a:off x="3553288" y="3033968"/>
              <a:ext cx="155447" cy="12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0.2</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0" name="Rectangle 146">
              <a:extLst>
                <a:ext uri="{FF2B5EF4-FFF2-40B4-BE49-F238E27FC236}">
                  <a16:creationId xmlns:a16="http://schemas.microsoft.com/office/drawing/2014/main" id="{EE57E0BC-774D-40DD-BDFA-ED06C9E0442F}"/>
                </a:ext>
              </a:extLst>
            </p:cNvPr>
            <p:cNvSpPr>
              <a:spLocks noChangeArrowheads="1"/>
            </p:cNvSpPr>
            <p:nvPr/>
          </p:nvSpPr>
          <p:spPr bwMode="auto">
            <a:xfrm>
              <a:off x="3553288" y="2888351"/>
              <a:ext cx="16287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0.4</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1" name="Rectangle 147">
              <a:extLst>
                <a:ext uri="{FF2B5EF4-FFF2-40B4-BE49-F238E27FC236}">
                  <a16:creationId xmlns:a16="http://schemas.microsoft.com/office/drawing/2014/main" id="{1DA12178-F7C8-420E-A5E1-D71975769A68}"/>
                </a:ext>
              </a:extLst>
            </p:cNvPr>
            <p:cNvSpPr>
              <a:spLocks noChangeArrowheads="1"/>
            </p:cNvSpPr>
            <p:nvPr/>
          </p:nvSpPr>
          <p:spPr bwMode="auto">
            <a:xfrm>
              <a:off x="3553289" y="2746526"/>
              <a:ext cx="17654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0.6</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2" name="Rectangle 148">
              <a:extLst>
                <a:ext uri="{FF2B5EF4-FFF2-40B4-BE49-F238E27FC236}">
                  <a16:creationId xmlns:a16="http://schemas.microsoft.com/office/drawing/2014/main" id="{D5EF1FF2-61D8-4852-8515-D9DB8AB7F147}"/>
                </a:ext>
              </a:extLst>
            </p:cNvPr>
            <p:cNvSpPr>
              <a:spLocks noChangeArrowheads="1"/>
            </p:cNvSpPr>
            <p:nvPr/>
          </p:nvSpPr>
          <p:spPr bwMode="auto">
            <a:xfrm>
              <a:off x="3553288" y="2600910"/>
              <a:ext cx="20260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0.8</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3" name="Rectangle 149">
              <a:extLst>
                <a:ext uri="{FF2B5EF4-FFF2-40B4-BE49-F238E27FC236}">
                  <a16:creationId xmlns:a16="http://schemas.microsoft.com/office/drawing/2014/main" id="{C371EAC7-0BFA-483A-82AB-FE7B4C157947}"/>
                </a:ext>
              </a:extLst>
            </p:cNvPr>
            <p:cNvSpPr>
              <a:spLocks noChangeArrowheads="1"/>
            </p:cNvSpPr>
            <p:nvPr/>
          </p:nvSpPr>
          <p:spPr bwMode="auto">
            <a:xfrm>
              <a:off x="3616234" y="2455292"/>
              <a:ext cx="6020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54" name="Freeform 150">
              <a:extLst>
                <a:ext uri="{FF2B5EF4-FFF2-40B4-BE49-F238E27FC236}">
                  <a16:creationId xmlns:a16="http://schemas.microsoft.com/office/drawing/2014/main" id="{4B2EE42D-A939-4999-BAEA-60A74245FC23}"/>
                </a:ext>
              </a:extLst>
            </p:cNvPr>
            <p:cNvSpPr>
              <a:spLocks/>
            </p:cNvSpPr>
            <p:nvPr/>
          </p:nvSpPr>
          <p:spPr bwMode="auto">
            <a:xfrm>
              <a:off x="3718305" y="2580801"/>
              <a:ext cx="2328455" cy="590810"/>
            </a:xfrm>
            <a:custGeom>
              <a:avLst/>
              <a:gdLst>
                <a:gd name="T0" fmla="*/ 24 w 2142"/>
                <a:gd name="T1" fmla="*/ 778 h 779"/>
                <a:gd name="T2" fmla="*/ 60 w 2142"/>
                <a:gd name="T3" fmla="*/ 778 h 779"/>
                <a:gd name="T4" fmla="*/ 96 w 2142"/>
                <a:gd name="T5" fmla="*/ 778 h 779"/>
                <a:gd name="T6" fmla="*/ 132 w 2142"/>
                <a:gd name="T7" fmla="*/ 778 h 779"/>
                <a:gd name="T8" fmla="*/ 168 w 2142"/>
                <a:gd name="T9" fmla="*/ 778 h 779"/>
                <a:gd name="T10" fmla="*/ 204 w 2142"/>
                <a:gd name="T11" fmla="*/ 778 h 779"/>
                <a:gd name="T12" fmla="*/ 240 w 2142"/>
                <a:gd name="T13" fmla="*/ 778 h 779"/>
                <a:gd name="T14" fmla="*/ 276 w 2142"/>
                <a:gd name="T15" fmla="*/ 778 h 779"/>
                <a:gd name="T16" fmla="*/ 312 w 2142"/>
                <a:gd name="T17" fmla="*/ 778 h 779"/>
                <a:gd name="T18" fmla="*/ 347 w 2142"/>
                <a:gd name="T19" fmla="*/ 777 h 779"/>
                <a:gd name="T20" fmla="*/ 383 w 2142"/>
                <a:gd name="T21" fmla="*/ 770 h 779"/>
                <a:gd name="T22" fmla="*/ 419 w 2142"/>
                <a:gd name="T23" fmla="*/ 748 h 779"/>
                <a:gd name="T24" fmla="*/ 455 w 2142"/>
                <a:gd name="T25" fmla="*/ 717 h 779"/>
                <a:gd name="T26" fmla="*/ 491 w 2142"/>
                <a:gd name="T27" fmla="*/ 682 h 779"/>
                <a:gd name="T28" fmla="*/ 527 w 2142"/>
                <a:gd name="T29" fmla="*/ 641 h 779"/>
                <a:gd name="T30" fmla="*/ 563 w 2142"/>
                <a:gd name="T31" fmla="*/ 596 h 779"/>
                <a:gd name="T32" fmla="*/ 599 w 2142"/>
                <a:gd name="T33" fmla="*/ 548 h 779"/>
                <a:gd name="T34" fmla="*/ 635 w 2142"/>
                <a:gd name="T35" fmla="*/ 494 h 779"/>
                <a:gd name="T36" fmla="*/ 671 w 2142"/>
                <a:gd name="T37" fmla="*/ 438 h 779"/>
                <a:gd name="T38" fmla="*/ 706 w 2142"/>
                <a:gd name="T39" fmla="*/ 380 h 779"/>
                <a:gd name="T40" fmla="*/ 742 w 2142"/>
                <a:gd name="T41" fmla="*/ 321 h 779"/>
                <a:gd name="T42" fmla="*/ 778 w 2142"/>
                <a:gd name="T43" fmla="*/ 263 h 779"/>
                <a:gd name="T44" fmla="*/ 814 w 2142"/>
                <a:gd name="T45" fmla="*/ 209 h 779"/>
                <a:gd name="T46" fmla="*/ 850 w 2142"/>
                <a:gd name="T47" fmla="*/ 155 h 779"/>
                <a:gd name="T48" fmla="*/ 886 w 2142"/>
                <a:gd name="T49" fmla="*/ 109 h 779"/>
                <a:gd name="T50" fmla="*/ 922 w 2142"/>
                <a:gd name="T51" fmla="*/ 70 h 779"/>
                <a:gd name="T52" fmla="*/ 958 w 2142"/>
                <a:gd name="T53" fmla="*/ 38 h 779"/>
                <a:gd name="T54" fmla="*/ 994 w 2142"/>
                <a:gd name="T55" fmla="*/ 17 h 779"/>
                <a:gd name="T56" fmla="*/ 1030 w 2142"/>
                <a:gd name="T57" fmla="*/ 3 h 779"/>
                <a:gd name="T58" fmla="*/ 1065 w 2142"/>
                <a:gd name="T59" fmla="*/ 1 h 779"/>
                <a:gd name="T60" fmla="*/ 1101 w 2142"/>
                <a:gd name="T61" fmla="*/ 8 h 779"/>
                <a:gd name="T62" fmla="*/ 1137 w 2142"/>
                <a:gd name="T63" fmla="*/ 27 h 779"/>
                <a:gd name="T64" fmla="*/ 1173 w 2142"/>
                <a:gd name="T65" fmla="*/ 54 h 779"/>
                <a:gd name="T66" fmla="*/ 1209 w 2142"/>
                <a:gd name="T67" fmla="*/ 90 h 779"/>
                <a:gd name="T68" fmla="*/ 1245 w 2142"/>
                <a:gd name="T69" fmla="*/ 134 h 779"/>
                <a:gd name="T70" fmla="*/ 1281 w 2142"/>
                <a:gd name="T71" fmla="*/ 182 h 779"/>
                <a:gd name="T72" fmla="*/ 1317 w 2142"/>
                <a:gd name="T73" fmla="*/ 236 h 779"/>
                <a:gd name="T74" fmla="*/ 1353 w 2142"/>
                <a:gd name="T75" fmla="*/ 293 h 779"/>
                <a:gd name="T76" fmla="*/ 1389 w 2142"/>
                <a:gd name="T77" fmla="*/ 351 h 779"/>
                <a:gd name="T78" fmla="*/ 1424 w 2142"/>
                <a:gd name="T79" fmla="*/ 409 h 779"/>
                <a:gd name="T80" fmla="*/ 1460 w 2142"/>
                <a:gd name="T81" fmla="*/ 465 h 779"/>
                <a:gd name="T82" fmla="*/ 1496 w 2142"/>
                <a:gd name="T83" fmla="*/ 520 h 779"/>
                <a:gd name="T84" fmla="*/ 1532 w 2142"/>
                <a:gd name="T85" fmla="*/ 571 h 779"/>
                <a:gd name="T86" fmla="*/ 1568 w 2142"/>
                <a:gd name="T87" fmla="*/ 618 h 779"/>
                <a:gd name="T88" fmla="*/ 1604 w 2142"/>
                <a:gd name="T89" fmla="*/ 660 h 779"/>
                <a:gd name="T90" fmla="*/ 1640 w 2142"/>
                <a:gd name="T91" fmla="*/ 698 h 779"/>
                <a:gd name="T92" fmla="*/ 1676 w 2142"/>
                <a:gd name="T93" fmla="*/ 731 h 779"/>
                <a:gd name="T94" fmla="*/ 1712 w 2142"/>
                <a:gd name="T95" fmla="*/ 759 h 779"/>
                <a:gd name="T96" fmla="*/ 1748 w 2142"/>
                <a:gd name="T97" fmla="*/ 775 h 779"/>
                <a:gd name="T98" fmla="*/ 1783 w 2142"/>
                <a:gd name="T99" fmla="*/ 778 h 779"/>
                <a:gd name="T100" fmla="*/ 1819 w 2142"/>
                <a:gd name="T101" fmla="*/ 778 h 779"/>
                <a:gd name="T102" fmla="*/ 1855 w 2142"/>
                <a:gd name="T103" fmla="*/ 778 h 779"/>
                <a:gd name="T104" fmla="*/ 1891 w 2142"/>
                <a:gd name="T105" fmla="*/ 778 h 779"/>
                <a:gd name="T106" fmla="*/ 1927 w 2142"/>
                <a:gd name="T107" fmla="*/ 778 h 779"/>
                <a:gd name="T108" fmla="*/ 1963 w 2142"/>
                <a:gd name="T109" fmla="*/ 778 h 779"/>
                <a:gd name="T110" fmla="*/ 1999 w 2142"/>
                <a:gd name="T111" fmla="*/ 778 h 779"/>
                <a:gd name="T112" fmla="*/ 2035 w 2142"/>
                <a:gd name="T113" fmla="*/ 778 h 779"/>
                <a:gd name="T114" fmla="*/ 2071 w 2142"/>
                <a:gd name="T115" fmla="*/ 778 h 779"/>
                <a:gd name="T116" fmla="*/ 2107 w 2142"/>
                <a:gd name="T117" fmla="*/ 779 h 779"/>
                <a:gd name="T118" fmla="*/ 2142 w 2142"/>
                <a:gd name="T119" fmla="*/ 778 h 7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2" h="779">
                  <a:moveTo>
                    <a:pt x="0" y="778"/>
                  </a:moveTo>
                  <a:lnTo>
                    <a:pt x="12" y="778"/>
                  </a:lnTo>
                  <a:lnTo>
                    <a:pt x="24" y="778"/>
                  </a:lnTo>
                  <a:lnTo>
                    <a:pt x="36" y="778"/>
                  </a:lnTo>
                  <a:lnTo>
                    <a:pt x="48" y="778"/>
                  </a:lnTo>
                  <a:lnTo>
                    <a:pt x="60" y="778"/>
                  </a:lnTo>
                  <a:lnTo>
                    <a:pt x="72" y="778"/>
                  </a:lnTo>
                  <a:lnTo>
                    <a:pt x="84" y="778"/>
                  </a:lnTo>
                  <a:lnTo>
                    <a:pt x="96" y="778"/>
                  </a:lnTo>
                  <a:lnTo>
                    <a:pt x="108" y="778"/>
                  </a:lnTo>
                  <a:lnTo>
                    <a:pt x="120" y="778"/>
                  </a:lnTo>
                  <a:lnTo>
                    <a:pt x="132" y="778"/>
                  </a:lnTo>
                  <a:lnTo>
                    <a:pt x="144" y="778"/>
                  </a:lnTo>
                  <a:lnTo>
                    <a:pt x="156" y="778"/>
                  </a:lnTo>
                  <a:lnTo>
                    <a:pt x="168" y="778"/>
                  </a:lnTo>
                  <a:lnTo>
                    <a:pt x="180" y="778"/>
                  </a:lnTo>
                  <a:lnTo>
                    <a:pt x="192" y="778"/>
                  </a:lnTo>
                  <a:lnTo>
                    <a:pt x="204" y="778"/>
                  </a:lnTo>
                  <a:lnTo>
                    <a:pt x="216" y="778"/>
                  </a:lnTo>
                  <a:lnTo>
                    <a:pt x="228" y="778"/>
                  </a:lnTo>
                  <a:lnTo>
                    <a:pt x="240" y="778"/>
                  </a:lnTo>
                  <a:lnTo>
                    <a:pt x="252" y="778"/>
                  </a:lnTo>
                  <a:lnTo>
                    <a:pt x="264" y="778"/>
                  </a:lnTo>
                  <a:lnTo>
                    <a:pt x="276" y="778"/>
                  </a:lnTo>
                  <a:lnTo>
                    <a:pt x="288" y="778"/>
                  </a:lnTo>
                  <a:lnTo>
                    <a:pt x="300" y="778"/>
                  </a:lnTo>
                  <a:lnTo>
                    <a:pt x="312" y="778"/>
                  </a:lnTo>
                  <a:lnTo>
                    <a:pt x="324" y="778"/>
                  </a:lnTo>
                  <a:lnTo>
                    <a:pt x="336" y="778"/>
                  </a:lnTo>
                  <a:lnTo>
                    <a:pt x="347" y="777"/>
                  </a:lnTo>
                  <a:lnTo>
                    <a:pt x="359" y="776"/>
                  </a:lnTo>
                  <a:lnTo>
                    <a:pt x="371" y="774"/>
                  </a:lnTo>
                  <a:lnTo>
                    <a:pt x="383" y="770"/>
                  </a:lnTo>
                  <a:lnTo>
                    <a:pt x="395" y="764"/>
                  </a:lnTo>
                  <a:lnTo>
                    <a:pt x="407" y="757"/>
                  </a:lnTo>
                  <a:lnTo>
                    <a:pt x="419" y="748"/>
                  </a:lnTo>
                  <a:lnTo>
                    <a:pt x="431" y="738"/>
                  </a:lnTo>
                  <a:lnTo>
                    <a:pt x="443" y="728"/>
                  </a:lnTo>
                  <a:lnTo>
                    <a:pt x="455" y="717"/>
                  </a:lnTo>
                  <a:lnTo>
                    <a:pt x="467" y="706"/>
                  </a:lnTo>
                  <a:lnTo>
                    <a:pt x="479" y="694"/>
                  </a:lnTo>
                  <a:lnTo>
                    <a:pt x="491" y="682"/>
                  </a:lnTo>
                  <a:lnTo>
                    <a:pt x="503" y="669"/>
                  </a:lnTo>
                  <a:lnTo>
                    <a:pt x="515" y="655"/>
                  </a:lnTo>
                  <a:lnTo>
                    <a:pt x="527" y="641"/>
                  </a:lnTo>
                  <a:lnTo>
                    <a:pt x="539" y="626"/>
                  </a:lnTo>
                  <a:lnTo>
                    <a:pt x="551" y="611"/>
                  </a:lnTo>
                  <a:lnTo>
                    <a:pt x="563" y="596"/>
                  </a:lnTo>
                  <a:lnTo>
                    <a:pt x="575" y="581"/>
                  </a:lnTo>
                  <a:lnTo>
                    <a:pt x="587" y="565"/>
                  </a:lnTo>
                  <a:lnTo>
                    <a:pt x="599" y="548"/>
                  </a:lnTo>
                  <a:lnTo>
                    <a:pt x="611" y="530"/>
                  </a:lnTo>
                  <a:lnTo>
                    <a:pt x="623" y="512"/>
                  </a:lnTo>
                  <a:lnTo>
                    <a:pt x="635" y="494"/>
                  </a:lnTo>
                  <a:lnTo>
                    <a:pt x="647" y="476"/>
                  </a:lnTo>
                  <a:lnTo>
                    <a:pt x="659" y="457"/>
                  </a:lnTo>
                  <a:lnTo>
                    <a:pt x="671" y="438"/>
                  </a:lnTo>
                  <a:lnTo>
                    <a:pt x="683" y="419"/>
                  </a:lnTo>
                  <a:lnTo>
                    <a:pt x="695" y="399"/>
                  </a:lnTo>
                  <a:lnTo>
                    <a:pt x="706" y="380"/>
                  </a:lnTo>
                  <a:lnTo>
                    <a:pt x="718" y="360"/>
                  </a:lnTo>
                  <a:lnTo>
                    <a:pt x="730" y="341"/>
                  </a:lnTo>
                  <a:lnTo>
                    <a:pt x="742" y="321"/>
                  </a:lnTo>
                  <a:lnTo>
                    <a:pt x="754" y="302"/>
                  </a:lnTo>
                  <a:lnTo>
                    <a:pt x="766" y="282"/>
                  </a:lnTo>
                  <a:lnTo>
                    <a:pt x="778" y="263"/>
                  </a:lnTo>
                  <a:lnTo>
                    <a:pt x="790" y="244"/>
                  </a:lnTo>
                  <a:lnTo>
                    <a:pt x="802" y="226"/>
                  </a:lnTo>
                  <a:lnTo>
                    <a:pt x="814" y="209"/>
                  </a:lnTo>
                  <a:lnTo>
                    <a:pt x="826" y="191"/>
                  </a:lnTo>
                  <a:lnTo>
                    <a:pt x="838" y="173"/>
                  </a:lnTo>
                  <a:lnTo>
                    <a:pt x="850" y="155"/>
                  </a:lnTo>
                  <a:lnTo>
                    <a:pt x="862" y="139"/>
                  </a:lnTo>
                  <a:lnTo>
                    <a:pt x="874" y="123"/>
                  </a:lnTo>
                  <a:lnTo>
                    <a:pt x="886" y="109"/>
                  </a:lnTo>
                  <a:lnTo>
                    <a:pt x="898" y="95"/>
                  </a:lnTo>
                  <a:lnTo>
                    <a:pt x="910" y="82"/>
                  </a:lnTo>
                  <a:lnTo>
                    <a:pt x="922" y="70"/>
                  </a:lnTo>
                  <a:lnTo>
                    <a:pt x="934" y="58"/>
                  </a:lnTo>
                  <a:lnTo>
                    <a:pt x="946" y="48"/>
                  </a:lnTo>
                  <a:lnTo>
                    <a:pt x="958" y="38"/>
                  </a:lnTo>
                  <a:lnTo>
                    <a:pt x="970" y="30"/>
                  </a:lnTo>
                  <a:lnTo>
                    <a:pt x="982" y="23"/>
                  </a:lnTo>
                  <a:lnTo>
                    <a:pt x="994" y="17"/>
                  </a:lnTo>
                  <a:lnTo>
                    <a:pt x="1006" y="11"/>
                  </a:lnTo>
                  <a:lnTo>
                    <a:pt x="1018" y="6"/>
                  </a:lnTo>
                  <a:lnTo>
                    <a:pt x="1030" y="3"/>
                  </a:lnTo>
                  <a:lnTo>
                    <a:pt x="1042" y="1"/>
                  </a:lnTo>
                  <a:lnTo>
                    <a:pt x="1054" y="0"/>
                  </a:lnTo>
                  <a:lnTo>
                    <a:pt x="1065" y="1"/>
                  </a:lnTo>
                  <a:lnTo>
                    <a:pt x="1077" y="2"/>
                  </a:lnTo>
                  <a:lnTo>
                    <a:pt x="1089" y="5"/>
                  </a:lnTo>
                  <a:lnTo>
                    <a:pt x="1101" y="8"/>
                  </a:lnTo>
                  <a:lnTo>
                    <a:pt x="1113" y="13"/>
                  </a:lnTo>
                  <a:lnTo>
                    <a:pt x="1125" y="19"/>
                  </a:lnTo>
                  <a:lnTo>
                    <a:pt x="1137" y="27"/>
                  </a:lnTo>
                  <a:lnTo>
                    <a:pt x="1149" y="35"/>
                  </a:lnTo>
                  <a:lnTo>
                    <a:pt x="1161" y="44"/>
                  </a:lnTo>
                  <a:lnTo>
                    <a:pt x="1173" y="54"/>
                  </a:lnTo>
                  <a:lnTo>
                    <a:pt x="1185" y="65"/>
                  </a:lnTo>
                  <a:lnTo>
                    <a:pt x="1197" y="77"/>
                  </a:lnTo>
                  <a:lnTo>
                    <a:pt x="1209" y="90"/>
                  </a:lnTo>
                  <a:lnTo>
                    <a:pt x="1221" y="103"/>
                  </a:lnTo>
                  <a:lnTo>
                    <a:pt x="1233" y="118"/>
                  </a:lnTo>
                  <a:lnTo>
                    <a:pt x="1245" y="134"/>
                  </a:lnTo>
                  <a:lnTo>
                    <a:pt x="1257" y="149"/>
                  </a:lnTo>
                  <a:lnTo>
                    <a:pt x="1269" y="165"/>
                  </a:lnTo>
                  <a:lnTo>
                    <a:pt x="1281" y="182"/>
                  </a:lnTo>
                  <a:lnTo>
                    <a:pt x="1293" y="199"/>
                  </a:lnTo>
                  <a:lnTo>
                    <a:pt x="1305" y="217"/>
                  </a:lnTo>
                  <a:lnTo>
                    <a:pt x="1317" y="236"/>
                  </a:lnTo>
                  <a:lnTo>
                    <a:pt x="1329" y="255"/>
                  </a:lnTo>
                  <a:lnTo>
                    <a:pt x="1341" y="274"/>
                  </a:lnTo>
                  <a:lnTo>
                    <a:pt x="1353" y="293"/>
                  </a:lnTo>
                  <a:lnTo>
                    <a:pt x="1365" y="313"/>
                  </a:lnTo>
                  <a:lnTo>
                    <a:pt x="1377" y="332"/>
                  </a:lnTo>
                  <a:lnTo>
                    <a:pt x="1389" y="351"/>
                  </a:lnTo>
                  <a:lnTo>
                    <a:pt x="1401" y="371"/>
                  </a:lnTo>
                  <a:lnTo>
                    <a:pt x="1413" y="390"/>
                  </a:lnTo>
                  <a:lnTo>
                    <a:pt x="1424" y="409"/>
                  </a:lnTo>
                  <a:lnTo>
                    <a:pt x="1436" y="428"/>
                  </a:lnTo>
                  <a:lnTo>
                    <a:pt x="1448" y="447"/>
                  </a:lnTo>
                  <a:lnTo>
                    <a:pt x="1460" y="465"/>
                  </a:lnTo>
                  <a:lnTo>
                    <a:pt x="1472" y="484"/>
                  </a:lnTo>
                  <a:lnTo>
                    <a:pt x="1484" y="502"/>
                  </a:lnTo>
                  <a:lnTo>
                    <a:pt x="1496" y="520"/>
                  </a:lnTo>
                  <a:lnTo>
                    <a:pt x="1508" y="537"/>
                  </a:lnTo>
                  <a:lnTo>
                    <a:pt x="1520" y="554"/>
                  </a:lnTo>
                  <a:lnTo>
                    <a:pt x="1532" y="571"/>
                  </a:lnTo>
                  <a:lnTo>
                    <a:pt x="1544" y="587"/>
                  </a:lnTo>
                  <a:lnTo>
                    <a:pt x="1556" y="603"/>
                  </a:lnTo>
                  <a:lnTo>
                    <a:pt x="1568" y="618"/>
                  </a:lnTo>
                  <a:lnTo>
                    <a:pt x="1580" y="633"/>
                  </a:lnTo>
                  <a:lnTo>
                    <a:pt x="1592" y="647"/>
                  </a:lnTo>
                  <a:lnTo>
                    <a:pt x="1604" y="660"/>
                  </a:lnTo>
                  <a:lnTo>
                    <a:pt x="1616" y="673"/>
                  </a:lnTo>
                  <a:lnTo>
                    <a:pt x="1628" y="686"/>
                  </a:lnTo>
                  <a:lnTo>
                    <a:pt x="1640" y="698"/>
                  </a:lnTo>
                  <a:lnTo>
                    <a:pt x="1652" y="709"/>
                  </a:lnTo>
                  <a:lnTo>
                    <a:pt x="1664" y="721"/>
                  </a:lnTo>
                  <a:lnTo>
                    <a:pt x="1676" y="731"/>
                  </a:lnTo>
                  <a:lnTo>
                    <a:pt x="1688" y="741"/>
                  </a:lnTo>
                  <a:lnTo>
                    <a:pt x="1700" y="751"/>
                  </a:lnTo>
                  <a:lnTo>
                    <a:pt x="1712" y="759"/>
                  </a:lnTo>
                  <a:lnTo>
                    <a:pt x="1724" y="766"/>
                  </a:lnTo>
                  <a:lnTo>
                    <a:pt x="1736" y="771"/>
                  </a:lnTo>
                  <a:lnTo>
                    <a:pt x="1748" y="775"/>
                  </a:lnTo>
                  <a:lnTo>
                    <a:pt x="1760" y="777"/>
                  </a:lnTo>
                  <a:lnTo>
                    <a:pt x="1772" y="778"/>
                  </a:lnTo>
                  <a:lnTo>
                    <a:pt x="1783" y="778"/>
                  </a:lnTo>
                  <a:lnTo>
                    <a:pt x="1795" y="778"/>
                  </a:lnTo>
                  <a:lnTo>
                    <a:pt x="1807" y="778"/>
                  </a:lnTo>
                  <a:lnTo>
                    <a:pt x="1819" y="778"/>
                  </a:lnTo>
                  <a:lnTo>
                    <a:pt x="1831" y="778"/>
                  </a:lnTo>
                  <a:lnTo>
                    <a:pt x="1843" y="778"/>
                  </a:lnTo>
                  <a:lnTo>
                    <a:pt x="1855" y="778"/>
                  </a:lnTo>
                  <a:lnTo>
                    <a:pt x="1867" y="778"/>
                  </a:lnTo>
                  <a:lnTo>
                    <a:pt x="1879" y="778"/>
                  </a:lnTo>
                  <a:lnTo>
                    <a:pt x="1891" y="778"/>
                  </a:lnTo>
                  <a:lnTo>
                    <a:pt x="1903" y="778"/>
                  </a:lnTo>
                  <a:lnTo>
                    <a:pt x="1915" y="778"/>
                  </a:lnTo>
                  <a:lnTo>
                    <a:pt x="1927" y="778"/>
                  </a:lnTo>
                  <a:lnTo>
                    <a:pt x="1939" y="778"/>
                  </a:lnTo>
                  <a:lnTo>
                    <a:pt x="1951" y="778"/>
                  </a:lnTo>
                  <a:lnTo>
                    <a:pt x="1963" y="778"/>
                  </a:lnTo>
                  <a:lnTo>
                    <a:pt x="1975" y="778"/>
                  </a:lnTo>
                  <a:lnTo>
                    <a:pt x="1987" y="778"/>
                  </a:lnTo>
                  <a:lnTo>
                    <a:pt x="1999" y="778"/>
                  </a:lnTo>
                  <a:lnTo>
                    <a:pt x="2011" y="778"/>
                  </a:lnTo>
                  <a:lnTo>
                    <a:pt x="2023" y="778"/>
                  </a:lnTo>
                  <a:lnTo>
                    <a:pt x="2035" y="778"/>
                  </a:lnTo>
                  <a:lnTo>
                    <a:pt x="2047" y="778"/>
                  </a:lnTo>
                  <a:lnTo>
                    <a:pt x="2059" y="778"/>
                  </a:lnTo>
                  <a:lnTo>
                    <a:pt x="2071" y="778"/>
                  </a:lnTo>
                  <a:lnTo>
                    <a:pt x="2083" y="779"/>
                  </a:lnTo>
                  <a:lnTo>
                    <a:pt x="2095" y="779"/>
                  </a:lnTo>
                  <a:lnTo>
                    <a:pt x="2107" y="779"/>
                  </a:lnTo>
                  <a:lnTo>
                    <a:pt x="2119" y="778"/>
                  </a:lnTo>
                  <a:lnTo>
                    <a:pt x="2131" y="778"/>
                  </a:lnTo>
                  <a:lnTo>
                    <a:pt x="2142" y="778"/>
                  </a:lnTo>
                </a:path>
              </a:pathLst>
            </a:custGeom>
            <a:noFill/>
            <a:ln w="38100" cap="flat">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5" name="Freeform 151">
              <a:extLst>
                <a:ext uri="{FF2B5EF4-FFF2-40B4-BE49-F238E27FC236}">
                  <a16:creationId xmlns:a16="http://schemas.microsoft.com/office/drawing/2014/main" id="{F28C71FB-B22A-4A65-962C-A4A06808255F}"/>
                </a:ext>
              </a:extLst>
            </p:cNvPr>
            <p:cNvSpPr>
              <a:spLocks/>
            </p:cNvSpPr>
            <p:nvPr/>
          </p:nvSpPr>
          <p:spPr bwMode="auto">
            <a:xfrm>
              <a:off x="3718305" y="2865968"/>
              <a:ext cx="2328455" cy="304886"/>
            </a:xfrm>
            <a:custGeom>
              <a:avLst/>
              <a:gdLst>
                <a:gd name="T0" fmla="*/ 24 w 2142"/>
                <a:gd name="T1" fmla="*/ 402 h 402"/>
                <a:gd name="T2" fmla="*/ 60 w 2142"/>
                <a:gd name="T3" fmla="*/ 402 h 402"/>
                <a:gd name="T4" fmla="*/ 96 w 2142"/>
                <a:gd name="T5" fmla="*/ 402 h 402"/>
                <a:gd name="T6" fmla="*/ 132 w 2142"/>
                <a:gd name="T7" fmla="*/ 399 h 402"/>
                <a:gd name="T8" fmla="*/ 168 w 2142"/>
                <a:gd name="T9" fmla="*/ 386 h 402"/>
                <a:gd name="T10" fmla="*/ 204 w 2142"/>
                <a:gd name="T11" fmla="*/ 364 h 402"/>
                <a:gd name="T12" fmla="*/ 240 w 2142"/>
                <a:gd name="T13" fmla="*/ 337 h 402"/>
                <a:gd name="T14" fmla="*/ 276 w 2142"/>
                <a:gd name="T15" fmla="*/ 307 h 402"/>
                <a:gd name="T16" fmla="*/ 312 w 2142"/>
                <a:gd name="T17" fmla="*/ 274 h 402"/>
                <a:gd name="T18" fmla="*/ 347 w 2142"/>
                <a:gd name="T19" fmla="*/ 240 h 402"/>
                <a:gd name="T20" fmla="*/ 383 w 2142"/>
                <a:gd name="T21" fmla="*/ 204 h 402"/>
                <a:gd name="T22" fmla="*/ 419 w 2142"/>
                <a:gd name="T23" fmla="*/ 168 h 402"/>
                <a:gd name="T24" fmla="*/ 455 w 2142"/>
                <a:gd name="T25" fmla="*/ 134 h 402"/>
                <a:gd name="T26" fmla="*/ 491 w 2142"/>
                <a:gd name="T27" fmla="*/ 100 h 402"/>
                <a:gd name="T28" fmla="*/ 527 w 2142"/>
                <a:gd name="T29" fmla="*/ 72 h 402"/>
                <a:gd name="T30" fmla="*/ 563 w 2142"/>
                <a:gd name="T31" fmla="*/ 46 h 402"/>
                <a:gd name="T32" fmla="*/ 599 w 2142"/>
                <a:gd name="T33" fmla="*/ 26 h 402"/>
                <a:gd name="T34" fmla="*/ 635 w 2142"/>
                <a:gd name="T35" fmla="*/ 11 h 402"/>
                <a:gd name="T36" fmla="*/ 671 w 2142"/>
                <a:gd name="T37" fmla="*/ 4 h 402"/>
                <a:gd name="T38" fmla="*/ 706 w 2142"/>
                <a:gd name="T39" fmla="*/ 1 h 402"/>
                <a:gd name="T40" fmla="*/ 742 w 2142"/>
                <a:gd name="T41" fmla="*/ 4 h 402"/>
                <a:gd name="T42" fmla="*/ 778 w 2142"/>
                <a:gd name="T43" fmla="*/ 12 h 402"/>
                <a:gd name="T44" fmla="*/ 814 w 2142"/>
                <a:gd name="T45" fmla="*/ 24 h 402"/>
                <a:gd name="T46" fmla="*/ 850 w 2142"/>
                <a:gd name="T47" fmla="*/ 38 h 402"/>
                <a:gd name="T48" fmla="*/ 886 w 2142"/>
                <a:gd name="T49" fmla="*/ 55 h 402"/>
                <a:gd name="T50" fmla="*/ 922 w 2142"/>
                <a:gd name="T51" fmla="*/ 69 h 402"/>
                <a:gd name="T52" fmla="*/ 958 w 2142"/>
                <a:gd name="T53" fmla="*/ 84 h 402"/>
                <a:gd name="T54" fmla="*/ 994 w 2142"/>
                <a:gd name="T55" fmla="*/ 94 h 402"/>
                <a:gd name="T56" fmla="*/ 1030 w 2142"/>
                <a:gd name="T57" fmla="*/ 103 h 402"/>
                <a:gd name="T58" fmla="*/ 1065 w 2142"/>
                <a:gd name="T59" fmla="*/ 105 h 402"/>
                <a:gd name="T60" fmla="*/ 1101 w 2142"/>
                <a:gd name="T61" fmla="*/ 104 h 402"/>
                <a:gd name="T62" fmla="*/ 1137 w 2142"/>
                <a:gd name="T63" fmla="*/ 97 h 402"/>
                <a:gd name="T64" fmla="*/ 1173 w 2142"/>
                <a:gd name="T65" fmla="*/ 88 h 402"/>
                <a:gd name="T66" fmla="*/ 1209 w 2142"/>
                <a:gd name="T67" fmla="*/ 74 h 402"/>
                <a:gd name="T68" fmla="*/ 1245 w 2142"/>
                <a:gd name="T69" fmla="*/ 60 h 402"/>
                <a:gd name="T70" fmla="*/ 1281 w 2142"/>
                <a:gd name="T71" fmla="*/ 43 h 402"/>
                <a:gd name="T72" fmla="*/ 1317 w 2142"/>
                <a:gd name="T73" fmla="*/ 29 h 402"/>
                <a:gd name="T74" fmla="*/ 1353 w 2142"/>
                <a:gd name="T75" fmla="*/ 15 h 402"/>
                <a:gd name="T76" fmla="*/ 1389 w 2142"/>
                <a:gd name="T77" fmla="*/ 6 h 402"/>
                <a:gd name="T78" fmla="*/ 1424 w 2142"/>
                <a:gd name="T79" fmla="*/ 1 h 402"/>
                <a:gd name="T80" fmla="*/ 1460 w 2142"/>
                <a:gd name="T81" fmla="*/ 0 h 402"/>
                <a:gd name="T82" fmla="*/ 1496 w 2142"/>
                <a:gd name="T83" fmla="*/ 6 h 402"/>
                <a:gd name="T84" fmla="*/ 1532 w 2142"/>
                <a:gd name="T85" fmla="*/ 18 h 402"/>
                <a:gd name="T86" fmla="*/ 1568 w 2142"/>
                <a:gd name="T87" fmla="*/ 36 h 402"/>
                <a:gd name="T88" fmla="*/ 1604 w 2142"/>
                <a:gd name="T89" fmla="*/ 59 h 402"/>
                <a:gd name="T90" fmla="*/ 1640 w 2142"/>
                <a:gd name="T91" fmla="*/ 86 h 402"/>
                <a:gd name="T92" fmla="*/ 1676 w 2142"/>
                <a:gd name="T93" fmla="*/ 118 h 402"/>
                <a:gd name="T94" fmla="*/ 1712 w 2142"/>
                <a:gd name="T95" fmla="*/ 151 h 402"/>
                <a:gd name="T96" fmla="*/ 1748 w 2142"/>
                <a:gd name="T97" fmla="*/ 187 h 402"/>
                <a:gd name="T98" fmla="*/ 1783 w 2142"/>
                <a:gd name="T99" fmla="*/ 223 h 402"/>
                <a:gd name="T100" fmla="*/ 1819 w 2142"/>
                <a:gd name="T101" fmla="*/ 257 h 402"/>
                <a:gd name="T102" fmla="*/ 1855 w 2142"/>
                <a:gd name="T103" fmla="*/ 291 h 402"/>
                <a:gd name="T104" fmla="*/ 1891 w 2142"/>
                <a:gd name="T105" fmla="*/ 322 h 402"/>
                <a:gd name="T106" fmla="*/ 1927 w 2142"/>
                <a:gd name="T107" fmla="*/ 351 h 402"/>
                <a:gd name="T108" fmla="*/ 1963 w 2142"/>
                <a:gd name="T109" fmla="*/ 376 h 402"/>
                <a:gd name="T110" fmla="*/ 1999 w 2142"/>
                <a:gd name="T111" fmla="*/ 394 h 402"/>
                <a:gd name="T112" fmla="*/ 2035 w 2142"/>
                <a:gd name="T113" fmla="*/ 401 h 402"/>
                <a:gd name="T114" fmla="*/ 2071 w 2142"/>
                <a:gd name="T115" fmla="*/ 402 h 402"/>
                <a:gd name="T116" fmla="*/ 2107 w 2142"/>
                <a:gd name="T117" fmla="*/ 402 h 402"/>
                <a:gd name="T118" fmla="*/ 2142 w 2142"/>
                <a:gd name="T119"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2" h="402">
                  <a:moveTo>
                    <a:pt x="0" y="402"/>
                  </a:moveTo>
                  <a:lnTo>
                    <a:pt x="12" y="402"/>
                  </a:lnTo>
                  <a:lnTo>
                    <a:pt x="24" y="402"/>
                  </a:lnTo>
                  <a:lnTo>
                    <a:pt x="36" y="402"/>
                  </a:lnTo>
                  <a:lnTo>
                    <a:pt x="48" y="402"/>
                  </a:lnTo>
                  <a:lnTo>
                    <a:pt x="60" y="402"/>
                  </a:lnTo>
                  <a:lnTo>
                    <a:pt x="72" y="402"/>
                  </a:lnTo>
                  <a:lnTo>
                    <a:pt x="84" y="402"/>
                  </a:lnTo>
                  <a:lnTo>
                    <a:pt x="96" y="402"/>
                  </a:lnTo>
                  <a:lnTo>
                    <a:pt x="108" y="401"/>
                  </a:lnTo>
                  <a:lnTo>
                    <a:pt x="120" y="400"/>
                  </a:lnTo>
                  <a:lnTo>
                    <a:pt x="132" y="399"/>
                  </a:lnTo>
                  <a:lnTo>
                    <a:pt x="144" y="396"/>
                  </a:lnTo>
                  <a:lnTo>
                    <a:pt x="156" y="392"/>
                  </a:lnTo>
                  <a:lnTo>
                    <a:pt x="168" y="386"/>
                  </a:lnTo>
                  <a:lnTo>
                    <a:pt x="180" y="379"/>
                  </a:lnTo>
                  <a:lnTo>
                    <a:pt x="192" y="372"/>
                  </a:lnTo>
                  <a:lnTo>
                    <a:pt x="204" y="364"/>
                  </a:lnTo>
                  <a:lnTo>
                    <a:pt x="216" y="355"/>
                  </a:lnTo>
                  <a:lnTo>
                    <a:pt x="228" y="346"/>
                  </a:lnTo>
                  <a:lnTo>
                    <a:pt x="240" y="337"/>
                  </a:lnTo>
                  <a:lnTo>
                    <a:pt x="252" y="327"/>
                  </a:lnTo>
                  <a:lnTo>
                    <a:pt x="264" y="317"/>
                  </a:lnTo>
                  <a:lnTo>
                    <a:pt x="276" y="307"/>
                  </a:lnTo>
                  <a:lnTo>
                    <a:pt x="288" y="297"/>
                  </a:lnTo>
                  <a:lnTo>
                    <a:pt x="300" y="286"/>
                  </a:lnTo>
                  <a:lnTo>
                    <a:pt x="312" y="274"/>
                  </a:lnTo>
                  <a:lnTo>
                    <a:pt x="324" y="263"/>
                  </a:lnTo>
                  <a:lnTo>
                    <a:pt x="336" y="251"/>
                  </a:lnTo>
                  <a:lnTo>
                    <a:pt x="347" y="240"/>
                  </a:lnTo>
                  <a:lnTo>
                    <a:pt x="359" y="228"/>
                  </a:lnTo>
                  <a:lnTo>
                    <a:pt x="371" y="216"/>
                  </a:lnTo>
                  <a:lnTo>
                    <a:pt x="383" y="204"/>
                  </a:lnTo>
                  <a:lnTo>
                    <a:pt x="395" y="191"/>
                  </a:lnTo>
                  <a:lnTo>
                    <a:pt x="407" y="180"/>
                  </a:lnTo>
                  <a:lnTo>
                    <a:pt x="419" y="168"/>
                  </a:lnTo>
                  <a:lnTo>
                    <a:pt x="431" y="157"/>
                  </a:lnTo>
                  <a:lnTo>
                    <a:pt x="443" y="145"/>
                  </a:lnTo>
                  <a:lnTo>
                    <a:pt x="455" y="134"/>
                  </a:lnTo>
                  <a:lnTo>
                    <a:pt x="467" y="122"/>
                  </a:lnTo>
                  <a:lnTo>
                    <a:pt x="479" y="111"/>
                  </a:lnTo>
                  <a:lnTo>
                    <a:pt x="491" y="100"/>
                  </a:lnTo>
                  <a:lnTo>
                    <a:pt x="503" y="90"/>
                  </a:lnTo>
                  <a:lnTo>
                    <a:pt x="515" y="81"/>
                  </a:lnTo>
                  <a:lnTo>
                    <a:pt x="527" y="72"/>
                  </a:lnTo>
                  <a:lnTo>
                    <a:pt x="539" y="63"/>
                  </a:lnTo>
                  <a:lnTo>
                    <a:pt x="551" y="54"/>
                  </a:lnTo>
                  <a:lnTo>
                    <a:pt x="563" y="46"/>
                  </a:lnTo>
                  <a:lnTo>
                    <a:pt x="575" y="39"/>
                  </a:lnTo>
                  <a:lnTo>
                    <a:pt x="587" y="32"/>
                  </a:lnTo>
                  <a:lnTo>
                    <a:pt x="599" y="26"/>
                  </a:lnTo>
                  <a:lnTo>
                    <a:pt x="611" y="21"/>
                  </a:lnTo>
                  <a:lnTo>
                    <a:pt x="623" y="16"/>
                  </a:lnTo>
                  <a:lnTo>
                    <a:pt x="635" y="11"/>
                  </a:lnTo>
                  <a:lnTo>
                    <a:pt x="647" y="8"/>
                  </a:lnTo>
                  <a:lnTo>
                    <a:pt x="659" y="6"/>
                  </a:lnTo>
                  <a:lnTo>
                    <a:pt x="671" y="4"/>
                  </a:lnTo>
                  <a:lnTo>
                    <a:pt x="683" y="2"/>
                  </a:lnTo>
                  <a:lnTo>
                    <a:pt x="695" y="2"/>
                  </a:lnTo>
                  <a:lnTo>
                    <a:pt x="706" y="1"/>
                  </a:lnTo>
                  <a:lnTo>
                    <a:pt x="718" y="2"/>
                  </a:lnTo>
                  <a:lnTo>
                    <a:pt x="730" y="3"/>
                  </a:lnTo>
                  <a:lnTo>
                    <a:pt x="742" y="4"/>
                  </a:lnTo>
                  <a:lnTo>
                    <a:pt x="754" y="6"/>
                  </a:lnTo>
                  <a:lnTo>
                    <a:pt x="766" y="9"/>
                  </a:lnTo>
                  <a:lnTo>
                    <a:pt x="778" y="12"/>
                  </a:lnTo>
                  <a:lnTo>
                    <a:pt x="790" y="16"/>
                  </a:lnTo>
                  <a:lnTo>
                    <a:pt x="802" y="20"/>
                  </a:lnTo>
                  <a:lnTo>
                    <a:pt x="814" y="24"/>
                  </a:lnTo>
                  <a:lnTo>
                    <a:pt x="826" y="28"/>
                  </a:lnTo>
                  <a:lnTo>
                    <a:pt x="838" y="33"/>
                  </a:lnTo>
                  <a:lnTo>
                    <a:pt x="850" y="38"/>
                  </a:lnTo>
                  <a:lnTo>
                    <a:pt x="862" y="44"/>
                  </a:lnTo>
                  <a:lnTo>
                    <a:pt x="874" y="50"/>
                  </a:lnTo>
                  <a:lnTo>
                    <a:pt x="886" y="55"/>
                  </a:lnTo>
                  <a:lnTo>
                    <a:pt x="898" y="59"/>
                  </a:lnTo>
                  <a:lnTo>
                    <a:pt x="910" y="64"/>
                  </a:lnTo>
                  <a:lnTo>
                    <a:pt x="922" y="69"/>
                  </a:lnTo>
                  <a:lnTo>
                    <a:pt x="934" y="74"/>
                  </a:lnTo>
                  <a:lnTo>
                    <a:pt x="946" y="80"/>
                  </a:lnTo>
                  <a:lnTo>
                    <a:pt x="958" y="84"/>
                  </a:lnTo>
                  <a:lnTo>
                    <a:pt x="970" y="88"/>
                  </a:lnTo>
                  <a:lnTo>
                    <a:pt x="982" y="91"/>
                  </a:lnTo>
                  <a:lnTo>
                    <a:pt x="994" y="94"/>
                  </a:lnTo>
                  <a:lnTo>
                    <a:pt x="1006" y="97"/>
                  </a:lnTo>
                  <a:lnTo>
                    <a:pt x="1018" y="100"/>
                  </a:lnTo>
                  <a:lnTo>
                    <a:pt x="1030" y="103"/>
                  </a:lnTo>
                  <a:lnTo>
                    <a:pt x="1042" y="104"/>
                  </a:lnTo>
                  <a:lnTo>
                    <a:pt x="1054" y="105"/>
                  </a:lnTo>
                  <a:lnTo>
                    <a:pt x="1065" y="105"/>
                  </a:lnTo>
                  <a:lnTo>
                    <a:pt x="1077" y="105"/>
                  </a:lnTo>
                  <a:lnTo>
                    <a:pt x="1089" y="105"/>
                  </a:lnTo>
                  <a:lnTo>
                    <a:pt x="1101" y="104"/>
                  </a:lnTo>
                  <a:lnTo>
                    <a:pt x="1113" y="102"/>
                  </a:lnTo>
                  <a:lnTo>
                    <a:pt x="1125" y="100"/>
                  </a:lnTo>
                  <a:lnTo>
                    <a:pt x="1137" y="97"/>
                  </a:lnTo>
                  <a:lnTo>
                    <a:pt x="1149" y="95"/>
                  </a:lnTo>
                  <a:lnTo>
                    <a:pt x="1161" y="92"/>
                  </a:lnTo>
                  <a:lnTo>
                    <a:pt x="1173" y="88"/>
                  </a:lnTo>
                  <a:lnTo>
                    <a:pt x="1185" y="84"/>
                  </a:lnTo>
                  <a:lnTo>
                    <a:pt x="1197" y="79"/>
                  </a:lnTo>
                  <a:lnTo>
                    <a:pt x="1209" y="74"/>
                  </a:lnTo>
                  <a:lnTo>
                    <a:pt x="1221" y="69"/>
                  </a:lnTo>
                  <a:lnTo>
                    <a:pt x="1233" y="65"/>
                  </a:lnTo>
                  <a:lnTo>
                    <a:pt x="1245" y="60"/>
                  </a:lnTo>
                  <a:lnTo>
                    <a:pt x="1257" y="55"/>
                  </a:lnTo>
                  <a:lnTo>
                    <a:pt x="1269" y="49"/>
                  </a:lnTo>
                  <a:lnTo>
                    <a:pt x="1281" y="43"/>
                  </a:lnTo>
                  <a:lnTo>
                    <a:pt x="1293" y="38"/>
                  </a:lnTo>
                  <a:lnTo>
                    <a:pt x="1305" y="33"/>
                  </a:lnTo>
                  <a:lnTo>
                    <a:pt x="1317" y="29"/>
                  </a:lnTo>
                  <a:lnTo>
                    <a:pt x="1329" y="24"/>
                  </a:lnTo>
                  <a:lnTo>
                    <a:pt x="1341" y="20"/>
                  </a:lnTo>
                  <a:lnTo>
                    <a:pt x="1353" y="15"/>
                  </a:lnTo>
                  <a:lnTo>
                    <a:pt x="1365" y="11"/>
                  </a:lnTo>
                  <a:lnTo>
                    <a:pt x="1377" y="8"/>
                  </a:lnTo>
                  <a:lnTo>
                    <a:pt x="1389" y="6"/>
                  </a:lnTo>
                  <a:lnTo>
                    <a:pt x="1401" y="4"/>
                  </a:lnTo>
                  <a:lnTo>
                    <a:pt x="1413" y="2"/>
                  </a:lnTo>
                  <a:lnTo>
                    <a:pt x="1424" y="1"/>
                  </a:lnTo>
                  <a:lnTo>
                    <a:pt x="1436" y="0"/>
                  </a:lnTo>
                  <a:lnTo>
                    <a:pt x="1448" y="0"/>
                  </a:lnTo>
                  <a:lnTo>
                    <a:pt x="1460" y="0"/>
                  </a:lnTo>
                  <a:lnTo>
                    <a:pt x="1472" y="1"/>
                  </a:lnTo>
                  <a:lnTo>
                    <a:pt x="1484" y="3"/>
                  </a:lnTo>
                  <a:lnTo>
                    <a:pt x="1496" y="6"/>
                  </a:lnTo>
                  <a:lnTo>
                    <a:pt x="1508" y="9"/>
                  </a:lnTo>
                  <a:lnTo>
                    <a:pt x="1520" y="13"/>
                  </a:lnTo>
                  <a:lnTo>
                    <a:pt x="1532" y="18"/>
                  </a:lnTo>
                  <a:lnTo>
                    <a:pt x="1544" y="23"/>
                  </a:lnTo>
                  <a:lnTo>
                    <a:pt x="1556" y="29"/>
                  </a:lnTo>
                  <a:lnTo>
                    <a:pt x="1568" y="36"/>
                  </a:lnTo>
                  <a:lnTo>
                    <a:pt x="1580" y="43"/>
                  </a:lnTo>
                  <a:lnTo>
                    <a:pt x="1592" y="51"/>
                  </a:lnTo>
                  <a:lnTo>
                    <a:pt x="1604" y="59"/>
                  </a:lnTo>
                  <a:lnTo>
                    <a:pt x="1616" y="68"/>
                  </a:lnTo>
                  <a:lnTo>
                    <a:pt x="1628" y="77"/>
                  </a:lnTo>
                  <a:lnTo>
                    <a:pt x="1640" y="86"/>
                  </a:lnTo>
                  <a:lnTo>
                    <a:pt x="1652" y="96"/>
                  </a:lnTo>
                  <a:lnTo>
                    <a:pt x="1664" y="107"/>
                  </a:lnTo>
                  <a:lnTo>
                    <a:pt x="1676" y="118"/>
                  </a:lnTo>
                  <a:lnTo>
                    <a:pt x="1688" y="129"/>
                  </a:lnTo>
                  <a:lnTo>
                    <a:pt x="1700" y="140"/>
                  </a:lnTo>
                  <a:lnTo>
                    <a:pt x="1712" y="151"/>
                  </a:lnTo>
                  <a:lnTo>
                    <a:pt x="1724" y="163"/>
                  </a:lnTo>
                  <a:lnTo>
                    <a:pt x="1736" y="175"/>
                  </a:lnTo>
                  <a:lnTo>
                    <a:pt x="1748" y="187"/>
                  </a:lnTo>
                  <a:lnTo>
                    <a:pt x="1760" y="199"/>
                  </a:lnTo>
                  <a:lnTo>
                    <a:pt x="1772" y="211"/>
                  </a:lnTo>
                  <a:lnTo>
                    <a:pt x="1783" y="223"/>
                  </a:lnTo>
                  <a:lnTo>
                    <a:pt x="1795" y="234"/>
                  </a:lnTo>
                  <a:lnTo>
                    <a:pt x="1807" y="246"/>
                  </a:lnTo>
                  <a:lnTo>
                    <a:pt x="1819" y="257"/>
                  </a:lnTo>
                  <a:lnTo>
                    <a:pt x="1831" y="269"/>
                  </a:lnTo>
                  <a:lnTo>
                    <a:pt x="1843" y="280"/>
                  </a:lnTo>
                  <a:lnTo>
                    <a:pt x="1855" y="291"/>
                  </a:lnTo>
                  <a:lnTo>
                    <a:pt x="1867" y="302"/>
                  </a:lnTo>
                  <a:lnTo>
                    <a:pt x="1879" y="312"/>
                  </a:lnTo>
                  <a:lnTo>
                    <a:pt x="1891" y="322"/>
                  </a:lnTo>
                  <a:lnTo>
                    <a:pt x="1903" y="332"/>
                  </a:lnTo>
                  <a:lnTo>
                    <a:pt x="1915" y="342"/>
                  </a:lnTo>
                  <a:lnTo>
                    <a:pt x="1927" y="351"/>
                  </a:lnTo>
                  <a:lnTo>
                    <a:pt x="1939" y="360"/>
                  </a:lnTo>
                  <a:lnTo>
                    <a:pt x="1951" y="368"/>
                  </a:lnTo>
                  <a:lnTo>
                    <a:pt x="1963" y="376"/>
                  </a:lnTo>
                  <a:lnTo>
                    <a:pt x="1975" y="383"/>
                  </a:lnTo>
                  <a:lnTo>
                    <a:pt x="1987" y="389"/>
                  </a:lnTo>
                  <a:lnTo>
                    <a:pt x="1999" y="394"/>
                  </a:lnTo>
                  <a:lnTo>
                    <a:pt x="2011" y="397"/>
                  </a:lnTo>
                  <a:lnTo>
                    <a:pt x="2023" y="400"/>
                  </a:lnTo>
                  <a:lnTo>
                    <a:pt x="2035" y="401"/>
                  </a:lnTo>
                  <a:lnTo>
                    <a:pt x="2047" y="402"/>
                  </a:lnTo>
                  <a:lnTo>
                    <a:pt x="2059" y="402"/>
                  </a:lnTo>
                  <a:lnTo>
                    <a:pt x="2071" y="402"/>
                  </a:lnTo>
                  <a:lnTo>
                    <a:pt x="2083" y="402"/>
                  </a:lnTo>
                  <a:lnTo>
                    <a:pt x="2095" y="402"/>
                  </a:lnTo>
                  <a:lnTo>
                    <a:pt x="2107" y="402"/>
                  </a:lnTo>
                  <a:lnTo>
                    <a:pt x="2119" y="402"/>
                  </a:lnTo>
                  <a:lnTo>
                    <a:pt x="2131" y="402"/>
                  </a:lnTo>
                  <a:lnTo>
                    <a:pt x="2142" y="402"/>
                  </a:lnTo>
                </a:path>
              </a:pathLst>
            </a:custGeom>
            <a:noFill/>
            <a:ln w="38100" cap="flat">
              <a:solidFill>
                <a:srgbClr val="00B0F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6" name="Freeform 152">
              <a:extLst>
                <a:ext uri="{FF2B5EF4-FFF2-40B4-BE49-F238E27FC236}">
                  <a16:creationId xmlns:a16="http://schemas.microsoft.com/office/drawing/2014/main" id="{EC21041F-F1F0-47A7-AFAB-94E2DDAA27F3}"/>
                </a:ext>
              </a:extLst>
            </p:cNvPr>
            <p:cNvSpPr>
              <a:spLocks/>
            </p:cNvSpPr>
            <p:nvPr/>
          </p:nvSpPr>
          <p:spPr bwMode="auto">
            <a:xfrm>
              <a:off x="3718305" y="2580801"/>
              <a:ext cx="2328455" cy="662860"/>
            </a:xfrm>
            <a:custGeom>
              <a:avLst/>
              <a:gdLst>
                <a:gd name="T0" fmla="*/ 24 w 2142"/>
                <a:gd name="T1" fmla="*/ 874 h 874"/>
                <a:gd name="T2" fmla="*/ 60 w 2142"/>
                <a:gd name="T3" fmla="*/ 874 h 874"/>
                <a:gd name="T4" fmla="*/ 96 w 2142"/>
                <a:gd name="T5" fmla="*/ 874 h 874"/>
                <a:gd name="T6" fmla="*/ 132 w 2142"/>
                <a:gd name="T7" fmla="*/ 874 h 874"/>
                <a:gd name="T8" fmla="*/ 168 w 2142"/>
                <a:gd name="T9" fmla="*/ 874 h 874"/>
                <a:gd name="T10" fmla="*/ 204 w 2142"/>
                <a:gd name="T11" fmla="*/ 874 h 874"/>
                <a:gd name="T12" fmla="*/ 240 w 2142"/>
                <a:gd name="T13" fmla="*/ 874 h 874"/>
                <a:gd name="T14" fmla="*/ 276 w 2142"/>
                <a:gd name="T15" fmla="*/ 874 h 874"/>
                <a:gd name="T16" fmla="*/ 312 w 2142"/>
                <a:gd name="T17" fmla="*/ 874 h 874"/>
                <a:gd name="T18" fmla="*/ 347 w 2142"/>
                <a:gd name="T19" fmla="*/ 874 h 874"/>
                <a:gd name="T20" fmla="*/ 383 w 2142"/>
                <a:gd name="T21" fmla="*/ 874 h 874"/>
                <a:gd name="T22" fmla="*/ 419 w 2142"/>
                <a:gd name="T23" fmla="*/ 874 h 874"/>
                <a:gd name="T24" fmla="*/ 455 w 2142"/>
                <a:gd name="T25" fmla="*/ 874 h 874"/>
                <a:gd name="T26" fmla="*/ 491 w 2142"/>
                <a:gd name="T27" fmla="*/ 874 h 874"/>
                <a:gd name="T28" fmla="*/ 527 w 2142"/>
                <a:gd name="T29" fmla="*/ 873 h 874"/>
                <a:gd name="T30" fmla="*/ 563 w 2142"/>
                <a:gd name="T31" fmla="*/ 873 h 874"/>
                <a:gd name="T32" fmla="*/ 599 w 2142"/>
                <a:gd name="T33" fmla="*/ 870 h 874"/>
                <a:gd name="T34" fmla="*/ 635 w 2142"/>
                <a:gd name="T35" fmla="*/ 862 h 874"/>
                <a:gd name="T36" fmla="*/ 671 w 2142"/>
                <a:gd name="T37" fmla="*/ 841 h 874"/>
                <a:gd name="T38" fmla="*/ 706 w 2142"/>
                <a:gd name="T39" fmla="*/ 797 h 874"/>
                <a:gd name="T40" fmla="*/ 742 w 2142"/>
                <a:gd name="T41" fmla="*/ 716 h 874"/>
                <a:gd name="T42" fmla="*/ 778 w 2142"/>
                <a:gd name="T43" fmla="*/ 587 h 874"/>
                <a:gd name="T44" fmla="*/ 814 w 2142"/>
                <a:gd name="T45" fmla="*/ 416 h 874"/>
                <a:gd name="T46" fmla="*/ 850 w 2142"/>
                <a:gd name="T47" fmla="*/ 232 h 874"/>
                <a:gd name="T48" fmla="*/ 886 w 2142"/>
                <a:gd name="T49" fmla="*/ 80 h 874"/>
                <a:gd name="T50" fmla="*/ 922 w 2142"/>
                <a:gd name="T51" fmla="*/ 5 h 874"/>
                <a:gd name="T52" fmla="*/ 958 w 2142"/>
                <a:gd name="T53" fmla="*/ 17 h 874"/>
                <a:gd name="T54" fmla="*/ 994 w 2142"/>
                <a:gd name="T55" fmla="*/ 89 h 874"/>
                <a:gd name="T56" fmla="*/ 1030 w 2142"/>
                <a:gd name="T57" fmla="*/ 162 h 874"/>
                <a:gd name="T58" fmla="*/ 1065 w 2142"/>
                <a:gd name="T59" fmla="*/ 187 h 874"/>
                <a:gd name="T60" fmla="*/ 1101 w 2142"/>
                <a:gd name="T61" fmla="*/ 151 h 874"/>
                <a:gd name="T62" fmla="*/ 1137 w 2142"/>
                <a:gd name="T63" fmla="*/ 84 h 874"/>
                <a:gd name="T64" fmla="*/ 1173 w 2142"/>
                <a:gd name="T65" fmla="*/ 40 h 874"/>
                <a:gd name="T66" fmla="*/ 1209 w 2142"/>
                <a:gd name="T67" fmla="*/ 66 h 874"/>
                <a:gd name="T68" fmla="*/ 1245 w 2142"/>
                <a:gd name="T69" fmla="*/ 172 h 874"/>
                <a:gd name="T70" fmla="*/ 1281 w 2142"/>
                <a:gd name="T71" fmla="*/ 334 h 874"/>
                <a:gd name="T72" fmla="*/ 1317 w 2142"/>
                <a:gd name="T73" fmla="*/ 507 h 874"/>
                <a:gd name="T74" fmla="*/ 1353 w 2142"/>
                <a:gd name="T75" fmla="*/ 654 h 874"/>
                <a:gd name="T76" fmla="*/ 1389 w 2142"/>
                <a:gd name="T77" fmla="*/ 758 h 874"/>
                <a:gd name="T78" fmla="*/ 1424 w 2142"/>
                <a:gd name="T79" fmla="*/ 820 h 874"/>
                <a:gd name="T80" fmla="*/ 1460 w 2142"/>
                <a:gd name="T81" fmla="*/ 852 h 874"/>
                <a:gd name="T82" fmla="*/ 1496 w 2142"/>
                <a:gd name="T83" fmla="*/ 866 h 874"/>
                <a:gd name="T84" fmla="*/ 1532 w 2142"/>
                <a:gd name="T85" fmla="*/ 871 h 874"/>
                <a:gd name="T86" fmla="*/ 1568 w 2142"/>
                <a:gd name="T87" fmla="*/ 873 h 874"/>
                <a:gd name="T88" fmla="*/ 1604 w 2142"/>
                <a:gd name="T89" fmla="*/ 874 h 874"/>
                <a:gd name="T90" fmla="*/ 1640 w 2142"/>
                <a:gd name="T91" fmla="*/ 874 h 874"/>
                <a:gd name="T92" fmla="*/ 1676 w 2142"/>
                <a:gd name="T93" fmla="*/ 874 h 874"/>
                <a:gd name="T94" fmla="*/ 1712 w 2142"/>
                <a:gd name="T95" fmla="*/ 874 h 874"/>
                <a:gd name="T96" fmla="*/ 1748 w 2142"/>
                <a:gd name="T97" fmla="*/ 874 h 874"/>
                <a:gd name="T98" fmla="*/ 1783 w 2142"/>
                <a:gd name="T99" fmla="*/ 874 h 874"/>
                <a:gd name="T100" fmla="*/ 1819 w 2142"/>
                <a:gd name="T101" fmla="*/ 874 h 874"/>
                <a:gd name="T102" fmla="*/ 1855 w 2142"/>
                <a:gd name="T103" fmla="*/ 874 h 874"/>
                <a:gd name="T104" fmla="*/ 1891 w 2142"/>
                <a:gd name="T105" fmla="*/ 874 h 874"/>
                <a:gd name="T106" fmla="*/ 1927 w 2142"/>
                <a:gd name="T107" fmla="*/ 874 h 874"/>
                <a:gd name="T108" fmla="*/ 1963 w 2142"/>
                <a:gd name="T109" fmla="*/ 874 h 874"/>
                <a:gd name="T110" fmla="*/ 1999 w 2142"/>
                <a:gd name="T111" fmla="*/ 874 h 874"/>
                <a:gd name="T112" fmla="*/ 2035 w 2142"/>
                <a:gd name="T113" fmla="*/ 873 h 874"/>
                <a:gd name="T114" fmla="*/ 2071 w 2142"/>
                <a:gd name="T115" fmla="*/ 873 h 874"/>
                <a:gd name="T116" fmla="*/ 2107 w 2142"/>
                <a:gd name="T117" fmla="*/ 873 h 874"/>
                <a:gd name="T118" fmla="*/ 2142 w 2142"/>
                <a:gd name="T119" fmla="*/ 872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2" h="874">
                  <a:moveTo>
                    <a:pt x="0" y="874"/>
                  </a:moveTo>
                  <a:lnTo>
                    <a:pt x="12" y="874"/>
                  </a:lnTo>
                  <a:lnTo>
                    <a:pt x="24" y="874"/>
                  </a:lnTo>
                  <a:lnTo>
                    <a:pt x="36" y="874"/>
                  </a:lnTo>
                  <a:lnTo>
                    <a:pt x="48" y="874"/>
                  </a:lnTo>
                  <a:lnTo>
                    <a:pt x="60" y="874"/>
                  </a:lnTo>
                  <a:lnTo>
                    <a:pt x="72" y="874"/>
                  </a:lnTo>
                  <a:lnTo>
                    <a:pt x="84" y="874"/>
                  </a:lnTo>
                  <a:lnTo>
                    <a:pt x="96" y="874"/>
                  </a:lnTo>
                  <a:lnTo>
                    <a:pt x="108" y="874"/>
                  </a:lnTo>
                  <a:lnTo>
                    <a:pt x="120" y="874"/>
                  </a:lnTo>
                  <a:lnTo>
                    <a:pt x="132" y="874"/>
                  </a:lnTo>
                  <a:lnTo>
                    <a:pt x="144" y="874"/>
                  </a:lnTo>
                  <a:lnTo>
                    <a:pt x="156" y="874"/>
                  </a:lnTo>
                  <a:lnTo>
                    <a:pt x="168" y="874"/>
                  </a:lnTo>
                  <a:lnTo>
                    <a:pt x="180" y="874"/>
                  </a:lnTo>
                  <a:lnTo>
                    <a:pt x="192" y="874"/>
                  </a:lnTo>
                  <a:lnTo>
                    <a:pt x="204" y="874"/>
                  </a:lnTo>
                  <a:lnTo>
                    <a:pt x="216" y="874"/>
                  </a:lnTo>
                  <a:lnTo>
                    <a:pt x="228" y="874"/>
                  </a:lnTo>
                  <a:lnTo>
                    <a:pt x="240" y="874"/>
                  </a:lnTo>
                  <a:lnTo>
                    <a:pt x="252" y="874"/>
                  </a:lnTo>
                  <a:lnTo>
                    <a:pt x="264" y="874"/>
                  </a:lnTo>
                  <a:lnTo>
                    <a:pt x="276" y="874"/>
                  </a:lnTo>
                  <a:lnTo>
                    <a:pt x="288" y="874"/>
                  </a:lnTo>
                  <a:lnTo>
                    <a:pt x="300" y="874"/>
                  </a:lnTo>
                  <a:lnTo>
                    <a:pt x="312" y="874"/>
                  </a:lnTo>
                  <a:lnTo>
                    <a:pt x="324" y="874"/>
                  </a:lnTo>
                  <a:lnTo>
                    <a:pt x="336" y="874"/>
                  </a:lnTo>
                  <a:lnTo>
                    <a:pt x="347" y="874"/>
                  </a:lnTo>
                  <a:lnTo>
                    <a:pt x="359" y="874"/>
                  </a:lnTo>
                  <a:lnTo>
                    <a:pt x="371" y="874"/>
                  </a:lnTo>
                  <a:lnTo>
                    <a:pt x="383" y="874"/>
                  </a:lnTo>
                  <a:lnTo>
                    <a:pt x="395" y="874"/>
                  </a:lnTo>
                  <a:lnTo>
                    <a:pt x="407" y="874"/>
                  </a:lnTo>
                  <a:lnTo>
                    <a:pt x="419" y="874"/>
                  </a:lnTo>
                  <a:lnTo>
                    <a:pt x="431" y="874"/>
                  </a:lnTo>
                  <a:lnTo>
                    <a:pt x="443" y="874"/>
                  </a:lnTo>
                  <a:lnTo>
                    <a:pt x="455" y="874"/>
                  </a:lnTo>
                  <a:lnTo>
                    <a:pt x="467" y="874"/>
                  </a:lnTo>
                  <a:lnTo>
                    <a:pt x="479" y="874"/>
                  </a:lnTo>
                  <a:lnTo>
                    <a:pt x="491" y="874"/>
                  </a:lnTo>
                  <a:lnTo>
                    <a:pt x="503" y="874"/>
                  </a:lnTo>
                  <a:lnTo>
                    <a:pt x="515" y="874"/>
                  </a:lnTo>
                  <a:lnTo>
                    <a:pt x="527" y="873"/>
                  </a:lnTo>
                  <a:lnTo>
                    <a:pt x="539" y="873"/>
                  </a:lnTo>
                  <a:lnTo>
                    <a:pt x="551" y="873"/>
                  </a:lnTo>
                  <a:lnTo>
                    <a:pt x="563" y="873"/>
                  </a:lnTo>
                  <a:lnTo>
                    <a:pt x="575" y="872"/>
                  </a:lnTo>
                  <a:lnTo>
                    <a:pt x="587" y="871"/>
                  </a:lnTo>
                  <a:lnTo>
                    <a:pt x="599" y="870"/>
                  </a:lnTo>
                  <a:lnTo>
                    <a:pt x="611" y="868"/>
                  </a:lnTo>
                  <a:lnTo>
                    <a:pt x="623" y="865"/>
                  </a:lnTo>
                  <a:lnTo>
                    <a:pt x="635" y="862"/>
                  </a:lnTo>
                  <a:lnTo>
                    <a:pt x="647" y="857"/>
                  </a:lnTo>
                  <a:lnTo>
                    <a:pt x="659" y="850"/>
                  </a:lnTo>
                  <a:lnTo>
                    <a:pt x="671" y="841"/>
                  </a:lnTo>
                  <a:lnTo>
                    <a:pt x="683" y="830"/>
                  </a:lnTo>
                  <a:lnTo>
                    <a:pt x="695" y="816"/>
                  </a:lnTo>
                  <a:lnTo>
                    <a:pt x="706" y="797"/>
                  </a:lnTo>
                  <a:lnTo>
                    <a:pt x="718" y="775"/>
                  </a:lnTo>
                  <a:lnTo>
                    <a:pt x="730" y="748"/>
                  </a:lnTo>
                  <a:lnTo>
                    <a:pt x="742" y="716"/>
                  </a:lnTo>
                  <a:lnTo>
                    <a:pt x="754" y="678"/>
                  </a:lnTo>
                  <a:lnTo>
                    <a:pt x="766" y="635"/>
                  </a:lnTo>
                  <a:lnTo>
                    <a:pt x="778" y="587"/>
                  </a:lnTo>
                  <a:lnTo>
                    <a:pt x="790" y="534"/>
                  </a:lnTo>
                  <a:lnTo>
                    <a:pt x="802" y="476"/>
                  </a:lnTo>
                  <a:lnTo>
                    <a:pt x="814" y="416"/>
                  </a:lnTo>
                  <a:lnTo>
                    <a:pt x="826" y="354"/>
                  </a:lnTo>
                  <a:lnTo>
                    <a:pt x="838" y="292"/>
                  </a:lnTo>
                  <a:lnTo>
                    <a:pt x="850" y="232"/>
                  </a:lnTo>
                  <a:lnTo>
                    <a:pt x="862" y="175"/>
                  </a:lnTo>
                  <a:lnTo>
                    <a:pt x="874" y="124"/>
                  </a:lnTo>
                  <a:lnTo>
                    <a:pt x="886" y="80"/>
                  </a:lnTo>
                  <a:lnTo>
                    <a:pt x="898" y="45"/>
                  </a:lnTo>
                  <a:lnTo>
                    <a:pt x="910" y="20"/>
                  </a:lnTo>
                  <a:lnTo>
                    <a:pt x="922" y="5"/>
                  </a:lnTo>
                  <a:lnTo>
                    <a:pt x="934" y="0"/>
                  </a:lnTo>
                  <a:lnTo>
                    <a:pt x="946" y="4"/>
                  </a:lnTo>
                  <a:lnTo>
                    <a:pt x="958" y="17"/>
                  </a:lnTo>
                  <a:lnTo>
                    <a:pt x="970" y="37"/>
                  </a:lnTo>
                  <a:lnTo>
                    <a:pt x="982" y="61"/>
                  </a:lnTo>
                  <a:lnTo>
                    <a:pt x="994" y="89"/>
                  </a:lnTo>
                  <a:lnTo>
                    <a:pt x="1006" y="116"/>
                  </a:lnTo>
                  <a:lnTo>
                    <a:pt x="1018" y="141"/>
                  </a:lnTo>
                  <a:lnTo>
                    <a:pt x="1030" y="162"/>
                  </a:lnTo>
                  <a:lnTo>
                    <a:pt x="1042" y="177"/>
                  </a:lnTo>
                  <a:lnTo>
                    <a:pt x="1054" y="186"/>
                  </a:lnTo>
                  <a:lnTo>
                    <a:pt x="1065" y="187"/>
                  </a:lnTo>
                  <a:lnTo>
                    <a:pt x="1077" y="181"/>
                  </a:lnTo>
                  <a:lnTo>
                    <a:pt x="1089" y="169"/>
                  </a:lnTo>
                  <a:lnTo>
                    <a:pt x="1101" y="151"/>
                  </a:lnTo>
                  <a:lnTo>
                    <a:pt x="1113" y="129"/>
                  </a:lnTo>
                  <a:lnTo>
                    <a:pt x="1125" y="106"/>
                  </a:lnTo>
                  <a:lnTo>
                    <a:pt x="1137" y="84"/>
                  </a:lnTo>
                  <a:lnTo>
                    <a:pt x="1149" y="64"/>
                  </a:lnTo>
                  <a:lnTo>
                    <a:pt x="1161" y="49"/>
                  </a:lnTo>
                  <a:lnTo>
                    <a:pt x="1173" y="40"/>
                  </a:lnTo>
                  <a:lnTo>
                    <a:pt x="1185" y="40"/>
                  </a:lnTo>
                  <a:lnTo>
                    <a:pt x="1197" y="48"/>
                  </a:lnTo>
                  <a:lnTo>
                    <a:pt x="1209" y="66"/>
                  </a:lnTo>
                  <a:lnTo>
                    <a:pt x="1221" y="93"/>
                  </a:lnTo>
                  <a:lnTo>
                    <a:pt x="1233" y="129"/>
                  </a:lnTo>
                  <a:lnTo>
                    <a:pt x="1245" y="172"/>
                  </a:lnTo>
                  <a:lnTo>
                    <a:pt x="1257" y="222"/>
                  </a:lnTo>
                  <a:lnTo>
                    <a:pt x="1269" y="276"/>
                  </a:lnTo>
                  <a:lnTo>
                    <a:pt x="1281" y="334"/>
                  </a:lnTo>
                  <a:lnTo>
                    <a:pt x="1293" y="392"/>
                  </a:lnTo>
                  <a:lnTo>
                    <a:pt x="1305" y="450"/>
                  </a:lnTo>
                  <a:lnTo>
                    <a:pt x="1317" y="507"/>
                  </a:lnTo>
                  <a:lnTo>
                    <a:pt x="1329" y="560"/>
                  </a:lnTo>
                  <a:lnTo>
                    <a:pt x="1341" y="609"/>
                  </a:lnTo>
                  <a:lnTo>
                    <a:pt x="1353" y="654"/>
                  </a:lnTo>
                  <a:lnTo>
                    <a:pt x="1365" y="694"/>
                  </a:lnTo>
                  <a:lnTo>
                    <a:pt x="1377" y="728"/>
                  </a:lnTo>
                  <a:lnTo>
                    <a:pt x="1389" y="758"/>
                  </a:lnTo>
                  <a:lnTo>
                    <a:pt x="1401" y="783"/>
                  </a:lnTo>
                  <a:lnTo>
                    <a:pt x="1413" y="803"/>
                  </a:lnTo>
                  <a:lnTo>
                    <a:pt x="1424" y="820"/>
                  </a:lnTo>
                  <a:lnTo>
                    <a:pt x="1436" y="833"/>
                  </a:lnTo>
                  <a:lnTo>
                    <a:pt x="1448" y="844"/>
                  </a:lnTo>
                  <a:lnTo>
                    <a:pt x="1460" y="852"/>
                  </a:lnTo>
                  <a:lnTo>
                    <a:pt x="1472" y="858"/>
                  </a:lnTo>
                  <a:lnTo>
                    <a:pt x="1484" y="863"/>
                  </a:lnTo>
                  <a:lnTo>
                    <a:pt x="1496" y="866"/>
                  </a:lnTo>
                  <a:lnTo>
                    <a:pt x="1508" y="868"/>
                  </a:lnTo>
                  <a:lnTo>
                    <a:pt x="1520" y="870"/>
                  </a:lnTo>
                  <a:lnTo>
                    <a:pt x="1532" y="871"/>
                  </a:lnTo>
                  <a:lnTo>
                    <a:pt x="1544" y="872"/>
                  </a:lnTo>
                  <a:lnTo>
                    <a:pt x="1556" y="873"/>
                  </a:lnTo>
                  <a:lnTo>
                    <a:pt x="1568" y="873"/>
                  </a:lnTo>
                  <a:lnTo>
                    <a:pt x="1580" y="873"/>
                  </a:lnTo>
                  <a:lnTo>
                    <a:pt x="1592" y="873"/>
                  </a:lnTo>
                  <a:lnTo>
                    <a:pt x="1604" y="874"/>
                  </a:lnTo>
                  <a:lnTo>
                    <a:pt x="1616" y="874"/>
                  </a:lnTo>
                  <a:lnTo>
                    <a:pt x="1628" y="874"/>
                  </a:lnTo>
                  <a:lnTo>
                    <a:pt x="1640" y="874"/>
                  </a:lnTo>
                  <a:lnTo>
                    <a:pt x="1652" y="874"/>
                  </a:lnTo>
                  <a:lnTo>
                    <a:pt x="1664" y="874"/>
                  </a:lnTo>
                  <a:lnTo>
                    <a:pt x="1676" y="874"/>
                  </a:lnTo>
                  <a:lnTo>
                    <a:pt x="1688" y="874"/>
                  </a:lnTo>
                  <a:lnTo>
                    <a:pt x="1700" y="874"/>
                  </a:lnTo>
                  <a:lnTo>
                    <a:pt x="1712" y="874"/>
                  </a:lnTo>
                  <a:lnTo>
                    <a:pt x="1724" y="874"/>
                  </a:lnTo>
                  <a:lnTo>
                    <a:pt x="1736" y="874"/>
                  </a:lnTo>
                  <a:lnTo>
                    <a:pt x="1748" y="874"/>
                  </a:lnTo>
                  <a:lnTo>
                    <a:pt x="1760" y="874"/>
                  </a:lnTo>
                  <a:lnTo>
                    <a:pt x="1772" y="874"/>
                  </a:lnTo>
                  <a:lnTo>
                    <a:pt x="1783" y="874"/>
                  </a:lnTo>
                  <a:lnTo>
                    <a:pt x="1795" y="874"/>
                  </a:lnTo>
                  <a:lnTo>
                    <a:pt x="1807" y="874"/>
                  </a:lnTo>
                  <a:lnTo>
                    <a:pt x="1819" y="874"/>
                  </a:lnTo>
                  <a:lnTo>
                    <a:pt x="1831" y="874"/>
                  </a:lnTo>
                  <a:lnTo>
                    <a:pt x="1843" y="874"/>
                  </a:lnTo>
                  <a:lnTo>
                    <a:pt x="1855" y="874"/>
                  </a:lnTo>
                  <a:lnTo>
                    <a:pt x="1867" y="874"/>
                  </a:lnTo>
                  <a:lnTo>
                    <a:pt x="1879" y="874"/>
                  </a:lnTo>
                  <a:lnTo>
                    <a:pt x="1891" y="874"/>
                  </a:lnTo>
                  <a:lnTo>
                    <a:pt x="1903" y="874"/>
                  </a:lnTo>
                  <a:lnTo>
                    <a:pt x="1915" y="874"/>
                  </a:lnTo>
                  <a:lnTo>
                    <a:pt x="1927" y="874"/>
                  </a:lnTo>
                  <a:lnTo>
                    <a:pt x="1939" y="874"/>
                  </a:lnTo>
                  <a:lnTo>
                    <a:pt x="1951" y="874"/>
                  </a:lnTo>
                  <a:lnTo>
                    <a:pt x="1963" y="874"/>
                  </a:lnTo>
                  <a:lnTo>
                    <a:pt x="1975" y="874"/>
                  </a:lnTo>
                  <a:lnTo>
                    <a:pt x="1987" y="874"/>
                  </a:lnTo>
                  <a:lnTo>
                    <a:pt x="1999" y="874"/>
                  </a:lnTo>
                  <a:lnTo>
                    <a:pt x="2011" y="874"/>
                  </a:lnTo>
                  <a:lnTo>
                    <a:pt x="2023" y="874"/>
                  </a:lnTo>
                  <a:lnTo>
                    <a:pt x="2035" y="873"/>
                  </a:lnTo>
                  <a:lnTo>
                    <a:pt x="2047" y="873"/>
                  </a:lnTo>
                  <a:lnTo>
                    <a:pt x="2059" y="873"/>
                  </a:lnTo>
                  <a:lnTo>
                    <a:pt x="2071" y="873"/>
                  </a:lnTo>
                  <a:lnTo>
                    <a:pt x="2083" y="873"/>
                  </a:lnTo>
                  <a:lnTo>
                    <a:pt x="2095" y="873"/>
                  </a:lnTo>
                  <a:lnTo>
                    <a:pt x="2107" y="873"/>
                  </a:lnTo>
                  <a:lnTo>
                    <a:pt x="2119" y="872"/>
                  </a:lnTo>
                  <a:lnTo>
                    <a:pt x="2131" y="872"/>
                  </a:lnTo>
                  <a:lnTo>
                    <a:pt x="2142" y="872"/>
                  </a:lnTo>
                </a:path>
              </a:pathLst>
            </a:custGeom>
            <a:noFill/>
            <a:ln w="3810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7" name="Line 116">
              <a:extLst>
                <a:ext uri="{FF2B5EF4-FFF2-40B4-BE49-F238E27FC236}">
                  <a16:creationId xmlns:a16="http://schemas.microsoft.com/office/drawing/2014/main" id="{48338624-5A9C-4A6B-B2E7-2974CBB1F16A}"/>
                </a:ext>
              </a:extLst>
            </p:cNvPr>
            <p:cNvSpPr>
              <a:spLocks noChangeShapeType="1"/>
            </p:cNvSpPr>
            <p:nvPr/>
          </p:nvSpPr>
          <p:spPr bwMode="auto">
            <a:xfrm>
              <a:off x="3718305" y="2302820"/>
              <a:ext cx="232845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58" name="Line 137">
              <a:extLst>
                <a:ext uri="{FF2B5EF4-FFF2-40B4-BE49-F238E27FC236}">
                  <a16:creationId xmlns:a16="http://schemas.microsoft.com/office/drawing/2014/main" id="{824B4C12-2F0A-4281-8D4E-BF17D03A9D08}"/>
                </a:ext>
              </a:extLst>
            </p:cNvPr>
            <p:cNvSpPr>
              <a:spLocks noChangeShapeType="1"/>
            </p:cNvSpPr>
            <p:nvPr/>
          </p:nvSpPr>
          <p:spPr bwMode="auto">
            <a:xfrm flipV="1">
              <a:off x="6046978" y="2302820"/>
              <a:ext cx="0" cy="1010775"/>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59" name="Rectangle 21">
                  <a:extLst>
                    <a:ext uri="{FF2B5EF4-FFF2-40B4-BE49-F238E27FC236}">
                      <a16:creationId xmlns:a16="http://schemas.microsoft.com/office/drawing/2014/main" id="{4C495D16-FF81-4CE0-8BA7-A5ABF7C460C4}"/>
                    </a:ext>
                  </a:extLst>
                </p:cNvPr>
                <p:cNvSpPr>
                  <a:spLocks noChangeArrowheads="1"/>
                </p:cNvSpPr>
                <p:nvPr/>
              </p:nvSpPr>
              <p:spPr bwMode="auto">
                <a:xfrm>
                  <a:off x="4562838" y="3472584"/>
                  <a:ext cx="641329"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8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a:t>
                  </a:r>
                  <a14:m>
                    <m:oMath xmlns:m="http://schemas.openxmlformats.org/officeDocument/2006/math">
                      <m:r>
                        <a:rPr kumimoji="0" lang="en-US" altLang="ko-KR" sz="800" b="0" i="1" u="none" strike="noStrike" cap="none" normalizeH="0" smtClean="0">
                          <a:ln>
                            <a:noFill/>
                          </a:ln>
                          <a:solidFill>
                            <a:srgbClr val="262626"/>
                          </a:solidFill>
                          <a:effectLst/>
                          <a:latin typeface="Cambria Math" panose="02040503050406030204" pitchFamily="18" charset="0"/>
                          <a:cs typeface="helvetica" panose="020B0604020202020204" pitchFamily="34" charset="0"/>
                        </a:rPr>
                        <m:t>𝜇</m:t>
                      </m:r>
                      <m:r>
                        <a:rPr kumimoji="0" lang="en-US" altLang="ko-KR" sz="800" b="0" i="1" u="none" strike="noStrike" cap="none" normalizeH="0" smtClean="0">
                          <a:ln>
                            <a:noFill/>
                          </a:ln>
                          <a:solidFill>
                            <a:srgbClr val="262626"/>
                          </a:solidFill>
                          <a:effectLst/>
                          <a:latin typeface="Cambria Math" panose="02040503050406030204" pitchFamily="18" charset="0"/>
                          <a:cs typeface="helvetica" panose="020B0604020202020204" pitchFamily="34" charset="0"/>
                        </a:rPr>
                        <m:t>𝑚</m:t>
                      </m:r>
                    </m:oMath>
                  </a14:m>
                  <a:r>
                    <a:rPr kumimoji="0" lang="en-US" altLang="ko-KR" sz="800" b="0" i="0" u="none" strike="noStrike" cap="none" normalizeH="0" dirty="0">
                      <a:ln>
                        <a:noFill/>
                      </a:ln>
                      <a:solidFill>
                        <a:srgbClr val="262626"/>
                      </a:solidFill>
                      <a:effectLst/>
                      <a:latin typeface="helvetica" panose="020B0604020202020204" pitchFamily="34" charset="0"/>
                      <a:cs typeface="helvetica" panose="020B0604020202020204" pitchFamily="34" charset="0"/>
                    </a:rPr>
                    <a:t>)</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59" name="Rectangle 21">
                  <a:extLst>
                    <a:ext uri="{FF2B5EF4-FFF2-40B4-BE49-F238E27FC236}">
                      <a16:creationId xmlns:a16="http://schemas.microsoft.com/office/drawing/2014/main" id="{4C495D16-FF81-4CE0-8BA7-A5ABF7C460C4}"/>
                    </a:ext>
                  </a:extLst>
                </p:cNvPr>
                <p:cNvSpPr>
                  <a:spLocks noRot="1" noChangeAspect="1" noMove="1" noResize="1" noEditPoints="1" noAdjustHandles="1" noChangeArrowheads="1" noChangeShapeType="1" noTextEdit="1"/>
                </p:cNvSpPr>
                <p:nvPr/>
              </p:nvSpPr>
              <p:spPr bwMode="auto">
                <a:xfrm>
                  <a:off x="4562838" y="3472584"/>
                  <a:ext cx="641329" cy="123111"/>
                </a:xfrm>
                <a:prstGeom prst="rect">
                  <a:avLst/>
                </a:prstGeom>
                <a:blipFill>
                  <a:blip r:embed="rId6"/>
                  <a:stretch>
                    <a:fillRect l="-9434" t="-30000" r="-9434" b="-5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60" name="Line 137">
              <a:extLst>
                <a:ext uri="{FF2B5EF4-FFF2-40B4-BE49-F238E27FC236}">
                  <a16:creationId xmlns:a16="http://schemas.microsoft.com/office/drawing/2014/main" id="{53DA1620-8CB6-4FD6-8AFE-F11764EFE19E}"/>
                </a:ext>
              </a:extLst>
            </p:cNvPr>
            <p:cNvSpPr>
              <a:spLocks noChangeShapeType="1"/>
            </p:cNvSpPr>
            <p:nvPr/>
          </p:nvSpPr>
          <p:spPr bwMode="auto">
            <a:xfrm flipV="1">
              <a:off x="4729127" y="2482793"/>
              <a:ext cx="0" cy="830801"/>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61" name="Line 137">
              <a:extLst>
                <a:ext uri="{FF2B5EF4-FFF2-40B4-BE49-F238E27FC236}">
                  <a16:creationId xmlns:a16="http://schemas.microsoft.com/office/drawing/2014/main" id="{ADC22CCC-3F73-44DB-9E4D-381F381D4CC8}"/>
                </a:ext>
              </a:extLst>
            </p:cNvPr>
            <p:cNvSpPr>
              <a:spLocks noChangeShapeType="1"/>
            </p:cNvSpPr>
            <p:nvPr/>
          </p:nvSpPr>
          <p:spPr bwMode="auto">
            <a:xfrm flipV="1">
              <a:off x="5012351" y="2482793"/>
              <a:ext cx="0" cy="828784"/>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62" name="Line 137">
              <a:extLst>
                <a:ext uri="{FF2B5EF4-FFF2-40B4-BE49-F238E27FC236}">
                  <a16:creationId xmlns:a16="http://schemas.microsoft.com/office/drawing/2014/main" id="{D481A7A8-FF16-4738-8FA9-B2910C64B6E6}"/>
                </a:ext>
              </a:extLst>
            </p:cNvPr>
            <p:cNvSpPr>
              <a:spLocks noChangeShapeType="1"/>
            </p:cNvSpPr>
            <p:nvPr/>
          </p:nvSpPr>
          <p:spPr bwMode="auto">
            <a:xfrm flipV="1">
              <a:off x="4460409" y="2342780"/>
              <a:ext cx="0" cy="969634"/>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63" name="Line 137">
              <a:extLst>
                <a:ext uri="{FF2B5EF4-FFF2-40B4-BE49-F238E27FC236}">
                  <a16:creationId xmlns:a16="http://schemas.microsoft.com/office/drawing/2014/main" id="{B434324C-8164-4CE9-93EA-167DF0734D0D}"/>
                </a:ext>
              </a:extLst>
            </p:cNvPr>
            <p:cNvSpPr>
              <a:spLocks noChangeShapeType="1"/>
            </p:cNvSpPr>
            <p:nvPr/>
          </p:nvSpPr>
          <p:spPr bwMode="auto">
            <a:xfrm flipV="1">
              <a:off x="5292349" y="2342780"/>
              <a:ext cx="0" cy="969634"/>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cxnSp>
          <p:nvCxnSpPr>
            <p:cNvPr id="64" name="직선 화살표 연결선 63">
              <a:extLst>
                <a:ext uri="{FF2B5EF4-FFF2-40B4-BE49-F238E27FC236}">
                  <a16:creationId xmlns:a16="http://schemas.microsoft.com/office/drawing/2014/main" id="{F48EEF04-219C-4D2E-935A-FED99F456DA0}"/>
                </a:ext>
              </a:extLst>
            </p:cNvPr>
            <p:cNvCxnSpPr/>
            <p:nvPr/>
          </p:nvCxnSpPr>
          <p:spPr>
            <a:xfrm flipV="1">
              <a:off x="4729127" y="2542851"/>
              <a:ext cx="283225" cy="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직선 화살표 연결선 64">
              <a:extLst>
                <a:ext uri="{FF2B5EF4-FFF2-40B4-BE49-F238E27FC236}">
                  <a16:creationId xmlns:a16="http://schemas.microsoft.com/office/drawing/2014/main" id="{D60F888A-17BB-41E2-8302-E26131FACC88}"/>
                </a:ext>
              </a:extLst>
            </p:cNvPr>
            <p:cNvCxnSpPr/>
            <p:nvPr/>
          </p:nvCxnSpPr>
          <p:spPr>
            <a:xfrm flipV="1">
              <a:off x="4481598" y="2421937"/>
              <a:ext cx="792874" cy="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B2B281F6-7FA6-4F3D-8B52-88B5A6D628D5}"/>
                    </a:ext>
                  </a:extLst>
                </p:cNvPr>
                <p:cNvSpPr txBox="1"/>
                <p:nvPr/>
              </p:nvSpPr>
              <p:spPr>
                <a:xfrm>
                  <a:off x="4705488" y="2369991"/>
                  <a:ext cx="34219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800" b="1" i="1" dirty="0" smtClean="0">
                                <a:latin typeface="Cambria Math" panose="02040503050406030204" pitchFamily="18" charset="0"/>
                                <a:cs typeface="Times New Roman" panose="02020603050405020304" pitchFamily="18" charset="0"/>
                              </a:rPr>
                            </m:ctrlPr>
                          </m:sSubPr>
                          <m:e>
                            <m:r>
                              <a:rPr lang="en-US" altLang="ko-KR" sz="800" b="1" i="1" dirty="0" smtClean="0">
                                <a:latin typeface="Cambria Math" panose="02040503050406030204" pitchFamily="18" charset="0"/>
                                <a:cs typeface="Times New Roman" panose="02020603050405020304" pitchFamily="18" charset="0"/>
                              </a:rPr>
                              <m:t>𝒅</m:t>
                            </m:r>
                          </m:e>
                          <m:sub>
                            <m:r>
                              <a:rPr lang="en-US" altLang="ko-KR" sz="800" b="1" i="1" dirty="0" smtClean="0">
                                <a:latin typeface="Cambria Math" panose="02040503050406030204" pitchFamily="18" charset="0"/>
                                <a:cs typeface="Times New Roman" panose="02020603050405020304" pitchFamily="18" charset="0"/>
                              </a:rPr>
                              <m:t>𝟐</m:t>
                            </m:r>
                          </m:sub>
                        </m:sSub>
                      </m:oMath>
                    </m:oMathPara>
                  </a14:m>
                  <a:endParaRPr lang="ko-KR" altLang="en-US" sz="800" b="1" dirty="0">
                    <a:latin typeface="helvetica" panose="020B0604020202020204" pitchFamily="34" charset="0"/>
                    <a:cs typeface="helvetica" panose="020B0604020202020204" pitchFamily="34" charset="0"/>
                  </a:endParaRPr>
                </a:p>
              </p:txBody>
            </p:sp>
          </mc:Choice>
          <mc:Fallback xmlns="">
            <p:sp>
              <p:nvSpPr>
                <p:cNvPr id="66" name="TextBox 65">
                  <a:extLst>
                    <a:ext uri="{FF2B5EF4-FFF2-40B4-BE49-F238E27FC236}">
                      <a16:creationId xmlns:a16="http://schemas.microsoft.com/office/drawing/2014/main" id="{B2B281F6-7FA6-4F3D-8B52-88B5A6D628D5}"/>
                    </a:ext>
                  </a:extLst>
                </p:cNvPr>
                <p:cNvSpPr txBox="1">
                  <a:spLocks noRot="1" noChangeAspect="1" noMove="1" noResize="1" noEditPoints="1" noAdjustHandles="1" noChangeArrowheads="1" noChangeShapeType="1" noTextEdit="1"/>
                </p:cNvSpPr>
                <p:nvPr/>
              </p:nvSpPr>
              <p:spPr>
                <a:xfrm>
                  <a:off x="4705488" y="2369991"/>
                  <a:ext cx="342199" cy="215444"/>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E24570FB-AFAE-44B0-AA53-C763F92C1AEE}"/>
                    </a:ext>
                  </a:extLst>
                </p:cNvPr>
                <p:cNvSpPr txBox="1"/>
                <p:nvPr/>
              </p:nvSpPr>
              <p:spPr>
                <a:xfrm>
                  <a:off x="4700794" y="2249739"/>
                  <a:ext cx="34219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800" b="1" i="1" dirty="0" smtClean="0">
                                <a:latin typeface="Cambria Math" panose="02040503050406030204" pitchFamily="18" charset="0"/>
                                <a:cs typeface="Times New Roman" panose="02020603050405020304" pitchFamily="18" charset="0"/>
                              </a:rPr>
                            </m:ctrlPr>
                          </m:sSubPr>
                          <m:e>
                            <m:r>
                              <a:rPr lang="en-US" altLang="ko-KR" sz="800" b="1" i="1" dirty="0" smtClean="0">
                                <a:latin typeface="Cambria Math" panose="02040503050406030204" pitchFamily="18" charset="0"/>
                                <a:cs typeface="Times New Roman" panose="02020603050405020304" pitchFamily="18" charset="0"/>
                              </a:rPr>
                              <m:t>𝒅</m:t>
                            </m:r>
                          </m:e>
                          <m:sub>
                            <m:r>
                              <a:rPr lang="en-US" altLang="ko-KR" sz="800" b="1" i="1" dirty="0" smtClean="0">
                                <a:latin typeface="Cambria Math" panose="02040503050406030204" pitchFamily="18" charset="0"/>
                                <a:cs typeface="Times New Roman" panose="02020603050405020304" pitchFamily="18" charset="0"/>
                              </a:rPr>
                              <m:t>𝟏</m:t>
                            </m:r>
                          </m:sub>
                        </m:sSub>
                      </m:oMath>
                    </m:oMathPara>
                  </a14:m>
                  <a:endParaRPr lang="ko-KR" altLang="en-US" sz="800" b="1" dirty="0">
                    <a:latin typeface="helvetica" panose="020B0604020202020204" pitchFamily="34" charset="0"/>
                    <a:cs typeface="helvetica" panose="020B0604020202020204" pitchFamily="34" charset="0"/>
                  </a:endParaRPr>
                </a:p>
              </p:txBody>
            </p:sp>
          </mc:Choice>
          <mc:Fallback xmlns="">
            <p:sp>
              <p:nvSpPr>
                <p:cNvPr id="67" name="TextBox 66">
                  <a:extLst>
                    <a:ext uri="{FF2B5EF4-FFF2-40B4-BE49-F238E27FC236}">
                      <a16:creationId xmlns:a16="http://schemas.microsoft.com/office/drawing/2014/main" id="{E24570FB-AFAE-44B0-AA53-C763F92C1AEE}"/>
                    </a:ext>
                  </a:extLst>
                </p:cNvPr>
                <p:cNvSpPr txBox="1">
                  <a:spLocks noRot="1" noChangeAspect="1" noMove="1" noResize="1" noEditPoints="1" noAdjustHandles="1" noChangeArrowheads="1" noChangeShapeType="1" noTextEdit="1"/>
                </p:cNvSpPr>
                <p:nvPr/>
              </p:nvSpPr>
              <p:spPr>
                <a:xfrm>
                  <a:off x="4700794" y="2249739"/>
                  <a:ext cx="342199" cy="215444"/>
                </a:xfrm>
                <a:prstGeom prst="rect">
                  <a:avLst/>
                </a:prstGeom>
                <a:blipFill>
                  <a:blip r:embed="rId8"/>
                  <a:stretch>
                    <a:fillRect/>
                  </a:stretch>
                </a:blipFill>
              </p:spPr>
              <p:txBody>
                <a:bodyPr/>
                <a:lstStyle/>
                <a:p>
                  <a:r>
                    <a:rPr lang="ko-KR" altLang="en-US">
                      <a:noFill/>
                    </a:rPr>
                    <a:t> </a:t>
                  </a:r>
                </a:p>
              </p:txBody>
            </p:sp>
          </mc:Fallback>
        </mc:AlternateContent>
        <p:sp>
          <p:nvSpPr>
            <p:cNvPr id="68" name="Rectangle 104">
              <a:extLst>
                <a:ext uri="{FF2B5EF4-FFF2-40B4-BE49-F238E27FC236}">
                  <a16:creationId xmlns:a16="http://schemas.microsoft.com/office/drawing/2014/main" id="{AD8989C8-29DF-4B29-B483-C1B255F53CB1}"/>
                </a:ext>
              </a:extLst>
            </p:cNvPr>
            <p:cNvSpPr>
              <a:spLocks noChangeArrowheads="1"/>
            </p:cNvSpPr>
            <p:nvPr/>
          </p:nvSpPr>
          <p:spPr bwMode="auto">
            <a:xfrm>
              <a:off x="5686930" y="2350770"/>
              <a:ext cx="300759" cy="5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69" name="Rectangle 105">
              <a:extLst>
                <a:ext uri="{FF2B5EF4-FFF2-40B4-BE49-F238E27FC236}">
                  <a16:creationId xmlns:a16="http://schemas.microsoft.com/office/drawing/2014/main" id="{D5BC6A7E-EE71-4757-8D1A-DE0D5E2055C1}"/>
                </a:ext>
              </a:extLst>
            </p:cNvPr>
            <p:cNvSpPr>
              <a:spLocks noChangeArrowheads="1"/>
            </p:cNvSpPr>
            <p:nvPr/>
          </p:nvSpPr>
          <p:spPr bwMode="auto">
            <a:xfrm>
              <a:off x="5630085" y="2329957"/>
              <a:ext cx="37421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err="1">
                  <a:ln>
                    <a:noFill/>
                  </a:ln>
                  <a:solidFill>
                    <a:srgbClr val="000000"/>
                  </a:solidFill>
                  <a:effectLst/>
                  <a:latin typeface="helvetica" panose="020B0604020202020204" pitchFamily="34" charset="0"/>
                  <a:cs typeface="helvetica" panose="020B0604020202020204" pitchFamily="34" charset="0"/>
                </a:rPr>
                <a:t>Linecut</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A</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0" name="Rectangle 106">
              <a:extLst>
                <a:ext uri="{FF2B5EF4-FFF2-40B4-BE49-F238E27FC236}">
                  <a16:creationId xmlns:a16="http://schemas.microsoft.com/office/drawing/2014/main" id="{2AC9B27E-AF84-4DE4-8721-F4D0F279A1EC}"/>
                </a:ext>
              </a:extLst>
            </p:cNvPr>
            <p:cNvSpPr>
              <a:spLocks noChangeArrowheads="1"/>
            </p:cNvSpPr>
            <p:nvPr/>
          </p:nvSpPr>
          <p:spPr bwMode="auto">
            <a:xfrm>
              <a:off x="5362725" y="2372539"/>
              <a:ext cx="214149" cy="287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1" name="Rectangle 111">
              <a:extLst>
                <a:ext uri="{FF2B5EF4-FFF2-40B4-BE49-F238E27FC236}">
                  <a16:creationId xmlns:a16="http://schemas.microsoft.com/office/drawing/2014/main" id="{587E442E-A355-44CD-B5FD-37C023A7150B}"/>
                </a:ext>
              </a:extLst>
            </p:cNvPr>
            <p:cNvSpPr>
              <a:spLocks noChangeArrowheads="1"/>
            </p:cNvSpPr>
            <p:nvPr/>
          </p:nvSpPr>
          <p:spPr bwMode="auto">
            <a:xfrm>
              <a:off x="5330911" y="2324798"/>
              <a:ext cx="690948" cy="314714"/>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2" name="Rectangle 106">
              <a:extLst>
                <a:ext uri="{FF2B5EF4-FFF2-40B4-BE49-F238E27FC236}">
                  <a16:creationId xmlns:a16="http://schemas.microsoft.com/office/drawing/2014/main" id="{64297FC7-2C8B-471E-9DAD-3F0F8CC73666}"/>
                </a:ext>
              </a:extLst>
            </p:cNvPr>
            <p:cNvSpPr>
              <a:spLocks noChangeArrowheads="1"/>
            </p:cNvSpPr>
            <p:nvPr/>
          </p:nvSpPr>
          <p:spPr bwMode="auto">
            <a:xfrm>
              <a:off x="5364069" y="2467713"/>
              <a:ext cx="214149" cy="28770"/>
            </a:xfrm>
            <a:prstGeom prst="rect">
              <a:avLst/>
            </a:prstGeom>
            <a:solidFill>
              <a:srgbClr val="00B0F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3" name="Rectangle 106">
              <a:extLst>
                <a:ext uri="{FF2B5EF4-FFF2-40B4-BE49-F238E27FC236}">
                  <a16:creationId xmlns:a16="http://schemas.microsoft.com/office/drawing/2014/main" id="{63E0989D-567F-47B0-9B63-0D453720FA02}"/>
                </a:ext>
              </a:extLst>
            </p:cNvPr>
            <p:cNvSpPr>
              <a:spLocks noChangeArrowheads="1"/>
            </p:cNvSpPr>
            <p:nvPr/>
          </p:nvSpPr>
          <p:spPr bwMode="auto">
            <a:xfrm>
              <a:off x="5365412" y="2553365"/>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74" name="Rectangle 105">
              <a:extLst>
                <a:ext uri="{FF2B5EF4-FFF2-40B4-BE49-F238E27FC236}">
                  <a16:creationId xmlns:a16="http://schemas.microsoft.com/office/drawing/2014/main" id="{DAE7A9DC-F95A-4EE3-A97C-C4EA5F4C9301}"/>
                </a:ext>
              </a:extLst>
            </p:cNvPr>
            <p:cNvSpPr>
              <a:spLocks noChangeArrowheads="1"/>
            </p:cNvSpPr>
            <p:nvPr/>
          </p:nvSpPr>
          <p:spPr bwMode="auto">
            <a:xfrm>
              <a:off x="5632260" y="2423373"/>
              <a:ext cx="373500"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err="1">
                  <a:ln>
                    <a:noFill/>
                  </a:ln>
                  <a:solidFill>
                    <a:srgbClr val="000000"/>
                  </a:solidFill>
                  <a:effectLst/>
                  <a:latin typeface="helvetica" panose="020B0604020202020204" pitchFamily="34" charset="0"/>
                  <a:cs typeface="helvetica" panose="020B0604020202020204" pitchFamily="34" charset="0"/>
                </a:rPr>
                <a:t>Linecut</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B</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5" name="Rectangle 105">
              <a:extLst>
                <a:ext uri="{FF2B5EF4-FFF2-40B4-BE49-F238E27FC236}">
                  <a16:creationId xmlns:a16="http://schemas.microsoft.com/office/drawing/2014/main" id="{C561B901-6168-4426-B923-927B940390AA}"/>
                </a:ext>
              </a:extLst>
            </p:cNvPr>
            <p:cNvSpPr>
              <a:spLocks noChangeArrowheads="1"/>
            </p:cNvSpPr>
            <p:nvPr/>
          </p:nvSpPr>
          <p:spPr bwMode="auto">
            <a:xfrm>
              <a:off x="5628722" y="2511516"/>
              <a:ext cx="37830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err="1">
                  <a:ln>
                    <a:noFill/>
                  </a:ln>
                  <a:solidFill>
                    <a:srgbClr val="000000"/>
                  </a:solidFill>
                  <a:effectLst/>
                  <a:latin typeface="helvetica" panose="020B0604020202020204" pitchFamily="34" charset="0"/>
                  <a:cs typeface="helvetica" panose="020B0604020202020204" pitchFamily="34" charset="0"/>
                </a:rPr>
                <a:t>Linecut</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C</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6" name="Line 143">
              <a:extLst>
                <a:ext uri="{FF2B5EF4-FFF2-40B4-BE49-F238E27FC236}">
                  <a16:creationId xmlns:a16="http://schemas.microsoft.com/office/drawing/2014/main" id="{8AC52B0A-A87D-4F3D-942F-DA1CC6A28369}"/>
                </a:ext>
              </a:extLst>
            </p:cNvPr>
            <p:cNvSpPr>
              <a:spLocks noChangeShapeType="1"/>
            </p:cNvSpPr>
            <p:nvPr/>
          </p:nvSpPr>
          <p:spPr bwMode="auto">
            <a:xfrm>
              <a:off x="3718305" y="2374931"/>
              <a:ext cx="23915" cy="0"/>
            </a:xfrm>
            <a:prstGeom prst="line">
              <a:avLst/>
            </a:prstGeom>
            <a:noFill/>
            <a:ln w="4763"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77" name="Rectangle 149">
              <a:extLst>
                <a:ext uri="{FF2B5EF4-FFF2-40B4-BE49-F238E27FC236}">
                  <a16:creationId xmlns:a16="http://schemas.microsoft.com/office/drawing/2014/main" id="{047E6D09-A009-4F4F-81B5-CE4EB7089C69}"/>
                </a:ext>
              </a:extLst>
            </p:cNvPr>
            <p:cNvSpPr>
              <a:spLocks noChangeArrowheads="1"/>
            </p:cNvSpPr>
            <p:nvPr/>
          </p:nvSpPr>
          <p:spPr bwMode="auto">
            <a:xfrm>
              <a:off x="3554001" y="2319143"/>
              <a:ext cx="21732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1</a:t>
              </a: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.2</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8" name="Rectangle 21">
              <a:extLst>
                <a:ext uri="{FF2B5EF4-FFF2-40B4-BE49-F238E27FC236}">
                  <a16:creationId xmlns:a16="http://schemas.microsoft.com/office/drawing/2014/main" id="{2FE803B1-60D8-4B1A-8A65-B7528528D650}"/>
                </a:ext>
              </a:extLst>
            </p:cNvPr>
            <p:cNvSpPr>
              <a:spLocks noChangeArrowheads="1"/>
            </p:cNvSpPr>
            <p:nvPr/>
          </p:nvSpPr>
          <p:spPr bwMode="auto">
            <a:xfrm rot="16200000">
              <a:off x="2962040" y="2791728"/>
              <a:ext cx="9618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9" name="TextBox 78">
              <a:extLst>
                <a:ext uri="{FF2B5EF4-FFF2-40B4-BE49-F238E27FC236}">
                  <a16:creationId xmlns:a16="http://schemas.microsoft.com/office/drawing/2014/main" id="{D4F47F51-26AC-4C18-B0F6-2C0CFEE81A2B}"/>
                </a:ext>
              </a:extLst>
            </p:cNvPr>
            <p:cNvSpPr txBox="1"/>
            <p:nvPr/>
          </p:nvSpPr>
          <p:spPr>
            <a:xfrm>
              <a:off x="3155876" y="2141613"/>
              <a:ext cx="295288" cy="338554"/>
            </a:xfrm>
            <a:prstGeom prst="rect">
              <a:avLst/>
            </a:prstGeom>
            <a:noFill/>
          </p:spPr>
          <p:txBody>
            <a:bodyPr wrap="square" rtlCol="0">
              <a:spAutoFit/>
            </a:bodyPr>
            <a:lstStyle/>
            <a:p>
              <a:r>
                <a:rPr lang="en-US" altLang="ko-KR" sz="1600" b="1" dirty="0">
                  <a:latin typeface="helvetica" panose="020B0604020202020204" pitchFamily="34" charset="0"/>
                  <a:cs typeface="helvetica" panose="020B0604020202020204" pitchFamily="34" charset="0"/>
                </a:rPr>
                <a:t>c</a:t>
              </a:r>
              <a:endParaRPr lang="ko-KR" altLang="en-US" sz="1600" b="1" dirty="0">
                <a:latin typeface="helvetica" panose="020B0604020202020204" pitchFamily="34" charset="0"/>
                <a:cs typeface="helvetica" panose="020B0604020202020204" pitchFamily="34" charset="0"/>
              </a:endParaRPr>
            </a:p>
          </p:txBody>
        </p:sp>
        <p:sp>
          <p:nvSpPr>
            <p:cNvPr id="80" name="Freeform 152">
              <a:extLst>
                <a:ext uri="{FF2B5EF4-FFF2-40B4-BE49-F238E27FC236}">
                  <a16:creationId xmlns:a16="http://schemas.microsoft.com/office/drawing/2014/main" id="{CD7F057F-FB2D-48CE-9300-639B10796507}"/>
                </a:ext>
              </a:extLst>
            </p:cNvPr>
            <p:cNvSpPr>
              <a:spLocks/>
            </p:cNvSpPr>
            <p:nvPr/>
          </p:nvSpPr>
          <p:spPr bwMode="auto">
            <a:xfrm>
              <a:off x="3688545" y="984718"/>
              <a:ext cx="2328455" cy="662860"/>
            </a:xfrm>
            <a:custGeom>
              <a:avLst/>
              <a:gdLst>
                <a:gd name="T0" fmla="*/ 24 w 2142"/>
                <a:gd name="T1" fmla="*/ 874 h 874"/>
                <a:gd name="T2" fmla="*/ 60 w 2142"/>
                <a:gd name="T3" fmla="*/ 874 h 874"/>
                <a:gd name="T4" fmla="*/ 96 w 2142"/>
                <a:gd name="T5" fmla="*/ 874 h 874"/>
                <a:gd name="T6" fmla="*/ 132 w 2142"/>
                <a:gd name="T7" fmla="*/ 874 h 874"/>
                <a:gd name="T8" fmla="*/ 168 w 2142"/>
                <a:gd name="T9" fmla="*/ 874 h 874"/>
                <a:gd name="T10" fmla="*/ 204 w 2142"/>
                <a:gd name="T11" fmla="*/ 874 h 874"/>
                <a:gd name="T12" fmla="*/ 240 w 2142"/>
                <a:gd name="T13" fmla="*/ 874 h 874"/>
                <a:gd name="T14" fmla="*/ 276 w 2142"/>
                <a:gd name="T15" fmla="*/ 874 h 874"/>
                <a:gd name="T16" fmla="*/ 312 w 2142"/>
                <a:gd name="T17" fmla="*/ 874 h 874"/>
                <a:gd name="T18" fmla="*/ 347 w 2142"/>
                <a:gd name="T19" fmla="*/ 874 h 874"/>
                <a:gd name="T20" fmla="*/ 383 w 2142"/>
                <a:gd name="T21" fmla="*/ 874 h 874"/>
                <a:gd name="T22" fmla="*/ 419 w 2142"/>
                <a:gd name="T23" fmla="*/ 874 h 874"/>
                <a:gd name="T24" fmla="*/ 455 w 2142"/>
                <a:gd name="T25" fmla="*/ 874 h 874"/>
                <a:gd name="T26" fmla="*/ 491 w 2142"/>
                <a:gd name="T27" fmla="*/ 874 h 874"/>
                <a:gd name="T28" fmla="*/ 527 w 2142"/>
                <a:gd name="T29" fmla="*/ 873 h 874"/>
                <a:gd name="T30" fmla="*/ 563 w 2142"/>
                <a:gd name="T31" fmla="*/ 873 h 874"/>
                <a:gd name="T32" fmla="*/ 599 w 2142"/>
                <a:gd name="T33" fmla="*/ 870 h 874"/>
                <a:gd name="T34" fmla="*/ 635 w 2142"/>
                <a:gd name="T35" fmla="*/ 862 h 874"/>
                <a:gd name="T36" fmla="*/ 671 w 2142"/>
                <a:gd name="T37" fmla="*/ 841 h 874"/>
                <a:gd name="T38" fmla="*/ 706 w 2142"/>
                <a:gd name="T39" fmla="*/ 797 h 874"/>
                <a:gd name="T40" fmla="*/ 742 w 2142"/>
                <a:gd name="T41" fmla="*/ 716 h 874"/>
                <a:gd name="T42" fmla="*/ 778 w 2142"/>
                <a:gd name="T43" fmla="*/ 587 h 874"/>
                <a:gd name="T44" fmla="*/ 814 w 2142"/>
                <a:gd name="T45" fmla="*/ 416 h 874"/>
                <a:gd name="T46" fmla="*/ 850 w 2142"/>
                <a:gd name="T47" fmla="*/ 232 h 874"/>
                <a:gd name="T48" fmla="*/ 886 w 2142"/>
                <a:gd name="T49" fmla="*/ 80 h 874"/>
                <a:gd name="T50" fmla="*/ 922 w 2142"/>
                <a:gd name="T51" fmla="*/ 5 h 874"/>
                <a:gd name="T52" fmla="*/ 958 w 2142"/>
                <a:gd name="T53" fmla="*/ 17 h 874"/>
                <a:gd name="T54" fmla="*/ 994 w 2142"/>
                <a:gd name="T55" fmla="*/ 89 h 874"/>
                <a:gd name="T56" fmla="*/ 1030 w 2142"/>
                <a:gd name="T57" fmla="*/ 162 h 874"/>
                <a:gd name="T58" fmla="*/ 1065 w 2142"/>
                <a:gd name="T59" fmla="*/ 187 h 874"/>
                <a:gd name="T60" fmla="*/ 1101 w 2142"/>
                <a:gd name="T61" fmla="*/ 151 h 874"/>
                <a:gd name="T62" fmla="*/ 1137 w 2142"/>
                <a:gd name="T63" fmla="*/ 84 h 874"/>
                <a:gd name="T64" fmla="*/ 1173 w 2142"/>
                <a:gd name="T65" fmla="*/ 40 h 874"/>
                <a:gd name="T66" fmla="*/ 1209 w 2142"/>
                <a:gd name="T67" fmla="*/ 66 h 874"/>
                <a:gd name="T68" fmla="*/ 1245 w 2142"/>
                <a:gd name="T69" fmla="*/ 172 h 874"/>
                <a:gd name="T70" fmla="*/ 1281 w 2142"/>
                <a:gd name="T71" fmla="*/ 334 h 874"/>
                <a:gd name="T72" fmla="*/ 1317 w 2142"/>
                <a:gd name="T73" fmla="*/ 507 h 874"/>
                <a:gd name="T74" fmla="*/ 1353 w 2142"/>
                <a:gd name="T75" fmla="*/ 654 h 874"/>
                <a:gd name="T76" fmla="*/ 1389 w 2142"/>
                <a:gd name="T77" fmla="*/ 758 h 874"/>
                <a:gd name="T78" fmla="*/ 1424 w 2142"/>
                <a:gd name="T79" fmla="*/ 820 h 874"/>
                <a:gd name="T80" fmla="*/ 1460 w 2142"/>
                <a:gd name="T81" fmla="*/ 852 h 874"/>
                <a:gd name="T82" fmla="*/ 1496 w 2142"/>
                <a:gd name="T83" fmla="*/ 866 h 874"/>
                <a:gd name="T84" fmla="*/ 1532 w 2142"/>
                <a:gd name="T85" fmla="*/ 871 h 874"/>
                <a:gd name="T86" fmla="*/ 1568 w 2142"/>
                <a:gd name="T87" fmla="*/ 873 h 874"/>
                <a:gd name="T88" fmla="*/ 1604 w 2142"/>
                <a:gd name="T89" fmla="*/ 874 h 874"/>
                <a:gd name="T90" fmla="*/ 1640 w 2142"/>
                <a:gd name="T91" fmla="*/ 874 h 874"/>
                <a:gd name="T92" fmla="*/ 1676 w 2142"/>
                <a:gd name="T93" fmla="*/ 874 h 874"/>
                <a:gd name="T94" fmla="*/ 1712 w 2142"/>
                <a:gd name="T95" fmla="*/ 874 h 874"/>
                <a:gd name="T96" fmla="*/ 1748 w 2142"/>
                <a:gd name="T97" fmla="*/ 874 h 874"/>
                <a:gd name="T98" fmla="*/ 1783 w 2142"/>
                <a:gd name="T99" fmla="*/ 874 h 874"/>
                <a:gd name="T100" fmla="*/ 1819 w 2142"/>
                <a:gd name="T101" fmla="*/ 874 h 874"/>
                <a:gd name="T102" fmla="*/ 1855 w 2142"/>
                <a:gd name="T103" fmla="*/ 874 h 874"/>
                <a:gd name="T104" fmla="*/ 1891 w 2142"/>
                <a:gd name="T105" fmla="*/ 874 h 874"/>
                <a:gd name="T106" fmla="*/ 1927 w 2142"/>
                <a:gd name="T107" fmla="*/ 874 h 874"/>
                <a:gd name="T108" fmla="*/ 1963 w 2142"/>
                <a:gd name="T109" fmla="*/ 874 h 874"/>
                <a:gd name="T110" fmla="*/ 1999 w 2142"/>
                <a:gd name="T111" fmla="*/ 874 h 874"/>
                <a:gd name="T112" fmla="*/ 2035 w 2142"/>
                <a:gd name="T113" fmla="*/ 873 h 874"/>
                <a:gd name="T114" fmla="*/ 2071 w 2142"/>
                <a:gd name="T115" fmla="*/ 873 h 874"/>
                <a:gd name="T116" fmla="*/ 2107 w 2142"/>
                <a:gd name="T117" fmla="*/ 873 h 874"/>
                <a:gd name="T118" fmla="*/ 2142 w 2142"/>
                <a:gd name="T119" fmla="*/ 872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2" h="874">
                  <a:moveTo>
                    <a:pt x="0" y="874"/>
                  </a:moveTo>
                  <a:lnTo>
                    <a:pt x="12" y="874"/>
                  </a:lnTo>
                  <a:lnTo>
                    <a:pt x="24" y="874"/>
                  </a:lnTo>
                  <a:lnTo>
                    <a:pt x="36" y="874"/>
                  </a:lnTo>
                  <a:lnTo>
                    <a:pt x="48" y="874"/>
                  </a:lnTo>
                  <a:lnTo>
                    <a:pt x="60" y="874"/>
                  </a:lnTo>
                  <a:lnTo>
                    <a:pt x="72" y="874"/>
                  </a:lnTo>
                  <a:lnTo>
                    <a:pt x="84" y="874"/>
                  </a:lnTo>
                  <a:lnTo>
                    <a:pt x="96" y="874"/>
                  </a:lnTo>
                  <a:lnTo>
                    <a:pt x="108" y="874"/>
                  </a:lnTo>
                  <a:lnTo>
                    <a:pt x="120" y="874"/>
                  </a:lnTo>
                  <a:lnTo>
                    <a:pt x="132" y="874"/>
                  </a:lnTo>
                  <a:lnTo>
                    <a:pt x="144" y="874"/>
                  </a:lnTo>
                  <a:lnTo>
                    <a:pt x="156" y="874"/>
                  </a:lnTo>
                  <a:lnTo>
                    <a:pt x="168" y="874"/>
                  </a:lnTo>
                  <a:lnTo>
                    <a:pt x="180" y="874"/>
                  </a:lnTo>
                  <a:lnTo>
                    <a:pt x="192" y="874"/>
                  </a:lnTo>
                  <a:lnTo>
                    <a:pt x="204" y="874"/>
                  </a:lnTo>
                  <a:lnTo>
                    <a:pt x="216" y="874"/>
                  </a:lnTo>
                  <a:lnTo>
                    <a:pt x="228" y="874"/>
                  </a:lnTo>
                  <a:lnTo>
                    <a:pt x="240" y="874"/>
                  </a:lnTo>
                  <a:lnTo>
                    <a:pt x="252" y="874"/>
                  </a:lnTo>
                  <a:lnTo>
                    <a:pt x="264" y="874"/>
                  </a:lnTo>
                  <a:lnTo>
                    <a:pt x="276" y="874"/>
                  </a:lnTo>
                  <a:lnTo>
                    <a:pt x="288" y="874"/>
                  </a:lnTo>
                  <a:lnTo>
                    <a:pt x="300" y="874"/>
                  </a:lnTo>
                  <a:lnTo>
                    <a:pt x="312" y="874"/>
                  </a:lnTo>
                  <a:lnTo>
                    <a:pt x="324" y="874"/>
                  </a:lnTo>
                  <a:lnTo>
                    <a:pt x="336" y="874"/>
                  </a:lnTo>
                  <a:lnTo>
                    <a:pt x="347" y="874"/>
                  </a:lnTo>
                  <a:lnTo>
                    <a:pt x="359" y="874"/>
                  </a:lnTo>
                  <a:lnTo>
                    <a:pt x="371" y="874"/>
                  </a:lnTo>
                  <a:lnTo>
                    <a:pt x="383" y="874"/>
                  </a:lnTo>
                  <a:lnTo>
                    <a:pt x="395" y="874"/>
                  </a:lnTo>
                  <a:lnTo>
                    <a:pt x="407" y="874"/>
                  </a:lnTo>
                  <a:lnTo>
                    <a:pt x="419" y="874"/>
                  </a:lnTo>
                  <a:lnTo>
                    <a:pt x="431" y="874"/>
                  </a:lnTo>
                  <a:lnTo>
                    <a:pt x="443" y="874"/>
                  </a:lnTo>
                  <a:lnTo>
                    <a:pt x="455" y="874"/>
                  </a:lnTo>
                  <a:lnTo>
                    <a:pt x="467" y="874"/>
                  </a:lnTo>
                  <a:lnTo>
                    <a:pt x="479" y="874"/>
                  </a:lnTo>
                  <a:lnTo>
                    <a:pt x="491" y="874"/>
                  </a:lnTo>
                  <a:lnTo>
                    <a:pt x="503" y="874"/>
                  </a:lnTo>
                  <a:lnTo>
                    <a:pt x="515" y="874"/>
                  </a:lnTo>
                  <a:lnTo>
                    <a:pt x="527" y="873"/>
                  </a:lnTo>
                  <a:lnTo>
                    <a:pt x="539" y="873"/>
                  </a:lnTo>
                  <a:lnTo>
                    <a:pt x="551" y="873"/>
                  </a:lnTo>
                  <a:lnTo>
                    <a:pt x="563" y="873"/>
                  </a:lnTo>
                  <a:lnTo>
                    <a:pt x="575" y="872"/>
                  </a:lnTo>
                  <a:lnTo>
                    <a:pt x="587" y="871"/>
                  </a:lnTo>
                  <a:lnTo>
                    <a:pt x="599" y="870"/>
                  </a:lnTo>
                  <a:lnTo>
                    <a:pt x="611" y="868"/>
                  </a:lnTo>
                  <a:lnTo>
                    <a:pt x="623" y="865"/>
                  </a:lnTo>
                  <a:lnTo>
                    <a:pt x="635" y="862"/>
                  </a:lnTo>
                  <a:lnTo>
                    <a:pt x="647" y="857"/>
                  </a:lnTo>
                  <a:lnTo>
                    <a:pt x="659" y="850"/>
                  </a:lnTo>
                  <a:lnTo>
                    <a:pt x="671" y="841"/>
                  </a:lnTo>
                  <a:lnTo>
                    <a:pt x="683" y="830"/>
                  </a:lnTo>
                  <a:lnTo>
                    <a:pt x="695" y="816"/>
                  </a:lnTo>
                  <a:lnTo>
                    <a:pt x="706" y="797"/>
                  </a:lnTo>
                  <a:lnTo>
                    <a:pt x="718" y="775"/>
                  </a:lnTo>
                  <a:lnTo>
                    <a:pt x="730" y="748"/>
                  </a:lnTo>
                  <a:lnTo>
                    <a:pt x="742" y="716"/>
                  </a:lnTo>
                  <a:lnTo>
                    <a:pt x="754" y="678"/>
                  </a:lnTo>
                  <a:lnTo>
                    <a:pt x="766" y="635"/>
                  </a:lnTo>
                  <a:lnTo>
                    <a:pt x="778" y="587"/>
                  </a:lnTo>
                  <a:lnTo>
                    <a:pt x="790" y="534"/>
                  </a:lnTo>
                  <a:lnTo>
                    <a:pt x="802" y="476"/>
                  </a:lnTo>
                  <a:lnTo>
                    <a:pt x="814" y="416"/>
                  </a:lnTo>
                  <a:lnTo>
                    <a:pt x="826" y="354"/>
                  </a:lnTo>
                  <a:lnTo>
                    <a:pt x="838" y="292"/>
                  </a:lnTo>
                  <a:lnTo>
                    <a:pt x="850" y="232"/>
                  </a:lnTo>
                  <a:lnTo>
                    <a:pt x="862" y="175"/>
                  </a:lnTo>
                  <a:lnTo>
                    <a:pt x="874" y="124"/>
                  </a:lnTo>
                  <a:lnTo>
                    <a:pt x="886" y="80"/>
                  </a:lnTo>
                  <a:lnTo>
                    <a:pt x="898" y="45"/>
                  </a:lnTo>
                  <a:lnTo>
                    <a:pt x="910" y="20"/>
                  </a:lnTo>
                  <a:lnTo>
                    <a:pt x="922" y="5"/>
                  </a:lnTo>
                  <a:lnTo>
                    <a:pt x="934" y="0"/>
                  </a:lnTo>
                  <a:lnTo>
                    <a:pt x="946" y="4"/>
                  </a:lnTo>
                  <a:lnTo>
                    <a:pt x="958" y="17"/>
                  </a:lnTo>
                  <a:lnTo>
                    <a:pt x="970" y="37"/>
                  </a:lnTo>
                  <a:lnTo>
                    <a:pt x="982" y="61"/>
                  </a:lnTo>
                  <a:lnTo>
                    <a:pt x="994" y="89"/>
                  </a:lnTo>
                  <a:lnTo>
                    <a:pt x="1006" y="116"/>
                  </a:lnTo>
                  <a:lnTo>
                    <a:pt x="1018" y="141"/>
                  </a:lnTo>
                  <a:lnTo>
                    <a:pt x="1030" y="162"/>
                  </a:lnTo>
                  <a:lnTo>
                    <a:pt x="1042" y="177"/>
                  </a:lnTo>
                  <a:lnTo>
                    <a:pt x="1054" y="186"/>
                  </a:lnTo>
                  <a:lnTo>
                    <a:pt x="1065" y="187"/>
                  </a:lnTo>
                  <a:lnTo>
                    <a:pt x="1077" y="181"/>
                  </a:lnTo>
                  <a:lnTo>
                    <a:pt x="1089" y="169"/>
                  </a:lnTo>
                  <a:lnTo>
                    <a:pt x="1101" y="151"/>
                  </a:lnTo>
                  <a:lnTo>
                    <a:pt x="1113" y="129"/>
                  </a:lnTo>
                  <a:lnTo>
                    <a:pt x="1125" y="106"/>
                  </a:lnTo>
                  <a:lnTo>
                    <a:pt x="1137" y="84"/>
                  </a:lnTo>
                  <a:lnTo>
                    <a:pt x="1149" y="64"/>
                  </a:lnTo>
                  <a:lnTo>
                    <a:pt x="1161" y="49"/>
                  </a:lnTo>
                  <a:lnTo>
                    <a:pt x="1173" y="40"/>
                  </a:lnTo>
                  <a:lnTo>
                    <a:pt x="1185" y="40"/>
                  </a:lnTo>
                  <a:lnTo>
                    <a:pt x="1197" y="48"/>
                  </a:lnTo>
                  <a:lnTo>
                    <a:pt x="1209" y="66"/>
                  </a:lnTo>
                  <a:lnTo>
                    <a:pt x="1221" y="93"/>
                  </a:lnTo>
                  <a:lnTo>
                    <a:pt x="1233" y="129"/>
                  </a:lnTo>
                  <a:lnTo>
                    <a:pt x="1245" y="172"/>
                  </a:lnTo>
                  <a:lnTo>
                    <a:pt x="1257" y="222"/>
                  </a:lnTo>
                  <a:lnTo>
                    <a:pt x="1269" y="276"/>
                  </a:lnTo>
                  <a:lnTo>
                    <a:pt x="1281" y="334"/>
                  </a:lnTo>
                  <a:lnTo>
                    <a:pt x="1293" y="392"/>
                  </a:lnTo>
                  <a:lnTo>
                    <a:pt x="1305" y="450"/>
                  </a:lnTo>
                  <a:lnTo>
                    <a:pt x="1317" y="507"/>
                  </a:lnTo>
                  <a:lnTo>
                    <a:pt x="1329" y="560"/>
                  </a:lnTo>
                  <a:lnTo>
                    <a:pt x="1341" y="609"/>
                  </a:lnTo>
                  <a:lnTo>
                    <a:pt x="1353" y="654"/>
                  </a:lnTo>
                  <a:lnTo>
                    <a:pt x="1365" y="694"/>
                  </a:lnTo>
                  <a:lnTo>
                    <a:pt x="1377" y="728"/>
                  </a:lnTo>
                  <a:lnTo>
                    <a:pt x="1389" y="758"/>
                  </a:lnTo>
                  <a:lnTo>
                    <a:pt x="1401" y="783"/>
                  </a:lnTo>
                  <a:lnTo>
                    <a:pt x="1413" y="803"/>
                  </a:lnTo>
                  <a:lnTo>
                    <a:pt x="1424" y="820"/>
                  </a:lnTo>
                  <a:lnTo>
                    <a:pt x="1436" y="833"/>
                  </a:lnTo>
                  <a:lnTo>
                    <a:pt x="1448" y="844"/>
                  </a:lnTo>
                  <a:lnTo>
                    <a:pt x="1460" y="852"/>
                  </a:lnTo>
                  <a:lnTo>
                    <a:pt x="1472" y="858"/>
                  </a:lnTo>
                  <a:lnTo>
                    <a:pt x="1484" y="863"/>
                  </a:lnTo>
                  <a:lnTo>
                    <a:pt x="1496" y="866"/>
                  </a:lnTo>
                  <a:lnTo>
                    <a:pt x="1508" y="868"/>
                  </a:lnTo>
                  <a:lnTo>
                    <a:pt x="1520" y="870"/>
                  </a:lnTo>
                  <a:lnTo>
                    <a:pt x="1532" y="871"/>
                  </a:lnTo>
                  <a:lnTo>
                    <a:pt x="1544" y="872"/>
                  </a:lnTo>
                  <a:lnTo>
                    <a:pt x="1556" y="873"/>
                  </a:lnTo>
                  <a:lnTo>
                    <a:pt x="1568" y="873"/>
                  </a:lnTo>
                  <a:lnTo>
                    <a:pt x="1580" y="873"/>
                  </a:lnTo>
                  <a:lnTo>
                    <a:pt x="1592" y="873"/>
                  </a:lnTo>
                  <a:lnTo>
                    <a:pt x="1604" y="874"/>
                  </a:lnTo>
                  <a:lnTo>
                    <a:pt x="1616" y="874"/>
                  </a:lnTo>
                  <a:lnTo>
                    <a:pt x="1628" y="874"/>
                  </a:lnTo>
                  <a:lnTo>
                    <a:pt x="1640" y="874"/>
                  </a:lnTo>
                  <a:lnTo>
                    <a:pt x="1652" y="874"/>
                  </a:lnTo>
                  <a:lnTo>
                    <a:pt x="1664" y="874"/>
                  </a:lnTo>
                  <a:lnTo>
                    <a:pt x="1676" y="874"/>
                  </a:lnTo>
                  <a:lnTo>
                    <a:pt x="1688" y="874"/>
                  </a:lnTo>
                  <a:lnTo>
                    <a:pt x="1700" y="874"/>
                  </a:lnTo>
                  <a:lnTo>
                    <a:pt x="1712" y="874"/>
                  </a:lnTo>
                  <a:lnTo>
                    <a:pt x="1724" y="874"/>
                  </a:lnTo>
                  <a:lnTo>
                    <a:pt x="1736" y="874"/>
                  </a:lnTo>
                  <a:lnTo>
                    <a:pt x="1748" y="874"/>
                  </a:lnTo>
                  <a:lnTo>
                    <a:pt x="1760" y="874"/>
                  </a:lnTo>
                  <a:lnTo>
                    <a:pt x="1772" y="874"/>
                  </a:lnTo>
                  <a:lnTo>
                    <a:pt x="1783" y="874"/>
                  </a:lnTo>
                  <a:lnTo>
                    <a:pt x="1795" y="874"/>
                  </a:lnTo>
                  <a:lnTo>
                    <a:pt x="1807" y="874"/>
                  </a:lnTo>
                  <a:lnTo>
                    <a:pt x="1819" y="874"/>
                  </a:lnTo>
                  <a:lnTo>
                    <a:pt x="1831" y="874"/>
                  </a:lnTo>
                  <a:lnTo>
                    <a:pt x="1843" y="874"/>
                  </a:lnTo>
                  <a:lnTo>
                    <a:pt x="1855" y="874"/>
                  </a:lnTo>
                  <a:lnTo>
                    <a:pt x="1867" y="874"/>
                  </a:lnTo>
                  <a:lnTo>
                    <a:pt x="1879" y="874"/>
                  </a:lnTo>
                  <a:lnTo>
                    <a:pt x="1891" y="874"/>
                  </a:lnTo>
                  <a:lnTo>
                    <a:pt x="1903" y="874"/>
                  </a:lnTo>
                  <a:lnTo>
                    <a:pt x="1915" y="874"/>
                  </a:lnTo>
                  <a:lnTo>
                    <a:pt x="1927" y="874"/>
                  </a:lnTo>
                  <a:lnTo>
                    <a:pt x="1939" y="874"/>
                  </a:lnTo>
                  <a:lnTo>
                    <a:pt x="1951" y="874"/>
                  </a:lnTo>
                  <a:lnTo>
                    <a:pt x="1963" y="874"/>
                  </a:lnTo>
                  <a:lnTo>
                    <a:pt x="1975" y="874"/>
                  </a:lnTo>
                  <a:lnTo>
                    <a:pt x="1987" y="874"/>
                  </a:lnTo>
                  <a:lnTo>
                    <a:pt x="1999" y="874"/>
                  </a:lnTo>
                  <a:lnTo>
                    <a:pt x="2011" y="874"/>
                  </a:lnTo>
                  <a:lnTo>
                    <a:pt x="2023" y="874"/>
                  </a:lnTo>
                  <a:lnTo>
                    <a:pt x="2035" y="873"/>
                  </a:lnTo>
                  <a:lnTo>
                    <a:pt x="2047" y="873"/>
                  </a:lnTo>
                  <a:lnTo>
                    <a:pt x="2059" y="873"/>
                  </a:lnTo>
                  <a:lnTo>
                    <a:pt x="2071" y="873"/>
                  </a:lnTo>
                  <a:lnTo>
                    <a:pt x="2083" y="873"/>
                  </a:lnTo>
                  <a:lnTo>
                    <a:pt x="2095" y="873"/>
                  </a:lnTo>
                  <a:lnTo>
                    <a:pt x="2107" y="873"/>
                  </a:lnTo>
                  <a:lnTo>
                    <a:pt x="2119" y="872"/>
                  </a:lnTo>
                  <a:lnTo>
                    <a:pt x="2131" y="872"/>
                  </a:lnTo>
                  <a:lnTo>
                    <a:pt x="2142" y="872"/>
                  </a:lnTo>
                </a:path>
              </a:pathLst>
            </a:custGeom>
            <a:noFill/>
            <a:ln w="3810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cxnSp>
          <p:nvCxnSpPr>
            <p:cNvPr id="81" name="직선 화살표 연결선 80">
              <a:extLst>
                <a:ext uri="{FF2B5EF4-FFF2-40B4-BE49-F238E27FC236}">
                  <a16:creationId xmlns:a16="http://schemas.microsoft.com/office/drawing/2014/main" id="{8C341940-065A-4FB3-AEE0-0901458D7AC5}"/>
                </a:ext>
              </a:extLst>
            </p:cNvPr>
            <p:cNvCxnSpPr>
              <a:stCxn id="80" idx="0"/>
            </p:cNvCxnSpPr>
            <p:nvPr/>
          </p:nvCxnSpPr>
          <p:spPr>
            <a:xfrm flipV="1">
              <a:off x="3714634" y="1647298"/>
              <a:ext cx="2453988" cy="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직선 화살표 연결선 81">
              <a:extLst>
                <a:ext uri="{FF2B5EF4-FFF2-40B4-BE49-F238E27FC236}">
                  <a16:creationId xmlns:a16="http://schemas.microsoft.com/office/drawing/2014/main" id="{2D47571E-A81B-4421-B1E9-A0184D28C79D}"/>
                </a:ext>
              </a:extLst>
            </p:cNvPr>
            <p:cNvCxnSpPr>
              <a:stCxn id="80" idx="0"/>
            </p:cNvCxnSpPr>
            <p:nvPr/>
          </p:nvCxnSpPr>
          <p:spPr>
            <a:xfrm flipV="1">
              <a:off x="3714634" y="829941"/>
              <a:ext cx="0" cy="8176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타원 82">
              <a:extLst>
                <a:ext uri="{FF2B5EF4-FFF2-40B4-BE49-F238E27FC236}">
                  <a16:creationId xmlns:a16="http://schemas.microsoft.com/office/drawing/2014/main" id="{A6CF4189-F0F4-4FA9-B6EB-7A3323AEFC81}"/>
                </a:ext>
              </a:extLst>
            </p:cNvPr>
            <p:cNvSpPr/>
            <p:nvPr/>
          </p:nvSpPr>
          <p:spPr>
            <a:xfrm>
              <a:off x="4670370" y="945976"/>
              <a:ext cx="77484" cy="77484"/>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84" name="타원 83">
              <a:extLst>
                <a:ext uri="{FF2B5EF4-FFF2-40B4-BE49-F238E27FC236}">
                  <a16:creationId xmlns:a16="http://schemas.microsoft.com/office/drawing/2014/main" id="{FFFF4456-31B9-4B65-B560-3AB881ADA364}"/>
                </a:ext>
              </a:extLst>
            </p:cNvPr>
            <p:cNvSpPr/>
            <p:nvPr/>
          </p:nvSpPr>
          <p:spPr>
            <a:xfrm>
              <a:off x="4800564" y="1101741"/>
              <a:ext cx="77484" cy="77484"/>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p:sp>
          <p:nvSpPr>
            <p:cNvPr id="85" name="타원 84">
              <a:extLst>
                <a:ext uri="{FF2B5EF4-FFF2-40B4-BE49-F238E27FC236}">
                  <a16:creationId xmlns:a16="http://schemas.microsoft.com/office/drawing/2014/main" id="{BAD8534A-7C10-4D77-B125-40585B11C113}"/>
                </a:ext>
              </a:extLst>
            </p:cNvPr>
            <p:cNvSpPr/>
            <p:nvPr/>
          </p:nvSpPr>
          <p:spPr>
            <a:xfrm>
              <a:off x="4934545" y="984718"/>
              <a:ext cx="77484" cy="77484"/>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86" name="Rectangle 21">
                  <a:extLst>
                    <a:ext uri="{FF2B5EF4-FFF2-40B4-BE49-F238E27FC236}">
                      <a16:creationId xmlns:a16="http://schemas.microsoft.com/office/drawing/2014/main" id="{F9C081DC-9FD4-4EAE-9F0F-90BDE5B1AC21}"/>
                    </a:ext>
                  </a:extLst>
                </p:cNvPr>
                <p:cNvSpPr>
                  <a:spLocks noChangeArrowheads="1"/>
                </p:cNvSpPr>
                <p:nvPr/>
              </p:nvSpPr>
              <p:spPr bwMode="auto">
                <a:xfrm>
                  <a:off x="4356632" y="886345"/>
                  <a:ext cx="286360" cy="1286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𝐼</m:t>
                            </m:r>
                          </m:e>
                          <m: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1,</m:t>
                            </m:r>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𝑚𝑎𝑥</m:t>
                            </m:r>
                          </m:sub>
                        </m:sSub>
                      </m:oMath>
                    </m:oMathPara>
                  </a14:m>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86" name="Rectangle 21">
                  <a:extLst>
                    <a:ext uri="{FF2B5EF4-FFF2-40B4-BE49-F238E27FC236}">
                      <a16:creationId xmlns:a16="http://schemas.microsoft.com/office/drawing/2014/main" id="{F9C081DC-9FD4-4EAE-9F0F-90BDE5B1AC21}"/>
                    </a:ext>
                  </a:extLst>
                </p:cNvPr>
                <p:cNvSpPr>
                  <a:spLocks noRot="1" noChangeAspect="1" noMove="1" noResize="1" noEditPoints="1" noAdjustHandles="1" noChangeArrowheads="1" noChangeShapeType="1" noTextEdit="1"/>
                </p:cNvSpPr>
                <p:nvPr/>
              </p:nvSpPr>
              <p:spPr bwMode="auto">
                <a:xfrm>
                  <a:off x="4356632" y="886345"/>
                  <a:ext cx="286360" cy="128625"/>
                </a:xfrm>
                <a:prstGeom prst="rect">
                  <a:avLst/>
                </a:prstGeom>
                <a:blipFill>
                  <a:blip r:embed="rId9"/>
                  <a:stretch>
                    <a:fillRect l="-6383" b="-190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7" name="Rectangle 21">
                  <a:extLst>
                    <a:ext uri="{FF2B5EF4-FFF2-40B4-BE49-F238E27FC236}">
                      <a16:creationId xmlns:a16="http://schemas.microsoft.com/office/drawing/2014/main" id="{12C740A3-5900-40B2-A916-DDCDBD94AD93}"/>
                    </a:ext>
                  </a:extLst>
                </p:cNvPr>
                <p:cNvSpPr>
                  <a:spLocks noChangeArrowheads="1"/>
                </p:cNvSpPr>
                <p:nvPr/>
              </p:nvSpPr>
              <p:spPr bwMode="auto">
                <a:xfrm>
                  <a:off x="5031436" y="903610"/>
                  <a:ext cx="288733" cy="1286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𝐼</m:t>
                            </m:r>
                          </m:e>
                          <m: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2,</m:t>
                            </m:r>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𝑚𝑎𝑥</m:t>
                            </m:r>
                          </m:sub>
                        </m:sSub>
                      </m:oMath>
                    </m:oMathPara>
                  </a14:m>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87" name="Rectangle 21">
                  <a:extLst>
                    <a:ext uri="{FF2B5EF4-FFF2-40B4-BE49-F238E27FC236}">
                      <a16:creationId xmlns:a16="http://schemas.microsoft.com/office/drawing/2014/main" id="{12C740A3-5900-40B2-A916-DDCDBD94AD93}"/>
                    </a:ext>
                  </a:extLst>
                </p:cNvPr>
                <p:cNvSpPr>
                  <a:spLocks noRot="1" noChangeAspect="1" noMove="1" noResize="1" noEditPoints="1" noAdjustHandles="1" noChangeArrowheads="1" noChangeShapeType="1" noTextEdit="1"/>
                </p:cNvSpPr>
                <p:nvPr/>
              </p:nvSpPr>
              <p:spPr bwMode="auto">
                <a:xfrm>
                  <a:off x="5031436" y="903610"/>
                  <a:ext cx="288733" cy="128625"/>
                </a:xfrm>
                <a:prstGeom prst="rect">
                  <a:avLst/>
                </a:prstGeom>
                <a:blipFill>
                  <a:blip r:embed="rId10"/>
                  <a:stretch>
                    <a:fillRect l="-8333" b="-190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8" name="Rectangle 21">
                  <a:extLst>
                    <a:ext uri="{FF2B5EF4-FFF2-40B4-BE49-F238E27FC236}">
                      <a16:creationId xmlns:a16="http://schemas.microsoft.com/office/drawing/2014/main" id="{7B516F3B-43F2-4FE8-9036-17837C61C2D9}"/>
                    </a:ext>
                  </a:extLst>
                </p:cNvPr>
                <p:cNvSpPr>
                  <a:spLocks noChangeArrowheads="1"/>
                </p:cNvSpPr>
                <p:nvPr/>
              </p:nvSpPr>
              <p:spPr bwMode="auto">
                <a:xfrm>
                  <a:off x="4733764" y="1173859"/>
                  <a:ext cx="211083"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𝐼</m:t>
                            </m:r>
                          </m:e>
                          <m:sub>
                            <m:r>
                              <a:rPr kumimoji="0" lang="en-US" altLang="ko-KR" sz="8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𝑚𝑖𝑛</m:t>
                            </m:r>
                          </m:sub>
                        </m:sSub>
                      </m:oMath>
                    </m:oMathPara>
                  </a14:m>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88" name="Rectangle 21">
                  <a:extLst>
                    <a:ext uri="{FF2B5EF4-FFF2-40B4-BE49-F238E27FC236}">
                      <a16:creationId xmlns:a16="http://schemas.microsoft.com/office/drawing/2014/main" id="{7B516F3B-43F2-4FE8-9036-17837C61C2D9}"/>
                    </a:ext>
                  </a:extLst>
                </p:cNvPr>
                <p:cNvSpPr>
                  <a:spLocks noRot="1" noChangeAspect="1" noMove="1" noResize="1" noEditPoints="1" noAdjustHandles="1" noChangeArrowheads="1" noChangeShapeType="1" noTextEdit="1"/>
                </p:cNvSpPr>
                <p:nvPr/>
              </p:nvSpPr>
              <p:spPr bwMode="auto">
                <a:xfrm>
                  <a:off x="4733764" y="1173859"/>
                  <a:ext cx="211083" cy="123111"/>
                </a:xfrm>
                <a:prstGeom prst="rect">
                  <a:avLst/>
                </a:prstGeom>
                <a:blipFill>
                  <a:blip r:embed="rId11"/>
                  <a:stretch>
                    <a:fillRect l="-11765" r="-2941" b="-2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89" name="Rectangle 21">
              <a:extLst>
                <a:ext uri="{FF2B5EF4-FFF2-40B4-BE49-F238E27FC236}">
                  <a16:creationId xmlns:a16="http://schemas.microsoft.com/office/drawing/2014/main" id="{5684134C-C478-4A26-96FF-298E11F67CF2}"/>
                </a:ext>
              </a:extLst>
            </p:cNvPr>
            <p:cNvSpPr>
              <a:spLocks noChangeArrowheads="1"/>
            </p:cNvSpPr>
            <p:nvPr/>
          </p:nvSpPr>
          <p:spPr bwMode="auto">
            <a:xfrm rot="16200000">
              <a:off x="3047106" y="1170006"/>
              <a:ext cx="9618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Normalized Intensity </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90" name="Rectangle 21">
                  <a:extLst>
                    <a:ext uri="{FF2B5EF4-FFF2-40B4-BE49-F238E27FC236}">
                      <a16:creationId xmlns:a16="http://schemas.microsoft.com/office/drawing/2014/main" id="{45082893-E523-46D9-B965-4AF581117DA3}"/>
                    </a:ext>
                  </a:extLst>
                </p:cNvPr>
                <p:cNvSpPr>
                  <a:spLocks noChangeArrowheads="1"/>
                </p:cNvSpPr>
                <p:nvPr/>
              </p:nvSpPr>
              <p:spPr bwMode="auto">
                <a:xfrm>
                  <a:off x="4545153" y="1645753"/>
                  <a:ext cx="641329"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helvetica" panose="020B0604020202020204" pitchFamily="34" charset="0"/>
                      <a:cs typeface="helvetica" panose="020B0604020202020204" pitchFamily="34" charset="0"/>
                    </a:rPr>
                    <a:t>Distance</a:t>
                  </a:r>
                  <a:r>
                    <a:rPr kumimoji="0" lang="en-US" altLang="ko-KR" sz="800" b="0" i="0" u="none" strike="noStrike" cap="none" normalizeH="0" dirty="0">
                      <a:ln>
                        <a:noFill/>
                      </a:ln>
                      <a:solidFill>
                        <a:srgbClr val="262626"/>
                      </a:solidFill>
                      <a:effectLst/>
                      <a:latin typeface="helvetica" panose="020B0604020202020204" pitchFamily="34" charset="0"/>
                      <a:cs typeface="helvetica" panose="020B0604020202020204" pitchFamily="34" charset="0"/>
                    </a:rPr>
                    <a:t> (</a:t>
                  </a:r>
                  <a14:m>
                    <m:oMath xmlns:m="http://schemas.openxmlformats.org/officeDocument/2006/math">
                      <m:r>
                        <a:rPr kumimoji="0" lang="en-US" altLang="ko-KR" sz="800" b="0" i="1" u="none" strike="noStrike" cap="none" normalizeH="0" smtClean="0">
                          <a:ln>
                            <a:noFill/>
                          </a:ln>
                          <a:solidFill>
                            <a:srgbClr val="262626"/>
                          </a:solidFill>
                          <a:effectLst/>
                          <a:latin typeface="Cambria Math" panose="02040503050406030204" pitchFamily="18" charset="0"/>
                          <a:cs typeface="helvetica" panose="020B0604020202020204" pitchFamily="34" charset="0"/>
                        </a:rPr>
                        <m:t>𝜇</m:t>
                      </m:r>
                      <m:r>
                        <a:rPr kumimoji="0" lang="en-US" altLang="ko-KR" sz="800" b="0" i="1" u="none" strike="noStrike" cap="none" normalizeH="0" smtClean="0">
                          <a:ln>
                            <a:noFill/>
                          </a:ln>
                          <a:solidFill>
                            <a:srgbClr val="262626"/>
                          </a:solidFill>
                          <a:effectLst/>
                          <a:latin typeface="Cambria Math" panose="02040503050406030204" pitchFamily="18" charset="0"/>
                          <a:cs typeface="helvetica" panose="020B0604020202020204" pitchFamily="34" charset="0"/>
                        </a:rPr>
                        <m:t>𝑚</m:t>
                      </m:r>
                    </m:oMath>
                  </a14:m>
                  <a:r>
                    <a:rPr kumimoji="0" lang="en-US" altLang="ko-KR" sz="800" b="0" i="0" u="none" strike="noStrike" cap="none" normalizeH="0" dirty="0">
                      <a:ln>
                        <a:noFill/>
                      </a:ln>
                      <a:solidFill>
                        <a:srgbClr val="262626"/>
                      </a:solidFill>
                      <a:effectLst/>
                      <a:latin typeface="helvetica" panose="020B0604020202020204" pitchFamily="34" charset="0"/>
                      <a:cs typeface="helvetica" panose="020B0604020202020204" pitchFamily="34" charset="0"/>
                    </a:rPr>
                    <a:t>)</a:t>
                  </a:r>
                  <a:endParaRPr kumimoji="0" lang="ko-KR" altLang="ko-KR" sz="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90" name="Rectangle 21">
                  <a:extLst>
                    <a:ext uri="{FF2B5EF4-FFF2-40B4-BE49-F238E27FC236}">
                      <a16:creationId xmlns:a16="http://schemas.microsoft.com/office/drawing/2014/main" id="{45082893-E523-46D9-B965-4AF581117DA3}"/>
                    </a:ext>
                  </a:extLst>
                </p:cNvPr>
                <p:cNvSpPr>
                  <a:spLocks noRot="1" noChangeAspect="1" noMove="1" noResize="1" noEditPoints="1" noAdjustHandles="1" noChangeArrowheads="1" noChangeShapeType="1" noTextEdit="1"/>
                </p:cNvSpPr>
                <p:nvPr/>
              </p:nvSpPr>
              <p:spPr bwMode="auto">
                <a:xfrm>
                  <a:off x="4545153" y="1645753"/>
                  <a:ext cx="641329" cy="123111"/>
                </a:xfrm>
                <a:prstGeom prst="rect">
                  <a:avLst/>
                </a:prstGeom>
                <a:blipFill>
                  <a:blip r:embed="rId6"/>
                  <a:stretch>
                    <a:fillRect l="-10476" t="-30000" r="-9524" b="-5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92" name="Rectangle 106">
              <a:extLst>
                <a:ext uri="{FF2B5EF4-FFF2-40B4-BE49-F238E27FC236}">
                  <a16:creationId xmlns:a16="http://schemas.microsoft.com/office/drawing/2014/main" id="{A96B0A2A-E572-4B41-947B-B5C212416DF4}"/>
                </a:ext>
              </a:extLst>
            </p:cNvPr>
            <p:cNvSpPr>
              <a:spLocks noChangeArrowheads="1"/>
            </p:cNvSpPr>
            <p:nvPr/>
          </p:nvSpPr>
          <p:spPr bwMode="auto">
            <a:xfrm>
              <a:off x="5401296" y="849099"/>
              <a:ext cx="214149" cy="28770"/>
            </a:xfrm>
            <a:prstGeom prst="rect">
              <a:avLst/>
            </a:prstGeom>
            <a:solidFill>
              <a:srgbClr val="FF0000"/>
            </a:solidFill>
            <a:ln>
              <a:noFill/>
            </a:ln>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sp>
          <p:nvSpPr>
            <p:cNvPr id="93" name="Rectangle 105">
              <a:extLst>
                <a:ext uri="{FF2B5EF4-FFF2-40B4-BE49-F238E27FC236}">
                  <a16:creationId xmlns:a16="http://schemas.microsoft.com/office/drawing/2014/main" id="{026ADF8C-D310-4584-8CED-995DC8DDDEFE}"/>
                </a:ext>
              </a:extLst>
            </p:cNvPr>
            <p:cNvSpPr>
              <a:spLocks noChangeArrowheads="1"/>
            </p:cNvSpPr>
            <p:nvPr/>
          </p:nvSpPr>
          <p:spPr bwMode="auto">
            <a:xfrm>
              <a:off x="5664606" y="807250"/>
              <a:ext cx="37851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700" b="0" i="0" u="none" strike="noStrike" cap="none" normalizeH="0" baseline="0" dirty="0" err="1">
                  <a:ln>
                    <a:noFill/>
                  </a:ln>
                  <a:solidFill>
                    <a:srgbClr val="000000"/>
                  </a:solidFill>
                  <a:effectLst/>
                  <a:latin typeface="helvetica" panose="020B0604020202020204" pitchFamily="34" charset="0"/>
                  <a:cs typeface="helvetica" panose="020B0604020202020204" pitchFamily="34" charset="0"/>
                </a:rPr>
                <a:t>Linecut</a:t>
              </a:r>
              <a:r>
                <a:rPr kumimoji="0" lang="en-US" altLang="ko-KR" sz="700" b="0" i="0" u="none" strike="noStrike" cap="none" normalizeH="0" baseline="0" dirty="0">
                  <a:ln>
                    <a:noFill/>
                  </a:ln>
                  <a:solidFill>
                    <a:srgbClr val="000000"/>
                  </a:solidFill>
                  <a:effectLst/>
                  <a:latin typeface="helvetica" panose="020B0604020202020204" pitchFamily="34" charset="0"/>
                  <a:cs typeface="helvetica" panose="020B0604020202020204" pitchFamily="34" charset="0"/>
                </a:rPr>
                <a:t> C</a:t>
              </a:r>
              <a:endParaRPr kumimoji="0" lang="ko-KR" altLang="ko-K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94" name="Rectangle 21">
                  <a:extLst>
                    <a:ext uri="{FF2B5EF4-FFF2-40B4-BE49-F238E27FC236}">
                      <a16:creationId xmlns:a16="http://schemas.microsoft.com/office/drawing/2014/main" id="{DC7FB96B-C94D-47AE-A836-4F19C10E7586}"/>
                    </a:ext>
                  </a:extLst>
                </p:cNvPr>
                <p:cNvSpPr>
                  <a:spLocks noChangeArrowheads="1"/>
                </p:cNvSpPr>
                <p:nvPr/>
              </p:nvSpPr>
              <p:spPr bwMode="auto">
                <a:xfrm>
                  <a:off x="4182680" y="3663191"/>
                  <a:ext cx="1432765" cy="1538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latinLnBrk="0"/>
                  <a:r>
                    <a:rPr kumimoji="0" lang="en-US" altLang="ko-KR" sz="1000" b="1"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Resolution gain </a:t>
                  </a:r>
                  <a:r>
                    <a:rPr kumimoji="0" lang="en-US" altLang="ko-KR" sz="1000" b="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14:m>
                    <m:oMath xmlns:m="http://schemas.openxmlformats.org/officeDocument/2006/math">
                      <m:sSub>
                        <m:sSubPr>
                          <m:ctrlP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𝑑</m:t>
                          </m:r>
                        </m:e>
                        <m:sub>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2</m:t>
                          </m:r>
                        </m:sub>
                      </m:sSub>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m:t>
                      </m:r>
                      <m:sSub>
                        <m:sSubPr>
                          <m:ctrlP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ctrlPr>
                        </m:sSubPr>
                        <m:e>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𝑑</m:t>
                          </m:r>
                        </m:e>
                        <m:sub>
                          <m:r>
                            <a:rPr kumimoji="0" lang="en-US" altLang="ko-KR" sz="1000" b="0" i="1" u="none" strike="noStrike" cap="none" normalizeH="0" baseline="0" smtClean="0">
                              <a:ln>
                                <a:noFill/>
                              </a:ln>
                              <a:solidFill>
                                <a:schemeClr val="tx1"/>
                              </a:solidFill>
                              <a:effectLst/>
                              <a:latin typeface="Cambria Math" panose="02040503050406030204" pitchFamily="18" charset="0"/>
                              <a:cs typeface="helvetica" panose="020B0604020202020204" pitchFamily="34" charset="0"/>
                            </a:rPr>
                            <m:t>1</m:t>
                          </m:r>
                        </m:sub>
                      </m:sSub>
                    </m:oMath>
                  </a14:m>
                  <a:endParaRPr kumimoji="0" lang="en-US" altLang="ko-KR" sz="10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mc:Choice>
          <mc:Fallback xmlns="">
            <p:sp>
              <p:nvSpPr>
                <p:cNvPr id="94" name="Rectangle 21">
                  <a:extLst>
                    <a:ext uri="{FF2B5EF4-FFF2-40B4-BE49-F238E27FC236}">
                      <a16:creationId xmlns:a16="http://schemas.microsoft.com/office/drawing/2014/main" id="{DC7FB96B-C94D-47AE-A836-4F19C10E7586}"/>
                    </a:ext>
                  </a:extLst>
                </p:cNvPr>
                <p:cNvSpPr>
                  <a:spLocks noRot="1" noChangeAspect="1" noMove="1" noResize="1" noEditPoints="1" noAdjustHandles="1" noChangeArrowheads="1" noChangeShapeType="1" noTextEdit="1"/>
                </p:cNvSpPr>
                <p:nvPr/>
              </p:nvSpPr>
              <p:spPr bwMode="auto">
                <a:xfrm>
                  <a:off x="4182680" y="3663191"/>
                  <a:ext cx="1432765" cy="153888"/>
                </a:xfrm>
                <a:prstGeom prst="rect">
                  <a:avLst/>
                </a:prstGeom>
                <a:blipFill>
                  <a:blip r:embed="rId12"/>
                  <a:stretch>
                    <a:fillRect l="-5532" t="-32000" r="-1277" b="-48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cxnSp>
          <p:nvCxnSpPr>
            <p:cNvPr id="95" name="직선 화살표 연결선 94">
              <a:extLst>
                <a:ext uri="{FF2B5EF4-FFF2-40B4-BE49-F238E27FC236}">
                  <a16:creationId xmlns:a16="http://schemas.microsoft.com/office/drawing/2014/main" id="{C9B31C6D-06B7-4DB0-82DD-F93358884578}"/>
                </a:ext>
              </a:extLst>
            </p:cNvPr>
            <p:cNvCxnSpPr/>
            <p:nvPr/>
          </p:nvCxnSpPr>
          <p:spPr>
            <a:xfrm flipV="1">
              <a:off x="4711159" y="1500950"/>
              <a:ext cx="262128" cy="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6" name="Line 137">
              <a:extLst>
                <a:ext uri="{FF2B5EF4-FFF2-40B4-BE49-F238E27FC236}">
                  <a16:creationId xmlns:a16="http://schemas.microsoft.com/office/drawing/2014/main" id="{05BCEB3F-68C7-4738-B645-B7CF2F348AE3}"/>
                </a:ext>
              </a:extLst>
            </p:cNvPr>
            <p:cNvSpPr>
              <a:spLocks noChangeShapeType="1"/>
            </p:cNvSpPr>
            <p:nvPr/>
          </p:nvSpPr>
          <p:spPr bwMode="auto">
            <a:xfrm flipV="1">
              <a:off x="4705715" y="1023460"/>
              <a:ext cx="0" cy="631152"/>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p:sp>
          <p:nvSpPr>
            <p:cNvPr id="97" name="Line 137">
              <a:extLst>
                <a:ext uri="{FF2B5EF4-FFF2-40B4-BE49-F238E27FC236}">
                  <a16:creationId xmlns:a16="http://schemas.microsoft.com/office/drawing/2014/main" id="{4E633DB3-C59A-47BF-8862-2902C82D92A6}"/>
                </a:ext>
              </a:extLst>
            </p:cNvPr>
            <p:cNvSpPr>
              <a:spLocks noChangeShapeType="1"/>
            </p:cNvSpPr>
            <p:nvPr/>
          </p:nvSpPr>
          <p:spPr bwMode="auto">
            <a:xfrm flipV="1">
              <a:off x="4977033" y="1062201"/>
              <a:ext cx="0" cy="583551"/>
            </a:xfrm>
            <a:prstGeom prst="line">
              <a:avLst/>
            </a:prstGeom>
            <a:noFill/>
            <a:ln w="4763" cap="flat">
              <a:solidFill>
                <a:srgbClr val="262626"/>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BDF7385E-4D2D-423C-97BA-649AB22ECE1D}"/>
                    </a:ext>
                  </a:extLst>
                </p:cNvPr>
                <p:cNvSpPr txBox="1"/>
                <p:nvPr/>
              </p:nvSpPr>
              <p:spPr>
                <a:xfrm>
                  <a:off x="4669830" y="1323382"/>
                  <a:ext cx="34219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ko-KR" sz="800" b="1" i="1" dirty="0" smtClean="0">
                            <a:latin typeface="Cambria Math" panose="02040503050406030204" pitchFamily="18" charset="0"/>
                            <a:cs typeface="Times New Roman" panose="02020603050405020304" pitchFamily="18" charset="0"/>
                          </a:rPr>
                          <m:t>𝒅</m:t>
                        </m:r>
                      </m:oMath>
                    </m:oMathPara>
                  </a14:m>
                  <a:endParaRPr lang="ko-KR" altLang="en-US" sz="800" b="1" dirty="0">
                    <a:latin typeface="helvetica" panose="020B0604020202020204" pitchFamily="34" charset="0"/>
                    <a:cs typeface="helvetica" panose="020B0604020202020204" pitchFamily="34" charset="0"/>
                  </a:endParaRPr>
                </a:p>
              </p:txBody>
            </p:sp>
          </mc:Choice>
          <mc:Fallback xmlns="">
            <p:sp>
              <p:nvSpPr>
                <p:cNvPr id="98" name="TextBox 97">
                  <a:extLst>
                    <a:ext uri="{FF2B5EF4-FFF2-40B4-BE49-F238E27FC236}">
                      <a16:creationId xmlns:a16="http://schemas.microsoft.com/office/drawing/2014/main" id="{BDF7385E-4D2D-423C-97BA-649AB22ECE1D}"/>
                    </a:ext>
                  </a:extLst>
                </p:cNvPr>
                <p:cNvSpPr txBox="1">
                  <a:spLocks noRot="1" noChangeAspect="1" noMove="1" noResize="1" noEditPoints="1" noAdjustHandles="1" noChangeArrowheads="1" noChangeShapeType="1" noTextEdit="1"/>
                </p:cNvSpPr>
                <p:nvPr/>
              </p:nvSpPr>
              <p:spPr>
                <a:xfrm>
                  <a:off x="4669830" y="1323382"/>
                  <a:ext cx="342199" cy="215444"/>
                </a:xfrm>
                <a:prstGeom prst="rect">
                  <a:avLst/>
                </a:prstGeom>
                <a:blipFill>
                  <a:blip r:embed="rId13"/>
                  <a:stretch>
                    <a:fillRect/>
                  </a:stretch>
                </a:blipFill>
              </p:spPr>
              <p:txBody>
                <a:bodyPr/>
                <a:lstStyle/>
                <a:p>
                  <a:r>
                    <a:rPr lang="ko-KR" altLang="en-US">
                      <a:noFill/>
                    </a:rPr>
                    <a:t> </a:t>
                  </a:r>
                </a:p>
              </p:txBody>
            </p:sp>
          </mc:Fallback>
        </mc:AlternateContent>
        <p:sp>
          <p:nvSpPr>
            <p:cNvPr id="99" name="Rectangle 111">
              <a:extLst>
                <a:ext uri="{FF2B5EF4-FFF2-40B4-BE49-F238E27FC236}">
                  <a16:creationId xmlns:a16="http://schemas.microsoft.com/office/drawing/2014/main" id="{139119BA-FFAE-48F9-9D4C-17FD1E3A52F1}"/>
                </a:ext>
              </a:extLst>
            </p:cNvPr>
            <p:cNvSpPr>
              <a:spLocks noChangeArrowheads="1"/>
            </p:cNvSpPr>
            <p:nvPr/>
          </p:nvSpPr>
          <p:spPr bwMode="auto">
            <a:xfrm>
              <a:off x="5365948" y="787159"/>
              <a:ext cx="690948" cy="148631"/>
            </a:xfrm>
            <a:prstGeom prst="rect">
              <a:avLst/>
            </a:prstGeom>
            <a:noFill/>
            <a:ln w="4763"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3929811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A48AD120-ECF7-42E9-A521-E2BF15C0BBEE}"/>
              </a:ext>
            </a:extLst>
          </p:cNvPr>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3" name="Rectangle 21">
            <a:extLst>
              <a:ext uri="{FF2B5EF4-FFF2-40B4-BE49-F238E27FC236}">
                <a16:creationId xmlns:a16="http://schemas.microsoft.com/office/drawing/2014/main" id="{54C631D8-82B2-4DB1-B588-BEE1B524D6A8}"/>
              </a:ext>
            </a:extLst>
          </p:cNvPr>
          <p:cNvSpPr>
            <a:spLocks noChangeArrowheads="1"/>
          </p:cNvSpPr>
          <p:nvPr/>
        </p:nvSpPr>
        <p:spPr bwMode="auto">
          <a:xfrm>
            <a:off x="188792" y="83701"/>
            <a:ext cx="64297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defTabSz="914400" rtl="0" eaLnBrk="0" fontAlgn="base" latinLnBrk="0" hangingPunct="0">
              <a:lnSpc>
                <a:spcPct val="100000"/>
              </a:lnSpc>
              <a:spcBef>
                <a:spcPct val="0"/>
              </a:spcBef>
              <a:spcAft>
                <a:spcPct val="0"/>
              </a:spcAft>
              <a:buClrTx/>
              <a:buSzTx/>
              <a:tabLst/>
            </a:pPr>
            <a:r>
              <a:rPr kumimoji="0" lang="en-US" altLang="ko-KR" sz="1600" b="0" i="0" u="none" strike="noStrike" cap="none" normalizeH="0" baseline="0" dirty="0">
                <a:ln>
                  <a:noFill/>
                </a:ln>
                <a:solidFill>
                  <a:schemeClr val="tx1"/>
                </a:solidFill>
                <a:effectLst/>
                <a:latin typeface="Arial" panose="020B0604020202020204" pitchFamily="34" charset="0"/>
              </a:rPr>
              <a:t>Figure S3. Simulating dynamic near-field speckle patterns</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grpSp>
        <p:nvGrpSpPr>
          <p:cNvPr id="133" name="그룹 132">
            <a:extLst>
              <a:ext uri="{FF2B5EF4-FFF2-40B4-BE49-F238E27FC236}">
                <a16:creationId xmlns:a16="http://schemas.microsoft.com/office/drawing/2014/main" id="{1AC2F7E1-0957-437A-BFD7-717EA0BDDE80}"/>
              </a:ext>
            </a:extLst>
          </p:cNvPr>
          <p:cNvGrpSpPr/>
          <p:nvPr/>
        </p:nvGrpSpPr>
        <p:grpSpPr>
          <a:xfrm>
            <a:off x="472710" y="643903"/>
            <a:ext cx="5836308" cy="3614536"/>
            <a:chOff x="472710" y="643903"/>
            <a:chExt cx="5836308" cy="3614536"/>
          </a:xfrm>
        </p:grpSpPr>
        <p:sp>
          <p:nvSpPr>
            <p:cNvPr id="87" name="화살표: 굽음 86">
              <a:extLst>
                <a:ext uri="{FF2B5EF4-FFF2-40B4-BE49-F238E27FC236}">
                  <a16:creationId xmlns:a16="http://schemas.microsoft.com/office/drawing/2014/main" id="{6DF3AA0A-7B45-4A92-B643-80FBF0CB1818}"/>
                </a:ext>
              </a:extLst>
            </p:cNvPr>
            <p:cNvSpPr/>
            <p:nvPr/>
          </p:nvSpPr>
          <p:spPr>
            <a:xfrm>
              <a:off x="1206500" y="2958106"/>
              <a:ext cx="462878" cy="306513"/>
            </a:xfrm>
            <a:prstGeom prst="ben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ko-KR" altLang="en-US">
                <a:solidFill>
                  <a:schemeClr val="tx1"/>
                </a:solidFill>
              </a:endParaRPr>
            </a:p>
          </p:txBody>
        </p:sp>
        <p:grpSp>
          <p:nvGrpSpPr>
            <p:cNvPr id="52" name="그룹 51">
              <a:extLst>
                <a:ext uri="{FF2B5EF4-FFF2-40B4-BE49-F238E27FC236}">
                  <a16:creationId xmlns:a16="http://schemas.microsoft.com/office/drawing/2014/main" id="{F036B451-2106-4759-B5CA-97ADF54FA4A2}"/>
                </a:ext>
              </a:extLst>
            </p:cNvPr>
            <p:cNvGrpSpPr/>
            <p:nvPr/>
          </p:nvGrpSpPr>
          <p:grpSpPr>
            <a:xfrm>
              <a:off x="647908" y="982288"/>
              <a:ext cx="5571281" cy="1360862"/>
              <a:chOff x="203025" y="1752996"/>
              <a:chExt cx="8848322" cy="2161324"/>
            </a:xfrm>
          </p:grpSpPr>
          <p:pic>
            <p:nvPicPr>
              <p:cNvPr id="4" name="그림 3">
                <a:extLst>
                  <a:ext uri="{FF2B5EF4-FFF2-40B4-BE49-F238E27FC236}">
                    <a16:creationId xmlns:a16="http://schemas.microsoft.com/office/drawing/2014/main" id="{EC531D10-1419-4AB3-AE21-07B0953432DF}"/>
                  </a:ext>
                </a:extLst>
              </p:cNvPr>
              <p:cNvPicPr>
                <a:picLocks noChangeAspect="1"/>
              </p:cNvPicPr>
              <p:nvPr/>
            </p:nvPicPr>
            <p:blipFill rotWithShape="1">
              <a:blip r:embed="rId2"/>
              <a:srcRect l="14082" t="12453" r="23799" b="11754"/>
              <a:stretch/>
            </p:blipFill>
            <p:spPr>
              <a:xfrm>
                <a:off x="3689426" y="1756046"/>
                <a:ext cx="2155575" cy="1972576"/>
              </a:xfrm>
              <a:prstGeom prst="rect">
                <a:avLst/>
              </a:prstGeom>
            </p:spPr>
          </p:pic>
          <p:pic>
            <p:nvPicPr>
              <p:cNvPr id="5" name="그림 4">
                <a:extLst>
                  <a:ext uri="{FF2B5EF4-FFF2-40B4-BE49-F238E27FC236}">
                    <a16:creationId xmlns:a16="http://schemas.microsoft.com/office/drawing/2014/main" id="{DAFB72CB-51EB-41DF-BF92-20CB47369170}"/>
                  </a:ext>
                </a:extLst>
              </p:cNvPr>
              <p:cNvPicPr>
                <a:picLocks noChangeAspect="1"/>
              </p:cNvPicPr>
              <p:nvPr/>
            </p:nvPicPr>
            <p:blipFill rotWithShape="1">
              <a:blip r:embed="rId3"/>
              <a:srcRect l="17636" t="35480" r="12842" b="11639"/>
              <a:stretch/>
            </p:blipFill>
            <p:spPr>
              <a:xfrm>
                <a:off x="6543025" y="2311098"/>
                <a:ext cx="2508322" cy="803577"/>
              </a:xfrm>
              <a:prstGeom prst="rect">
                <a:avLst/>
              </a:prstGeom>
            </p:spPr>
          </p:pic>
          <mc:AlternateContent xmlns:mc="http://schemas.openxmlformats.org/markup-compatibility/2006" xmlns:a14="http://schemas.microsoft.com/office/drawing/2010/main">
            <mc:Choice Requires="a14">
              <p:sp>
                <p:nvSpPr>
                  <p:cNvPr id="6" name="Rectangle 60">
                    <a:extLst>
                      <a:ext uri="{FF2B5EF4-FFF2-40B4-BE49-F238E27FC236}">
                        <a16:creationId xmlns:a16="http://schemas.microsoft.com/office/drawing/2014/main" id="{2D2FCA9C-F921-4267-B12B-B1F945BA9802}"/>
                      </a:ext>
                    </a:extLst>
                  </p:cNvPr>
                  <p:cNvSpPr>
                    <a:spLocks noChangeArrowheads="1"/>
                  </p:cNvSpPr>
                  <p:nvPr/>
                </p:nvSpPr>
                <p:spPr bwMode="auto">
                  <a:xfrm>
                    <a:off x="203025" y="3772565"/>
                    <a:ext cx="168892"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ko-KR" sz="800" b="0" i="1" u="none" strike="noStrike" cap="none" normalizeH="0" baseline="0" smtClean="0">
                              <a:ln>
                                <a:noFill/>
                              </a:ln>
                              <a:solidFill>
                                <a:schemeClr val="tx1"/>
                              </a:solidFill>
                              <a:effectLst/>
                              <a:latin typeface="Cambria Math" panose="02040503050406030204" pitchFamily="18" charset="0"/>
                            </a:rPr>
                            <m:t>−</m:t>
                          </m:r>
                          <m:r>
                            <a:rPr kumimoji="0" lang="en-US" altLang="ko-KR" sz="800" b="0" i="1" u="none" strike="noStrike" cap="none" normalizeH="0" baseline="0" smtClean="0">
                              <a:ln>
                                <a:noFill/>
                              </a:ln>
                              <a:solidFill>
                                <a:schemeClr val="tx1"/>
                              </a:solidFill>
                              <a:effectLst/>
                              <a:latin typeface="Cambria Math" panose="02040503050406030204" pitchFamily="18" charset="0"/>
                            </a:rPr>
                            <m:t>𝜋</m:t>
                          </m:r>
                        </m:oMath>
                      </m:oMathPara>
                    </a14:m>
                    <a:endParaRPr kumimoji="0" lang="ko-KR" altLang="ko-KR" sz="800" b="0" i="0" u="none" strike="noStrike" cap="none" normalizeH="0" baseline="0" dirty="0">
                      <a:ln>
                        <a:noFill/>
                      </a:ln>
                      <a:solidFill>
                        <a:schemeClr val="tx1"/>
                      </a:solidFill>
                      <a:effectLst/>
                    </a:endParaRPr>
                  </a:p>
                </p:txBody>
              </p:sp>
            </mc:Choice>
            <mc:Fallback xmlns="">
              <p:sp>
                <p:nvSpPr>
                  <p:cNvPr id="6" name="Rectangle 60">
                    <a:extLst>
                      <a:ext uri="{FF2B5EF4-FFF2-40B4-BE49-F238E27FC236}">
                        <a16:creationId xmlns:a16="http://schemas.microsoft.com/office/drawing/2014/main" id="{2D2FCA9C-F921-4267-B12B-B1F945BA9802}"/>
                      </a:ext>
                    </a:extLst>
                  </p:cNvPr>
                  <p:cNvSpPr>
                    <a:spLocks noRot="1" noChangeAspect="1" noMove="1" noResize="1" noEditPoints="1" noAdjustHandles="1" noChangeArrowheads="1" noChangeShapeType="1" noTextEdit="1"/>
                  </p:cNvSpPr>
                  <p:nvPr/>
                </p:nvSpPr>
                <p:spPr bwMode="auto">
                  <a:xfrm>
                    <a:off x="203025" y="3772565"/>
                    <a:ext cx="168892" cy="123111"/>
                  </a:xfrm>
                  <a:prstGeom prst="rect">
                    <a:avLst/>
                  </a:prstGeom>
                  <a:blipFill>
                    <a:blip r:embed="rId4"/>
                    <a:stretch>
                      <a:fillRect l="-16667" r="-55556" b="-6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Rectangle 66">
                    <a:extLst>
                      <a:ext uri="{FF2B5EF4-FFF2-40B4-BE49-F238E27FC236}">
                        <a16:creationId xmlns:a16="http://schemas.microsoft.com/office/drawing/2014/main" id="{ADA9E911-2C42-41DC-B87E-700B2F198362}"/>
                      </a:ext>
                    </a:extLst>
                  </p:cNvPr>
                  <p:cNvSpPr>
                    <a:spLocks noChangeArrowheads="1"/>
                  </p:cNvSpPr>
                  <p:nvPr/>
                </p:nvSpPr>
                <p:spPr bwMode="auto">
                  <a:xfrm>
                    <a:off x="2126804" y="3757176"/>
                    <a:ext cx="91948"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ko-KR" sz="800" b="0" i="1" u="none" strike="noStrike" cap="none" normalizeH="0" baseline="0" smtClean="0">
                              <a:ln>
                                <a:noFill/>
                              </a:ln>
                              <a:solidFill>
                                <a:schemeClr val="tx1"/>
                              </a:solidFill>
                              <a:effectLst/>
                              <a:latin typeface="Cambria Math" panose="02040503050406030204" pitchFamily="18" charset="0"/>
                            </a:rPr>
                            <m:t>𝜋</m:t>
                          </m:r>
                        </m:oMath>
                      </m:oMathPara>
                    </a14:m>
                    <a:endParaRPr kumimoji="0" lang="ko-KR" altLang="ko-KR" sz="800" b="0" i="0" u="none" strike="noStrike" cap="none" normalizeH="0" baseline="0" dirty="0">
                      <a:ln>
                        <a:noFill/>
                      </a:ln>
                      <a:solidFill>
                        <a:schemeClr val="tx1"/>
                      </a:solidFill>
                      <a:effectLst/>
                    </a:endParaRPr>
                  </a:p>
                </p:txBody>
              </p:sp>
            </mc:Choice>
            <mc:Fallback xmlns="">
              <p:sp>
                <p:nvSpPr>
                  <p:cNvPr id="7" name="Rectangle 66">
                    <a:extLst>
                      <a:ext uri="{FF2B5EF4-FFF2-40B4-BE49-F238E27FC236}">
                        <a16:creationId xmlns:a16="http://schemas.microsoft.com/office/drawing/2014/main" id="{ADA9E911-2C42-41DC-B87E-700B2F198362}"/>
                      </a:ext>
                    </a:extLst>
                  </p:cNvPr>
                  <p:cNvSpPr>
                    <a:spLocks noRot="1" noChangeAspect="1" noMove="1" noResize="1" noEditPoints="1" noAdjustHandles="1" noChangeArrowheads="1" noChangeShapeType="1" noTextEdit="1"/>
                  </p:cNvSpPr>
                  <p:nvPr/>
                </p:nvSpPr>
                <p:spPr bwMode="auto">
                  <a:xfrm>
                    <a:off x="2126804" y="3757176"/>
                    <a:ext cx="91948" cy="123111"/>
                  </a:xfrm>
                  <a:prstGeom prst="rect">
                    <a:avLst/>
                  </a:prstGeom>
                  <a:blipFill>
                    <a:blip r:embed="rId5"/>
                    <a:stretch>
                      <a:fillRect l="-55556" r="-55556" b="-6153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8" name="Rectangle 132">
                <a:extLst>
                  <a:ext uri="{FF2B5EF4-FFF2-40B4-BE49-F238E27FC236}">
                    <a16:creationId xmlns:a16="http://schemas.microsoft.com/office/drawing/2014/main" id="{975E1D6D-0020-4990-934D-3FAC1F11B143}"/>
                  </a:ext>
                </a:extLst>
              </p:cNvPr>
              <p:cNvSpPr>
                <a:spLocks noChangeArrowheads="1"/>
              </p:cNvSpPr>
              <p:nvPr/>
            </p:nvSpPr>
            <p:spPr bwMode="auto">
              <a:xfrm>
                <a:off x="1272188" y="3782090"/>
                <a:ext cx="5770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262626"/>
                    </a:solidFill>
                    <a:effectLst/>
                    <a:latin typeface="Arial" panose="020B0604020202020204" pitchFamily="34" charset="0"/>
                  </a:rPr>
                  <a:t>0</a:t>
                </a:r>
                <a:endParaRPr kumimoji="0" lang="ko-KR" altLang="ko-KR" sz="800" b="0" i="0" u="none" strike="noStrike" cap="none" normalizeH="0" baseline="0">
                  <a:ln>
                    <a:noFill/>
                  </a:ln>
                  <a:solidFill>
                    <a:schemeClr val="tx1"/>
                  </a:solidFill>
                  <a:effectLst/>
                  <a:latin typeface="Arial" panose="020B0604020202020204" pitchFamily="34" charset="0"/>
                </a:endParaRPr>
              </a:p>
            </p:txBody>
          </p:sp>
          <p:grpSp>
            <p:nvGrpSpPr>
              <p:cNvPr id="9" name="그룹 8">
                <a:extLst>
                  <a:ext uri="{FF2B5EF4-FFF2-40B4-BE49-F238E27FC236}">
                    <a16:creationId xmlns:a16="http://schemas.microsoft.com/office/drawing/2014/main" id="{240907F0-B635-4E28-9550-210FA95E9677}"/>
                  </a:ext>
                </a:extLst>
              </p:cNvPr>
              <p:cNvGrpSpPr/>
              <p:nvPr/>
            </p:nvGrpSpPr>
            <p:grpSpPr>
              <a:xfrm rot="5400000">
                <a:off x="1235345" y="2780264"/>
                <a:ext cx="142875" cy="1864407"/>
                <a:chOff x="3581400" y="2219325"/>
                <a:chExt cx="200025" cy="3275013"/>
              </a:xfrm>
            </p:grpSpPr>
            <p:sp>
              <p:nvSpPr>
                <p:cNvPr id="10" name="Line 116">
                  <a:extLst>
                    <a:ext uri="{FF2B5EF4-FFF2-40B4-BE49-F238E27FC236}">
                      <a16:creationId xmlns:a16="http://schemas.microsoft.com/office/drawing/2014/main" id="{27805CAF-43C9-4CCA-82AC-55FA07C4A503}"/>
                    </a:ext>
                  </a:extLst>
                </p:cNvPr>
                <p:cNvSpPr>
                  <a:spLocks noChangeShapeType="1"/>
                </p:cNvSpPr>
                <p:nvPr/>
              </p:nvSpPr>
              <p:spPr bwMode="auto">
                <a:xfrm>
                  <a:off x="3581400" y="5494338"/>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11" name="Line 117">
                  <a:extLst>
                    <a:ext uri="{FF2B5EF4-FFF2-40B4-BE49-F238E27FC236}">
                      <a16:creationId xmlns:a16="http://schemas.microsoft.com/office/drawing/2014/main" id="{7D5BFE54-6CD7-471A-8627-F08F10B3AC50}"/>
                    </a:ext>
                  </a:extLst>
                </p:cNvPr>
                <p:cNvSpPr>
                  <a:spLocks noChangeShapeType="1"/>
                </p:cNvSpPr>
                <p:nvPr/>
              </p:nvSpPr>
              <p:spPr bwMode="auto">
                <a:xfrm>
                  <a:off x="3581400" y="2219325"/>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12" name="Line 118">
                  <a:extLst>
                    <a:ext uri="{FF2B5EF4-FFF2-40B4-BE49-F238E27FC236}">
                      <a16:creationId xmlns:a16="http://schemas.microsoft.com/office/drawing/2014/main" id="{EA362A92-A573-46AE-8634-E9AE06BFB29B}"/>
                    </a:ext>
                  </a:extLst>
                </p:cNvPr>
                <p:cNvSpPr>
                  <a:spLocks noChangeShapeType="1"/>
                </p:cNvSpPr>
                <p:nvPr/>
              </p:nvSpPr>
              <p:spPr bwMode="auto">
                <a:xfrm flipV="1">
                  <a:off x="3581400"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13" name="Line 119">
                  <a:extLst>
                    <a:ext uri="{FF2B5EF4-FFF2-40B4-BE49-F238E27FC236}">
                      <a16:creationId xmlns:a16="http://schemas.microsoft.com/office/drawing/2014/main" id="{F38B5A53-24B0-4361-8CB0-3438CE5673FA}"/>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pic>
              <p:nvPicPr>
                <p:cNvPr id="14" name="Picture 120">
                  <a:extLst>
                    <a:ext uri="{FF2B5EF4-FFF2-40B4-BE49-F238E27FC236}">
                      <a16:creationId xmlns:a16="http://schemas.microsoft.com/office/drawing/2014/main" id="{E1BAF57A-372F-44F3-A8D1-78B2A5CFBD0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1400" y="2219325"/>
                  <a:ext cx="200025" cy="327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121">
                  <a:extLst>
                    <a:ext uri="{FF2B5EF4-FFF2-40B4-BE49-F238E27FC236}">
                      <a16:creationId xmlns:a16="http://schemas.microsoft.com/office/drawing/2014/main" id="{8BF7C640-71E8-4808-8DF0-190A5B8269DB}"/>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16" name="Line 123">
                  <a:extLst>
                    <a:ext uri="{FF2B5EF4-FFF2-40B4-BE49-F238E27FC236}">
                      <a16:creationId xmlns:a16="http://schemas.microsoft.com/office/drawing/2014/main" id="{2F71432E-972D-4725-B0E3-7145E36F0A83}"/>
                    </a:ext>
                  </a:extLst>
                </p:cNvPr>
                <p:cNvSpPr>
                  <a:spLocks noChangeShapeType="1"/>
                </p:cNvSpPr>
                <p:nvPr/>
              </p:nvSpPr>
              <p:spPr bwMode="auto">
                <a:xfrm flipH="1">
                  <a:off x="3749675" y="4900613"/>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17" name="Line 124">
                  <a:extLst>
                    <a:ext uri="{FF2B5EF4-FFF2-40B4-BE49-F238E27FC236}">
                      <a16:creationId xmlns:a16="http://schemas.microsoft.com/office/drawing/2014/main" id="{33F22FCF-30BB-4237-99A7-FAE34B7F38FA}"/>
                    </a:ext>
                  </a:extLst>
                </p:cNvPr>
                <p:cNvSpPr>
                  <a:spLocks noChangeShapeType="1"/>
                </p:cNvSpPr>
                <p:nvPr/>
              </p:nvSpPr>
              <p:spPr bwMode="auto">
                <a:xfrm flipH="1">
                  <a:off x="3749675" y="4379913"/>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18" name="Line 125">
                  <a:extLst>
                    <a:ext uri="{FF2B5EF4-FFF2-40B4-BE49-F238E27FC236}">
                      <a16:creationId xmlns:a16="http://schemas.microsoft.com/office/drawing/2014/main" id="{9FDB6457-32D9-4423-868D-AB093FA14923}"/>
                    </a:ext>
                  </a:extLst>
                </p:cNvPr>
                <p:cNvSpPr>
                  <a:spLocks noChangeShapeType="1"/>
                </p:cNvSpPr>
                <p:nvPr/>
              </p:nvSpPr>
              <p:spPr bwMode="auto">
                <a:xfrm flipH="1">
                  <a:off x="3749675" y="3857625"/>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19" name="Line 126">
                  <a:extLst>
                    <a:ext uri="{FF2B5EF4-FFF2-40B4-BE49-F238E27FC236}">
                      <a16:creationId xmlns:a16="http://schemas.microsoft.com/office/drawing/2014/main" id="{74530A02-4FF8-4A6A-BF46-A48C8B668E59}"/>
                    </a:ext>
                  </a:extLst>
                </p:cNvPr>
                <p:cNvSpPr>
                  <a:spLocks noChangeShapeType="1"/>
                </p:cNvSpPr>
                <p:nvPr/>
              </p:nvSpPr>
              <p:spPr bwMode="auto">
                <a:xfrm flipH="1">
                  <a:off x="3749675" y="33353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20" name="Line 127">
                  <a:extLst>
                    <a:ext uri="{FF2B5EF4-FFF2-40B4-BE49-F238E27FC236}">
                      <a16:creationId xmlns:a16="http://schemas.microsoft.com/office/drawing/2014/main" id="{353E1A05-3A35-4498-939D-E97F2C43E972}"/>
                    </a:ext>
                  </a:extLst>
                </p:cNvPr>
                <p:cNvSpPr>
                  <a:spLocks noChangeShapeType="1"/>
                </p:cNvSpPr>
                <p:nvPr/>
              </p:nvSpPr>
              <p:spPr bwMode="auto">
                <a:xfrm flipH="1">
                  <a:off x="3749675" y="28146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21" name="Line 128">
                  <a:extLst>
                    <a:ext uri="{FF2B5EF4-FFF2-40B4-BE49-F238E27FC236}">
                      <a16:creationId xmlns:a16="http://schemas.microsoft.com/office/drawing/2014/main" id="{54CBE5BB-E69A-4E7B-A580-5ECB61AC7DD3}"/>
                    </a:ext>
                  </a:extLst>
                </p:cNvPr>
                <p:cNvSpPr>
                  <a:spLocks noChangeShapeType="1"/>
                </p:cNvSpPr>
                <p:nvPr/>
              </p:nvSpPr>
              <p:spPr bwMode="auto">
                <a:xfrm flipH="1">
                  <a:off x="3749675" y="22939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22" name="Line 136">
                  <a:extLst>
                    <a:ext uri="{FF2B5EF4-FFF2-40B4-BE49-F238E27FC236}">
                      <a16:creationId xmlns:a16="http://schemas.microsoft.com/office/drawing/2014/main" id="{991BF42B-8137-4E81-A6BC-49AF371BCCC5}"/>
                    </a:ext>
                  </a:extLst>
                </p:cNvPr>
                <p:cNvSpPr>
                  <a:spLocks noChangeShapeType="1"/>
                </p:cNvSpPr>
                <p:nvPr/>
              </p:nvSpPr>
              <p:spPr bwMode="auto">
                <a:xfrm>
                  <a:off x="3581400" y="2219325"/>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23" name="Line 137">
                  <a:extLst>
                    <a:ext uri="{FF2B5EF4-FFF2-40B4-BE49-F238E27FC236}">
                      <a16:creationId xmlns:a16="http://schemas.microsoft.com/office/drawing/2014/main" id="{42FA1AEE-C7B5-478F-8E1F-0CAAFF400753}"/>
                    </a:ext>
                  </a:extLst>
                </p:cNvPr>
                <p:cNvSpPr>
                  <a:spLocks noChangeShapeType="1"/>
                </p:cNvSpPr>
                <p:nvPr/>
              </p:nvSpPr>
              <p:spPr bwMode="auto">
                <a:xfrm>
                  <a:off x="3581400" y="5494338"/>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24" name="Line 138">
                  <a:extLst>
                    <a:ext uri="{FF2B5EF4-FFF2-40B4-BE49-F238E27FC236}">
                      <a16:creationId xmlns:a16="http://schemas.microsoft.com/office/drawing/2014/main" id="{F52F2E9B-A30F-4006-9C5C-CD0BDA37F4A7}"/>
                    </a:ext>
                  </a:extLst>
                </p:cNvPr>
                <p:cNvSpPr>
                  <a:spLocks noChangeShapeType="1"/>
                </p:cNvSpPr>
                <p:nvPr/>
              </p:nvSpPr>
              <p:spPr bwMode="auto">
                <a:xfrm flipV="1">
                  <a:off x="3581400"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25" name="Line 139">
                  <a:extLst>
                    <a:ext uri="{FF2B5EF4-FFF2-40B4-BE49-F238E27FC236}">
                      <a16:creationId xmlns:a16="http://schemas.microsoft.com/office/drawing/2014/main" id="{AB019835-16B6-4507-89C8-144D474C018D}"/>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grpSp>
          <mc:AlternateContent xmlns:mc="http://schemas.openxmlformats.org/markup-compatibility/2006" xmlns:a14="http://schemas.microsoft.com/office/drawing/2010/main">
            <mc:Choice Requires="a14">
              <p:sp>
                <p:nvSpPr>
                  <p:cNvPr id="26" name="Rectangle 66">
                    <a:extLst>
                      <a:ext uri="{FF2B5EF4-FFF2-40B4-BE49-F238E27FC236}">
                        <a16:creationId xmlns:a16="http://schemas.microsoft.com/office/drawing/2014/main" id="{78453EC0-1301-4A2E-9FC8-5ABE0924A56B}"/>
                      </a:ext>
                    </a:extLst>
                  </p:cNvPr>
                  <p:cNvSpPr>
                    <a:spLocks noChangeArrowheads="1"/>
                  </p:cNvSpPr>
                  <p:nvPr/>
                </p:nvSpPr>
                <p:spPr bwMode="auto">
                  <a:xfrm>
                    <a:off x="5340190" y="3791209"/>
                    <a:ext cx="367665"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func>
                            <m:funcPr>
                              <m:ctrlPr>
                                <a:rPr kumimoji="0" lang="en-US" altLang="ko-KR" sz="800" b="0" i="1" u="none" strike="noStrike" cap="none" normalizeH="0" baseline="0" smtClean="0">
                                  <a:ln>
                                    <a:noFill/>
                                  </a:ln>
                                  <a:solidFill>
                                    <a:schemeClr val="tx1"/>
                                  </a:solidFill>
                                  <a:effectLst/>
                                  <a:latin typeface="Cambria Math" panose="02040503050406030204" pitchFamily="18" charset="0"/>
                                </a:rPr>
                              </m:ctrlPr>
                            </m:funcPr>
                            <m:fName>
                              <m:r>
                                <m:rPr>
                                  <m:sty m:val="p"/>
                                </m:rPr>
                                <a:rPr kumimoji="0" lang="en-US" altLang="ko-KR" sz="800" b="0" i="0" u="none" strike="noStrike" cap="none" normalizeH="0" baseline="0" smtClean="0">
                                  <a:ln>
                                    <a:noFill/>
                                  </a:ln>
                                  <a:solidFill>
                                    <a:schemeClr val="tx1"/>
                                  </a:solidFill>
                                  <a:effectLst/>
                                  <a:latin typeface="Cambria Math" panose="02040503050406030204" pitchFamily="18" charset="0"/>
                                </a:rPr>
                                <m:t>exp</m:t>
                              </m:r>
                            </m:fName>
                            <m:e>
                              <m:r>
                                <a:rPr kumimoji="0" lang="en-US" altLang="ko-KR" sz="800" b="0" i="1" u="none" strike="noStrike" cap="none" normalizeH="0" baseline="0" smtClean="0">
                                  <a:ln>
                                    <a:noFill/>
                                  </a:ln>
                                  <a:solidFill>
                                    <a:schemeClr val="tx1"/>
                                  </a:solidFill>
                                  <a:effectLst/>
                                  <a:latin typeface="Cambria Math" panose="02040503050406030204" pitchFamily="18" charset="0"/>
                                </a:rPr>
                                <m:t>(</m:t>
                              </m:r>
                              <m:r>
                                <a:rPr kumimoji="0" lang="en-US" altLang="ko-KR" sz="800" b="0" i="1" u="none" strike="noStrike" cap="none" normalizeH="0" baseline="0" smtClean="0">
                                  <a:ln>
                                    <a:noFill/>
                                  </a:ln>
                                  <a:solidFill>
                                    <a:schemeClr val="tx1"/>
                                  </a:solidFill>
                                  <a:effectLst/>
                                  <a:latin typeface="Cambria Math" panose="02040503050406030204" pitchFamily="18" charset="0"/>
                                </a:rPr>
                                <m:t>𝑖</m:t>
                              </m:r>
                              <m:r>
                                <a:rPr kumimoji="0" lang="en-US" altLang="ko-KR" sz="800" b="0" i="1" u="none" strike="noStrike" cap="none" normalizeH="0" baseline="0" smtClean="0">
                                  <a:ln>
                                    <a:noFill/>
                                  </a:ln>
                                  <a:solidFill>
                                    <a:schemeClr val="tx1"/>
                                  </a:solidFill>
                                  <a:effectLst/>
                                  <a:latin typeface="Cambria Math" panose="02040503050406030204" pitchFamily="18" charset="0"/>
                                </a:rPr>
                                <m:t>𝜋</m:t>
                              </m:r>
                              <m:r>
                                <a:rPr kumimoji="0" lang="en-US" altLang="ko-KR" sz="800" b="0" i="1" u="none" strike="noStrike" cap="none" normalizeH="0" baseline="0" smtClean="0">
                                  <a:ln>
                                    <a:noFill/>
                                  </a:ln>
                                  <a:solidFill>
                                    <a:schemeClr val="tx1"/>
                                  </a:solidFill>
                                  <a:effectLst/>
                                  <a:latin typeface="Cambria Math" panose="02040503050406030204" pitchFamily="18" charset="0"/>
                                </a:rPr>
                                <m:t>)</m:t>
                              </m:r>
                            </m:e>
                          </m:func>
                        </m:oMath>
                      </m:oMathPara>
                    </a14:m>
                    <a:endParaRPr kumimoji="0" lang="ko-KR" altLang="ko-KR" sz="800" b="0" i="0" u="none" strike="noStrike" cap="none" normalizeH="0" baseline="0" dirty="0">
                      <a:ln>
                        <a:noFill/>
                      </a:ln>
                      <a:solidFill>
                        <a:schemeClr val="tx1"/>
                      </a:solidFill>
                      <a:effectLst/>
                    </a:endParaRPr>
                  </a:p>
                </p:txBody>
              </p:sp>
            </mc:Choice>
            <mc:Fallback xmlns="">
              <p:sp>
                <p:nvSpPr>
                  <p:cNvPr id="26" name="Rectangle 66">
                    <a:extLst>
                      <a:ext uri="{FF2B5EF4-FFF2-40B4-BE49-F238E27FC236}">
                        <a16:creationId xmlns:a16="http://schemas.microsoft.com/office/drawing/2014/main" id="{78453EC0-1301-4A2E-9FC8-5ABE0924A56B}"/>
                      </a:ext>
                    </a:extLst>
                  </p:cNvPr>
                  <p:cNvSpPr>
                    <a:spLocks noRot="1" noChangeAspect="1" noMove="1" noResize="1" noEditPoints="1" noAdjustHandles="1" noChangeArrowheads="1" noChangeShapeType="1" noTextEdit="1"/>
                  </p:cNvSpPr>
                  <p:nvPr/>
                </p:nvSpPr>
                <p:spPr bwMode="auto">
                  <a:xfrm>
                    <a:off x="5340190" y="3791209"/>
                    <a:ext cx="367665" cy="123111"/>
                  </a:xfrm>
                  <a:prstGeom prst="rect">
                    <a:avLst/>
                  </a:prstGeom>
                  <a:blipFill>
                    <a:blip r:embed="rId7"/>
                    <a:stretch>
                      <a:fillRect l="-18421" t="-8333" r="-65789" b="-13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27" name="Rectangle 132">
                <a:extLst>
                  <a:ext uri="{FF2B5EF4-FFF2-40B4-BE49-F238E27FC236}">
                    <a16:creationId xmlns:a16="http://schemas.microsoft.com/office/drawing/2014/main" id="{DE6D0F62-CE90-4A7C-8CC0-F1D82076BFEF}"/>
                  </a:ext>
                </a:extLst>
              </p:cNvPr>
              <p:cNvSpPr>
                <a:spLocks noChangeArrowheads="1"/>
              </p:cNvSpPr>
              <p:nvPr/>
            </p:nvSpPr>
            <p:spPr bwMode="auto">
              <a:xfrm>
                <a:off x="4686092" y="3791209"/>
                <a:ext cx="5770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Arial" panose="020B0604020202020204" pitchFamily="34" charset="0"/>
                  </a:rPr>
                  <a:t>1</a:t>
                </a:r>
                <a:endParaRPr kumimoji="0" lang="ko-KR" altLang="ko-KR" sz="800" b="0" i="0" u="none" strike="noStrike" cap="none" normalizeH="0" baseline="0" dirty="0">
                  <a:ln>
                    <a:noFill/>
                  </a:ln>
                  <a:solidFill>
                    <a:schemeClr val="tx1"/>
                  </a:solidFill>
                  <a:effectLst/>
                  <a:latin typeface="Arial" panose="020B0604020202020204" pitchFamily="34" charset="0"/>
                </a:endParaRPr>
              </a:p>
            </p:txBody>
          </p:sp>
          <p:grpSp>
            <p:nvGrpSpPr>
              <p:cNvPr id="28" name="그룹 27">
                <a:extLst>
                  <a:ext uri="{FF2B5EF4-FFF2-40B4-BE49-F238E27FC236}">
                    <a16:creationId xmlns:a16="http://schemas.microsoft.com/office/drawing/2014/main" id="{2627414A-9146-4031-8EF6-E445961DA413}"/>
                  </a:ext>
                </a:extLst>
              </p:cNvPr>
              <p:cNvGrpSpPr/>
              <p:nvPr/>
            </p:nvGrpSpPr>
            <p:grpSpPr>
              <a:xfrm rot="5400000">
                <a:off x="4658774" y="2790922"/>
                <a:ext cx="142875" cy="1864407"/>
                <a:chOff x="3581400" y="2219325"/>
                <a:chExt cx="200025" cy="3275013"/>
              </a:xfrm>
            </p:grpSpPr>
            <p:sp>
              <p:nvSpPr>
                <p:cNvPr id="29" name="Line 116">
                  <a:extLst>
                    <a:ext uri="{FF2B5EF4-FFF2-40B4-BE49-F238E27FC236}">
                      <a16:creationId xmlns:a16="http://schemas.microsoft.com/office/drawing/2014/main" id="{595B201A-7D08-4298-AAF4-03BAFC47DE5B}"/>
                    </a:ext>
                  </a:extLst>
                </p:cNvPr>
                <p:cNvSpPr>
                  <a:spLocks noChangeShapeType="1"/>
                </p:cNvSpPr>
                <p:nvPr/>
              </p:nvSpPr>
              <p:spPr bwMode="auto">
                <a:xfrm>
                  <a:off x="3581400" y="5494338"/>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30" name="Line 117">
                  <a:extLst>
                    <a:ext uri="{FF2B5EF4-FFF2-40B4-BE49-F238E27FC236}">
                      <a16:creationId xmlns:a16="http://schemas.microsoft.com/office/drawing/2014/main" id="{DF9935FE-7DC9-4A8B-9984-9BDD248B232D}"/>
                    </a:ext>
                  </a:extLst>
                </p:cNvPr>
                <p:cNvSpPr>
                  <a:spLocks noChangeShapeType="1"/>
                </p:cNvSpPr>
                <p:nvPr/>
              </p:nvSpPr>
              <p:spPr bwMode="auto">
                <a:xfrm>
                  <a:off x="3581400" y="2219325"/>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31" name="Line 118">
                  <a:extLst>
                    <a:ext uri="{FF2B5EF4-FFF2-40B4-BE49-F238E27FC236}">
                      <a16:creationId xmlns:a16="http://schemas.microsoft.com/office/drawing/2014/main" id="{D56EB8E5-970D-4C38-84DD-8EA76C4F830F}"/>
                    </a:ext>
                  </a:extLst>
                </p:cNvPr>
                <p:cNvSpPr>
                  <a:spLocks noChangeShapeType="1"/>
                </p:cNvSpPr>
                <p:nvPr/>
              </p:nvSpPr>
              <p:spPr bwMode="auto">
                <a:xfrm flipV="1">
                  <a:off x="3581400"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32" name="Line 119">
                  <a:extLst>
                    <a:ext uri="{FF2B5EF4-FFF2-40B4-BE49-F238E27FC236}">
                      <a16:creationId xmlns:a16="http://schemas.microsoft.com/office/drawing/2014/main" id="{A6AA523E-1A57-4A40-B91D-FF348BFE4EA4}"/>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pic>
              <p:nvPicPr>
                <p:cNvPr id="33" name="Picture 120">
                  <a:extLst>
                    <a:ext uri="{FF2B5EF4-FFF2-40B4-BE49-F238E27FC236}">
                      <a16:creationId xmlns:a16="http://schemas.microsoft.com/office/drawing/2014/main" id="{E6E99BE8-6E32-4054-AC39-6C499C2DDA1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1400" y="2219325"/>
                  <a:ext cx="200025" cy="327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Line 121">
                  <a:extLst>
                    <a:ext uri="{FF2B5EF4-FFF2-40B4-BE49-F238E27FC236}">
                      <a16:creationId xmlns:a16="http://schemas.microsoft.com/office/drawing/2014/main" id="{34F14489-A87C-429E-B5CE-ACFCDBCF9BC3}"/>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35" name="Line 123">
                  <a:extLst>
                    <a:ext uri="{FF2B5EF4-FFF2-40B4-BE49-F238E27FC236}">
                      <a16:creationId xmlns:a16="http://schemas.microsoft.com/office/drawing/2014/main" id="{13FF617E-E237-43E1-8574-BDE70A74755D}"/>
                    </a:ext>
                  </a:extLst>
                </p:cNvPr>
                <p:cNvSpPr>
                  <a:spLocks noChangeShapeType="1"/>
                </p:cNvSpPr>
                <p:nvPr/>
              </p:nvSpPr>
              <p:spPr bwMode="auto">
                <a:xfrm flipH="1">
                  <a:off x="3749675" y="4900613"/>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36" name="Line 124">
                  <a:extLst>
                    <a:ext uri="{FF2B5EF4-FFF2-40B4-BE49-F238E27FC236}">
                      <a16:creationId xmlns:a16="http://schemas.microsoft.com/office/drawing/2014/main" id="{A1D4BD62-0AC1-4E9D-B588-2ABF6FF53015}"/>
                    </a:ext>
                  </a:extLst>
                </p:cNvPr>
                <p:cNvSpPr>
                  <a:spLocks noChangeShapeType="1"/>
                </p:cNvSpPr>
                <p:nvPr/>
              </p:nvSpPr>
              <p:spPr bwMode="auto">
                <a:xfrm flipH="1">
                  <a:off x="3749675" y="4379913"/>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37" name="Line 125">
                  <a:extLst>
                    <a:ext uri="{FF2B5EF4-FFF2-40B4-BE49-F238E27FC236}">
                      <a16:creationId xmlns:a16="http://schemas.microsoft.com/office/drawing/2014/main" id="{5C848A72-E76B-4C06-AD75-3DEF51F337E4}"/>
                    </a:ext>
                  </a:extLst>
                </p:cNvPr>
                <p:cNvSpPr>
                  <a:spLocks noChangeShapeType="1"/>
                </p:cNvSpPr>
                <p:nvPr/>
              </p:nvSpPr>
              <p:spPr bwMode="auto">
                <a:xfrm flipH="1">
                  <a:off x="3749675" y="3857625"/>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38" name="Line 126">
                  <a:extLst>
                    <a:ext uri="{FF2B5EF4-FFF2-40B4-BE49-F238E27FC236}">
                      <a16:creationId xmlns:a16="http://schemas.microsoft.com/office/drawing/2014/main" id="{839BE281-5358-49E1-950C-506E165F9A3A}"/>
                    </a:ext>
                  </a:extLst>
                </p:cNvPr>
                <p:cNvSpPr>
                  <a:spLocks noChangeShapeType="1"/>
                </p:cNvSpPr>
                <p:nvPr/>
              </p:nvSpPr>
              <p:spPr bwMode="auto">
                <a:xfrm flipH="1">
                  <a:off x="3749675" y="33353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39" name="Line 127">
                  <a:extLst>
                    <a:ext uri="{FF2B5EF4-FFF2-40B4-BE49-F238E27FC236}">
                      <a16:creationId xmlns:a16="http://schemas.microsoft.com/office/drawing/2014/main" id="{D59441F2-01E0-4096-8EDD-9F2149ED17A9}"/>
                    </a:ext>
                  </a:extLst>
                </p:cNvPr>
                <p:cNvSpPr>
                  <a:spLocks noChangeShapeType="1"/>
                </p:cNvSpPr>
                <p:nvPr/>
              </p:nvSpPr>
              <p:spPr bwMode="auto">
                <a:xfrm flipH="1">
                  <a:off x="3749675" y="28146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40" name="Line 128">
                  <a:extLst>
                    <a:ext uri="{FF2B5EF4-FFF2-40B4-BE49-F238E27FC236}">
                      <a16:creationId xmlns:a16="http://schemas.microsoft.com/office/drawing/2014/main" id="{C27029A2-67DA-4147-B080-9D987B1C8F4E}"/>
                    </a:ext>
                  </a:extLst>
                </p:cNvPr>
                <p:cNvSpPr>
                  <a:spLocks noChangeShapeType="1"/>
                </p:cNvSpPr>
                <p:nvPr/>
              </p:nvSpPr>
              <p:spPr bwMode="auto">
                <a:xfrm flipH="1">
                  <a:off x="3749675" y="22939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41" name="Line 136">
                  <a:extLst>
                    <a:ext uri="{FF2B5EF4-FFF2-40B4-BE49-F238E27FC236}">
                      <a16:creationId xmlns:a16="http://schemas.microsoft.com/office/drawing/2014/main" id="{A03F7E51-2CCA-4177-A137-CB83F32A5732}"/>
                    </a:ext>
                  </a:extLst>
                </p:cNvPr>
                <p:cNvSpPr>
                  <a:spLocks noChangeShapeType="1"/>
                </p:cNvSpPr>
                <p:nvPr/>
              </p:nvSpPr>
              <p:spPr bwMode="auto">
                <a:xfrm>
                  <a:off x="3581400" y="2219325"/>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42" name="Line 137">
                  <a:extLst>
                    <a:ext uri="{FF2B5EF4-FFF2-40B4-BE49-F238E27FC236}">
                      <a16:creationId xmlns:a16="http://schemas.microsoft.com/office/drawing/2014/main" id="{7ED50293-8503-43B4-A68E-690B8DB33C96}"/>
                    </a:ext>
                  </a:extLst>
                </p:cNvPr>
                <p:cNvSpPr>
                  <a:spLocks noChangeShapeType="1"/>
                </p:cNvSpPr>
                <p:nvPr/>
              </p:nvSpPr>
              <p:spPr bwMode="auto">
                <a:xfrm>
                  <a:off x="3581400" y="5494338"/>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43" name="Line 138">
                  <a:extLst>
                    <a:ext uri="{FF2B5EF4-FFF2-40B4-BE49-F238E27FC236}">
                      <a16:creationId xmlns:a16="http://schemas.microsoft.com/office/drawing/2014/main" id="{A1320E5F-57D8-4792-A9A2-22FD07F67DA1}"/>
                    </a:ext>
                  </a:extLst>
                </p:cNvPr>
                <p:cNvSpPr>
                  <a:spLocks noChangeShapeType="1"/>
                </p:cNvSpPr>
                <p:nvPr/>
              </p:nvSpPr>
              <p:spPr bwMode="auto">
                <a:xfrm flipV="1">
                  <a:off x="3581400"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44" name="Line 139">
                  <a:extLst>
                    <a:ext uri="{FF2B5EF4-FFF2-40B4-BE49-F238E27FC236}">
                      <a16:creationId xmlns:a16="http://schemas.microsoft.com/office/drawing/2014/main" id="{4BCF1253-DB87-4B68-BA6B-FA236C870FBA}"/>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grpSp>
          <mc:AlternateContent xmlns:mc="http://schemas.openxmlformats.org/markup-compatibility/2006" xmlns:a14="http://schemas.microsoft.com/office/drawing/2010/main">
            <mc:Choice Requires="a14">
              <p:sp>
                <p:nvSpPr>
                  <p:cNvPr id="45" name="Rectangle 66">
                    <a:extLst>
                      <a:ext uri="{FF2B5EF4-FFF2-40B4-BE49-F238E27FC236}">
                        <a16:creationId xmlns:a16="http://schemas.microsoft.com/office/drawing/2014/main" id="{ABDCAA75-BC4D-4880-B174-A8EA35257B96}"/>
                      </a:ext>
                    </a:extLst>
                  </p:cNvPr>
                  <p:cNvSpPr>
                    <a:spLocks noChangeArrowheads="1"/>
                  </p:cNvSpPr>
                  <p:nvPr/>
                </p:nvSpPr>
                <p:spPr bwMode="auto">
                  <a:xfrm>
                    <a:off x="3493441" y="3791209"/>
                    <a:ext cx="444609"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func>
                            <m:funcPr>
                              <m:ctrlPr>
                                <a:rPr kumimoji="0" lang="en-US" altLang="ko-KR" sz="800" b="0" i="1" u="none" strike="noStrike" cap="none" normalizeH="0" baseline="0" smtClean="0">
                                  <a:ln>
                                    <a:noFill/>
                                  </a:ln>
                                  <a:solidFill>
                                    <a:schemeClr val="tx1"/>
                                  </a:solidFill>
                                  <a:effectLst/>
                                  <a:latin typeface="Cambria Math" panose="02040503050406030204" pitchFamily="18" charset="0"/>
                                </a:rPr>
                              </m:ctrlPr>
                            </m:funcPr>
                            <m:fName>
                              <m:r>
                                <m:rPr>
                                  <m:sty m:val="p"/>
                                </m:rPr>
                                <a:rPr kumimoji="0" lang="en-US" altLang="ko-KR" sz="800" b="0" i="0" u="none" strike="noStrike" cap="none" normalizeH="0" baseline="0" smtClean="0">
                                  <a:ln>
                                    <a:noFill/>
                                  </a:ln>
                                  <a:solidFill>
                                    <a:schemeClr val="tx1"/>
                                  </a:solidFill>
                                  <a:effectLst/>
                                  <a:latin typeface="Cambria Math" panose="02040503050406030204" pitchFamily="18" charset="0"/>
                                </a:rPr>
                                <m:t>exp</m:t>
                              </m:r>
                            </m:fName>
                            <m:e>
                              <m:r>
                                <a:rPr kumimoji="0" lang="en-US" altLang="ko-KR" sz="800" b="0" i="1" u="none" strike="noStrike" cap="none" normalizeH="0" baseline="0" smtClean="0">
                                  <a:ln>
                                    <a:noFill/>
                                  </a:ln>
                                  <a:solidFill>
                                    <a:schemeClr val="tx1"/>
                                  </a:solidFill>
                                  <a:effectLst/>
                                  <a:latin typeface="Cambria Math" panose="02040503050406030204" pitchFamily="18" charset="0"/>
                                </a:rPr>
                                <m:t>(−</m:t>
                              </m:r>
                              <m:r>
                                <a:rPr kumimoji="0" lang="en-US" altLang="ko-KR" sz="800" b="0" i="1" u="none" strike="noStrike" cap="none" normalizeH="0" baseline="0" smtClean="0">
                                  <a:ln>
                                    <a:noFill/>
                                  </a:ln>
                                  <a:solidFill>
                                    <a:schemeClr val="tx1"/>
                                  </a:solidFill>
                                  <a:effectLst/>
                                  <a:latin typeface="Cambria Math" panose="02040503050406030204" pitchFamily="18" charset="0"/>
                                </a:rPr>
                                <m:t>𝑖</m:t>
                              </m:r>
                              <m:r>
                                <a:rPr kumimoji="0" lang="en-US" altLang="ko-KR" sz="800" b="0" i="1" u="none" strike="noStrike" cap="none" normalizeH="0" baseline="0" smtClean="0">
                                  <a:ln>
                                    <a:noFill/>
                                  </a:ln>
                                  <a:solidFill>
                                    <a:schemeClr val="tx1"/>
                                  </a:solidFill>
                                  <a:effectLst/>
                                  <a:latin typeface="Cambria Math" panose="02040503050406030204" pitchFamily="18" charset="0"/>
                                </a:rPr>
                                <m:t>𝜋</m:t>
                              </m:r>
                              <m:r>
                                <a:rPr kumimoji="0" lang="en-US" altLang="ko-KR" sz="800" b="0" i="1" u="none" strike="noStrike" cap="none" normalizeH="0" baseline="0" smtClean="0">
                                  <a:ln>
                                    <a:noFill/>
                                  </a:ln>
                                  <a:solidFill>
                                    <a:schemeClr val="tx1"/>
                                  </a:solidFill>
                                  <a:effectLst/>
                                  <a:latin typeface="Cambria Math" panose="02040503050406030204" pitchFamily="18" charset="0"/>
                                </a:rPr>
                                <m:t>)</m:t>
                              </m:r>
                            </m:e>
                          </m:func>
                        </m:oMath>
                      </m:oMathPara>
                    </a14:m>
                    <a:endParaRPr kumimoji="0" lang="ko-KR" altLang="ko-KR" sz="800" b="0" i="0" u="none" strike="noStrike" cap="none" normalizeH="0" baseline="0" dirty="0">
                      <a:ln>
                        <a:noFill/>
                      </a:ln>
                      <a:solidFill>
                        <a:schemeClr val="tx1"/>
                      </a:solidFill>
                      <a:effectLst/>
                    </a:endParaRPr>
                  </a:p>
                </p:txBody>
              </p:sp>
            </mc:Choice>
            <mc:Fallback xmlns="">
              <p:sp>
                <p:nvSpPr>
                  <p:cNvPr id="45" name="Rectangle 66">
                    <a:extLst>
                      <a:ext uri="{FF2B5EF4-FFF2-40B4-BE49-F238E27FC236}">
                        <a16:creationId xmlns:a16="http://schemas.microsoft.com/office/drawing/2014/main" id="{ABDCAA75-BC4D-4880-B174-A8EA35257B96}"/>
                      </a:ext>
                    </a:extLst>
                  </p:cNvPr>
                  <p:cNvSpPr>
                    <a:spLocks noRot="1" noChangeAspect="1" noMove="1" noResize="1" noEditPoints="1" noAdjustHandles="1" noChangeArrowheads="1" noChangeShapeType="1" noTextEdit="1"/>
                  </p:cNvSpPr>
                  <p:nvPr/>
                </p:nvSpPr>
                <p:spPr bwMode="auto">
                  <a:xfrm>
                    <a:off x="3493441" y="3791209"/>
                    <a:ext cx="444609" cy="123111"/>
                  </a:xfrm>
                  <a:prstGeom prst="rect">
                    <a:avLst/>
                  </a:prstGeom>
                  <a:blipFill>
                    <a:blip r:embed="rId8"/>
                    <a:stretch>
                      <a:fillRect l="-13043" t="-8333" r="-67391" b="-13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46" name="오른쪽 화살표 1">
                <a:extLst>
                  <a:ext uri="{FF2B5EF4-FFF2-40B4-BE49-F238E27FC236}">
                    <a16:creationId xmlns:a16="http://schemas.microsoft.com/office/drawing/2014/main" id="{DA776A9A-BCB2-43D7-B42D-5C4D177A0385}"/>
                  </a:ext>
                </a:extLst>
              </p:cNvPr>
              <p:cNvSpPr/>
              <p:nvPr/>
            </p:nvSpPr>
            <p:spPr>
              <a:xfrm>
                <a:off x="2311793" y="2159089"/>
                <a:ext cx="1390965" cy="1095375"/>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a:p>
            </p:txBody>
          </p:sp>
          <p:sp>
            <p:nvSpPr>
              <p:cNvPr id="47" name="오른쪽 화살표 1">
                <a:extLst>
                  <a:ext uri="{FF2B5EF4-FFF2-40B4-BE49-F238E27FC236}">
                    <a16:creationId xmlns:a16="http://schemas.microsoft.com/office/drawing/2014/main" id="{0CAEF56E-1E5F-496F-9CBD-904B5F765232}"/>
                  </a:ext>
                </a:extLst>
              </p:cNvPr>
              <p:cNvSpPr/>
              <p:nvPr/>
            </p:nvSpPr>
            <p:spPr>
              <a:xfrm>
                <a:off x="5731241" y="2159089"/>
                <a:ext cx="963273" cy="1095375"/>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B047AB5-64A7-4E3A-B7E6-B2EE3AE59BE5}"/>
                      </a:ext>
                    </a:extLst>
                  </p:cNvPr>
                  <p:cNvSpPr txBox="1"/>
                  <p:nvPr/>
                </p:nvSpPr>
                <p:spPr>
                  <a:xfrm>
                    <a:off x="5585649" y="2413170"/>
                    <a:ext cx="1107430" cy="590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𝐶𝑆𝐹</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f>
                                <m:fPr>
                                  <m:ctrlP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num>
                                <m:den>
                                  <m:sSub>
                                    <m:sSubPr>
                                      <m:ctrlP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den>
                              </m:f>
                            </m:e>
                          </m:d>
                        </m:oMath>
                      </m:oMathPara>
                    </a14:m>
                    <a:endParaRPr lang="ko-KR" altLang="en-US" sz="800" dirty="0"/>
                  </a:p>
                </p:txBody>
              </p:sp>
            </mc:Choice>
            <mc:Fallback xmlns="">
              <p:sp>
                <p:nvSpPr>
                  <p:cNvPr id="48" name="TextBox 47">
                    <a:extLst>
                      <a:ext uri="{FF2B5EF4-FFF2-40B4-BE49-F238E27FC236}">
                        <a16:creationId xmlns:a16="http://schemas.microsoft.com/office/drawing/2014/main" id="{0B047AB5-64A7-4E3A-B7E6-B2EE3AE59BE5}"/>
                      </a:ext>
                    </a:extLst>
                  </p:cNvPr>
                  <p:cNvSpPr txBox="1">
                    <a:spLocks noRot="1" noChangeAspect="1" noMove="1" noResize="1" noEditPoints="1" noAdjustHandles="1" noChangeArrowheads="1" noChangeShapeType="1" noTextEdit="1"/>
                  </p:cNvSpPr>
                  <p:nvPr/>
                </p:nvSpPr>
                <p:spPr>
                  <a:xfrm>
                    <a:off x="5585649" y="2413170"/>
                    <a:ext cx="1107430" cy="590443"/>
                  </a:xfrm>
                  <a:prstGeom prst="rect">
                    <a:avLst/>
                  </a:prstGeom>
                  <a:blipFill>
                    <a:blip r:embed="rId9"/>
                    <a:stretch>
                      <a:fillRect/>
                    </a:stretch>
                  </a:blipFill>
                </p:spPr>
                <p:txBody>
                  <a:bodyPr/>
                  <a:lstStyle/>
                  <a:p>
                    <a:r>
                      <a:rPr lang="ko-KR" altLang="en-US">
                        <a:noFill/>
                      </a:rPr>
                      <a:t> </a:t>
                    </a:r>
                  </a:p>
                </p:txBody>
              </p:sp>
            </mc:Fallback>
          </mc:AlternateContent>
          <p:sp>
            <p:nvSpPr>
              <p:cNvPr id="49" name="TextBox 48">
                <a:extLst>
                  <a:ext uri="{FF2B5EF4-FFF2-40B4-BE49-F238E27FC236}">
                    <a16:creationId xmlns:a16="http://schemas.microsoft.com/office/drawing/2014/main" id="{1FD2E21B-60E5-44B1-A3EA-BB21C645DBE5}"/>
                  </a:ext>
                </a:extLst>
              </p:cNvPr>
              <p:cNvSpPr txBox="1"/>
              <p:nvPr/>
            </p:nvSpPr>
            <p:spPr>
              <a:xfrm>
                <a:off x="2151094" y="2433309"/>
                <a:ext cx="1577989" cy="524870"/>
              </a:xfrm>
              <a:prstGeom prst="rect">
                <a:avLst/>
              </a:prstGeom>
              <a:noFill/>
            </p:spPr>
            <p:txBody>
              <a:bodyPr wrap="square" rtlCol="0">
                <a:spAutoFit/>
              </a:bodyPr>
              <a:lstStyle/>
              <a:p>
                <a:pPr algn="ctr"/>
                <a:r>
                  <a:rPr lang="en-US" altLang="ko-KR" sz="800" dirty="0">
                    <a:solidFill>
                      <a:prstClr val="black"/>
                    </a:solidFill>
                    <a:latin typeface="Arial" panose="020B0604020202020204" pitchFamily="34" charset="0"/>
                    <a:cs typeface="Arial" panose="020B0604020202020204" pitchFamily="34" charset="0"/>
                  </a:rPr>
                  <a:t>Fully-developed speckle</a:t>
                </a:r>
                <a:endParaRPr lang="ko-KR" altLang="en-US" sz="800" dirty="0">
                  <a:solidFill>
                    <a:prstClr val="black"/>
                  </a:solidFill>
                  <a:latin typeface="Arial" panose="020B0604020202020204" pitchFamily="34" charset="0"/>
                  <a:cs typeface="Arial" panose="020B0604020202020204" pitchFamily="34" charset="0"/>
                </a:endParaRPr>
              </a:p>
            </p:txBody>
          </p:sp>
          <p:pic>
            <p:nvPicPr>
              <p:cNvPr id="50" name="Picture 6">
                <a:extLst>
                  <a:ext uri="{FF2B5EF4-FFF2-40B4-BE49-F238E27FC236}">
                    <a16:creationId xmlns:a16="http://schemas.microsoft.com/office/drawing/2014/main" id="{81263E17-7E08-47A4-A007-B9F126AB38B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8083" y="1752996"/>
                <a:ext cx="1850083" cy="1850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42300B2-23F7-4D8D-A459-AD51CA273BC4}"/>
                      </a:ext>
                    </a:extLst>
                  </p:cNvPr>
                  <p:cNvSpPr txBox="1"/>
                  <p:nvPr/>
                </p:nvSpPr>
                <p:spPr>
                  <a:xfrm>
                    <a:off x="7124384" y="3213878"/>
                    <a:ext cx="1737444" cy="568211"/>
                  </a:xfrm>
                  <a:prstGeom prst="rect">
                    <a:avLst/>
                  </a:prstGeom>
                  <a:noFill/>
                </p:spPr>
                <p:txBody>
                  <a:bodyPr wrap="square" rtlCol="0">
                    <a:spAutoFit/>
                  </a:bodyPr>
                  <a:lstStyle/>
                  <a:p>
                    <a:pPr algn="ctr"/>
                    <a:r>
                      <a:rPr lang="en-US" altLang="ko-KR" sz="800" dirty="0">
                        <a:solidFill>
                          <a:prstClr val="black"/>
                        </a:solidFill>
                        <a:latin typeface="helvetica" panose="020B0604020202020204" pitchFamily="34" charset="0"/>
                        <a:cs typeface="helvetica" panose="020B0604020202020204" pitchFamily="34" charset="0"/>
                      </a:rPr>
                      <a:t>A speckle pattern of the grain </a:t>
                    </a:r>
                    <a:r>
                      <a:rPr lang="en-US" altLang="ko-KR" sz="800" dirty="0">
                        <a:solidFill>
                          <a:schemeClr val="tx1"/>
                        </a:solidFill>
                        <a:latin typeface="helvetica" panose="020B0604020202020204" pitchFamily="34" charset="0"/>
                        <a:cs typeface="helvetica" panose="020B0604020202020204" pitchFamily="34" charset="0"/>
                      </a:rPr>
                      <a:t>size </a:t>
                    </a:r>
                    <a14:m>
                      <m:oMath xmlns:m="http://schemas.openxmlformats.org/officeDocument/2006/math">
                        <m:sSub>
                          <m:sSubPr>
                            <m:ctrlPr>
                              <a:rPr lang="en-US" altLang="ko-KR" sz="8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oMath>
                    </a14:m>
                    <a:endParaRPr lang="ko-KR" altLang="en-US" sz="800" dirty="0">
                      <a:solidFill>
                        <a:prstClr val="black"/>
                      </a:solidFill>
                      <a:latin typeface="helvetica" panose="020B0604020202020204" pitchFamily="34" charset="0"/>
                      <a:cs typeface="helvetica" panose="020B0604020202020204" pitchFamily="34" charset="0"/>
                    </a:endParaRPr>
                  </a:p>
                </p:txBody>
              </p:sp>
            </mc:Choice>
            <mc:Fallback xmlns="">
              <p:sp>
                <p:nvSpPr>
                  <p:cNvPr id="51" name="TextBox 50">
                    <a:extLst>
                      <a:ext uri="{FF2B5EF4-FFF2-40B4-BE49-F238E27FC236}">
                        <a16:creationId xmlns:a16="http://schemas.microsoft.com/office/drawing/2014/main" id="{F42300B2-23F7-4D8D-A459-AD51CA273BC4}"/>
                      </a:ext>
                    </a:extLst>
                  </p:cNvPr>
                  <p:cNvSpPr txBox="1">
                    <a:spLocks noRot="1" noChangeAspect="1" noMove="1" noResize="1" noEditPoints="1" noAdjustHandles="1" noChangeArrowheads="1" noChangeShapeType="1" noTextEdit="1"/>
                  </p:cNvSpPr>
                  <p:nvPr/>
                </p:nvSpPr>
                <p:spPr>
                  <a:xfrm>
                    <a:off x="7124384" y="3213878"/>
                    <a:ext cx="1737444" cy="568211"/>
                  </a:xfrm>
                  <a:prstGeom prst="rect">
                    <a:avLst/>
                  </a:prstGeom>
                  <a:blipFill>
                    <a:blip r:embed="rId11"/>
                    <a:stretch>
                      <a:fillRect/>
                    </a:stretch>
                  </a:blipFill>
                </p:spPr>
                <p:txBody>
                  <a:bodyPr/>
                  <a:lstStyle/>
                  <a:p>
                    <a:r>
                      <a:rPr lang="ko-KR" altLang="en-US">
                        <a:noFill/>
                      </a:rPr>
                      <a:t> </a:t>
                    </a:r>
                  </a:p>
                </p:txBody>
              </p:sp>
            </mc:Fallback>
          </mc:AlternateContent>
        </p:grpSp>
        <p:sp>
          <p:nvSpPr>
            <p:cNvPr id="53" name="TextBox 52">
              <a:extLst>
                <a:ext uri="{FF2B5EF4-FFF2-40B4-BE49-F238E27FC236}">
                  <a16:creationId xmlns:a16="http://schemas.microsoft.com/office/drawing/2014/main" id="{E80CDC8B-4282-40F1-80A8-A54490F5C7F5}"/>
                </a:ext>
              </a:extLst>
            </p:cNvPr>
            <p:cNvSpPr txBox="1"/>
            <p:nvPr/>
          </p:nvSpPr>
          <p:spPr>
            <a:xfrm>
              <a:off x="575310" y="643903"/>
              <a:ext cx="278189" cy="270019"/>
            </a:xfrm>
            <a:prstGeom prst="rect">
              <a:avLst/>
            </a:prstGeom>
            <a:noFill/>
          </p:spPr>
          <p:txBody>
            <a:bodyPr wrap="square" rtlCol="0">
              <a:spAutoFit/>
            </a:bodyPr>
            <a:lstStyle/>
            <a:p>
              <a:r>
                <a:rPr lang="en-US" altLang="ko-KR" sz="1600" b="1" dirty="0">
                  <a:latin typeface="Times New Roman" panose="02020603050405020304" pitchFamily="18" charset="0"/>
                  <a:cs typeface="Times New Roman" panose="02020603050405020304" pitchFamily="18" charset="0"/>
                </a:rPr>
                <a:t>a</a:t>
              </a:r>
              <a:endParaRPr lang="ko-KR" altLang="en-US" sz="1600" b="1" dirty="0">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363BB077-3662-45A7-A9A4-3585C3FE1B97}"/>
                </a:ext>
              </a:extLst>
            </p:cNvPr>
            <p:cNvSpPr txBox="1"/>
            <p:nvPr/>
          </p:nvSpPr>
          <p:spPr>
            <a:xfrm>
              <a:off x="566760" y="2601260"/>
              <a:ext cx="295288" cy="270019"/>
            </a:xfrm>
            <a:prstGeom prst="rect">
              <a:avLst/>
            </a:prstGeom>
            <a:noFill/>
          </p:spPr>
          <p:txBody>
            <a:bodyPr wrap="square" rtlCol="0">
              <a:spAutoFit/>
            </a:bodyPr>
            <a:lstStyle/>
            <a:p>
              <a:r>
                <a:rPr lang="en-US" altLang="ko-KR" sz="1600" b="1" dirty="0">
                  <a:latin typeface="Times New Roman" panose="02020603050405020304" pitchFamily="18" charset="0"/>
                  <a:cs typeface="Times New Roman" panose="02020603050405020304" pitchFamily="18" charset="0"/>
                </a:rPr>
                <a:t>b</a:t>
              </a:r>
              <a:endParaRPr lang="ko-KR" altLang="en-US"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096622C-A745-4E81-9951-2DC07AFB9DEE}"/>
                    </a:ext>
                  </a:extLst>
                </p:cNvPr>
                <p:cNvSpPr txBox="1"/>
                <p:nvPr/>
              </p:nvSpPr>
              <p:spPr>
                <a:xfrm>
                  <a:off x="714404" y="2631857"/>
                  <a:ext cx="1142145" cy="3469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b="0" i="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𝜆</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𝑒𝑥</m:t>
                                </m:r>
                              </m:sub>
                            </m:sSub>
                          </m:num>
                          <m:den>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2</m:t>
                            </m:r>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𝑁</m:t>
                            </m:r>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𝑖𝑙</m:t>
                                </m:r>
                              </m:sub>
                            </m:sSub>
                          </m:den>
                        </m:f>
                      </m:oMath>
                    </m:oMathPara>
                  </a14:m>
                  <a:endParaRPr lang="ko-KR" altLang="en-US" sz="800" dirty="0">
                    <a:solidFill>
                      <a:schemeClr val="tx1"/>
                    </a:solidFill>
                  </a:endParaRPr>
                </a:p>
              </p:txBody>
            </p:sp>
          </mc:Choice>
          <mc:Fallback xmlns="">
            <p:sp>
              <p:nvSpPr>
                <p:cNvPr id="57" name="TextBox 56">
                  <a:extLst>
                    <a:ext uri="{FF2B5EF4-FFF2-40B4-BE49-F238E27FC236}">
                      <a16:creationId xmlns:a16="http://schemas.microsoft.com/office/drawing/2014/main" id="{E096622C-A745-4E81-9951-2DC07AFB9DEE}"/>
                    </a:ext>
                  </a:extLst>
                </p:cNvPr>
                <p:cNvSpPr txBox="1">
                  <a:spLocks noRot="1" noChangeAspect="1" noMove="1" noResize="1" noEditPoints="1" noAdjustHandles="1" noChangeArrowheads="1" noChangeShapeType="1" noTextEdit="1"/>
                </p:cNvSpPr>
                <p:nvPr/>
              </p:nvSpPr>
              <p:spPr>
                <a:xfrm>
                  <a:off x="714404" y="2631857"/>
                  <a:ext cx="1142145" cy="346954"/>
                </a:xfrm>
                <a:prstGeom prst="rect">
                  <a:avLst/>
                </a:prstGeom>
                <a:blipFill>
                  <a:blip r:embed="rId1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117065E-2F47-43FC-93FF-F1E1AC9C434E}"/>
                    </a:ext>
                  </a:extLst>
                </p:cNvPr>
                <p:cNvSpPr txBox="1"/>
                <p:nvPr/>
              </p:nvSpPr>
              <p:spPr>
                <a:xfrm>
                  <a:off x="768193" y="3911485"/>
                  <a:ext cx="1142145" cy="3469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b="0" i="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𝜆</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𝑒𝑥</m:t>
                                </m:r>
                              </m:sub>
                            </m:sSub>
                          </m:num>
                          <m:den>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2</m:t>
                            </m:r>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𝑁</m:t>
                            </m:r>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𝑖𝑙</m:t>
                                </m:r>
                              </m:sub>
                            </m:sSub>
                          </m:den>
                        </m:f>
                      </m:oMath>
                    </m:oMathPara>
                  </a14:m>
                  <a:endParaRPr lang="ko-KR" altLang="en-US" sz="800" dirty="0">
                    <a:solidFill>
                      <a:schemeClr val="tx1"/>
                    </a:solidFill>
                  </a:endParaRPr>
                </a:p>
              </p:txBody>
            </p:sp>
          </mc:Choice>
          <mc:Fallback xmlns="">
            <p:sp>
              <p:nvSpPr>
                <p:cNvPr id="58" name="TextBox 57">
                  <a:extLst>
                    <a:ext uri="{FF2B5EF4-FFF2-40B4-BE49-F238E27FC236}">
                      <a16:creationId xmlns:a16="http://schemas.microsoft.com/office/drawing/2014/main" id="{A117065E-2F47-43FC-93FF-F1E1AC9C434E}"/>
                    </a:ext>
                  </a:extLst>
                </p:cNvPr>
                <p:cNvSpPr txBox="1">
                  <a:spLocks noRot="1" noChangeAspect="1" noMove="1" noResize="1" noEditPoints="1" noAdjustHandles="1" noChangeArrowheads="1" noChangeShapeType="1" noTextEdit="1"/>
                </p:cNvSpPr>
                <p:nvPr/>
              </p:nvSpPr>
              <p:spPr>
                <a:xfrm>
                  <a:off x="768193" y="3911485"/>
                  <a:ext cx="1142145" cy="346954"/>
                </a:xfrm>
                <a:prstGeom prst="rect">
                  <a:avLst/>
                </a:prstGeom>
                <a:blipFill>
                  <a:blip r:embed="rId13"/>
                  <a:stretch>
                    <a:fillRect/>
                  </a:stretch>
                </a:blipFill>
              </p:spPr>
              <p:txBody>
                <a:bodyPr/>
                <a:lstStyle/>
                <a:p>
                  <a:r>
                    <a:rPr lang="ko-KR" altLang="en-US">
                      <a:noFill/>
                    </a:rPr>
                    <a:t> </a:t>
                  </a:r>
                </a:p>
              </p:txBody>
            </p:sp>
          </mc:Fallback>
        </mc:AlternateContent>
        <p:pic>
          <p:nvPicPr>
            <p:cNvPr id="59" name="그림 58">
              <a:extLst>
                <a:ext uri="{FF2B5EF4-FFF2-40B4-BE49-F238E27FC236}">
                  <a16:creationId xmlns:a16="http://schemas.microsoft.com/office/drawing/2014/main" id="{27F7DD7C-2F10-4D24-AB06-8EBA396757C3}"/>
                </a:ext>
              </a:extLst>
            </p:cNvPr>
            <p:cNvPicPr>
              <a:picLocks noChangeAspect="1"/>
            </p:cNvPicPr>
            <p:nvPr/>
          </p:nvPicPr>
          <p:blipFill rotWithShape="1">
            <a:blip r:embed="rId3"/>
            <a:srcRect l="17636" t="35480" r="12842" b="11639"/>
            <a:stretch/>
          </p:blipFill>
          <p:spPr>
            <a:xfrm>
              <a:off x="1746636" y="3649564"/>
              <a:ext cx="1229705" cy="393954"/>
            </a:xfrm>
            <a:prstGeom prst="rect">
              <a:avLst/>
            </a:prstGeom>
          </p:spPr>
        </p:pic>
        <p:pic>
          <p:nvPicPr>
            <p:cNvPr id="60" name="그림 59">
              <a:extLst>
                <a:ext uri="{FF2B5EF4-FFF2-40B4-BE49-F238E27FC236}">
                  <a16:creationId xmlns:a16="http://schemas.microsoft.com/office/drawing/2014/main" id="{3B62F6D5-063A-4BE7-BD83-DA045C3F2EE0}"/>
                </a:ext>
              </a:extLst>
            </p:cNvPr>
            <p:cNvPicPr>
              <a:picLocks noChangeAspect="1"/>
            </p:cNvPicPr>
            <p:nvPr/>
          </p:nvPicPr>
          <p:blipFill rotWithShape="1">
            <a:blip r:embed="rId14"/>
            <a:srcRect l="24127" t="27158" r="6144" b="9425"/>
            <a:stretch/>
          </p:blipFill>
          <p:spPr>
            <a:xfrm>
              <a:off x="1746372" y="2770537"/>
              <a:ext cx="1253268" cy="409096"/>
            </a:xfrm>
            <a:prstGeom prst="rect">
              <a:avLst/>
            </a:prstGeom>
          </p:spPr>
        </p:pic>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BF2414D-3A0A-48D4-9C72-3189D68704E9}"/>
                    </a:ext>
                  </a:extLst>
                </p:cNvPr>
                <p:cNvSpPr txBox="1"/>
                <p:nvPr/>
              </p:nvSpPr>
              <p:spPr>
                <a:xfrm>
                  <a:off x="1045490" y="749527"/>
                  <a:ext cx="623888" cy="21544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ko-KR" sz="800" b="0" i="0" smtClean="0">
                            <a:solidFill>
                              <a:prstClr val="black"/>
                            </a:solidFill>
                            <a:latin typeface="Cambria Math" panose="02040503050406030204" pitchFamily="18" charset="0"/>
                            <a:cs typeface="Arial" panose="020B0604020202020204" pitchFamily="34" charset="0"/>
                          </a:rPr>
                          <m:t>Φ</m:t>
                        </m:r>
                        <m:r>
                          <a:rPr lang="en-US" altLang="ko-KR" sz="800" b="0" i="0"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𝑥</m:t>
                        </m:r>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𝑦</m:t>
                        </m:r>
                        <m:r>
                          <a:rPr lang="en-US" altLang="ko-KR" sz="800" b="0" i="0" smtClean="0">
                            <a:solidFill>
                              <a:prstClr val="black"/>
                            </a:solidFill>
                            <a:latin typeface="Cambria Math" panose="02040503050406030204" pitchFamily="18" charset="0"/>
                            <a:cs typeface="Arial" panose="020B0604020202020204" pitchFamily="34" charset="0"/>
                          </a:rPr>
                          <m:t>)</m:t>
                        </m:r>
                      </m:oMath>
                    </m:oMathPara>
                  </a14:m>
                  <a:endParaRPr lang="en-US" altLang="ko-KR" sz="800" dirty="0">
                    <a:solidFill>
                      <a:prstClr val="black"/>
                    </a:solidFill>
                    <a:latin typeface="Arial" panose="020B0604020202020204" pitchFamily="34" charset="0"/>
                    <a:cs typeface="Arial" panose="020B0604020202020204" pitchFamily="34" charset="0"/>
                  </a:endParaRPr>
                </a:p>
              </p:txBody>
            </p:sp>
          </mc:Choice>
          <mc:Fallback xmlns="">
            <p:sp>
              <p:nvSpPr>
                <p:cNvPr id="62" name="TextBox 61">
                  <a:extLst>
                    <a:ext uri="{FF2B5EF4-FFF2-40B4-BE49-F238E27FC236}">
                      <a16:creationId xmlns:a16="http://schemas.microsoft.com/office/drawing/2014/main" id="{3BF2414D-3A0A-48D4-9C72-3189D68704E9}"/>
                    </a:ext>
                  </a:extLst>
                </p:cNvPr>
                <p:cNvSpPr txBox="1">
                  <a:spLocks noRot="1" noChangeAspect="1" noMove="1" noResize="1" noEditPoints="1" noAdjustHandles="1" noChangeArrowheads="1" noChangeShapeType="1" noTextEdit="1"/>
                </p:cNvSpPr>
                <p:nvPr/>
              </p:nvSpPr>
              <p:spPr>
                <a:xfrm>
                  <a:off x="1045490" y="749527"/>
                  <a:ext cx="623888" cy="215444"/>
                </a:xfrm>
                <a:prstGeom prst="rect">
                  <a:avLst/>
                </a:prstGeom>
                <a:blipFill>
                  <a:blip r:embed="rId15"/>
                  <a:stretch>
                    <a:fillRect b="-285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2B7A4E4-195E-4B79-B1F2-DD3A8CA910AE}"/>
                    </a:ext>
                  </a:extLst>
                </p:cNvPr>
                <p:cNvSpPr txBox="1"/>
                <p:nvPr/>
              </p:nvSpPr>
              <p:spPr>
                <a:xfrm>
                  <a:off x="2875184" y="744497"/>
                  <a:ext cx="1285139"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prstClr val="black"/>
                                </a:solidFill>
                                <a:latin typeface="Cambria Math" panose="02040503050406030204" pitchFamily="18" charset="0"/>
                                <a:cs typeface="Arial" panose="020B0604020202020204" pitchFamily="34" charset="0"/>
                              </a:rPr>
                            </m:ctrlPr>
                          </m:sSubPr>
                          <m:e>
                            <m:r>
                              <a:rPr lang="en-US" altLang="ko-KR" sz="800" b="0" i="1" smtClean="0">
                                <a:solidFill>
                                  <a:prstClr val="black"/>
                                </a:solidFill>
                                <a:latin typeface="Cambria Math" panose="02040503050406030204" pitchFamily="18" charset="0"/>
                                <a:cs typeface="Arial" panose="020B0604020202020204" pitchFamily="34" charset="0"/>
                              </a:rPr>
                              <m:t>𝐸</m:t>
                            </m:r>
                          </m:e>
                          <m:sub>
                            <m:r>
                              <a:rPr lang="en-US" altLang="ko-KR" sz="800" b="0" i="1" smtClean="0">
                                <a:solidFill>
                                  <a:prstClr val="black"/>
                                </a:solidFill>
                                <a:latin typeface="Cambria Math" panose="02040503050406030204" pitchFamily="18" charset="0"/>
                                <a:cs typeface="Arial" panose="020B0604020202020204" pitchFamily="34" charset="0"/>
                              </a:rPr>
                              <m:t>0</m:t>
                            </m:r>
                          </m:sub>
                        </m:sSub>
                        <m:d>
                          <m:dPr>
                            <m:ctrlPr>
                              <a:rPr lang="en-US" altLang="ko-KR" sz="800" b="0" i="1" smtClean="0">
                                <a:solidFill>
                                  <a:prstClr val="black"/>
                                </a:solidFill>
                                <a:latin typeface="Cambria Math" panose="02040503050406030204" pitchFamily="18" charset="0"/>
                                <a:cs typeface="Arial" panose="020B0604020202020204" pitchFamily="34" charset="0"/>
                              </a:rPr>
                            </m:ctrlPr>
                          </m:dPr>
                          <m:e>
                            <m:r>
                              <a:rPr lang="en-US" altLang="ko-KR" sz="800" b="0" i="1" smtClean="0">
                                <a:solidFill>
                                  <a:prstClr val="black"/>
                                </a:solidFill>
                                <a:latin typeface="Cambria Math" panose="02040503050406030204" pitchFamily="18" charset="0"/>
                                <a:cs typeface="Arial" panose="020B0604020202020204" pitchFamily="34" charset="0"/>
                              </a:rPr>
                              <m:t>𝑥</m:t>
                            </m:r>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𝑦</m:t>
                            </m:r>
                          </m:e>
                        </m:d>
                        <m:r>
                          <a:rPr lang="en-US" altLang="ko-KR" sz="800" b="0" i="1" smtClean="0">
                            <a:solidFill>
                              <a:prstClr val="black"/>
                            </a:solidFill>
                            <a:latin typeface="Cambria Math" panose="02040503050406030204" pitchFamily="18" charset="0"/>
                            <a:cs typeface="Arial" panose="020B0604020202020204" pitchFamily="34" charset="0"/>
                          </a:rPr>
                          <m:t>=</m:t>
                        </m:r>
                        <m:func>
                          <m:funcPr>
                            <m:ctrlPr>
                              <a:rPr lang="en-US" altLang="ko-KR" sz="800" b="0" i="1" smtClean="0">
                                <a:solidFill>
                                  <a:prstClr val="black"/>
                                </a:solidFill>
                                <a:latin typeface="Cambria Math" panose="02040503050406030204" pitchFamily="18" charset="0"/>
                                <a:cs typeface="Arial" panose="020B0604020202020204" pitchFamily="34" charset="0"/>
                              </a:rPr>
                            </m:ctrlPr>
                          </m:funcPr>
                          <m:fName>
                            <m:r>
                              <m:rPr>
                                <m:sty m:val="p"/>
                              </m:rPr>
                              <a:rPr lang="en-US" altLang="ko-KR" sz="800" b="0" i="0" smtClean="0">
                                <a:solidFill>
                                  <a:prstClr val="black"/>
                                </a:solidFill>
                                <a:latin typeface="Cambria Math" panose="02040503050406030204" pitchFamily="18" charset="0"/>
                                <a:cs typeface="Arial" panose="020B0604020202020204" pitchFamily="34" charset="0"/>
                              </a:rPr>
                              <m:t>exp</m:t>
                            </m:r>
                          </m:fName>
                          <m:e>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𝑖</m:t>
                            </m:r>
                            <m:r>
                              <m:rPr>
                                <m:sty m:val="p"/>
                              </m:rPr>
                              <a:rPr lang="en-US" altLang="ko-KR" sz="800" b="0" i="0" smtClean="0">
                                <a:solidFill>
                                  <a:prstClr val="black"/>
                                </a:solidFill>
                                <a:latin typeface="Cambria Math" panose="02040503050406030204" pitchFamily="18" charset="0"/>
                                <a:cs typeface="Arial" panose="020B0604020202020204" pitchFamily="34" charset="0"/>
                              </a:rPr>
                              <m:t>Φ</m:t>
                            </m:r>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𝑥</m:t>
                            </m:r>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𝑦</m:t>
                            </m:r>
                            <m:r>
                              <a:rPr lang="en-US" altLang="ko-KR" sz="800" b="0" i="1" smtClean="0">
                                <a:solidFill>
                                  <a:prstClr val="black"/>
                                </a:solidFill>
                                <a:latin typeface="Cambria Math" panose="02040503050406030204" pitchFamily="18" charset="0"/>
                                <a:cs typeface="Arial" panose="020B0604020202020204" pitchFamily="34" charset="0"/>
                              </a:rPr>
                              <m:t>)]</m:t>
                            </m:r>
                          </m:e>
                        </m:func>
                      </m:oMath>
                    </m:oMathPara>
                  </a14:m>
                  <a:endParaRPr lang="ko-KR" altLang="en-US" sz="800" dirty="0"/>
                </a:p>
              </p:txBody>
            </p:sp>
          </mc:Choice>
          <mc:Fallback xmlns="">
            <p:sp>
              <p:nvSpPr>
                <p:cNvPr id="64" name="TextBox 63">
                  <a:extLst>
                    <a:ext uri="{FF2B5EF4-FFF2-40B4-BE49-F238E27FC236}">
                      <a16:creationId xmlns:a16="http://schemas.microsoft.com/office/drawing/2014/main" id="{D2B7A4E4-195E-4B79-B1F2-DD3A8CA910AE}"/>
                    </a:ext>
                  </a:extLst>
                </p:cNvPr>
                <p:cNvSpPr txBox="1">
                  <a:spLocks noRot="1" noChangeAspect="1" noMove="1" noResize="1" noEditPoints="1" noAdjustHandles="1" noChangeArrowheads="1" noChangeShapeType="1" noTextEdit="1"/>
                </p:cNvSpPr>
                <p:nvPr/>
              </p:nvSpPr>
              <p:spPr>
                <a:xfrm>
                  <a:off x="2875184" y="744497"/>
                  <a:ext cx="1285139" cy="215444"/>
                </a:xfrm>
                <a:prstGeom prst="rect">
                  <a:avLst/>
                </a:prstGeom>
                <a:blipFill>
                  <a:blip r:embed="rId16"/>
                  <a:stretch>
                    <a:fillRect b="-285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96D1761A-F3CC-496C-8F7E-644C655CDF8C}"/>
                    </a:ext>
                  </a:extLst>
                </p:cNvPr>
                <p:cNvSpPr txBox="1"/>
                <p:nvPr/>
              </p:nvSpPr>
              <p:spPr>
                <a:xfrm>
                  <a:off x="4442118" y="660683"/>
                  <a:ext cx="1866900" cy="3939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schemeClr val="tx1"/>
                                </a:solidFill>
                                <a:latin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cs typeface="Arial" panose="020B0604020202020204" pitchFamily="34" charset="0"/>
                              </a:rPr>
                              <m:t>𝐸</m:t>
                            </m:r>
                          </m:e>
                          <m:sub>
                            <m:r>
                              <a:rPr lang="en-US" altLang="ko-KR" sz="800" b="0" i="1" smtClean="0">
                                <a:solidFill>
                                  <a:schemeClr val="tx1"/>
                                </a:solidFill>
                                <a:latin typeface="Cambria Math" panose="02040503050406030204" pitchFamily="18" charset="0"/>
                                <a:cs typeface="Arial" panose="020B0604020202020204" pitchFamily="34" charset="0"/>
                              </a:rPr>
                              <m:t>1</m:t>
                            </m:r>
                          </m:sub>
                        </m:sSub>
                        <m:d>
                          <m:dPr>
                            <m:ctrlPr>
                              <a:rPr lang="en-US" altLang="ko-KR" sz="800" b="0" i="1" smtClean="0">
                                <a:solidFill>
                                  <a:schemeClr val="tx1"/>
                                </a:solidFill>
                                <a:latin typeface="Cambria Math" panose="02040503050406030204" pitchFamily="18" charset="0"/>
                                <a:cs typeface="Arial" panose="020B0604020202020204" pitchFamily="34" charset="0"/>
                              </a:rPr>
                            </m:ctrlPr>
                          </m:dPr>
                          <m:e>
                            <m:r>
                              <a:rPr lang="en-US" altLang="ko-KR" sz="800" b="0" i="1" smtClean="0">
                                <a:solidFill>
                                  <a:schemeClr val="tx1"/>
                                </a:solidFill>
                                <a:latin typeface="Cambria Math" panose="02040503050406030204" pitchFamily="18" charset="0"/>
                                <a:cs typeface="Arial" panose="020B0604020202020204" pitchFamily="34" charset="0"/>
                              </a:rPr>
                              <m:t>𝑥</m:t>
                            </m:r>
                            <m:r>
                              <a:rPr lang="en-US" altLang="ko-KR" sz="800" b="0" i="1" smtClean="0">
                                <a:solidFill>
                                  <a:schemeClr val="tx1"/>
                                </a:solidFill>
                                <a:latin typeface="Cambria Math" panose="02040503050406030204" pitchFamily="18" charset="0"/>
                                <a:cs typeface="Arial" panose="020B0604020202020204" pitchFamily="34" charset="0"/>
                              </a:rPr>
                              <m:t>,</m:t>
                            </m:r>
                            <m:r>
                              <a:rPr lang="en-US" altLang="ko-KR" sz="800" b="0" i="1" smtClean="0">
                                <a:solidFill>
                                  <a:schemeClr val="tx1"/>
                                </a:solidFill>
                                <a:latin typeface="Cambria Math" panose="02040503050406030204" pitchFamily="18" charset="0"/>
                                <a:cs typeface="Arial" panose="020B0604020202020204" pitchFamily="34" charset="0"/>
                              </a:rPr>
                              <m:t>𝑦</m:t>
                            </m:r>
                          </m:e>
                        </m:d>
                        <m:r>
                          <a:rPr lang="en-US" altLang="ko-KR" sz="800" b="0" i="1" smtClean="0">
                            <a:solidFill>
                              <a:schemeClr val="tx1"/>
                            </a:solidFill>
                            <a:latin typeface="Cambria Math" panose="02040503050406030204" pitchFamily="18" charset="0"/>
                            <a:cs typeface="Arial" panose="020B0604020202020204" pitchFamily="34" charset="0"/>
                          </a:rPr>
                          <m:t>=</m:t>
                        </m:r>
                        <m:sSub>
                          <m:sSubPr>
                            <m:ctrlPr>
                              <a:rPr lang="en-US" altLang="ko-KR" sz="800" i="1">
                                <a:solidFill>
                                  <a:schemeClr val="tx1"/>
                                </a:solidFill>
                                <a:latin typeface="Cambria Math" panose="02040503050406030204" pitchFamily="18" charset="0"/>
                                <a:cs typeface="Arial" panose="020B0604020202020204" pitchFamily="34" charset="0"/>
                              </a:rPr>
                            </m:ctrlPr>
                          </m:sSubPr>
                          <m:e>
                            <m:r>
                              <a:rPr lang="en-US" altLang="ko-KR" sz="800" i="1">
                                <a:solidFill>
                                  <a:schemeClr val="tx1"/>
                                </a:solidFill>
                                <a:latin typeface="Cambria Math" panose="02040503050406030204" pitchFamily="18" charset="0"/>
                                <a:cs typeface="Arial" panose="020B0604020202020204" pitchFamily="34" charset="0"/>
                              </a:rPr>
                              <m:t>𝐸</m:t>
                            </m:r>
                          </m:e>
                          <m:sub>
                            <m:r>
                              <a:rPr lang="en-US" altLang="ko-KR" sz="800" i="1">
                                <a:solidFill>
                                  <a:schemeClr val="tx1"/>
                                </a:solidFill>
                                <a:latin typeface="Cambria Math" panose="02040503050406030204" pitchFamily="18" charset="0"/>
                                <a:cs typeface="Arial" panose="020B0604020202020204" pitchFamily="34" charset="0"/>
                              </a:rPr>
                              <m:t>0</m:t>
                            </m:r>
                          </m:sub>
                        </m:sSub>
                        <m:d>
                          <m:dPr>
                            <m:ctrlPr>
                              <a:rPr lang="en-US" altLang="ko-KR" sz="800" i="1">
                                <a:solidFill>
                                  <a:schemeClr val="tx1"/>
                                </a:solidFill>
                                <a:latin typeface="Cambria Math" panose="02040503050406030204" pitchFamily="18" charset="0"/>
                                <a:cs typeface="Arial" panose="020B0604020202020204" pitchFamily="34" charset="0"/>
                              </a:rPr>
                            </m:ctrlPr>
                          </m:dPr>
                          <m:e>
                            <m:r>
                              <a:rPr lang="en-US" altLang="ko-KR" sz="800" i="1">
                                <a:solidFill>
                                  <a:schemeClr val="tx1"/>
                                </a:solidFill>
                                <a:latin typeface="Cambria Math" panose="02040503050406030204" pitchFamily="18" charset="0"/>
                                <a:cs typeface="Arial" panose="020B0604020202020204" pitchFamily="34" charset="0"/>
                              </a:rPr>
                              <m:t>𝑥</m:t>
                            </m:r>
                            <m:r>
                              <a:rPr lang="en-US" altLang="ko-KR" sz="800" i="1">
                                <a:solidFill>
                                  <a:schemeClr val="tx1"/>
                                </a:solidFill>
                                <a:latin typeface="Cambria Math" panose="02040503050406030204" pitchFamily="18" charset="0"/>
                                <a:cs typeface="Arial" panose="020B0604020202020204" pitchFamily="34" charset="0"/>
                              </a:rPr>
                              <m:t>,</m:t>
                            </m:r>
                            <m:r>
                              <a:rPr lang="en-US" altLang="ko-KR" sz="800" i="1">
                                <a:solidFill>
                                  <a:schemeClr val="tx1"/>
                                </a:solidFill>
                                <a:latin typeface="Cambria Math" panose="02040503050406030204" pitchFamily="18" charset="0"/>
                                <a:cs typeface="Arial" panose="020B0604020202020204" pitchFamily="34" charset="0"/>
                              </a:rPr>
                              <m:t>𝑦</m:t>
                            </m:r>
                          </m:e>
                        </m:d>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dPr>
                          <m:e>
                            <m:f>
                              <m:f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𝐽</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1</m:t>
                                    </m:r>
                                  </m:sub>
                                </m:sSub>
                                <m:d>
                                  <m:d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b="0" i="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e>
                                </m:d>
                              </m:num>
                              <m:den>
                                <m:d>
                                  <m:d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e>
                                </m:d>
                              </m:den>
                            </m:f>
                          </m:e>
                        </m:d>
                      </m:oMath>
                    </m:oMathPara>
                  </a14:m>
                  <a:endParaRPr lang="ko-KR" altLang="en-US" sz="800" dirty="0">
                    <a:solidFill>
                      <a:schemeClr val="tx1"/>
                    </a:solidFill>
                  </a:endParaRPr>
                </a:p>
              </p:txBody>
            </p:sp>
          </mc:Choice>
          <mc:Fallback xmlns="">
            <p:sp>
              <p:nvSpPr>
                <p:cNvPr id="66" name="TextBox 65">
                  <a:extLst>
                    <a:ext uri="{FF2B5EF4-FFF2-40B4-BE49-F238E27FC236}">
                      <a16:creationId xmlns:a16="http://schemas.microsoft.com/office/drawing/2014/main" id="{96D1761A-F3CC-496C-8F7E-644C655CDF8C}"/>
                    </a:ext>
                  </a:extLst>
                </p:cNvPr>
                <p:cNvSpPr txBox="1">
                  <a:spLocks noRot="1" noChangeAspect="1" noMove="1" noResize="1" noEditPoints="1" noAdjustHandles="1" noChangeArrowheads="1" noChangeShapeType="1" noTextEdit="1"/>
                </p:cNvSpPr>
                <p:nvPr/>
              </p:nvSpPr>
              <p:spPr>
                <a:xfrm>
                  <a:off x="4442118" y="660683"/>
                  <a:ext cx="1866900" cy="393954"/>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3C9200A-252D-4AF9-B112-2287864FF7D1}"/>
                    </a:ext>
                  </a:extLst>
                </p:cNvPr>
                <p:cNvSpPr txBox="1"/>
                <p:nvPr/>
              </p:nvSpPr>
              <p:spPr>
                <a:xfrm>
                  <a:off x="472710" y="3237819"/>
                  <a:ext cx="1285139" cy="3939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𝐶𝑆𝐹</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f>
                              <m:fPr>
                                <m:ctrlP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num>
                              <m:den>
                                <m:sSub>
                                  <m:sSubPr>
                                    <m:ctrlP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den>
                            </m:f>
                          </m:e>
                        </m:d>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i="1">
                                    <a:latin typeface="Cambria Math" panose="02040503050406030204" pitchFamily="18" charset="0"/>
                                    <a:ea typeface="Cambria Math" panose="02040503050406030204" pitchFamily="18" charset="0"/>
                                    <a:cs typeface="Arial" panose="020B0604020202020204" pitchFamily="34" charset="0"/>
                                  </a:rPr>
                                  <m:t>𝐽</m:t>
                                </m:r>
                              </m:e>
                              <m:sub>
                                <m:r>
                                  <a:rPr lang="en-US" altLang="ko-KR" sz="800" i="1">
                                    <a:latin typeface="Cambria Math" panose="02040503050406030204" pitchFamily="18" charset="0"/>
                                    <a:ea typeface="Cambria Math" panose="02040503050406030204" pitchFamily="18" charset="0"/>
                                    <a:cs typeface="Arial" panose="020B0604020202020204" pitchFamily="34" charset="0"/>
                                  </a:rPr>
                                  <m:t>1</m:t>
                                </m:r>
                              </m:sub>
                            </m:sSub>
                            <m:d>
                              <m:d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a:latin typeface="Cambria Math" panose="02040503050406030204" pitchFamily="18" charset="0"/>
                                    <a:ea typeface="Cambria Math" panose="02040503050406030204" pitchFamily="18" charset="0"/>
                                    <a:cs typeface="Arial" panose="020B0604020202020204" pitchFamily="34" charset="0"/>
                                  </a:rPr>
                                  <m:t>𝒓</m:t>
                                </m:r>
                                <m:r>
                                  <a:rPr lang="en-US" altLang="ko-KR" sz="800" i="1">
                                    <a:latin typeface="Cambria Math" panose="02040503050406030204" pitchFamily="18" charset="0"/>
                                    <a:ea typeface="Cambria Math" panose="02040503050406030204" pitchFamily="18" charset="0"/>
                                    <a:cs typeface="Arial" panose="020B0604020202020204" pitchFamily="34" charset="0"/>
                                  </a:rPr>
                                  <m:t>/</m:t>
                                </m:r>
                                <m:sSub>
                                  <m:sSub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latin typeface="Cambria Math" panose="02040503050406030204" pitchFamily="18" charset="0"/>
                                        <a:ea typeface="Cambria Math" panose="02040503050406030204" pitchFamily="18" charset="0"/>
                                        <a:cs typeface="Arial" panose="020B0604020202020204" pitchFamily="34" charset="0"/>
                                      </a:rPr>
                                      <m:t>𝑔</m:t>
                                    </m:r>
                                  </m:sub>
                                </m:sSub>
                              </m:e>
                            </m:d>
                          </m:num>
                          <m:den>
                            <m:d>
                              <m:d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a:latin typeface="Cambria Math" panose="02040503050406030204" pitchFamily="18" charset="0"/>
                                    <a:ea typeface="Cambria Math" panose="02040503050406030204" pitchFamily="18" charset="0"/>
                                    <a:cs typeface="Arial" panose="020B0604020202020204" pitchFamily="34" charset="0"/>
                                  </a:rPr>
                                  <m:t>𝒓</m:t>
                                </m:r>
                                <m:r>
                                  <a:rPr lang="en-US" altLang="ko-KR" sz="800" b="1" i="1">
                                    <a:latin typeface="Cambria Math" panose="02040503050406030204" pitchFamily="18" charset="0"/>
                                    <a:ea typeface="Cambria Math" panose="02040503050406030204" pitchFamily="18" charset="0"/>
                                    <a:cs typeface="Arial" panose="020B0604020202020204" pitchFamily="34" charset="0"/>
                                  </a:rPr>
                                  <m:t>/</m:t>
                                </m:r>
                                <m:sSub>
                                  <m:sSub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latin typeface="Cambria Math" panose="02040503050406030204" pitchFamily="18" charset="0"/>
                                        <a:ea typeface="Cambria Math" panose="02040503050406030204" pitchFamily="18" charset="0"/>
                                        <a:cs typeface="Arial" panose="020B0604020202020204" pitchFamily="34" charset="0"/>
                                      </a:rPr>
                                      <m:t>𝑔</m:t>
                                    </m:r>
                                  </m:sub>
                                </m:sSub>
                              </m:e>
                            </m:d>
                          </m:den>
                        </m:f>
                      </m:oMath>
                    </m:oMathPara>
                  </a14:m>
                  <a:endParaRPr lang="ko-KR" altLang="en-US" sz="800" dirty="0"/>
                </a:p>
              </p:txBody>
            </p:sp>
          </mc:Choice>
          <mc:Fallback xmlns="">
            <p:sp>
              <p:nvSpPr>
                <p:cNvPr id="68" name="TextBox 67">
                  <a:extLst>
                    <a:ext uri="{FF2B5EF4-FFF2-40B4-BE49-F238E27FC236}">
                      <a16:creationId xmlns:a16="http://schemas.microsoft.com/office/drawing/2014/main" id="{63C9200A-252D-4AF9-B112-2287864FF7D1}"/>
                    </a:ext>
                  </a:extLst>
                </p:cNvPr>
                <p:cNvSpPr txBox="1">
                  <a:spLocks noRot="1" noChangeAspect="1" noMove="1" noResize="1" noEditPoints="1" noAdjustHandles="1" noChangeArrowheads="1" noChangeShapeType="1" noTextEdit="1"/>
                </p:cNvSpPr>
                <p:nvPr/>
              </p:nvSpPr>
              <p:spPr>
                <a:xfrm>
                  <a:off x="472710" y="3237819"/>
                  <a:ext cx="1285139" cy="393954"/>
                </a:xfrm>
                <a:prstGeom prst="rect">
                  <a:avLst/>
                </a:prstGeom>
                <a:blipFill>
                  <a:blip r:embed="rId18"/>
                  <a:stretch>
                    <a:fillRect/>
                  </a:stretch>
                </a:blipFill>
              </p:spPr>
              <p:txBody>
                <a:bodyPr/>
                <a:lstStyle/>
                <a:p>
                  <a:r>
                    <a:rPr lang="ko-KR" altLang="en-US">
                      <a:noFill/>
                    </a:rPr>
                    <a:t> </a:t>
                  </a:r>
                </a:p>
              </p:txBody>
            </p:sp>
          </mc:Fallback>
        </mc:AlternateContent>
        <p:sp>
          <p:nvSpPr>
            <p:cNvPr id="69" name="TextBox 68">
              <a:extLst>
                <a:ext uri="{FF2B5EF4-FFF2-40B4-BE49-F238E27FC236}">
                  <a16:creationId xmlns:a16="http://schemas.microsoft.com/office/drawing/2014/main" id="{9C3B2B63-BB93-4B87-8D6D-B3268EA684AE}"/>
                </a:ext>
              </a:extLst>
            </p:cNvPr>
            <p:cNvSpPr txBox="1"/>
            <p:nvPr/>
          </p:nvSpPr>
          <p:spPr>
            <a:xfrm>
              <a:off x="3152075" y="2601260"/>
              <a:ext cx="295288" cy="338554"/>
            </a:xfrm>
            <a:prstGeom prst="rect">
              <a:avLst/>
            </a:prstGeom>
            <a:noFill/>
          </p:spPr>
          <p:txBody>
            <a:bodyPr wrap="square" rtlCol="0">
              <a:spAutoFit/>
            </a:bodyPr>
            <a:lstStyle/>
            <a:p>
              <a:r>
                <a:rPr lang="en-US" altLang="ko-KR" sz="1600" b="1" dirty="0">
                  <a:latin typeface="Times New Roman" panose="02020603050405020304" pitchFamily="18" charset="0"/>
                  <a:cs typeface="Times New Roman" panose="02020603050405020304" pitchFamily="18" charset="0"/>
                </a:rPr>
                <a:t>c</a:t>
              </a:r>
              <a:endParaRPr lang="ko-KR" altLang="en-US" sz="1600" b="1" dirty="0">
                <a:latin typeface="Times New Roman" panose="02020603050405020304" pitchFamily="18" charset="0"/>
                <a:cs typeface="Times New Roman" panose="02020603050405020304" pitchFamily="18" charset="0"/>
              </a:endParaRPr>
            </a:p>
          </p:txBody>
        </p:sp>
        <p:pic>
          <p:nvPicPr>
            <p:cNvPr id="71" name="Picture 144">
              <a:extLst>
                <a:ext uri="{FF2B5EF4-FFF2-40B4-BE49-F238E27FC236}">
                  <a16:creationId xmlns:a16="http://schemas.microsoft.com/office/drawing/2014/main" id="{054EB2B3-7B4D-47EC-ACAF-97784E8738A8}"/>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346075" y="3302073"/>
              <a:ext cx="822828" cy="823227"/>
            </a:xfrm>
            <a:prstGeom prst="rect">
              <a:avLst/>
            </a:prstGeom>
            <a:noFill/>
            <a:ln w="9525">
              <a:solidFill>
                <a:srgbClr val="000000"/>
              </a:solidFill>
              <a:miter lim="800000"/>
              <a:headEnd/>
              <a:tailEnd/>
            </a:ln>
            <a:scene3d>
              <a:camera prst="isometricOffAxis1Top"/>
              <a:lightRig rig="threePt" dir="t"/>
            </a:scene3d>
            <a:extLst>
              <a:ext uri="{909E8E84-426E-40DD-AFC4-6F175D3DCCD1}">
                <a14:hiddenFill xmlns:a14="http://schemas.microsoft.com/office/drawing/2010/main">
                  <a:solidFill>
                    <a:srgbClr val="FFFFFF"/>
                  </a:solidFill>
                </a14:hiddenFill>
              </a:ext>
            </a:extLst>
          </p:spPr>
        </p:pic>
        <p:grpSp>
          <p:nvGrpSpPr>
            <p:cNvPr id="72" name="그룹 71">
              <a:extLst>
                <a:ext uri="{FF2B5EF4-FFF2-40B4-BE49-F238E27FC236}">
                  <a16:creationId xmlns:a16="http://schemas.microsoft.com/office/drawing/2014/main" id="{1AC66BA7-4CC6-4108-9978-387D6B56D62C}"/>
                </a:ext>
              </a:extLst>
            </p:cNvPr>
            <p:cNvGrpSpPr/>
            <p:nvPr/>
          </p:nvGrpSpPr>
          <p:grpSpPr>
            <a:xfrm>
              <a:off x="3338938" y="2770537"/>
              <a:ext cx="2948860" cy="1154594"/>
              <a:chOff x="4821683" y="4610658"/>
              <a:chExt cx="4342471" cy="1700248"/>
            </a:xfrm>
          </p:grpSpPr>
          <p:pic>
            <p:nvPicPr>
              <p:cNvPr id="75" name="Picture 75">
                <a:extLst>
                  <a:ext uri="{FF2B5EF4-FFF2-40B4-BE49-F238E27FC236}">
                    <a16:creationId xmlns:a16="http://schemas.microsoft.com/office/drawing/2014/main" id="{E51DA42A-28FE-411C-A423-0F61E61B28B5}"/>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821683" y="4993770"/>
                <a:ext cx="1211691" cy="1212279"/>
              </a:xfrm>
              <a:prstGeom prst="rect">
                <a:avLst/>
              </a:prstGeom>
              <a:noFill/>
              <a:ln w="9525">
                <a:solidFill>
                  <a:srgbClr val="000000"/>
                </a:solidFill>
                <a:miter lim="800000"/>
                <a:headEnd/>
                <a:tailEnd/>
              </a:ln>
              <a:scene3d>
                <a:camera prst="isometricOffAxis1Top"/>
                <a:lightRig rig="threePt" dir="t"/>
              </a:scene3d>
              <a:extLst>
                <a:ext uri="{909E8E84-426E-40DD-AFC4-6F175D3DCCD1}">
                  <a14:hiddenFill xmlns:a14="http://schemas.microsoft.com/office/drawing/2010/main">
                    <a:solidFill>
                      <a:srgbClr val="FFFFFF"/>
                    </a:solidFill>
                  </a14:hiddenFill>
                </a:ext>
              </a:extLst>
            </p:spPr>
          </p:pic>
          <p:pic>
            <p:nvPicPr>
              <p:cNvPr id="76" name="Picture 213">
                <a:extLst>
                  <a:ext uri="{FF2B5EF4-FFF2-40B4-BE49-F238E27FC236}">
                    <a16:creationId xmlns:a16="http://schemas.microsoft.com/office/drawing/2014/main" id="{CF1DC8F5-07D0-4EA5-8F09-5E59A30F41E7}"/>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4828435" y="4610658"/>
                <a:ext cx="1211690" cy="1212277"/>
              </a:xfrm>
              <a:prstGeom prst="rect">
                <a:avLst/>
              </a:prstGeom>
              <a:noFill/>
              <a:ln w="9525">
                <a:solidFill>
                  <a:srgbClr val="000000"/>
                </a:solidFill>
                <a:miter lim="800000"/>
                <a:headEnd/>
                <a:tailEnd/>
              </a:ln>
              <a:scene3d>
                <a:camera prst="isometricOffAxis1Top"/>
                <a:lightRig rig="threePt" dir="t"/>
              </a:scene3d>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54ABD06-8DB5-4BFD-B0DB-E06A574AA544}"/>
                      </a:ext>
                    </a:extLst>
                  </p:cNvPr>
                  <p:cNvSpPr txBox="1"/>
                  <p:nvPr/>
                </p:nvSpPr>
                <p:spPr>
                  <a:xfrm>
                    <a:off x="5934280" y="4944831"/>
                    <a:ext cx="611815" cy="215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prstClr val="black"/>
                                  </a:solidFill>
                                  <a:latin typeface="Cambria Math" panose="02040503050406030204" pitchFamily="18" charset="0"/>
                                  <a:cs typeface="Arial" panose="020B0604020202020204" pitchFamily="34" charset="0"/>
                                </a:rPr>
                              </m:ctrlPr>
                            </m:sSubPr>
                            <m:e>
                              <m:r>
                                <m:rPr>
                                  <m:sty m:val="p"/>
                                </m:rPr>
                                <a:rPr lang="en-US" altLang="ko-KR" sz="800" b="0" i="0" smtClean="0">
                                  <a:solidFill>
                                    <a:prstClr val="black"/>
                                  </a:solidFill>
                                  <a:latin typeface="Cambria Math" panose="02040503050406030204" pitchFamily="18" charset="0"/>
                                  <a:cs typeface="Arial" panose="020B0604020202020204" pitchFamily="34" charset="0"/>
                                </a:rPr>
                                <m:t>Φ</m:t>
                              </m:r>
                            </m:e>
                            <m:sub>
                              <m:r>
                                <a:rPr lang="en-US" altLang="ko-KR" sz="800" b="0" i="0" smtClean="0">
                                  <a:solidFill>
                                    <a:prstClr val="black"/>
                                  </a:solidFill>
                                  <a:latin typeface="Cambria Math" panose="02040503050406030204" pitchFamily="18" charset="0"/>
                                  <a:cs typeface="Arial" panose="020B0604020202020204" pitchFamily="34" charset="0"/>
                                </a:rPr>
                                <m:t>1</m:t>
                              </m:r>
                            </m:sub>
                          </m:sSub>
                        </m:oMath>
                      </m:oMathPara>
                    </a14:m>
                    <a:endParaRPr lang="ko-KR" altLang="en-US" sz="800" dirty="0"/>
                  </a:p>
                </p:txBody>
              </p:sp>
            </mc:Choice>
            <mc:Fallback xmlns="">
              <p:sp>
                <p:nvSpPr>
                  <p:cNvPr id="77" name="TextBox 76">
                    <a:extLst>
                      <a:ext uri="{FF2B5EF4-FFF2-40B4-BE49-F238E27FC236}">
                        <a16:creationId xmlns:a16="http://schemas.microsoft.com/office/drawing/2014/main" id="{954ABD06-8DB5-4BFD-B0DB-E06A574AA544}"/>
                      </a:ext>
                    </a:extLst>
                  </p:cNvPr>
                  <p:cNvSpPr txBox="1">
                    <a:spLocks noRot="1" noChangeAspect="1" noMove="1" noResize="1" noEditPoints="1" noAdjustHandles="1" noChangeArrowheads="1" noChangeShapeType="1" noTextEdit="1"/>
                  </p:cNvSpPr>
                  <p:nvPr/>
                </p:nvSpPr>
                <p:spPr>
                  <a:xfrm>
                    <a:off x="5934280" y="4944831"/>
                    <a:ext cx="611815" cy="215443"/>
                  </a:xfrm>
                  <a:prstGeom prst="rect">
                    <a:avLst/>
                  </a:prstGeom>
                  <a:blipFill>
                    <a:blip r:embed="rId22"/>
                    <a:stretch>
                      <a:fillRect b="-3333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79450A6B-DE9D-4776-A2BA-0AF16114F44A}"/>
                      </a:ext>
                    </a:extLst>
                  </p:cNvPr>
                  <p:cNvSpPr txBox="1"/>
                  <p:nvPr/>
                </p:nvSpPr>
                <p:spPr>
                  <a:xfrm>
                    <a:off x="5934280" y="5341151"/>
                    <a:ext cx="611815" cy="215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prstClr val="black"/>
                                  </a:solidFill>
                                  <a:latin typeface="Cambria Math" panose="02040503050406030204" pitchFamily="18" charset="0"/>
                                  <a:cs typeface="Arial" panose="020B0604020202020204" pitchFamily="34" charset="0"/>
                                </a:rPr>
                              </m:ctrlPr>
                            </m:sSubPr>
                            <m:e>
                              <m:r>
                                <m:rPr>
                                  <m:sty m:val="p"/>
                                </m:rPr>
                                <a:rPr lang="en-US" altLang="ko-KR" sz="800" b="0" i="0" smtClean="0">
                                  <a:solidFill>
                                    <a:prstClr val="black"/>
                                  </a:solidFill>
                                  <a:latin typeface="Cambria Math" panose="02040503050406030204" pitchFamily="18" charset="0"/>
                                  <a:cs typeface="Arial" panose="020B0604020202020204" pitchFamily="34" charset="0"/>
                                </a:rPr>
                                <m:t>Φ</m:t>
                              </m:r>
                            </m:e>
                            <m:sub>
                              <m:r>
                                <a:rPr lang="en-US" altLang="ko-KR" sz="800" b="0" i="0" smtClean="0">
                                  <a:solidFill>
                                    <a:prstClr val="black"/>
                                  </a:solidFill>
                                  <a:latin typeface="Cambria Math" panose="02040503050406030204" pitchFamily="18" charset="0"/>
                                  <a:cs typeface="Arial" panose="020B0604020202020204" pitchFamily="34" charset="0"/>
                                </a:rPr>
                                <m:t>2</m:t>
                              </m:r>
                            </m:sub>
                          </m:sSub>
                        </m:oMath>
                      </m:oMathPara>
                    </a14:m>
                    <a:endParaRPr lang="ko-KR" altLang="en-US" sz="800" dirty="0"/>
                  </a:p>
                </p:txBody>
              </p:sp>
            </mc:Choice>
            <mc:Fallback xmlns="">
              <p:sp>
                <p:nvSpPr>
                  <p:cNvPr id="78" name="TextBox 77">
                    <a:extLst>
                      <a:ext uri="{FF2B5EF4-FFF2-40B4-BE49-F238E27FC236}">
                        <a16:creationId xmlns:a16="http://schemas.microsoft.com/office/drawing/2014/main" id="{79450A6B-DE9D-4776-A2BA-0AF16114F44A}"/>
                      </a:ext>
                    </a:extLst>
                  </p:cNvPr>
                  <p:cNvSpPr txBox="1">
                    <a:spLocks noRot="1" noChangeAspect="1" noMove="1" noResize="1" noEditPoints="1" noAdjustHandles="1" noChangeArrowheads="1" noChangeShapeType="1" noTextEdit="1"/>
                  </p:cNvSpPr>
                  <p:nvPr/>
                </p:nvSpPr>
                <p:spPr>
                  <a:xfrm>
                    <a:off x="5934280" y="5341151"/>
                    <a:ext cx="611815" cy="215443"/>
                  </a:xfrm>
                  <a:prstGeom prst="rect">
                    <a:avLst/>
                  </a:prstGeom>
                  <a:blipFill>
                    <a:blip r:embed="rId23"/>
                    <a:stretch>
                      <a:fillRect b="-3333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8A999FB-53CF-401C-A3EF-1D78F1A757C5}"/>
                      </a:ext>
                    </a:extLst>
                  </p:cNvPr>
                  <p:cNvSpPr txBox="1"/>
                  <p:nvPr/>
                </p:nvSpPr>
                <p:spPr>
                  <a:xfrm>
                    <a:off x="5934280" y="5766046"/>
                    <a:ext cx="611815" cy="215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prstClr val="black"/>
                                  </a:solidFill>
                                  <a:latin typeface="Cambria Math" panose="02040503050406030204" pitchFamily="18" charset="0"/>
                                  <a:cs typeface="Arial" panose="020B0604020202020204" pitchFamily="34" charset="0"/>
                                </a:rPr>
                              </m:ctrlPr>
                            </m:sSubPr>
                            <m:e>
                              <m:r>
                                <m:rPr>
                                  <m:sty m:val="p"/>
                                </m:rPr>
                                <a:rPr lang="en-US" altLang="ko-KR" sz="800" b="0" i="0" smtClean="0">
                                  <a:solidFill>
                                    <a:prstClr val="black"/>
                                  </a:solidFill>
                                  <a:latin typeface="Cambria Math" panose="02040503050406030204" pitchFamily="18" charset="0"/>
                                  <a:cs typeface="Arial" panose="020B0604020202020204" pitchFamily="34" charset="0"/>
                                </a:rPr>
                                <m:t>Φ</m:t>
                              </m:r>
                            </m:e>
                            <m:sub>
                              <m:r>
                                <a:rPr lang="en-US" altLang="ko-KR" sz="800" b="0" i="0" smtClean="0">
                                  <a:solidFill>
                                    <a:prstClr val="black"/>
                                  </a:solidFill>
                                  <a:latin typeface="Cambria Math" panose="02040503050406030204" pitchFamily="18" charset="0"/>
                                  <a:cs typeface="Arial" panose="020B0604020202020204" pitchFamily="34" charset="0"/>
                                </a:rPr>
                                <m:t>3</m:t>
                              </m:r>
                            </m:sub>
                          </m:sSub>
                        </m:oMath>
                      </m:oMathPara>
                    </a14:m>
                    <a:endParaRPr lang="ko-KR" altLang="en-US" sz="800" dirty="0"/>
                  </a:p>
                </p:txBody>
              </p:sp>
            </mc:Choice>
            <mc:Fallback xmlns="">
              <p:sp>
                <p:nvSpPr>
                  <p:cNvPr id="79" name="TextBox 78">
                    <a:extLst>
                      <a:ext uri="{FF2B5EF4-FFF2-40B4-BE49-F238E27FC236}">
                        <a16:creationId xmlns:a16="http://schemas.microsoft.com/office/drawing/2014/main" id="{48A999FB-53CF-401C-A3EF-1D78F1A757C5}"/>
                      </a:ext>
                    </a:extLst>
                  </p:cNvPr>
                  <p:cNvSpPr txBox="1">
                    <a:spLocks noRot="1" noChangeAspect="1" noMove="1" noResize="1" noEditPoints="1" noAdjustHandles="1" noChangeArrowheads="1" noChangeShapeType="1" noTextEdit="1"/>
                  </p:cNvSpPr>
                  <p:nvPr/>
                </p:nvSpPr>
                <p:spPr>
                  <a:xfrm>
                    <a:off x="5934280" y="5766046"/>
                    <a:ext cx="611815" cy="215443"/>
                  </a:xfrm>
                  <a:prstGeom prst="rect">
                    <a:avLst/>
                  </a:prstGeom>
                  <a:blipFill>
                    <a:blip r:embed="rId24"/>
                    <a:stretch>
                      <a:fillRect b="-33333"/>
                    </a:stretch>
                  </a:blipFill>
                </p:spPr>
                <p:txBody>
                  <a:bodyPr/>
                  <a:lstStyle/>
                  <a:p>
                    <a:r>
                      <a:rPr lang="ko-KR" altLang="en-US">
                        <a:noFill/>
                      </a:rPr>
                      <a:t> </a:t>
                    </a:r>
                  </a:p>
                </p:txBody>
              </p:sp>
            </mc:Fallback>
          </mc:AlternateContent>
          <p:sp>
            <p:nvSpPr>
              <p:cNvPr id="80" name="자유형: 도형 79">
                <a:extLst>
                  <a:ext uri="{FF2B5EF4-FFF2-40B4-BE49-F238E27FC236}">
                    <a16:creationId xmlns:a16="http://schemas.microsoft.com/office/drawing/2014/main" id="{AE5263DF-1539-474B-9FCA-D6845FD22EDB}"/>
                  </a:ext>
                </a:extLst>
              </p:cNvPr>
              <p:cNvSpPr/>
              <p:nvPr/>
            </p:nvSpPr>
            <p:spPr>
              <a:xfrm>
                <a:off x="6519894" y="5061870"/>
                <a:ext cx="721186" cy="725074"/>
              </a:xfrm>
              <a:custGeom>
                <a:avLst/>
                <a:gdLst>
                  <a:gd name="connsiteX0" fmla="*/ 414470 w 861475"/>
                  <a:gd name="connsiteY0" fmla="*/ 0 h 866120"/>
                  <a:gd name="connsiteX1" fmla="*/ 471620 w 861475"/>
                  <a:gd name="connsiteY1" fmla="*/ 4762 h 866120"/>
                  <a:gd name="connsiteX2" fmla="*/ 481145 w 861475"/>
                  <a:gd name="connsiteY2" fmla="*/ 19050 h 866120"/>
                  <a:gd name="connsiteX3" fmla="*/ 495432 w 861475"/>
                  <a:gd name="connsiteY3" fmla="*/ 42862 h 866120"/>
                  <a:gd name="connsiteX4" fmla="*/ 504957 w 861475"/>
                  <a:gd name="connsiteY4" fmla="*/ 80962 h 866120"/>
                  <a:gd name="connsiteX5" fmla="*/ 514482 w 861475"/>
                  <a:gd name="connsiteY5" fmla="*/ 119062 h 866120"/>
                  <a:gd name="connsiteX6" fmla="*/ 524007 w 861475"/>
                  <a:gd name="connsiteY6" fmla="*/ 152400 h 866120"/>
                  <a:gd name="connsiteX7" fmla="*/ 533532 w 861475"/>
                  <a:gd name="connsiteY7" fmla="*/ 209550 h 866120"/>
                  <a:gd name="connsiteX8" fmla="*/ 543057 w 861475"/>
                  <a:gd name="connsiteY8" fmla="*/ 247650 h 866120"/>
                  <a:gd name="connsiteX9" fmla="*/ 547820 w 861475"/>
                  <a:gd name="connsiteY9" fmla="*/ 261937 h 866120"/>
                  <a:gd name="connsiteX10" fmla="*/ 552582 w 861475"/>
                  <a:gd name="connsiteY10" fmla="*/ 285750 h 866120"/>
                  <a:gd name="connsiteX11" fmla="*/ 566870 w 861475"/>
                  <a:gd name="connsiteY11" fmla="*/ 319087 h 866120"/>
                  <a:gd name="connsiteX12" fmla="*/ 571632 w 861475"/>
                  <a:gd name="connsiteY12" fmla="*/ 342900 h 866120"/>
                  <a:gd name="connsiteX13" fmla="*/ 581157 w 861475"/>
                  <a:gd name="connsiteY13" fmla="*/ 357187 h 866120"/>
                  <a:gd name="connsiteX14" fmla="*/ 585920 w 861475"/>
                  <a:gd name="connsiteY14" fmla="*/ 381000 h 866120"/>
                  <a:gd name="connsiteX15" fmla="*/ 600207 w 861475"/>
                  <a:gd name="connsiteY15" fmla="*/ 419100 h 866120"/>
                  <a:gd name="connsiteX16" fmla="*/ 609732 w 861475"/>
                  <a:gd name="connsiteY16" fmla="*/ 452437 h 866120"/>
                  <a:gd name="connsiteX17" fmla="*/ 619257 w 861475"/>
                  <a:gd name="connsiteY17" fmla="*/ 466725 h 866120"/>
                  <a:gd name="connsiteX18" fmla="*/ 638307 w 861475"/>
                  <a:gd name="connsiteY18" fmla="*/ 500062 h 866120"/>
                  <a:gd name="connsiteX19" fmla="*/ 652595 w 861475"/>
                  <a:gd name="connsiteY19" fmla="*/ 509587 h 866120"/>
                  <a:gd name="connsiteX20" fmla="*/ 671645 w 861475"/>
                  <a:gd name="connsiteY20" fmla="*/ 519112 h 866120"/>
                  <a:gd name="connsiteX21" fmla="*/ 700220 w 861475"/>
                  <a:gd name="connsiteY21" fmla="*/ 533400 h 866120"/>
                  <a:gd name="connsiteX22" fmla="*/ 714507 w 861475"/>
                  <a:gd name="connsiteY22" fmla="*/ 547687 h 866120"/>
                  <a:gd name="connsiteX23" fmla="*/ 728795 w 861475"/>
                  <a:gd name="connsiteY23" fmla="*/ 557212 h 866120"/>
                  <a:gd name="connsiteX24" fmla="*/ 757370 w 861475"/>
                  <a:gd name="connsiteY24" fmla="*/ 585787 h 866120"/>
                  <a:gd name="connsiteX25" fmla="*/ 776420 w 861475"/>
                  <a:gd name="connsiteY25" fmla="*/ 604837 h 866120"/>
                  <a:gd name="connsiteX26" fmla="*/ 804995 w 861475"/>
                  <a:gd name="connsiteY26" fmla="*/ 623887 h 866120"/>
                  <a:gd name="connsiteX27" fmla="*/ 828807 w 861475"/>
                  <a:gd name="connsiteY27" fmla="*/ 642937 h 866120"/>
                  <a:gd name="connsiteX28" fmla="*/ 838332 w 861475"/>
                  <a:gd name="connsiteY28" fmla="*/ 657225 h 866120"/>
                  <a:gd name="connsiteX29" fmla="*/ 857382 w 861475"/>
                  <a:gd name="connsiteY29" fmla="*/ 661987 h 866120"/>
                  <a:gd name="connsiteX30" fmla="*/ 861475 w 861475"/>
                  <a:gd name="connsiteY30" fmla="*/ 663393 h 866120"/>
                  <a:gd name="connsiteX31" fmla="*/ 853487 w 861475"/>
                  <a:gd name="connsiteY31" fmla="*/ 666095 h 866120"/>
                  <a:gd name="connsiteX32" fmla="*/ 839200 w 861475"/>
                  <a:gd name="connsiteY32" fmla="*/ 675620 h 866120"/>
                  <a:gd name="connsiteX33" fmla="*/ 810625 w 861475"/>
                  <a:gd name="connsiteY33" fmla="*/ 685145 h 866120"/>
                  <a:gd name="connsiteX34" fmla="*/ 796337 w 861475"/>
                  <a:gd name="connsiteY34" fmla="*/ 694670 h 866120"/>
                  <a:gd name="connsiteX35" fmla="*/ 763000 w 861475"/>
                  <a:gd name="connsiteY35" fmla="*/ 708958 h 866120"/>
                  <a:gd name="connsiteX36" fmla="*/ 743950 w 861475"/>
                  <a:gd name="connsiteY36" fmla="*/ 713720 h 866120"/>
                  <a:gd name="connsiteX37" fmla="*/ 720137 w 861475"/>
                  <a:gd name="connsiteY37" fmla="*/ 718483 h 866120"/>
                  <a:gd name="connsiteX38" fmla="*/ 705850 w 861475"/>
                  <a:gd name="connsiteY38" fmla="*/ 732770 h 866120"/>
                  <a:gd name="connsiteX39" fmla="*/ 667750 w 861475"/>
                  <a:gd name="connsiteY39" fmla="*/ 742295 h 866120"/>
                  <a:gd name="connsiteX40" fmla="*/ 634412 w 861475"/>
                  <a:gd name="connsiteY40" fmla="*/ 751820 h 866120"/>
                  <a:gd name="connsiteX41" fmla="*/ 596312 w 861475"/>
                  <a:gd name="connsiteY41" fmla="*/ 761345 h 866120"/>
                  <a:gd name="connsiteX42" fmla="*/ 577262 w 861475"/>
                  <a:gd name="connsiteY42" fmla="*/ 770870 h 866120"/>
                  <a:gd name="connsiteX43" fmla="*/ 553450 w 861475"/>
                  <a:gd name="connsiteY43" fmla="*/ 780395 h 866120"/>
                  <a:gd name="connsiteX44" fmla="*/ 515350 w 861475"/>
                  <a:gd name="connsiteY44" fmla="*/ 799445 h 866120"/>
                  <a:gd name="connsiteX45" fmla="*/ 467725 w 861475"/>
                  <a:gd name="connsiteY45" fmla="*/ 823258 h 866120"/>
                  <a:gd name="connsiteX46" fmla="*/ 439150 w 861475"/>
                  <a:gd name="connsiteY46" fmla="*/ 837545 h 866120"/>
                  <a:gd name="connsiteX47" fmla="*/ 429625 w 861475"/>
                  <a:gd name="connsiteY47" fmla="*/ 851833 h 866120"/>
                  <a:gd name="connsiteX48" fmla="*/ 401050 w 861475"/>
                  <a:gd name="connsiteY48" fmla="*/ 866120 h 866120"/>
                  <a:gd name="connsiteX49" fmla="*/ 372475 w 861475"/>
                  <a:gd name="connsiteY49" fmla="*/ 851833 h 866120"/>
                  <a:gd name="connsiteX50" fmla="*/ 358187 w 861475"/>
                  <a:gd name="connsiteY50" fmla="*/ 847070 h 866120"/>
                  <a:gd name="connsiteX51" fmla="*/ 343900 w 861475"/>
                  <a:gd name="connsiteY51" fmla="*/ 832783 h 866120"/>
                  <a:gd name="connsiteX52" fmla="*/ 324850 w 861475"/>
                  <a:gd name="connsiteY52" fmla="*/ 823258 h 866120"/>
                  <a:gd name="connsiteX53" fmla="*/ 301037 w 861475"/>
                  <a:gd name="connsiteY53" fmla="*/ 808970 h 866120"/>
                  <a:gd name="connsiteX54" fmla="*/ 272462 w 861475"/>
                  <a:gd name="connsiteY54" fmla="*/ 785158 h 866120"/>
                  <a:gd name="connsiteX55" fmla="*/ 253412 w 861475"/>
                  <a:gd name="connsiteY55" fmla="*/ 775633 h 866120"/>
                  <a:gd name="connsiteX56" fmla="*/ 205787 w 861475"/>
                  <a:gd name="connsiteY56" fmla="*/ 742295 h 866120"/>
                  <a:gd name="connsiteX57" fmla="*/ 186737 w 861475"/>
                  <a:gd name="connsiteY57" fmla="*/ 732770 h 866120"/>
                  <a:gd name="connsiteX58" fmla="*/ 143875 w 861475"/>
                  <a:gd name="connsiteY58" fmla="*/ 704195 h 866120"/>
                  <a:gd name="connsiteX59" fmla="*/ 129587 w 861475"/>
                  <a:gd name="connsiteY59" fmla="*/ 699433 h 866120"/>
                  <a:gd name="connsiteX60" fmla="*/ 96250 w 861475"/>
                  <a:gd name="connsiteY60" fmla="*/ 680383 h 866120"/>
                  <a:gd name="connsiteX61" fmla="*/ 81962 w 861475"/>
                  <a:gd name="connsiteY61" fmla="*/ 675620 h 866120"/>
                  <a:gd name="connsiteX62" fmla="*/ 62912 w 861475"/>
                  <a:gd name="connsiteY62" fmla="*/ 656570 h 866120"/>
                  <a:gd name="connsiteX63" fmla="*/ 43862 w 861475"/>
                  <a:gd name="connsiteY63" fmla="*/ 647045 h 866120"/>
                  <a:gd name="connsiteX64" fmla="*/ 29575 w 861475"/>
                  <a:gd name="connsiteY64" fmla="*/ 632758 h 866120"/>
                  <a:gd name="connsiteX65" fmla="*/ 10525 w 861475"/>
                  <a:gd name="connsiteY65" fmla="*/ 623233 h 866120"/>
                  <a:gd name="connsiteX66" fmla="*/ 0 w 861475"/>
                  <a:gd name="connsiteY66" fmla="*/ 615339 h 866120"/>
                  <a:gd name="connsiteX67" fmla="*/ 0 w 861475"/>
                  <a:gd name="connsiteY67" fmla="*/ 609666 h 866120"/>
                  <a:gd name="connsiteX68" fmla="*/ 28707 w 861475"/>
                  <a:gd name="connsiteY68" fmla="*/ 595312 h 866120"/>
                  <a:gd name="connsiteX69" fmla="*/ 52520 w 861475"/>
                  <a:gd name="connsiteY69" fmla="*/ 581025 h 866120"/>
                  <a:gd name="connsiteX70" fmla="*/ 76332 w 861475"/>
                  <a:gd name="connsiteY70" fmla="*/ 571500 h 866120"/>
                  <a:gd name="connsiteX71" fmla="*/ 109670 w 861475"/>
                  <a:gd name="connsiteY71" fmla="*/ 547687 h 866120"/>
                  <a:gd name="connsiteX72" fmla="*/ 123957 w 861475"/>
                  <a:gd name="connsiteY72" fmla="*/ 542925 h 866120"/>
                  <a:gd name="connsiteX73" fmla="*/ 143007 w 861475"/>
                  <a:gd name="connsiteY73" fmla="*/ 533400 h 866120"/>
                  <a:gd name="connsiteX74" fmla="*/ 214445 w 861475"/>
                  <a:gd name="connsiteY74" fmla="*/ 523875 h 866120"/>
                  <a:gd name="connsiteX75" fmla="*/ 233495 w 861475"/>
                  <a:gd name="connsiteY75" fmla="*/ 500062 h 866120"/>
                  <a:gd name="connsiteX76" fmla="*/ 242454 w 861475"/>
                  <a:gd name="connsiteY76" fmla="*/ 474273 h 866120"/>
                  <a:gd name="connsiteX77" fmla="*/ 246154 w 861475"/>
                  <a:gd name="connsiteY77" fmla="*/ 455801 h 866120"/>
                  <a:gd name="connsiteX78" fmla="*/ 256956 w 861475"/>
                  <a:gd name="connsiteY78" fmla="*/ 441761 h 866120"/>
                  <a:gd name="connsiteX79" fmla="*/ 261719 w 861475"/>
                  <a:gd name="connsiteY79" fmla="*/ 427473 h 866120"/>
                  <a:gd name="connsiteX80" fmla="*/ 276006 w 861475"/>
                  <a:gd name="connsiteY80" fmla="*/ 413186 h 866120"/>
                  <a:gd name="connsiteX81" fmla="*/ 285531 w 861475"/>
                  <a:gd name="connsiteY81" fmla="*/ 341748 h 866120"/>
                  <a:gd name="connsiteX82" fmla="*/ 299819 w 861475"/>
                  <a:gd name="connsiteY82" fmla="*/ 308411 h 866120"/>
                  <a:gd name="connsiteX83" fmla="*/ 304581 w 861475"/>
                  <a:gd name="connsiteY83" fmla="*/ 284598 h 866120"/>
                  <a:gd name="connsiteX84" fmla="*/ 314106 w 861475"/>
                  <a:gd name="connsiteY84" fmla="*/ 260786 h 866120"/>
                  <a:gd name="connsiteX85" fmla="*/ 320716 w 861475"/>
                  <a:gd name="connsiteY85" fmla="*/ 207301 h 866120"/>
                  <a:gd name="connsiteX86" fmla="*/ 322803 w 861475"/>
                  <a:gd name="connsiteY86" fmla="*/ 184827 h 866120"/>
                  <a:gd name="connsiteX87" fmla="*/ 327565 w 861475"/>
                  <a:gd name="connsiteY87" fmla="*/ 170718 h 866120"/>
                  <a:gd name="connsiteX88" fmla="*/ 343032 w 861475"/>
                  <a:gd name="connsiteY88" fmla="*/ 133350 h 866120"/>
                  <a:gd name="connsiteX89" fmla="*/ 362082 w 861475"/>
                  <a:gd name="connsiteY89" fmla="*/ 95250 h 866120"/>
                  <a:gd name="connsiteX90" fmla="*/ 371607 w 861475"/>
                  <a:gd name="connsiteY90" fmla="*/ 61912 h 866120"/>
                  <a:gd name="connsiteX91" fmla="*/ 376370 w 861475"/>
                  <a:gd name="connsiteY91" fmla="*/ 42862 h 866120"/>
                  <a:gd name="connsiteX92" fmla="*/ 385895 w 861475"/>
                  <a:gd name="connsiteY92" fmla="*/ 14287 h 866120"/>
                  <a:gd name="connsiteX93" fmla="*/ 414470 w 861475"/>
                  <a:gd name="connsiteY93" fmla="*/ 0 h 8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61475" h="866120">
                    <a:moveTo>
                      <a:pt x="414470" y="0"/>
                    </a:moveTo>
                    <a:cubicBezTo>
                      <a:pt x="433520" y="1587"/>
                      <a:pt x="453239" y="-490"/>
                      <a:pt x="471620" y="4762"/>
                    </a:cubicBezTo>
                    <a:cubicBezTo>
                      <a:pt x="477124" y="6334"/>
                      <a:pt x="478111" y="14196"/>
                      <a:pt x="481145" y="19050"/>
                    </a:cubicBezTo>
                    <a:cubicBezTo>
                      <a:pt x="486051" y="26899"/>
                      <a:pt x="490670" y="34925"/>
                      <a:pt x="495432" y="42862"/>
                    </a:cubicBezTo>
                    <a:cubicBezTo>
                      <a:pt x="507084" y="101118"/>
                      <a:pt x="493974" y="40689"/>
                      <a:pt x="504957" y="80962"/>
                    </a:cubicBezTo>
                    <a:cubicBezTo>
                      <a:pt x="508401" y="93592"/>
                      <a:pt x="510886" y="106475"/>
                      <a:pt x="514482" y="119062"/>
                    </a:cubicBezTo>
                    <a:cubicBezTo>
                      <a:pt x="517657" y="130175"/>
                      <a:pt x="521626" y="141091"/>
                      <a:pt x="524007" y="152400"/>
                    </a:cubicBezTo>
                    <a:cubicBezTo>
                      <a:pt x="527986" y="171299"/>
                      <a:pt x="527424" y="191229"/>
                      <a:pt x="533532" y="209550"/>
                    </a:cubicBezTo>
                    <a:cubicBezTo>
                      <a:pt x="544420" y="242208"/>
                      <a:pt x="531563" y="201674"/>
                      <a:pt x="543057" y="247650"/>
                    </a:cubicBezTo>
                    <a:cubicBezTo>
                      <a:pt x="544275" y="252520"/>
                      <a:pt x="546602" y="257067"/>
                      <a:pt x="547820" y="261937"/>
                    </a:cubicBezTo>
                    <a:cubicBezTo>
                      <a:pt x="549783" y="269790"/>
                      <a:pt x="550619" y="277897"/>
                      <a:pt x="552582" y="285750"/>
                    </a:cubicBezTo>
                    <a:cubicBezTo>
                      <a:pt x="556085" y="299761"/>
                      <a:pt x="560058" y="305463"/>
                      <a:pt x="566870" y="319087"/>
                    </a:cubicBezTo>
                    <a:cubicBezTo>
                      <a:pt x="568457" y="327025"/>
                      <a:pt x="568790" y="335321"/>
                      <a:pt x="571632" y="342900"/>
                    </a:cubicBezTo>
                    <a:cubicBezTo>
                      <a:pt x="573642" y="348259"/>
                      <a:pt x="579147" y="351828"/>
                      <a:pt x="581157" y="357187"/>
                    </a:cubicBezTo>
                    <a:cubicBezTo>
                      <a:pt x="583999" y="364766"/>
                      <a:pt x="583957" y="373147"/>
                      <a:pt x="585920" y="381000"/>
                    </a:cubicBezTo>
                    <a:cubicBezTo>
                      <a:pt x="589265" y="394379"/>
                      <a:pt x="595835" y="405984"/>
                      <a:pt x="600207" y="419100"/>
                    </a:cubicBezTo>
                    <a:cubicBezTo>
                      <a:pt x="603257" y="428249"/>
                      <a:pt x="605148" y="443269"/>
                      <a:pt x="609732" y="452437"/>
                    </a:cubicBezTo>
                    <a:cubicBezTo>
                      <a:pt x="612292" y="457557"/>
                      <a:pt x="616697" y="461605"/>
                      <a:pt x="619257" y="466725"/>
                    </a:cubicBezTo>
                    <a:cubicBezTo>
                      <a:pt x="630154" y="488518"/>
                      <a:pt x="615279" y="477034"/>
                      <a:pt x="638307" y="500062"/>
                    </a:cubicBezTo>
                    <a:cubicBezTo>
                      <a:pt x="642354" y="504109"/>
                      <a:pt x="647625" y="506747"/>
                      <a:pt x="652595" y="509587"/>
                    </a:cubicBezTo>
                    <a:cubicBezTo>
                      <a:pt x="658759" y="513109"/>
                      <a:pt x="665120" y="516315"/>
                      <a:pt x="671645" y="519112"/>
                    </a:cubicBezTo>
                    <a:cubicBezTo>
                      <a:pt x="689332" y="526692"/>
                      <a:pt x="684070" y="519942"/>
                      <a:pt x="700220" y="533400"/>
                    </a:cubicBezTo>
                    <a:cubicBezTo>
                      <a:pt x="705394" y="537712"/>
                      <a:pt x="709333" y="543375"/>
                      <a:pt x="714507" y="547687"/>
                    </a:cubicBezTo>
                    <a:cubicBezTo>
                      <a:pt x="718904" y="551351"/>
                      <a:pt x="724517" y="553409"/>
                      <a:pt x="728795" y="557212"/>
                    </a:cubicBezTo>
                    <a:cubicBezTo>
                      <a:pt x="738863" y="566161"/>
                      <a:pt x="747845" y="576262"/>
                      <a:pt x="757370" y="585787"/>
                    </a:cubicBezTo>
                    <a:cubicBezTo>
                      <a:pt x="763720" y="592137"/>
                      <a:pt x="768948" y="599856"/>
                      <a:pt x="776420" y="604837"/>
                    </a:cubicBezTo>
                    <a:lnTo>
                      <a:pt x="804995" y="623887"/>
                    </a:lnTo>
                    <a:cubicBezTo>
                      <a:pt x="832293" y="664836"/>
                      <a:pt x="795944" y="616646"/>
                      <a:pt x="828807" y="642937"/>
                    </a:cubicBezTo>
                    <a:cubicBezTo>
                      <a:pt x="833277" y="646513"/>
                      <a:pt x="833569" y="654050"/>
                      <a:pt x="838332" y="657225"/>
                    </a:cubicBezTo>
                    <a:cubicBezTo>
                      <a:pt x="843778" y="660856"/>
                      <a:pt x="851172" y="659917"/>
                      <a:pt x="857382" y="661987"/>
                    </a:cubicBezTo>
                    <a:lnTo>
                      <a:pt x="861475" y="663393"/>
                    </a:lnTo>
                    <a:lnTo>
                      <a:pt x="853487" y="666095"/>
                    </a:lnTo>
                    <a:cubicBezTo>
                      <a:pt x="848108" y="668051"/>
                      <a:pt x="843962" y="672445"/>
                      <a:pt x="839200" y="675620"/>
                    </a:cubicBezTo>
                    <a:cubicBezTo>
                      <a:pt x="830846" y="681189"/>
                      <a:pt x="819800" y="681067"/>
                      <a:pt x="810625" y="685145"/>
                    </a:cubicBezTo>
                    <a:cubicBezTo>
                      <a:pt x="805394" y="687470"/>
                      <a:pt x="801598" y="692415"/>
                      <a:pt x="796337" y="694670"/>
                    </a:cubicBezTo>
                    <a:cubicBezTo>
                      <a:pt x="753285" y="713121"/>
                      <a:pt x="798866" y="685047"/>
                      <a:pt x="763000" y="708958"/>
                    </a:cubicBezTo>
                    <a:cubicBezTo>
                      <a:pt x="756650" y="710545"/>
                      <a:pt x="750340" y="712300"/>
                      <a:pt x="743950" y="713720"/>
                    </a:cubicBezTo>
                    <a:cubicBezTo>
                      <a:pt x="736048" y="715476"/>
                      <a:pt x="727377" y="714863"/>
                      <a:pt x="720137" y="718483"/>
                    </a:cubicBezTo>
                    <a:cubicBezTo>
                      <a:pt x="714113" y="721495"/>
                      <a:pt x="710612" y="728008"/>
                      <a:pt x="705850" y="732770"/>
                    </a:cubicBezTo>
                    <a:cubicBezTo>
                      <a:pt x="680316" y="741282"/>
                      <a:pt x="702236" y="734631"/>
                      <a:pt x="667750" y="742295"/>
                    </a:cubicBezTo>
                    <a:cubicBezTo>
                      <a:pt x="649818" y="746280"/>
                      <a:pt x="650317" y="746519"/>
                      <a:pt x="634412" y="751820"/>
                    </a:cubicBezTo>
                    <a:cubicBezTo>
                      <a:pt x="621993" y="755959"/>
                      <a:pt x="608731" y="757205"/>
                      <a:pt x="596312" y="761345"/>
                    </a:cubicBezTo>
                    <a:cubicBezTo>
                      <a:pt x="589577" y="763590"/>
                      <a:pt x="583750" y="767987"/>
                      <a:pt x="577262" y="770870"/>
                    </a:cubicBezTo>
                    <a:cubicBezTo>
                      <a:pt x="569450" y="774342"/>
                      <a:pt x="561387" y="777220"/>
                      <a:pt x="553450" y="780395"/>
                    </a:cubicBezTo>
                    <a:cubicBezTo>
                      <a:pt x="540267" y="785668"/>
                      <a:pt x="528457" y="793984"/>
                      <a:pt x="515350" y="799445"/>
                    </a:cubicBezTo>
                    <a:cubicBezTo>
                      <a:pt x="465092" y="820386"/>
                      <a:pt x="536904" y="777139"/>
                      <a:pt x="467725" y="823258"/>
                    </a:cubicBezTo>
                    <a:cubicBezTo>
                      <a:pt x="456104" y="827131"/>
                      <a:pt x="448383" y="828312"/>
                      <a:pt x="439150" y="837545"/>
                    </a:cubicBezTo>
                    <a:cubicBezTo>
                      <a:pt x="435103" y="841593"/>
                      <a:pt x="434204" y="848399"/>
                      <a:pt x="429625" y="851833"/>
                    </a:cubicBezTo>
                    <a:cubicBezTo>
                      <a:pt x="421106" y="858223"/>
                      <a:pt x="410575" y="861358"/>
                      <a:pt x="401050" y="866120"/>
                    </a:cubicBezTo>
                    <a:cubicBezTo>
                      <a:pt x="365143" y="854153"/>
                      <a:pt x="409397" y="870294"/>
                      <a:pt x="372475" y="851833"/>
                    </a:cubicBezTo>
                    <a:cubicBezTo>
                      <a:pt x="367985" y="849588"/>
                      <a:pt x="362364" y="849855"/>
                      <a:pt x="358187" y="847070"/>
                    </a:cubicBezTo>
                    <a:cubicBezTo>
                      <a:pt x="352583" y="843334"/>
                      <a:pt x="349380" y="836698"/>
                      <a:pt x="343900" y="832783"/>
                    </a:cubicBezTo>
                    <a:cubicBezTo>
                      <a:pt x="338123" y="828657"/>
                      <a:pt x="331056" y="826706"/>
                      <a:pt x="324850" y="823258"/>
                    </a:cubicBezTo>
                    <a:cubicBezTo>
                      <a:pt x="316758" y="818762"/>
                      <a:pt x="308887" y="813876"/>
                      <a:pt x="301037" y="808970"/>
                    </a:cubicBezTo>
                    <a:cubicBezTo>
                      <a:pt x="240559" y="771171"/>
                      <a:pt x="338557" y="832367"/>
                      <a:pt x="272462" y="785158"/>
                    </a:cubicBezTo>
                    <a:cubicBezTo>
                      <a:pt x="266685" y="781032"/>
                      <a:pt x="259762" y="778808"/>
                      <a:pt x="253412" y="775633"/>
                    </a:cubicBezTo>
                    <a:cubicBezTo>
                      <a:pt x="224452" y="761153"/>
                      <a:pt x="229683" y="757230"/>
                      <a:pt x="205787" y="742295"/>
                    </a:cubicBezTo>
                    <a:cubicBezTo>
                      <a:pt x="199767" y="738532"/>
                      <a:pt x="192644" y="736708"/>
                      <a:pt x="186737" y="732770"/>
                    </a:cubicBezTo>
                    <a:cubicBezTo>
                      <a:pt x="153033" y="710300"/>
                      <a:pt x="175054" y="717557"/>
                      <a:pt x="143875" y="704195"/>
                    </a:cubicBezTo>
                    <a:cubicBezTo>
                      <a:pt x="139261" y="702218"/>
                      <a:pt x="134077" y="701678"/>
                      <a:pt x="129587" y="699433"/>
                    </a:cubicBezTo>
                    <a:cubicBezTo>
                      <a:pt x="81735" y="675508"/>
                      <a:pt x="154726" y="705445"/>
                      <a:pt x="96250" y="680383"/>
                    </a:cubicBezTo>
                    <a:cubicBezTo>
                      <a:pt x="91636" y="678405"/>
                      <a:pt x="86047" y="678538"/>
                      <a:pt x="81962" y="675620"/>
                    </a:cubicBezTo>
                    <a:cubicBezTo>
                      <a:pt x="74654" y="670400"/>
                      <a:pt x="70096" y="661958"/>
                      <a:pt x="62912" y="656570"/>
                    </a:cubicBezTo>
                    <a:cubicBezTo>
                      <a:pt x="57232" y="652310"/>
                      <a:pt x="49639" y="651171"/>
                      <a:pt x="43862" y="647045"/>
                    </a:cubicBezTo>
                    <a:cubicBezTo>
                      <a:pt x="38382" y="643130"/>
                      <a:pt x="35055" y="636673"/>
                      <a:pt x="29575" y="632758"/>
                    </a:cubicBezTo>
                    <a:cubicBezTo>
                      <a:pt x="23798" y="628632"/>
                      <a:pt x="16689" y="626755"/>
                      <a:pt x="10525" y="623233"/>
                    </a:cubicBezTo>
                    <a:lnTo>
                      <a:pt x="0" y="615339"/>
                    </a:lnTo>
                    <a:lnTo>
                      <a:pt x="0" y="609666"/>
                    </a:lnTo>
                    <a:lnTo>
                      <a:pt x="28707" y="595312"/>
                    </a:lnTo>
                    <a:cubicBezTo>
                      <a:pt x="36986" y="591172"/>
                      <a:pt x="44241" y="585165"/>
                      <a:pt x="52520" y="581025"/>
                    </a:cubicBezTo>
                    <a:cubicBezTo>
                      <a:pt x="60166" y="577202"/>
                      <a:pt x="68686" y="575323"/>
                      <a:pt x="76332" y="571500"/>
                    </a:cubicBezTo>
                    <a:cubicBezTo>
                      <a:pt x="91086" y="564123"/>
                      <a:pt x="94554" y="556325"/>
                      <a:pt x="109670" y="547687"/>
                    </a:cubicBezTo>
                    <a:cubicBezTo>
                      <a:pt x="114028" y="545196"/>
                      <a:pt x="119343" y="544902"/>
                      <a:pt x="123957" y="542925"/>
                    </a:cubicBezTo>
                    <a:cubicBezTo>
                      <a:pt x="130483" y="540128"/>
                      <a:pt x="136158" y="535268"/>
                      <a:pt x="143007" y="533400"/>
                    </a:cubicBezTo>
                    <a:cubicBezTo>
                      <a:pt x="148576" y="531881"/>
                      <a:pt x="211313" y="524266"/>
                      <a:pt x="214445" y="523875"/>
                    </a:cubicBezTo>
                    <a:cubicBezTo>
                      <a:pt x="220795" y="515937"/>
                      <a:pt x="228627" y="508986"/>
                      <a:pt x="233495" y="500062"/>
                    </a:cubicBezTo>
                    <a:cubicBezTo>
                      <a:pt x="238212" y="491416"/>
                      <a:pt x="240635" y="482912"/>
                      <a:pt x="242454" y="474273"/>
                    </a:cubicBezTo>
                    <a:lnTo>
                      <a:pt x="246154" y="455801"/>
                    </a:lnTo>
                    <a:lnTo>
                      <a:pt x="256956" y="441761"/>
                    </a:lnTo>
                    <a:cubicBezTo>
                      <a:pt x="260223" y="437949"/>
                      <a:pt x="258934" y="431650"/>
                      <a:pt x="261719" y="427473"/>
                    </a:cubicBezTo>
                    <a:cubicBezTo>
                      <a:pt x="265455" y="421869"/>
                      <a:pt x="271244" y="417948"/>
                      <a:pt x="276006" y="413186"/>
                    </a:cubicBezTo>
                    <a:cubicBezTo>
                      <a:pt x="278981" y="383444"/>
                      <a:pt x="278957" y="368045"/>
                      <a:pt x="285531" y="341748"/>
                    </a:cubicBezTo>
                    <a:cubicBezTo>
                      <a:pt x="289034" y="327737"/>
                      <a:pt x="293007" y="322035"/>
                      <a:pt x="299819" y="308411"/>
                    </a:cubicBezTo>
                    <a:cubicBezTo>
                      <a:pt x="301406" y="300473"/>
                      <a:pt x="302255" y="292351"/>
                      <a:pt x="304581" y="284598"/>
                    </a:cubicBezTo>
                    <a:cubicBezTo>
                      <a:pt x="307037" y="276410"/>
                      <a:pt x="312641" y="269208"/>
                      <a:pt x="314106" y="260786"/>
                    </a:cubicBezTo>
                    <a:cubicBezTo>
                      <a:pt x="316569" y="246623"/>
                      <a:pt x="318950" y="225192"/>
                      <a:pt x="320716" y="207301"/>
                    </a:cubicBezTo>
                    <a:lnTo>
                      <a:pt x="322803" y="184827"/>
                    </a:lnTo>
                    <a:lnTo>
                      <a:pt x="327565" y="170718"/>
                    </a:lnTo>
                    <a:cubicBezTo>
                      <a:pt x="332255" y="157607"/>
                      <a:pt x="337338" y="144740"/>
                      <a:pt x="343032" y="133350"/>
                    </a:cubicBezTo>
                    <a:cubicBezTo>
                      <a:pt x="349382" y="120650"/>
                      <a:pt x="358181" y="108903"/>
                      <a:pt x="362082" y="95250"/>
                    </a:cubicBezTo>
                    <a:cubicBezTo>
                      <a:pt x="365257" y="84137"/>
                      <a:pt x="368566" y="73062"/>
                      <a:pt x="371607" y="61912"/>
                    </a:cubicBezTo>
                    <a:cubicBezTo>
                      <a:pt x="373329" y="55597"/>
                      <a:pt x="374489" y="49131"/>
                      <a:pt x="376370" y="42862"/>
                    </a:cubicBezTo>
                    <a:cubicBezTo>
                      <a:pt x="379255" y="33245"/>
                      <a:pt x="377541" y="19856"/>
                      <a:pt x="385895" y="14287"/>
                    </a:cubicBezTo>
                    <a:cubicBezTo>
                      <a:pt x="404359" y="1977"/>
                      <a:pt x="394752" y="6572"/>
                      <a:pt x="414470" y="0"/>
                    </a:cubicBezTo>
                    <a:close/>
                  </a:path>
                </a:pathLst>
              </a:custGeom>
              <a:blipFill>
                <a:blip r:embed="rId25">
                  <a:alphaModFix amt="45000"/>
                  <a:duotone>
                    <a:schemeClr val="accent6">
                      <a:shade val="45000"/>
                      <a:satMod val="135000"/>
                    </a:schemeClr>
                    <a:prstClr val="white"/>
                  </a:duotone>
                </a:blip>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800" dirty="0"/>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566471B-D191-4A46-BC91-B4589116DBE3}"/>
                      </a:ext>
                    </a:extLst>
                  </p:cNvPr>
                  <p:cNvSpPr txBox="1"/>
                  <p:nvPr/>
                </p:nvSpPr>
                <p:spPr>
                  <a:xfrm>
                    <a:off x="6341895" y="5656927"/>
                    <a:ext cx="1107428" cy="5474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sSupPr>
                            <m:e>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𝑒</m:t>
                              </m:r>
                            </m:e>
                            <m:sup>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𝑖</m:t>
                              </m:r>
                              <m:sSub>
                                <m:sSub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b="0" i="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Φ</m:t>
                                  </m:r>
                                </m:e>
                                <m:sub>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𝑛</m:t>
                                  </m:r>
                                </m:sub>
                              </m:sSub>
                            </m:sup>
                          </m:sSup>
                          <m:r>
                            <a:rPr lang="en-US" altLang="ko-KR" sz="80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𝐶𝑆𝐹</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f>
                                <m:fPr>
                                  <m:ctrlP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num>
                                <m:den>
                                  <m:sSub>
                                    <m:sSubPr>
                                      <m:ctrlP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den>
                              </m:f>
                            </m:e>
                          </m:d>
                        </m:oMath>
                      </m:oMathPara>
                    </a14:m>
                    <a:endParaRPr lang="ko-KR" altLang="en-US" sz="800" dirty="0"/>
                  </a:p>
                </p:txBody>
              </p:sp>
            </mc:Choice>
            <mc:Fallback xmlns="">
              <p:sp>
                <p:nvSpPr>
                  <p:cNvPr id="81" name="TextBox 80">
                    <a:extLst>
                      <a:ext uri="{FF2B5EF4-FFF2-40B4-BE49-F238E27FC236}">
                        <a16:creationId xmlns:a16="http://schemas.microsoft.com/office/drawing/2014/main" id="{9566471B-D191-4A46-BC91-B4589116DBE3}"/>
                      </a:ext>
                    </a:extLst>
                  </p:cNvPr>
                  <p:cNvSpPr txBox="1">
                    <a:spLocks noRot="1" noChangeAspect="1" noMove="1" noResize="1" noEditPoints="1" noAdjustHandles="1" noChangeArrowheads="1" noChangeShapeType="1" noTextEdit="1"/>
                  </p:cNvSpPr>
                  <p:nvPr/>
                </p:nvSpPr>
                <p:spPr>
                  <a:xfrm>
                    <a:off x="6341895" y="5656927"/>
                    <a:ext cx="1107428" cy="547463"/>
                  </a:xfrm>
                  <a:prstGeom prst="rect">
                    <a:avLst/>
                  </a:prstGeom>
                  <a:blipFill>
                    <a:blip r:embed="rId26"/>
                    <a:stretch>
                      <a:fillRect r="-6504"/>
                    </a:stretch>
                  </a:blipFill>
                </p:spPr>
                <p:txBody>
                  <a:bodyPr/>
                  <a:lstStyle/>
                  <a:p>
                    <a:r>
                      <a:rPr lang="ko-KR" altLang="en-US">
                        <a:noFill/>
                      </a:rPr>
                      <a:t> </a:t>
                    </a:r>
                  </a:p>
                </p:txBody>
              </p:sp>
            </mc:Fallback>
          </mc:AlternateContent>
          <p:pic>
            <p:nvPicPr>
              <p:cNvPr id="82" name="그림 81">
                <a:extLst>
                  <a:ext uri="{FF2B5EF4-FFF2-40B4-BE49-F238E27FC236}">
                    <a16:creationId xmlns:a16="http://schemas.microsoft.com/office/drawing/2014/main" id="{0B8BCC86-1365-4B59-A593-A5047B7BA099}"/>
                  </a:ext>
                </a:extLst>
              </p:cNvPr>
              <p:cNvPicPr>
                <a:picLocks noChangeAspect="1"/>
              </p:cNvPicPr>
              <p:nvPr/>
            </p:nvPicPr>
            <p:blipFill rotWithShape="1">
              <a:blip r:embed="rId27"/>
              <a:srcRect l="17346" t="26053" r="12308" b="8910"/>
              <a:stretch/>
            </p:blipFill>
            <p:spPr>
              <a:xfrm>
                <a:off x="7724408" y="5766046"/>
                <a:ext cx="1365516" cy="544860"/>
              </a:xfrm>
              <a:prstGeom prst="rect">
                <a:avLst/>
              </a:prstGeom>
            </p:spPr>
          </p:pic>
          <p:sp>
            <p:nvSpPr>
              <p:cNvPr id="83" name="자유형: 도형 82">
                <a:extLst>
                  <a:ext uri="{FF2B5EF4-FFF2-40B4-BE49-F238E27FC236}">
                    <a16:creationId xmlns:a16="http://schemas.microsoft.com/office/drawing/2014/main" id="{66E7F164-2E41-4E19-8972-35B50639B995}"/>
                  </a:ext>
                </a:extLst>
              </p:cNvPr>
              <p:cNvSpPr/>
              <p:nvPr/>
            </p:nvSpPr>
            <p:spPr>
              <a:xfrm>
                <a:off x="7657842" y="4940286"/>
                <a:ext cx="1506312" cy="442677"/>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28"/>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800" dirty="0"/>
              </a:p>
            </p:txBody>
          </p:sp>
          <p:pic>
            <p:nvPicPr>
              <p:cNvPr id="84" name="그림 83">
                <a:extLst>
                  <a:ext uri="{FF2B5EF4-FFF2-40B4-BE49-F238E27FC236}">
                    <a16:creationId xmlns:a16="http://schemas.microsoft.com/office/drawing/2014/main" id="{0D63A831-D09B-407C-95B8-5BEA5796543E}"/>
                  </a:ext>
                </a:extLst>
              </p:cNvPr>
              <p:cNvPicPr>
                <a:picLocks noChangeAspect="1"/>
              </p:cNvPicPr>
              <p:nvPr/>
            </p:nvPicPr>
            <p:blipFill rotWithShape="1">
              <a:blip r:embed="rId3"/>
              <a:srcRect l="17636" t="35480" r="12842" b="11639"/>
              <a:stretch/>
            </p:blipFill>
            <p:spPr>
              <a:xfrm>
                <a:off x="7697953" y="5380088"/>
                <a:ext cx="1381792" cy="442677"/>
              </a:xfrm>
              <a:prstGeom prst="rect">
                <a:avLst/>
              </a:prstGeom>
            </p:spPr>
          </p:pic>
          <p:sp>
            <p:nvSpPr>
              <p:cNvPr id="73" name="오른쪽 화살표 1">
                <a:extLst>
                  <a:ext uri="{FF2B5EF4-FFF2-40B4-BE49-F238E27FC236}">
                    <a16:creationId xmlns:a16="http://schemas.microsoft.com/office/drawing/2014/main" id="{7F97C361-36E7-4186-86C9-EB565D0623C0}"/>
                  </a:ext>
                </a:extLst>
              </p:cNvPr>
              <p:cNvSpPr/>
              <p:nvPr/>
            </p:nvSpPr>
            <p:spPr>
              <a:xfrm>
                <a:off x="7271230" y="5197649"/>
                <a:ext cx="481930" cy="630110"/>
              </a:xfrm>
              <a:prstGeom prst="rightArrow">
                <a:avLst>
                  <a:gd name="adj1" fmla="val 40314"/>
                  <a:gd name="adj2" fmla="val 4011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a:p>
            </p:txBody>
          </p:sp>
        </p:grpSp>
        <p:sp>
          <p:nvSpPr>
            <p:cNvPr id="85" name="제목 1">
              <a:extLst>
                <a:ext uri="{FF2B5EF4-FFF2-40B4-BE49-F238E27FC236}">
                  <a16:creationId xmlns:a16="http://schemas.microsoft.com/office/drawing/2014/main" id="{D719626A-712A-403C-B04D-D9936B20EA4D}"/>
                </a:ext>
              </a:extLst>
            </p:cNvPr>
            <p:cNvSpPr txBox="1">
              <a:spLocks/>
            </p:cNvSpPr>
            <p:nvPr/>
          </p:nvSpPr>
          <p:spPr>
            <a:xfrm>
              <a:off x="1874495" y="3158209"/>
              <a:ext cx="1052134" cy="24496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Far-field speckles</a:t>
              </a:r>
              <a:endParaRPr lang="ko-KR" altLang="en-US" sz="800" dirty="0">
                <a:latin typeface="helvetica" panose="020B0604020202020204" pitchFamily="34" charset="0"/>
                <a:cs typeface="helvetica" panose="020B0604020202020204" pitchFamily="34" charset="0"/>
              </a:endParaRPr>
            </a:p>
          </p:txBody>
        </p:sp>
        <p:sp>
          <p:nvSpPr>
            <p:cNvPr id="86" name="제목 1">
              <a:extLst>
                <a:ext uri="{FF2B5EF4-FFF2-40B4-BE49-F238E27FC236}">
                  <a16:creationId xmlns:a16="http://schemas.microsoft.com/office/drawing/2014/main" id="{4F335EBC-6EEC-49B6-AC45-E6B166B7F720}"/>
                </a:ext>
              </a:extLst>
            </p:cNvPr>
            <p:cNvSpPr txBox="1">
              <a:spLocks/>
            </p:cNvSpPr>
            <p:nvPr/>
          </p:nvSpPr>
          <p:spPr>
            <a:xfrm>
              <a:off x="1887198" y="3997943"/>
              <a:ext cx="1052134" cy="24496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Near-field speckles</a:t>
              </a:r>
              <a:endParaRPr lang="ko-KR" altLang="en-US" sz="800" dirty="0">
                <a:latin typeface="helvetica" panose="020B0604020202020204" pitchFamily="34" charset="0"/>
                <a:cs typeface="helvetica" panose="020B0604020202020204" pitchFamily="34" charset="0"/>
              </a:endParaRPr>
            </a:p>
          </p:txBody>
        </p:sp>
        <p:sp>
          <p:nvSpPr>
            <p:cNvPr id="88" name="화살표: 굽음 87">
              <a:extLst>
                <a:ext uri="{FF2B5EF4-FFF2-40B4-BE49-F238E27FC236}">
                  <a16:creationId xmlns:a16="http://schemas.microsoft.com/office/drawing/2014/main" id="{58BE016F-6667-494C-8541-427F8771C789}"/>
                </a:ext>
              </a:extLst>
            </p:cNvPr>
            <p:cNvSpPr/>
            <p:nvPr/>
          </p:nvSpPr>
          <p:spPr>
            <a:xfrm flipV="1">
              <a:off x="1212726" y="3664700"/>
              <a:ext cx="462878" cy="293516"/>
            </a:xfrm>
            <a:prstGeom prst="ben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1806625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DC5F5F72-BCA9-4FBC-B8C0-8AA1C589DD7B}"/>
              </a:ext>
            </a:extLst>
          </p:cNvPr>
          <p:cNvGrpSpPr/>
          <p:nvPr/>
        </p:nvGrpSpPr>
        <p:grpSpPr>
          <a:xfrm>
            <a:off x="472710" y="643903"/>
            <a:ext cx="5836308" cy="3614536"/>
            <a:chOff x="472710" y="643903"/>
            <a:chExt cx="5836308" cy="3614536"/>
          </a:xfrm>
        </p:grpSpPr>
        <p:sp>
          <p:nvSpPr>
            <p:cNvPr id="3" name="화살표: 굽음 2">
              <a:extLst>
                <a:ext uri="{FF2B5EF4-FFF2-40B4-BE49-F238E27FC236}">
                  <a16:creationId xmlns:a16="http://schemas.microsoft.com/office/drawing/2014/main" id="{D7E2C1BB-7CC0-48E8-BAA9-3C67D3B75DED}"/>
                </a:ext>
              </a:extLst>
            </p:cNvPr>
            <p:cNvSpPr/>
            <p:nvPr/>
          </p:nvSpPr>
          <p:spPr>
            <a:xfrm>
              <a:off x="1206500" y="2958106"/>
              <a:ext cx="462878" cy="306513"/>
            </a:xfrm>
            <a:prstGeom prst="ben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ko-KR" altLang="en-US">
                <a:solidFill>
                  <a:schemeClr val="tx1"/>
                </a:solidFill>
              </a:endParaRPr>
            </a:p>
          </p:txBody>
        </p:sp>
        <p:grpSp>
          <p:nvGrpSpPr>
            <p:cNvPr id="4" name="그룹 3">
              <a:extLst>
                <a:ext uri="{FF2B5EF4-FFF2-40B4-BE49-F238E27FC236}">
                  <a16:creationId xmlns:a16="http://schemas.microsoft.com/office/drawing/2014/main" id="{46EEF869-538F-451A-A1FB-753B24CCA5ED}"/>
                </a:ext>
              </a:extLst>
            </p:cNvPr>
            <p:cNvGrpSpPr/>
            <p:nvPr/>
          </p:nvGrpSpPr>
          <p:grpSpPr>
            <a:xfrm>
              <a:off x="647908" y="982288"/>
              <a:ext cx="5571281" cy="1360862"/>
              <a:chOff x="203025" y="1752996"/>
              <a:chExt cx="8848322" cy="2161324"/>
            </a:xfrm>
          </p:grpSpPr>
          <p:pic>
            <p:nvPicPr>
              <p:cNvPr id="32" name="그림 31">
                <a:extLst>
                  <a:ext uri="{FF2B5EF4-FFF2-40B4-BE49-F238E27FC236}">
                    <a16:creationId xmlns:a16="http://schemas.microsoft.com/office/drawing/2014/main" id="{BE41E1C5-3763-43F6-84EB-336A72BC7317}"/>
                  </a:ext>
                </a:extLst>
              </p:cNvPr>
              <p:cNvPicPr>
                <a:picLocks noChangeAspect="1"/>
              </p:cNvPicPr>
              <p:nvPr/>
            </p:nvPicPr>
            <p:blipFill rotWithShape="1">
              <a:blip r:embed="rId2"/>
              <a:srcRect l="14082" t="12453" r="23799" b="11754"/>
              <a:stretch/>
            </p:blipFill>
            <p:spPr>
              <a:xfrm>
                <a:off x="3689426" y="1756046"/>
                <a:ext cx="2155575" cy="1972576"/>
              </a:xfrm>
              <a:prstGeom prst="rect">
                <a:avLst/>
              </a:prstGeom>
            </p:spPr>
          </p:pic>
          <p:pic>
            <p:nvPicPr>
              <p:cNvPr id="33" name="그림 32">
                <a:extLst>
                  <a:ext uri="{FF2B5EF4-FFF2-40B4-BE49-F238E27FC236}">
                    <a16:creationId xmlns:a16="http://schemas.microsoft.com/office/drawing/2014/main" id="{4C05E657-FAAE-4605-9217-1753913A4B75}"/>
                  </a:ext>
                </a:extLst>
              </p:cNvPr>
              <p:cNvPicPr>
                <a:picLocks noChangeAspect="1"/>
              </p:cNvPicPr>
              <p:nvPr/>
            </p:nvPicPr>
            <p:blipFill rotWithShape="1">
              <a:blip r:embed="rId3"/>
              <a:srcRect l="17636" t="35480" r="12842" b="11639"/>
              <a:stretch/>
            </p:blipFill>
            <p:spPr>
              <a:xfrm>
                <a:off x="6543025" y="2311098"/>
                <a:ext cx="2508322" cy="803577"/>
              </a:xfrm>
              <a:prstGeom prst="rect">
                <a:avLst/>
              </a:prstGeom>
            </p:spPr>
          </p:pic>
          <mc:AlternateContent xmlns:mc="http://schemas.openxmlformats.org/markup-compatibility/2006" xmlns:a14="http://schemas.microsoft.com/office/drawing/2010/main">
            <mc:Choice Requires="a14">
              <p:sp>
                <p:nvSpPr>
                  <p:cNvPr id="34" name="Rectangle 60">
                    <a:extLst>
                      <a:ext uri="{FF2B5EF4-FFF2-40B4-BE49-F238E27FC236}">
                        <a16:creationId xmlns:a16="http://schemas.microsoft.com/office/drawing/2014/main" id="{C914D1EC-7B7B-44BD-8C87-7F175D273007}"/>
                      </a:ext>
                    </a:extLst>
                  </p:cNvPr>
                  <p:cNvSpPr>
                    <a:spLocks noChangeArrowheads="1"/>
                  </p:cNvSpPr>
                  <p:nvPr/>
                </p:nvSpPr>
                <p:spPr bwMode="auto">
                  <a:xfrm>
                    <a:off x="203025" y="3772565"/>
                    <a:ext cx="168892"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ko-KR" sz="800" b="0" i="1" u="none" strike="noStrike" cap="none" normalizeH="0" baseline="0" smtClean="0">
                              <a:ln>
                                <a:noFill/>
                              </a:ln>
                              <a:solidFill>
                                <a:schemeClr val="tx1"/>
                              </a:solidFill>
                              <a:effectLst/>
                              <a:latin typeface="Cambria Math" panose="02040503050406030204" pitchFamily="18" charset="0"/>
                            </a:rPr>
                            <m:t>−</m:t>
                          </m:r>
                          <m:r>
                            <a:rPr kumimoji="0" lang="en-US" altLang="ko-KR" sz="800" b="0" i="1" u="none" strike="noStrike" cap="none" normalizeH="0" baseline="0" smtClean="0">
                              <a:ln>
                                <a:noFill/>
                              </a:ln>
                              <a:solidFill>
                                <a:schemeClr val="tx1"/>
                              </a:solidFill>
                              <a:effectLst/>
                              <a:latin typeface="Cambria Math" panose="02040503050406030204" pitchFamily="18" charset="0"/>
                            </a:rPr>
                            <m:t>𝜋</m:t>
                          </m:r>
                        </m:oMath>
                      </m:oMathPara>
                    </a14:m>
                    <a:endParaRPr kumimoji="0" lang="ko-KR" altLang="ko-KR" sz="800" b="0" i="0" u="none" strike="noStrike" cap="none" normalizeH="0" baseline="0" dirty="0">
                      <a:ln>
                        <a:noFill/>
                      </a:ln>
                      <a:solidFill>
                        <a:schemeClr val="tx1"/>
                      </a:solidFill>
                      <a:effectLst/>
                    </a:endParaRPr>
                  </a:p>
                </p:txBody>
              </p:sp>
            </mc:Choice>
            <mc:Fallback xmlns="">
              <p:sp>
                <p:nvSpPr>
                  <p:cNvPr id="6" name="Rectangle 60">
                    <a:extLst>
                      <a:ext uri="{FF2B5EF4-FFF2-40B4-BE49-F238E27FC236}">
                        <a16:creationId xmlns:a16="http://schemas.microsoft.com/office/drawing/2014/main" id="{2D2FCA9C-F921-4267-B12B-B1F945BA9802}"/>
                      </a:ext>
                    </a:extLst>
                  </p:cNvPr>
                  <p:cNvSpPr>
                    <a:spLocks noRot="1" noChangeAspect="1" noMove="1" noResize="1" noEditPoints="1" noAdjustHandles="1" noChangeArrowheads="1" noChangeShapeType="1" noTextEdit="1"/>
                  </p:cNvSpPr>
                  <p:nvPr/>
                </p:nvSpPr>
                <p:spPr bwMode="auto">
                  <a:xfrm>
                    <a:off x="203025" y="3772565"/>
                    <a:ext cx="168892" cy="123111"/>
                  </a:xfrm>
                  <a:prstGeom prst="rect">
                    <a:avLst/>
                  </a:prstGeom>
                  <a:blipFill>
                    <a:blip r:embed="rId4"/>
                    <a:stretch>
                      <a:fillRect l="-16667" r="-55556" b="-6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5" name="Rectangle 66">
                    <a:extLst>
                      <a:ext uri="{FF2B5EF4-FFF2-40B4-BE49-F238E27FC236}">
                        <a16:creationId xmlns:a16="http://schemas.microsoft.com/office/drawing/2014/main" id="{1B278159-9AB0-4E73-8BB5-EC142AD8D9A3}"/>
                      </a:ext>
                    </a:extLst>
                  </p:cNvPr>
                  <p:cNvSpPr>
                    <a:spLocks noChangeArrowheads="1"/>
                  </p:cNvSpPr>
                  <p:nvPr/>
                </p:nvSpPr>
                <p:spPr bwMode="auto">
                  <a:xfrm>
                    <a:off x="2126804" y="3757176"/>
                    <a:ext cx="91948"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ko-KR" sz="800" b="0" i="1" u="none" strike="noStrike" cap="none" normalizeH="0" baseline="0" smtClean="0">
                              <a:ln>
                                <a:noFill/>
                              </a:ln>
                              <a:solidFill>
                                <a:schemeClr val="tx1"/>
                              </a:solidFill>
                              <a:effectLst/>
                              <a:latin typeface="Cambria Math" panose="02040503050406030204" pitchFamily="18" charset="0"/>
                            </a:rPr>
                            <m:t>𝜋</m:t>
                          </m:r>
                        </m:oMath>
                      </m:oMathPara>
                    </a14:m>
                    <a:endParaRPr kumimoji="0" lang="ko-KR" altLang="ko-KR" sz="800" b="0" i="0" u="none" strike="noStrike" cap="none" normalizeH="0" baseline="0" dirty="0">
                      <a:ln>
                        <a:noFill/>
                      </a:ln>
                      <a:solidFill>
                        <a:schemeClr val="tx1"/>
                      </a:solidFill>
                      <a:effectLst/>
                    </a:endParaRPr>
                  </a:p>
                </p:txBody>
              </p:sp>
            </mc:Choice>
            <mc:Fallback xmlns="">
              <p:sp>
                <p:nvSpPr>
                  <p:cNvPr id="7" name="Rectangle 66">
                    <a:extLst>
                      <a:ext uri="{FF2B5EF4-FFF2-40B4-BE49-F238E27FC236}">
                        <a16:creationId xmlns:a16="http://schemas.microsoft.com/office/drawing/2014/main" id="{ADA9E911-2C42-41DC-B87E-700B2F198362}"/>
                      </a:ext>
                    </a:extLst>
                  </p:cNvPr>
                  <p:cNvSpPr>
                    <a:spLocks noRot="1" noChangeAspect="1" noMove="1" noResize="1" noEditPoints="1" noAdjustHandles="1" noChangeArrowheads="1" noChangeShapeType="1" noTextEdit="1"/>
                  </p:cNvSpPr>
                  <p:nvPr/>
                </p:nvSpPr>
                <p:spPr bwMode="auto">
                  <a:xfrm>
                    <a:off x="2126804" y="3757176"/>
                    <a:ext cx="91948" cy="123111"/>
                  </a:xfrm>
                  <a:prstGeom prst="rect">
                    <a:avLst/>
                  </a:prstGeom>
                  <a:blipFill>
                    <a:blip r:embed="rId5"/>
                    <a:stretch>
                      <a:fillRect l="-55556" r="-55556" b="-6153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36" name="Rectangle 132">
                <a:extLst>
                  <a:ext uri="{FF2B5EF4-FFF2-40B4-BE49-F238E27FC236}">
                    <a16:creationId xmlns:a16="http://schemas.microsoft.com/office/drawing/2014/main" id="{C1E26D59-2BE6-4C59-B43E-E24166D227C0}"/>
                  </a:ext>
                </a:extLst>
              </p:cNvPr>
              <p:cNvSpPr>
                <a:spLocks noChangeArrowheads="1"/>
              </p:cNvSpPr>
              <p:nvPr/>
            </p:nvSpPr>
            <p:spPr bwMode="auto">
              <a:xfrm>
                <a:off x="1272188" y="3782090"/>
                <a:ext cx="5770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800" b="0" i="0" u="none" strike="noStrike" cap="none" normalizeH="0" baseline="0">
                    <a:ln>
                      <a:noFill/>
                    </a:ln>
                    <a:solidFill>
                      <a:srgbClr val="262626"/>
                    </a:solidFill>
                    <a:effectLst/>
                    <a:latin typeface="Arial" panose="020B0604020202020204" pitchFamily="34" charset="0"/>
                  </a:rPr>
                  <a:t>0</a:t>
                </a:r>
                <a:endParaRPr kumimoji="0" lang="ko-KR" altLang="ko-KR" sz="800" b="0" i="0" u="none" strike="noStrike" cap="none" normalizeH="0" baseline="0">
                  <a:ln>
                    <a:noFill/>
                  </a:ln>
                  <a:solidFill>
                    <a:schemeClr val="tx1"/>
                  </a:solidFill>
                  <a:effectLst/>
                  <a:latin typeface="Arial" panose="020B0604020202020204" pitchFamily="34" charset="0"/>
                </a:endParaRPr>
              </a:p>
            </p:txBody>
          </p:sp>
          <p:grpSp>
            <p:nvGrpSpPr>
              <p:cNvPr id="37" name="그룹 36">
                <a:extLst>
                  <a:ext uri="{FF2B5EF4-FFF2-40B4-BE49-F238E27FC236}">
                    <a16:creationId xmlns:a16="http://schemas.microsoft.com/office/drawing/2014/main" id="{9C2EBAEF-EB12-4B6B-9B71-585A53A90364}"/>
                  </a:ext>
                </a:extLst>
              </p:cNvPr>
              <p:cNvGrpSpPr/>
              <p:nvPr/>
            </p:nvGrpSpPr>
            <p:grpSpPr>
              <a:xfrm rot="5400000">
                <a:off x="1235345" y="2780264"/>
                <a:ext cx="142875" cy="1864407"/>
                <a:chOff x="3581400" y="2219325"/>
                <a:chExt cx="200025" cy="3275013"/>
              </a:xfrm>
            </p:grpSpPr>
            <p:sp>
              <p:nvSpPr>
                <p:cNvPr id="64" name="Line 116">
                  <a:extLst>
                    <a:ext uri="{FF2B5EF4-FFF2-40B4-BE49-F238E27FC236}">
                      <a16:creationId xmlns:a16="http://schemas.microsoft.com/office/drawing/2014/main" id="{93FFC59B-CF03-4EA3-AF77-A81A48424C79}"/>
                    </a:ext>
                  </a:extLst>
                </p:cNvPr>
                <p:cNvSpPr>
                  <a:spLocks noChangeShapeType="1"/>
                </p:cNvSpPr>
                <p:nvPr/>
              </p:nvSpPr>
              <p:spPr bwMode="auto">
                <a:xfrm>
                  <a:off x="3581400" y="5494338"/>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65" name="Line 117">
                  <a:extLst>
                    <a:ext uri="{FF2B5EF4-FFF2-40B4-BE49-F238E27FC236}">
                      <a16:creationId xmlns:a16="http://schemas.microsoft.com/office/drawing/2014/main" id="{8655977D-24E9-4625-83AF-ABBE555D6C77}"/>
                    </a:ext>
                  </a:extLst>
                </p:cNvPr>
                <p:cNvSpPr>
                  <a:spLocks noChangeShapeType="1"/>
                </p:cNvSpPr>
                <p:nvPr/>
              </p:nvSpPr>
              <p:spPr bwMode="auto">
                <a:xfrm>
                  <a:off x="3581400" y="2219325"/>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66" name="Line 118">
                  <a:extLst>
                    <a:ext uri="{FF2B5EF4-FFF2-40B4-BE49-F238E27FC236}">
                      <a16:creationId xmlns:a16="http://schemas.microsoft.com/office/drawing/2014/main" id="{E43BE2EB-52F6-4AC6-8BDF-255B220DD70A}"/>
                    </a:ext>
                  </a:extLst>
                </p:cNvPr>
                <p:cNvSpPr>
                  <a:spLocks noChangeShapeType="1"/>
                </p:cNvSpPr>
                <p:nvPr/>
              </p:nvSpPr>
              <p:spPr bwMode="auto">
                <a:xfrm flipV="1">
                  <a:off x="3581400"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67" name="Line 119">
                  <a:extLst>
                    <a:ext uri="{FF2B5EF4-FFF2-40B4-BE49-F238E27FC236}">
                      <a16:creationId xmlns:a16="http://schemas.microsoft.com/office/drawing/2014/main" id="{01611176-3F70-4C29-814F-F8C82134FFE8}"/>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pic>
              <p:nvPicPr>
                <p:cNvPr id="68" name="Picture 120">
                  <a:extLst>
                    <a:ext uri="{FF2B5EF4-FFF2-40B4-BE49-F238E27FC236}">
                      <a16:creationId xmlns:a16="http://schemas.microsoft.com/office/drawing/2014/main" id="{2153DB64-D220-4D42-A590-E33F538DFF3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1400" y="2219325"/>
                  <a:ext cx="200025" cy="327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Line 121">
                  <a:extLst>
                    <a:ext uri="{FF2B5EF4-FFF2-40B4-BE49-F238E27FC236}">
                      <a16:creationId xmlns:a16="http://schemas.microsoft.com/office/drawing/2014/main" id="{510FD0E9-5A79-4056-B375-4112446CD3B4}"/>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0" name="Line 123">
                  <a:extLst>
                    <a:ext uri="{FF2B5EF4-FFF2-40B4-BE49-F238E27FC236}">
                      <a16:creationId xmlns:a16="http://schemas.microsoft.com/office/drawing/2014/main" id="{C77FE3C5-4FBF-448A-A8C6-5F6F9948FC8E}"/>
                    </a:ext>
                  </a:extLst>
                </p:cNvPr>
                <p:cNvSpPr>
                  <a:spLocks noChangeShapeType="1"/>
                </p:cNvSpPr>
                <p:nvPr/>
              </p:nvSpPr>
              <p:spPr bwMode="auto">
                <a:xfrm flipH="1">
                  <a:off x="3749675" y="4900613"/>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1" name="Line 124">
                  <a:extLst>
                    <a:ext uri="{FF2B5EF4-FFF2-40B4-BE49-F238E27FC236}">
                      <a16:creationId xmlns:a16="http://schemas.microsoft.com/office/drawing/2014/main" id="{DFE17D01-C4C5-4BAD-B4BF-AF55B8ABC488}"/>
                    </a:ext>
                  </a:extLst>
                </p:cNvPr>
                <p:cNvSpPr>
                  <a:spLocks noChangeShapeType="1"/>
                </p:cNvSpPr>
                <p:nvPr/>
              </p:nvSpPr>
              <p:spPr bwMode="auto">
                <a:xfrm flipH="1">
                  <a:off x="3749675" y="4379913"/>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2" name="Line 125">
                  <a:extLst>
                    <a:ext uri="{FF2B5EF4-FFF2-40B4-BE49-F238E27FC236}">
                      <a16:creationId xmlns:a16="http://schemas.microsoft.com/office/drawing/2014/main" id="{86B6A3CF-4D06-43DB-9198-95CE0BAA6FBA}"/>
                    </a:ext>
                  </a:extLst>
                </p:cNvPr>
                <p:cNvSpPr>
                  <a:spLocks noChangeShapeType="1"/>
                </p:cNvSpPr>
                <p:nvPr/>
              </p:nvSpPr>
              <p:spPr bwMode="auto">
                <a:xfrm flipH="1">
                  <a:off x="3749675" y="3857625"/>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3" name="Line 126">
                  <a:extLst>
                    <a:ext uri="{FF2B5EF4-FFF2-40B4-BE49-F238E27FC236}">
                      <a16:creationId xmlns:a16="http://schemas.microsoft.com/office/drawing/2014/main" id="{483B057E-EDA4-4B12-97CC-CC98EFA304E6}"/>
                    </a:ext>
                  </a:extLst>
                </p:cNvPr>
                <p:cNvSpPr>
                  <a:spLocks noChangeShapeType="1"/>
                </p:cNvSpPr>
                <p:nvPr/>
              </p:nvSpPr>
              <p:spPr bwMode="auto">
                <a:xfrm flipH="1">
                  <a:off x="3749675" y="33353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4" name="Line 127">
                  <a:extLst>
                    <a:ext uri="{FF2B5EF4-FFF2-40B4-BE49-F238E27FC236}">
                      <a16:creationId xmlns:a16="http://schemas.microsoft.com/office/drawing/2014/main" id="{66FE3304-D55E-450D-A34F-8118C533A394}"/>
                    </a:ext>
                  </a:extLst>
                </p:cNvPr>
                <p:cNvSpPr>
                  <a:spLocks noChangeShapeType="1"/>
                </p:cNvSpPr>
                <p:nvPr/>
              </p:nvSpPr>
              <p:spPr bwMode="auto">
                <a:xfrm flipH="1">
                  <a:off x="3749675" y="28146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5" name="Line 128">
                  <a:extLst>
                    <a:ext uri="{FF2B5EF4-FFF2-40B4-BE49-F238E27FC236}">
                      <a16:creationId xmlns:a16="http://schemas.microsoft.com/office/drawing/2014/main" id="{17F9A39B-21DE-4819-94DC-3AD791134E27}"/>
                    </a:ext>
                  </a:extLst>
                </p:cNvPr>
                <p:cNvSpPr>
                  <a:spLocks noChangeShapeType="1"/>
                </p:cNvSpPr>
                <p:nvPr/>
              </p:nvSpPr>
              <p:spPr bwMode="auto">
                <a:xfrm flipH="1">
                  <a:off x="3749675" y="22939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6" name="Line 136">
                  <a:extLst>
                    <a:ext uri="{FF2B5EF4-FFF2-40B4-BE49-F238E27FC236}">
                      <a16:creationId xmlns:a16="http://schemas.microsoft.com/office/drawing/2014/main" id="{7879FEDF-3B27-49AB-BB83-2F80B80DBCA0}"/>
                    </a:ext>
                  </a:extLst>
                </p:cNvPr>
                <p:cNvSpPr>
                  <a:spLocks noChangeShapeType="1"/>
                </p:cNvSpPr>
                <p:nvPr/>
              </p:nvSpPr>
              <p:spPr bwMode="auto">
                <a:xfrm>
                  <a:off x="3581400" y="2219325"/>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7" name="Line 137">
                  <a:extLst>
                    <a:ext uri="{FF2B5EF4-FFF2-40B4-BE49-F238E27FC236}">
                      <a16:creationId xmlns:a16="http://schemas.microsoft.com/office/drawing/2014/main" id="{6E78355F-53FA-4A22-A26C-405AAC11BEAF}"/>
                    </a:ext>
                  </a:extLst>
                </p:cNvPr>
                <p:cNvSpPr>
                  <a:spLocks noChangeShapeType="1"/>
                </p:cNvSpPr>
                <p:nvPr/>
              </p:nvSpPr>
              <p:spPr bwMode="auto">
                <a:xfrm>
                  <a:off x="3581400" y="5494338"/>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8" name="Line 138">
                  <a:extLst>
                    <a:ext uri="{FF2B5EF4-FFF2-40B4-BE49-F238E27FC236}">
                      <a16:creationId xmlns:a16="http://schemas.microsoft.com/office/drawing/2014/main" id="{D7EF1062-0398-4075-970F-24DC18F32582}"/>
                    </a:ext>
                  </a:extLst>
                </p:cNvPr>
                <p:cNvSpPr>
                  <a:spLocks noChangeShapeType="1"/>
                </p:cNvSpPr>
                <p:nvPr/>
              </p:nvSpPr>
              <p:spPr bwMode="auto">
                <a:xfrm flipV="1">
                  <a:off x="3581400"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79" name="Line 139">
                  <a:extLst>
                    <a:ext uri="{FF2B5EF4-FFF2-40B4-BE49-F238E27FC236}">
                      <a16:creationId xmlns:a16="http://schemas.microsoft.com/office/drawing/2014/main" id="{9A8C7216-F49E-4D46-A876-F467329DC084}"/>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grpSp>
          <mc:AlternateContent xmlns:mc="http://schemas.openxmlformats.org/markup-compatibility/2006" xmlns:a14="http://schemas.microsoft.com/office/drawing/2010/main">
            <mc:Choice Requires="a14">
              <p:sp>
                <p:nvSpPr>
                  <p:cNvPr id="38" name="Rectangle 66">
                    <a:extLst>
                      <a:ext uri="{FF2B5EF4-FFF2-40B4-BE49-F238E27FC236}">
                        <a16:creationId xmlns:a16="http://schemas.microsoft.com/office/drawing/2014/main" id="{A1C79B9E-3FE4-4AD4-9923-5310C9DC5CE7}"/>
                      </a:ext>
                    </a:extLst>
                  </p:cNvPr>
                  <p:cNvSpPr>
                    <a:spLocks noChangeArrowheads="1"/>
                  </p:cNvSpPr>
                  <p:nvPr/>
                </p:nvSpPr>
                <p:spPr bwMode="auto">
                  <a:xfrm>
                    <a:off x="5340190" y="3791209"/>
                    <a:ext cx="367665"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func>
                            <m:funcPr>
                              <m:ctrlPr>
                                <a:rPr kumimoji="0" lang="en-US" altLang="ko-KR" sz="800" b="0" i="1" u="none" strike="noStrike" cap="none" normalizeH="0" baseline="0" smtClean="0">
                                  <a:ln>
                                    <a:noFill/>
                                  </a:ln>
                                  <a:solidFill>
                                    <a:schemeClr val="tx1"/>
                                  </a:solidFill>
                                  <a:effectLst/>
                                  <a:latin typeface="Cambria Math" panose="02040503050406030204" pitchFamily="18" charset="0"/>
                                </a:rPr>
                              </m:ctrlPr>
                            </m:funcPr>
                            <m:fName>
                              <m:r>
                                <m:rPr>
                                  <m:sty m:val="p"/>
                                </m:rPr>
                                <a:rPr kumimoji="0" lang="en-US" altLang="ko-KR" sz="800" b="0" i="0" u="none" strike="noStrike" cap="none" normalizeH="0" baseline="0" smtClean="0">
                                  <a:ln>
                                    <a:noFill/>
                                  </a:ln>
                                  <a:solidFill>
                                    <a:schemeClr val="tx1"/>
                                  </a:solidFill>
                                  <a:effectLst/>
                                  <a:latin typeface="Cambria Math" panose="02040503050406030204" pitchFamily="18" charset="0"/>
                                </a:rPr>
                                <m:t>exp</m:t>
                              </m:r>
                            </m:fName>
                            <m:e>
                              <m:r>
                                <a:rPr kumimoji="0" lang="en-US" altLang="ko-KR" sz="800" b="0" i="1" u="none" strike="noStrike" cap="none" normalizeH="0" baseline="0" smtClean="0">
                                  <a:ln>
                                    <a:noFill/>
                                  </a:ln>
                                  <a:solidFill>
                                    <a:schemeClr val="tx1"/>
                                  </a:solidFill>
                                  <a:effectLst/>
                                  <a:latin typeface="Cambria Math" panose="02040503050406030204" pitchFamily="18" charset="0"/>
                                </a:rPr>
                                <m:t>(</m:t>
                              </m:r>
                              <m:r>
                                <a:rPr kumimoji="0" lang="en-US" altLang="ko-KR" sz="800" b="0" i="1" u="none" strike="noStrike" cap="none" normalizeH="0" baseline="0" smtClean="0">
                                  <a:ln>
                                    <a:noFill/>
                                  </a:ln>
                                  <a:solidFill>
                                    <a:schemeClr val="tx1"/>
                                  </a:solidFill>
                                  <a:effectLst/>
                                  <a:latin typeface="Cambria Math" panose="02040503050406030204" pitchFamily="18" charset="0"/>
                                </a:rPr>
                                <m:t>𝑖</m:t>
                              </m:r>
                              <m:r>
                                <a:rPr kumimoji="0" lang="en-US" altLang="ko-KR" sz="800" b="0" i="1" u="none" strike="noStrike" cap="none" normalizeH="0" baseline="0" smtClean="0">
                                  <a:ln>
                                    <a:noFill/>
                                  </a:ln>
                                  <a:solidFill>
                                    <a:schemeClr val="tx1"/>
                                  </a:solidFill>
                                  <a:effectLst/>
                                  <a:latin typeface="Cambria Math" panose="02040503050406030204" pitchFamily="18" charset="0"/>
                                </a:rPr>
                                <m:t>𝜋</m:t>
                              </m:r>
                              <m:r>
                                <a:rPr kumimoji="0" lang="en-US" altLang="ko-KR" sz="800" b="0" i="1" u="none" strike="noStrike" cap="none" normalizeH="0" baseline="0" smtClean="0">
                                  <a:ln>
                                    <a:noFill/>
                                  </a:ln>
                                  <a:solidFill>
                                    <a:schemeClr val="tx1"/>
                                  </a:solidFill>
                                  <a:effectLst/>
                                  <a:latin typeface="Cambria Math" panose="02040503050406030204" pitchFamily="18" charset="0"/>
                                </a:rPr>
                                <m:t>)</m:t>
                              </m:r>
                            </m:e>
                          </m:func>
                        </m:oMath>
                      </m:oMathPara>
                    </a14:m>
                    <a:endParaRPr kumimoji="0" lang="ko-KR" altLang="ko-KR" sz="800" b="0" i="0" u="none" strike="noStrike" cap="none" normalizeH="0" baseline="0" dirty="0">
                      <a:ln>
                        <a:noFill/>
                      </a:ln>
                      <a:solidFill>
                        <a:schemeClr val="tx1"/>
                      </a:solidFill>
                      <a:effectLst/>
                    </a:endParaRPr>
                  </a:p>
                </p:txBody>
              </p:sp>
            </mc:Choice>
            <mc:Fallback xmlns="">
              <p:sp>
                <p:nvSpPr>
                  <p:cNvPr id="26" name="Rectangle 66">
                    <a:extLst>
                      <a:ext uri="{FF2B5EF4-FFF2-40B4-BE49-F238E27FC236}">
                        <a16:creationId xmlns:a16="http://schemas.microsoft.com/office/drawing/2014/main" id="{78453EC0-1301-4A2E-9FC8-5ABE0924A56B}"/>
                      </a:ext>
                    </a:extLst>
                  </p:cNvPr>
                  <p:cNvSpPr>
                    <a:spLocks noRot="1" noChangeAspect="1" noMove="1" noResize="1" noEditPoints="1" noAdjustHandles="1" noChangeArrowheads="1" noChangeShapeType="1" noTextEdit="1"/>
                  </p:cNvSpPr>
                  <p:nvPr/>
                </p:nvSpPr>
                <p:spPr bwMode="auto">
                  <a:xfrm>
                    <a:off x="5340190" y="3791209"/>
                    <a:ext cx="367665" cy="123111"/>
                  </a:xfrm>
                  <a:prstGeom prst="rect">
                    <a:avLst/>
                  </a:prstGeom>
                  <a:blipFill>
                    <a:blip r:embed="rId7"/>
                    <a:stretch>
                      <a:fillRect l="-18421" t="-8333" r="-65789" b="-13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39" name="Rectangle 132">
                <a:extLst>
                  <a:ext uri="{FF2B5EF4-FFF2-40B4-BE49-F238E27FC236}">
                    <a16:creationId xmlns:a16="http://schemas.microsoft.com/office/drawing/2014/main" id="{E4DF3331-F0F6-4846-B9F8-BAC73B09B696}"/>
                  </a:ext>
                </a:extLst>
              </p:cNvPr>
              <p:cNvSpPr>
                <a:spLocks noChangeArrowheads="1"/>
              </p:cNvSpPr>
              <p:nvPr/>
            </p:nvSpPr>
            <p:spPr bwMode="auto">
              <a:xfrm>
                <a:off x="4686092" y="3791209"/>
                <a:ext cx="5770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800" b="0" i="0" u="none" strike="noStrike" cap="none" normalizeH="0" baseline="0" dirty="0">
                    <a:ln>
                      <a:noFill/>
                    </a:ln>
                    <a:solidFill>
                      <a:srgbClr val="262626"/>
                    </a:solidFill>
                    <a:effectLst/>
                    <a:latin typeface="Arial" panose="020B0604020202020204" pitchFamily="34" charset="0"/>
                  </a:rPr>
                  <a:t>1</a:t>
                </a:r>
                <a:endParaRPr kumimoji="0" lang="ko-KR" altLang="ko-KR" sz="800" b="0" i="0" u="none" strike="noStrike" cap="none" normalizeH="0" baseline="0" dirty="0">
                  <a:ln>
                    <a:noFill/>
                  </a:ln>
                  <a:solidFill>
                    <a:schemeClr val="tx1"/>
                  </a:solidFill>
                  <a:effectLst/>
                  <a:latin typeface="Arial" panose="020B0604020202020204" pitchFamily="34" charset="0"/>
                </a:endParaRPr>
              </a:p>
            </p:txBody>
          </p:sp>
          <p:grpSp>
            <p:nvGrpSpPr>
              <p:cNvPr id="40" name="그룹 39">
                <a:extLst>
                  <a:ext uri="{FF2B5EF4-FFF2-40B4-BE49-F238E27FC236}">
                    <a16:creationId xmlns:a16="http://schemas.microsoft.com/office/drawing/2014/main" id="{EC892DA8-A799-4EFB-B066-64F77188B04C}"/>
                  </a:ext>
                </a:extLst>
              </p:cNvPr>
              <p:cNvGrpSpPr/>
              <p:nvPr/>
            </p:nvGrpSpPr>
            <p:grpSpPr>
              <a:xfrm rot="5400000">
                <a:off x="4658774" y="2790922"/>
                <a:ext cx="142875" cy="1864407"/>
                <a:chOff x="3581400" y="2219325"/>
                <a:chExt cx="200025" cy="3275013"/>
              </a:xfrm>
            </p:grpSpPr>
            <p:sp>
              <p:nvSpPr>
                <p:cNvPr id="48" name="Line 116">
                  <a:extLst>
                    <a:ext uri="{FF2B5EF4-FFF2-40B4-BE49-F238E27FC236}">
                      <a16:creationId xmlns:a16="http://schemas.microsoft.com/office/drawing/2014/main" id="{52088667-6D2A-49BB-ADD1-9410C4FAB547}"/>
                    </a:ext>
                  </a:extLst>
                </p:cNvPr>
                <p:cNvSpPr>
                  <a:spLocks noChangeShapeType="1"/>
                </p:cNvSpPr>
                <p:nvPr/>
              </p:nvSpPr>
              <p:spPr bwMode="auto">
                <a:xfrm>
                  <a:off x="3581400" y="5494338"/>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49" name="Line 117">
                  <a:extLst>
                    <a:ext uri="{FF2B5EF4-FFF2-40B4-BE49-F238E27FC236}">
                      <a16:creationId xmlns:a16="http://schemas.microsoft.com/office/drawing/2014/main" id="{341516B5-2A49-4FD1-9CEF-AD74FF8DE743}"/>
                    </a:ext>
                  </a:extLst>
                </p:cNvPr>
                <p:cNvSpPr>
                  <a:spLocks noChangeShapeType="1"/>
                </p:cNvSpPr>
                <p:nvPr/>
              </p:nvSpPr>
              <p:spPr bwMode="auto">
                <a:xfrm>
                  <a:off x="3581400" y="2219325"/>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50" name="Line 118">
                  <a:extLst>
                    <a:ext uri="{FF2B5EF4-FFF2-40B4-BE49-F238E27FC236}">
                      <a16:creationId xmlns:a16="http://schemas.microsoft.com/office/drawing/2014/main" id="{1B33F1EA-8CF1-4B26-9095-18B12D108CC9}"/>
                    </a:ext>
                  </a:extLst>
                </p:cNvPr>
                <p:cNvSpPr>
                  <a:spLocks noChangeShapeType="1"/>
                </p:cNvSpPr>
                <p:nvPr/>
              </p:nvSpPr>
              <p:spPr bwMode="auto">
                <a:xfrm flipV="1">
                  <a:off x="3581400"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51" name="Line 119">
                  <a:extLst>
                    <a:ext uri="{FF2B5EF4-FFF2-40B4-BE49-F238E27FC236}">
                      <a16:creationId xmlns:a16="http://schemas.microsoft.com/office/drawing/2014/main" id="{22665624-6435-438D-A3F0-046A3288534D}"/>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pic>
              <p:nvPicPr>
                <p:cNvPr id="52" name="Picture 120">
                  <a:extLst>
                    <a:ext uri="{FF2B5EF4-FFF2-40B4-BE49-F238E27FC236}">
                      <a16:creationId xmlns:a16="http://schemas.microsoft.com/office/drawing/2014/main" id="{1974F678-A5D0-4423-A28E-C81D8129ABE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1400" y="2219325"/>
                  <a:ext cx="200025" cy="327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Line 121">
                  <a:extLst>
                    <a:ext uri="{FF2B5EF4-FFF2-40B4-BE49-F238E27FC236}">
                      <a16:creationId xmlns:a16="http://schemas.microsoft.com/office/drawing/2014/main" id="{5A47ED49-B245-4441-A7E6-8D71152EEAEE}"/>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54" name="Line 123">
                  <a:extLst>
                    <a:ext uri="{FF2B5EF4-FFF2-40B4-BE49-F238E27FC236}">
                      <a16:creationId xmlns:a16="http://schemas.microsoft.com/office/drawing/2014/main" id="{14773D16-8674-4B74-A5EB-CCA319404248}"/>
                    </a:ext>
                  </a:extLst>
                </p:cNvPr>
                <p:cNvSpPr>
                  <a:spLocks noChangeShapeType="1"/>
                </p:cNvSpPr>
                <p:nvPr/>
              </p:nvSpPr>
              <p:spPr bwMode="auto">
                <a:xfrm flipH="1">
                  <a:off x="3749675" y="4900613"/>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55" name="Line 124">
                  <a:extLst>
                    <a:ext uri="{FF2B5EF4-FFF2-40B4-BE49-F238E27FC236}">
                      <a16:creationId xmlns:a16="http://schemas.microsoft.com/office/drawing/2014/main" id="{56B26098-F6E1-40DA-8796-E7B99A6A09B5}"/>
                    </a:ext>
                  </a:extLst>
                </p:cNvPr>
                <p:cNvSpPr>
                  <a:spLocks noChangeShapeType="1"/>
                </p:cNvSpPr>
                <p:nvPr/>
              </p:nvSpPr>
              <p:spPr bwMode="auto">
                <a:xfrm flipH="1">
                  <a:off x="3749675" y="4379913"/>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56" name="Line 125">
                  <a:extLst>
                    <a:ext uri="{FF2B5EF4-FFF2-40B4-BE49-F238E27FC236}">
                      <a16:creationId xmlns:a16="http://schemas.microsoft.com/office/drawing/2014/main" id="{15B530E5-0036-4A24-97C2-EA3B26CC6849}"/>
                    </a:ext>
                  </a:extLst>
                </p:cNvPr>
                <p:cNvSpPr>
                  <a:spLocks noChangeShapeType="1"/>
                </p:cNvSpPr>
                <p:nvPr/>
              </p:nvSpPr>
              <p:spPr bwMode="auto">
                <a:xfrm flipH="1">
                  <a:off x="3749675" y="3857625"/>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57" name="Line 126">
                  <a:extLst>
                    <a:ext uri="{FF2B5EF4-FFF2-40B4-BE49-F238E27FC236}">
                      <a16:creationId xmlns:a16="http://schemas.microsoft.com/office/drawing/2014/main" id="{596F5EF1-8A36-4A81-B98D-8CED0EAAC565}"/>
                    </a:ext>
                  </a:extLst>
                </p:cNvPr>
                <p:cNvSpPr>
                  <a:spLocks noChangeShapeType="1"/>
                </p:cNvSpPr>
                <p:nvPr/>
              </p:nvSpPr>
              <p:spPr bwMode="auto">
                <a:xfrm flipH="1">
                  <a:off x="3749675" y="33353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58" name="Line 127">
                  <a:extLst>
                    <a:ext uri="{FF2B5EF4-FFF2-40B4-BE49-F238E27FC236}">
                      <a16:creationId xmlns:a16="http://schemas.microsoft.com/office/drawing/2014/main" id="{AD237231-3251-49A1-BF89-D4D771FFCBA1}"/>
                    </a:ext>
                  </a:extLst>
                </p:cNvPr>
                <p:cNvSpPr>
                  <a:spLocks noChangeShapeType="1"/>
                </p:cNvSpPr>
                <p:nvPr/>
              </p:nvSpPr>
              <p:spPr bwMode="auto">
                <a:xfrm flipH="1">
                  <a:off x="3749675" y="28146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59" name="Line 128">
                  <a:extLst>
                    <a:ext uri="{FF2B5EF4-FFF2-40B4-BE49-F238E27FC236}">
                      <a16:creationId xmlns:a16="http://schemas.microsoft.com/office/drawing/2014/main" id="{2475653E-E8CA-467E-932F-2260175D04FE}"/>
                    </a:ext>
                  </a:extLst>
                </p:cNvPr>
                <p:cNvSpPr>
                  <a:spLocks noChangeShapeType="1"/>
                </p:cNvSpPr>
                <p:nvPr/>
              </p:nvSpPr>
              <p:spPr bwMode="auto">
                <a:xfrm flipH="1">
                  <a:off x="3749675" y="2293938"/>
                  <a:ext cx="31750"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60" name="Line 136">
                  <a:extLst>
                    <a:ext uri="{FF2B5EF4-FFF2-40B4-BE49-F238E27FC236}">
                      <a16:creationId xmlns:a16="http://schemas.microsoft.com/office/drawing/2014/main" id="{575A1753-0302-4A62-9FAC-1BDBE0FA90ED}"/>
                    </a:ext>
                  </a:extLst>
                </p:cNvPr>
                <p:cNvSpPr>
                  <a:spLocks noChangeShapeType="1"/>
                </p:cNvSpPr>
                <p:nvPr/>
              </p:nvSpPr>
              <p:spPr bwMode="auto">
                <a:xfrm>
                  <a:off x="3581400" y="2219325"/>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61" name="Line 137">
                  <a:extLst>
                    <a:ext uri="{FF2B5EF4-FFF2-40B4-BE49-F238E27FC236}">
                      <a16:creationId xmlns:a16="http://schemas.microsoft.com/office/drawing/2014/main" id="{B35B6756-33DF-4DB1-B6DF-7FAF96B816AA}"/>
                    </a:ext>
                  </a:extLst>
                </p:cNvPr>
                <p:cNvSpPr>
                  <a:spLocks noChangeShapeType="1"/>
                </p:cNvSpPr>
                <p:nvPr/>
              </p:nvSpPr>
              <p:spPr bwMode="auto">
                <a:xfrm>
                  <a:off x="3581400" y="5494338"/>
                  <a:ext cx="200025"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62" name="Line 138">
                  <a:extLst>
                    <a:ext uri="{FF2B5EF4-FFF2-40B4-BE49-F238E27FC236}">
                      <a16:creationId xmlns:a16="http://schemas.microsoft.com/office/drawing/2014/main" id="{53C4CC14-7B92-4A61-9C68-2465A0CB8779}"/>
                    </a:ext>
                  </a:extLst>
                </p:cNvPr>
                <p:cNvSpPr>
                  <a:spLocks noChangeShapeType="1"/>
                </p:cNvSpPr>
                <p:nvPr/>
              </p:nvSpPr>
              <p:spPr bwMode="auto">
                <a:xfrm flipV="1">
                  <a:off x="3581400"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sp>
              <p:nvSpPr>
                <p:cNvPr id="63" name="Line 139">
                  <a:extLst>
                    <a:ext uri="{FF2B5EF4-FFF2-40B4-BE49-F238E27FC236}">
                      <a16:creationId xmlns:a16="http://schemas.microsoft.com/office/drawing/2014/main" id="{137575D5-35BA-49F1-8C14-494A0D08EB90}"/>
                    </a:ext>
                  </a:extLst>
                </p:cNvPr>
                <p:cNvSpPr>
                  <a:spLocks noChangeShapeType="1"/>
                </p:cNvSpPr>
                <p:nvPr/>
              </p:nvSpPr>
              <p:spPr bwMode="auto">
                <a:xfrm flipV="1">
                  <a:off x="3781425" y="2219325"/>
                  <a:ext cx="0" cy="3275013"/>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sz="800"/>
                </a:p>
              </p:txBody>
            </p:sp>
          </p:grpSp>
          <mc:AlternateContent xmlns:mc="http://schemas.openxmlformats.org/markup-compatibility/2006" xmlns:a14="http://schemas.microsoft.com/office/drawing/2010/main">
            <mc:Choice Requires="a14">
              <p:sp>
                <p:nvSpPr>
                  <p:cNvPr id="41" name="Rectangle 66">
                    <a:extLst>
                      <a:ext uri="{FF2B5EF4-FFF2-40B4-BE49-F238E27FC236}">
                        <a16:creationId xmlns:a16="http://schemas.microsoft.com/office/drawing/2014/main" id="{E8DFD243-0161-408C-9211-19A8C117EF17}"/>
                      </a:ext>
                    </a:extLst>
                  </p:cNvPr>
                  <p:cNvSpPr>
                    <a:spLocks noChangeArrowheads="1"/>
                  </p:cNvSpPr>
                  <p:nvPr/>
                </p:nvSpPr>
                <p:spPr bwMode="auto">
                  <a:xfrm>
                    <a:off x="3493441" y="3791209"/>
                    <a:ext cx="444609" cy="1231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func>
                            <m:funcPr>
                              <m:ctrlPr>
                                <a:rPr kumimoji="0" lang="en-US" altLang="ko-KR" sz="800" b="0" i="1" u="none" strike="noStrike" cap="none" normalizeH="0" baseline="0" smtClean="0">
                                  <a:ln>
                                    <a:noFill/>
                                  </a:ln>
                                  <a:solidFill>
                                    <a:schemeClr val="tx1"/>
                                  </a:solidFill>
                                  <a:effectLst/>
                                  <a:latin typeface="Cambria Math" panose="02040503050406030204" pitchFamily="18" charset="0"/>
                                </a:rPr>
                              </m:ctrlPr>
                            </m:funcPr>
                            <m:fName>
                              <m:r>
                                <m:rPr>
                                  <m:sty m:val="p"/>
                                </m:rPr>
                                <a:rPr kumimoji="0" lang="en-US" altLang="ko-KR" sz="800" b="0" i="0" u="none" strike="noStrike" cap="none" normalizeH="0" baseline="0" smtClean="0">
                                  <a:ln>
                                    <a:noFill/>
                                  </a:ln>
                                  <a:solidFill>
                                    <a:schemeClr val="tx1"/>
                                  </a:solidFill>
                                  <a:effectLst/>
                                  <a:latin typeface="Cambria Math" panose="02040503050406030204" pitchFamily="18" charset="0"/>
                                </a:rPr>
                                <m:t>exp</m:t>
                              </m:r>
                            </m:fName>
                            <m:e>
                              <m:r>
                                <a:rPr kumimoji="0" lang="en-US" altLang="ko-KR" sz="800" b="0" i="1" u="none" strike="noStrike" cap="none" normalizeH="0" baseline="0" smtClean="0">
                                  <a:ln>
                                    <a:noFill/>
                                  </a:ln>
                                  <a:solidFill>
                                    <a:schemeClr val="tx1"/>
                                  </a:solidFill>
                                  <a:effectLst/>
                                  <a:latin typeface="Cambria Math" panose="02040503050406030204" pitchFamily="18" charset="0"/>
                                </a:rPr>
                                <m:t>(−</m:t>
                              </m:r>
                              <m:r>
                                <a:rPr kumimoji="0" lang="en-US" altLang="ko-KR" sz="800" b="0" i="1" u="none" strike="noStrike" cap="none" normalizeH="0" baseline="0" smtClean="0">
                                  <a:ln>
                                    <a:noFill/>
                                  </a:ln>
                                  <a:solidFill>
                                    <a:schemeClr val="tx1"/>
                                  </a:solidFill>
                                  <a:effectLst/>
                                  <a:latin typeface="Cambria Math" panose="02040503050406030204" pitchFamily="18" charset="0"/>
                                </a:rPr>
                                <m:t>𝑖</m:t>
                              </m:r>
                              <m:r>
                                <a:rPr kumimoji="0" lang="en-US" altLang="ko-KR" sz="800" b="0" i="1" u="none" strike="noStrike" cap="none" normalizeH="0" baseline="0" smtClean="0">
                                  <a:ln>
                                    <a:noFill/>
                                  </a:ln>
                                  <a:solidFill>
                                    <a:schemeClr val="tx1"/>
                                  </a:solidFill>
                                  <a:effectLst/>
                                  <a:latin typeface="Cambria Math" panose="02040503050406030204" pitchFamily="18" charset="0"/>
                                </a:rPr>
                                <m:t>𝜋</m:t>
                              </m:r>
                              <m:r>
                                <a:rPr kumimoji="0" lang="en-US" altLang="ko-KR" sz="800" b="0" i="1" u="none" strike="noStrike" cap="none" normalizeH="0" baseline="0" smtClean="0">
                                  <a:ln>
                                    <a:noFill/>
                                  </a:ln>
                                  <a:solidFill>
                                    <a:schemeClr val="tx1"/>
                                  </a:solidFill>
                                  <a:effectLst/>
                                  <a:latin typeface="Cambria Math" panose="02040503050406030204" pitchFamily="18" charset="0"/>
                                </a:rPr>
                                <m:t>)</m:t>
                              </m:r>
                            </m:e>
                          </m:func>
                        </m:oMath>
                      </m:oMathPara>
                    </a14:m>
                    <a:endParaRPr kumimoji="0" lang="ko-KR" altLang="ko-KR" sz="800" b="0" i="0" u="none" strike="noStrike" cap="none" normalizeH="0" baseline="0" dirty="0">
                      <a:ln>
                        <a:noFill/>
                      </a:ln>
                      <a:solidFill>
                        <a:schemeClr val="tx1"/>
                      </a:solidFill>
                      <a:effectLst/>
                    </a:endParaRPr>
                  </a:p>
                </p:txBody>
              </p:sp>
            </mc:Choice>
            <mc:Fallback xmlns="">
              <p:sp>
                <p:nvSpPr>
                  <p:cNvPr id="45" name="Rectangle 66">
                    <a:extLst>
                      <a:ext uri="{FF2B5EF4-FFF2-40B4-BE49-F238E27FC236}">
                        <a16:creationId xmlns:a16="http://schemas.microsoft.com/office/drawing/2014/main" id="{ABDCAA75-BC4D-4880-B174-A8EA35257B96}"/>
                      </a:ext>
                    </a:extLst>
                  </p:cNvPr>
                  <p:cNvSpPr>
                    <a:spLocks noRot="1" noChangeAspect="1" noMove="1" noResize="1" noEditPoints="1" noAdjustHandles="1" noChangeArrowheads="1" noChangeShapeType="1" noTextEdit="1"/>
                  </p:cNvSpPr>
                  <p:nvPr/>
                </p:nvSpPr>
                <p:spPr bwMode="auto">
                  <a:xfrm>
                    <a:off x="3493441" y="3791209"/>
                    <a:ext cx="444609" cy="123111"/>
                  </a:xfrm>
                  <a:prstGeom prst="rect">
                    <a:avLst/>
                  </a:prstGeom>
                  <a:blipFill>
                    <a:blip r:embed="rId8"/>
                    <a:stretch>
                      <a:fillRect l="-13043" t="-8333" r="-67391" b="-13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sp>
            <p:nvSpPr>
              <p:cNvPr id="42" name="오른쪽 화살표 1">
                <a:extLst>
                  <a:ext uri="{FF2B5EF4-FFF2-40B4-BE49-F238E27FC236}">
                    <a16:creationId xmlns:a16="http://schemas.microsoft.com/office/drawing/2014/main" id="{FB623BF8-C134-480C-AB4C-F0C8C9438531}"/>
                  </a:ext>
                </a:extLst>
              </p:cNvPr>
              <p:cNvSpPr/>
              <p:nvPr/>
            </p:nvSpPr>
            <p:spPr>
              <a:xfrm>
                <a:off x="2311793" y="2159089"/>
                <a:ext cx="1390965" cy="1095375"/>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a:p>
            </p:txBody>
          </p:sp>
          <p:sp>
            <p:nvSpPr>
              <p:cNvPr id="43" name="오른쪽 화살표 1">
                <a:extLst>
                  <a:ext uri="{FF2B5EF4-FFF2-40B4-BE49-F238E27FC236}">
                    <a16:creationId xmlns:a16="http://schemas.microsoft.com/office/drawing/2014/main" id="{655BF7BC-537A-4B04-8A61-0E90065AB142}"/>
                  </a:ext>
                </a:extLst>
              </p:cNvPr>
              <p:cNvSpPr/>
              <p:nvPr/>
            </p:nvSpPr>
            <p:spPr>
              <a:xfrm>
                <a:off x="5731241" y="2159089"/>
                <a:ext cx="963273" cy="1095375"/>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150686C-325C-4DAB-8C99-E0566A39B7B8}"/>
                      </a:ext>
                    </a:extLst>
                  </p:cNvPr>
                  <p:cNvSpPr txBox="1"/>
                  <p:nvPr/>
                </p:nvSpPr>
                <p:spPr>
                  <a:xfrm>
                    <a:off x="5585649" y="2413170"/>
                    <a:ext cx="1107430" cy="590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𝐶𝑆𝐹</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f>
                                <m:fPr>
                                  <m:ctrlP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num>
                                <m:den>
                                  <m:sSub>
                                    <m:sSubPr>
                                      <m:ctrlP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den>
                              </m:f>
                            </m:e>
                          </m:d>
                        </m:oMath>
                      </m:oMathPara>
                    </a14:m>
                    <a:endParaRPr lang="ko-KR" altLang="en-US" sz="800" dirty="0"/>
                  </a:p>
                </p:txBody>
              </p:sp>
            </mc:Choice>
            <mc:Fallback xmlns="">
              <p:sp>
                <p:nvSpPr>
                  <p:cNvPr id="48" name="TextBox 47">
                    <a:extLst>
                      <a:ext uri="{FF2B5EF4-FFF2-40B4-BE49-F238E27FC236}">
                        <a16:creationId xmlns:a16="http://schemas.microsoft.com/office/drawing/2014/main" id="{0B047AB5-64A7-4E3A-B7E6-B2EE3AE59BE5}"/>
                      </a:ext>
                    </a:extLst>
                  </p:cNvPr>
                  <p:cNvSpPr txBox="1">
                    <a:spLocks noRot="1" noChangeAspect="1" noMove="1" noResize="1" noEditPoints="1" noAdjustHandles="1" noChangeArrowheads="1" noChangeShapeType="1" noTextEdit="1"/>
                  </p:cNvSpPr>
                  <p:nvPr/>
                </p:nvSpPr>
                <p:spPr>
                  <a:xfrm>
                    <a:off x="5585649" y="2413170"/>
                    <a:ext cx="1107430" cy="590443"/>
                  </a:xfrm>
                  <a:prstGeom prst="rect">
                    <a:avLst/>
                  </a:prstGeom>
                  <a:blipFill>
                    <a:blip r:embed="rId9"/>
                    <a:stretch>
                      <a:fillRect/>
                    </a:stretch>
                  </a:blipFill>
                </p:spPr>
                <p:txBody>
                  <a:bodyPr/>
                  <a:lstStyle/>
                  <a:p>
                    <a:r>
                      <a:rPr lang="ko-KR" altLang="en-US">
                        <a:noFill/>
                      </a:rPr>
                      <a:t> </a:t>
                    </a:r>
                  </a:p>
                </p:txBody>
              </p:sp>
            </mc:Fallback>
          </mc:AlternateContent>
          <p:sp>
            <p:nvSpPr>
              <p:cNvPr id="45" name="TextBox 44">
                <a:extLst>
                  <a:ext uri="{FF2B5EF4-FFF2-40B4-BE49-F238E27FC236}">
                    <a16:creationId xmlns:a16="http://schemas.microsoft.com/office/drawing/2014/main" id="{A5788AD0-4B13-44D8-B694-C82401A6C994}"/>
                  </a:ext>
                </a:extLst>
              </p:cNvPr>
              <p:cNvSpPr txBox="1"/>
              <p:nvPr/>
            </p:nvSpPr>
            <p:spPr>
              <a:xfrm>
                <a:off x="2151094" y="2433309"/>
                <a:ext cx="1577989" cy="524870"/>
              </a:xfrm>
              <a:prstGeom prst="rect">
                <a:avLst/>
              </a:prstGeom>
              <a:noFill/>
            </p:spPr>
            <p:txBody>
              <a:bodyPr wrap="square" rtlCol="0">
                <a:spAutoFit/>
              </a:bodyPr>
              <a:lstStyle/>
              <a:p>
                <a:pPr algn="ctr"/>
                <a:r>
                  <a:rPr lang="en-US" altLang="ko-KR" sz="800" dirty="0">
                    <a:solidFill>
                      <a:prstClr val="black"/>
                    </a:solidFill>
                    <a:latin typeface="Arial" panose="020B0604020202020204" pitchFamily="34" charset="0"/>
                    <a:cs typeface="Arial" panose="020B0604020202020204" pitchFamily="34" charset="0"/>
                  </a:rPr>
                  <a:t>Fully-developed speckle</a:t>
                </a:r>
                <a:endParaRPr lang="ko-KR" altLang="en-US" sz="800" dirty="0">
                  <a:solidFill>
                    <a:prstClr val="black"/>
                  </a:solidFill>
                  <a:latin typeface="Arial" panose="020B0604020202020204" pitchFamily="34" charset="0"/>
                  <a:cs typeface="Arial" panose="020B0604020202020204" pitchFamily="34" charset="0"/>
                </a:endParaRPr>
              </a:p>
            </p:txBody>
          </p:sp>
          <p:pic>
            <p:nvPicPr>
              <p:cNvPr id="46" name="Picture 6">
                <a:extLst>
                  <a:ext uri="{FF2B5EF4-FFF2-40B4-BE49-F238E27FC236}">
                    <a16:creationId xmlns:a16="http://schemas.microsoft.com/office/drawing/2014/main" id="{49DA6B1F-3D06-4A57-954F-3E877C03583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8083" y="1752996"/>
                <a:ext cx="1850083" cy="1850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4B1A39B-6021-4EDC-8EC7-BE45267A01B3}"/>
                      </a:ext>
                    </a:extLst>
                  </p:cNvPr>
                  <p:cNvSpPr txBox="1"/>
                  <p:nvPr/>
                </p:nvSpPr>
                <p:spPr>
                  <a:xfrm>
                    <a:off x="7124384" y="3213878"/>
                    <a:ext cx="1737444" cy="568211"/>
                  </a:xfrm>
                  <a:prstGeom prst="rect">
                    <a:avLst/>
                  </a:prstGeom>
                  <a:noFill/>
                </p:spPr>
                <p:txBody>
                  <a:bodyPr wrap="square" rtlCol="0">
                    <a:spAutoFit/>
                  </a:bodyPr>
                  <a:lstStyle/>
                  <a:p>
                    <a:pPr algn="ctr"/>
                    <a:r>
                      <a:rPr lang="en-US" altLang="ko-KR" sz="800" dirty="0">
                        <a:solidFill>
                          <a:prstClr val="black"/>
                        </a:solidFill>
                        <a:latin typeface="helvetica" panose="020B0604020202020204" pitchFamily="34" charset="0"/>
                        <a:cs typeface="helvetica" panose="020B0604020202020204" pitchFamily="34" charset="0"/>
                      </a:rPr>
                      <a:t>A speckle pattern of the grain </a:t>
                    </a:r>
                    <a:r>
                      <a:rPr lang="en-US" altLang="ko-KR" sz="800" dirty="0">
                        <a:solidFill>
                          <a:schemeClr val="tx1"/>
                        </a:solidFill>
                        <a:latin typeface="helvetica" panose="020B0604020202020204" pitchFamily="34" charset="0"/>
                        <a:cs typeface="helvetica" panose="020B0604020202020204" pitchFamily="34" charset="0"/>
                      </a:rPr>
                      <a:t>size </a:t>
                    </a:r>
                    <a14:m>
                      <m:oMath xmlns:m="http://schemas.openxmlformats.org/officeDocument/2006/math">
                        <m:sSub>
                          <m:sSubPr>
                            <m:ctrlPr>
                              <a:rPr lang="en-US" altLang="ko-KR" sz="8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oMath>
                    </a14:m>
                    <a:endParaRPr lang="ko-KR" altLang="en-US" sz="800" dirty="0">
                      <a:solidFill>
                        <a:prstClr val="black"/>
                      </a:solidFill>
                      <a:latin typeface="helvetica" panose="020B0604020202020204" pitchFamily="34" charset="0"/>
                      <a:cs typeface="helvetica" panose="020B0604020202020204" pitchFamily="34" charset="0"/>
                    </a:endParaRPr>
                  </a:p>
                </p:txBody>
              </p:sp>
            </mc:Choice>
            <mc:Fallback xmlns="">
              <p:sp>
                <p:nvSpPr>
                  <p:cNvPr id="51" name="TextBox 50">
                    <a:extLst>
                      <a:ext uri="{FF2B5EF4-FFF2-40B4-BE49-F238E27FC236}">
                        <a16:creationId xmlns:a16="http://schemas.microsoft.com/office/drawing/2014/main" id="{F42300B2-23F7-4D8D-A459-AD51CA273BC4}"/>
                      </a:ext>
                    </a:extLst>
                  </p:cNvPr>
                  <p:cNvSpPr txBox="1">
                    <a:spLocks noRot="1" noChangeAspect="1" noMove="1" noResize="1" noEditPoints="1" noAdjustHandles="1" noChangeArrowheads="1" noChangeShapeType="1" noTextEdit="1"/>
                  </p:cNvSpPr>
                  <p:nvPr/>
                </p:nvSpPr>
                <p:spPr>
                  <a:xfrm>
                    <a:off x="7124384" y="3213878"/>
                    <a:ext cx="1737444" cy="568211"/>
                  </a:xfrm>
                  <a:prstGeom prst="rect">
                    <a:avLst/>
                  </a:prstGeom>
                  <a:blipFill>
                    <a:blip r:embed="rId11"/>
                    <a:stretch>
                      <a:fillRect/>
                    </a:stretch>
                  </a:blipFill>
                </p:spPr>
                <p:txBody>
                  <a:bodyPr/>
                  <a:lstStyle/>
                  <a:p>
                    <a:r>
                      <a:rPr lang="ko-KR" altLang="en-US">
                        <a:noFill/>
                      </a:rPr>
                      <a:t> </a:t>
                    </a:r>
                  </a:p>
                </p:txBody>
              </p:sp>
            </mc:Fallback>
          </mc:AlternateContent>
        </p:grpSp>
        <p:sp>
          <p:nvSpPr>
            <p:cNvPr id="5" name="TextBox 4">
              <a:extLst>
                <a:ext uri="{FF2B5EF4-FFF2-40B4-BE49-F238E27FC236}">
                  <a16:creationId xmlns:a16="http://schemas.microsoft.com/office/drawing/2014/main" id="{6D2BCD92-20D9-4962-8B21-D1E113179381}"/>
                </a:ext>
              </a:extLst>
            </p:cNvPr>
            <p:cNvSpPr txBox="1"/>
            <p:nvPr/>
          </p:nvSpPr>
          <p:spPr>
            <a:xfrm>
              <a:off x="575310" y="643903"/>
              <a:ext cx="278189" cy="270019"/>
            </a:xfrm>
            <a:prstGeom prst="rect">
              <a:avLst/>
            </a:prstGeom>
            <a:noFill/>
          </p:spPr>
          <p:txBody>
            <a:bodyPr wrap="square" rtlCol="0">
              <a:spAutoFit/>
            </a:bodyPr>
            <a:lstStyle/>
            <a:p>
              <a:r>
                <a:rPr lang="en-US" altLang="ko-KR" sz="1600" b="1" dirty="0">
                  <a:latin typeface="Times New Roman" panose="02020603050405020304" pitchFamily="18" charset="0"/>
                  <a:cs typeface="Times New Roman" panose="02020603050405020304" pitchFamily="18" charset="0"/>
                </a:rPr>
                <a:t>a</a:t>
              </a:r>
              <a:endParaRPr lang="ko-KR" altLang="en-US" sz="1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6FD5275-176D-423B-9BDD-0D295BA1B962}"/>
                </a:ext>
              </a:extLst>
            </p:cNvPr>
            <p:cNvSpPr txBox="1"/>
            <p:nvPr/>
          </p:nvSpPr>
          <p:spPr>
            <a:xfrm>
              <a:off x="566760" y="2601260"/>
              <a:ext cx="295288" cy="270019"/>
            </a:xfrm>
            <a:prstGeom prst="rect">
              <a:avLst/>
            </a:prstGeom>
            <a:noFill/>
          </p:spPr>
          <p:txBody>
            <a:bodyPr wrap="square" rtlCol="0">
              <a:spAutoFit/>
            </a:bodyPr>
            <a:lstStyle/>
            <a:p>
              <a:r>
                <a:rPr lang="en-US" altLang="ko-KR" sz="1600" b="1" dirty="0">
                  <a:latin typeface="Times New Roman" panose="02020603050405020304" pitchFamily="18" charset="0"/>
                  <a:cs typeface="Times New Roman" panose="02020603050405020304" pitchFamily="18" charset="0"/>
                </a:rPr>
                <a:t>b</a:t>
              </a:r>
              <a:endParaRPr lang="ko-KR" altLang="en-US"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969A1EA-0E75-4DA7-8CD8-B98A208D4B97}"/>
                    </a:ext>
                  </a:extLst>
                </p:cNvPr>
                <p:cNvSpPr txBox="1"/>
                <p:nvPr/>
              </p:nvSpPr>
              <p:spPr>
                <a:xfrm>
                  <a:off x="714404" y="2631857"/>
                  <a:ext cx="1142145" cy="3469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b="0" i="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𝜆</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𝑒𝑥</m:t>
                                </m:r>
                              </m:sub>
                            </m:sSub>
                          </m:num>
                          <m:den>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2</m:t>
                            </m:r>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𝑁</m:t>
                            </m:r>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𝑖𝑙</m:t>
                                </m:r>
                              </m:sub>
                            </m:sSub>
                          </m:den>
                        </m:f>
                      </m:oMath>
                    </m:oMathPara>
                  </a14:m>
                  <a:endParaRPr lang="ko-KR" altLang="en-US" sz="800" dirty="0">
                    <a:solidFill>
                      <a:schemeClr val="tx1"/>
                    </a:solidFill>
                  </a:endParaRPr>
                </a:p>
              </p:txBody>
            </p:sp>
          </mc:Choice>
          <mc:Fallback xmlns="">
            <p:sp>
              <p:nvSpPr>
                <p:cNvPr id="57" name="TextBox 56">
                  <a:extLst>
                    <a:ext uri="{FF2B5EF4-FFF2-40B4-BE49-F238E27FC236}">
                      <a16:creationId xmlns:a16="http://schemas.microsoft.com/office/drawing/2014/main" id="{E096622C-A745-4E81-9951-2DC07AFB9DEE}"/>
                    </a:ext>
                  </a:extLst>
                </p:cNvPr>
                <p:cNvSpPr txBox="1">
                  <a:spLocks noRot="1" noChangeAspect="1" noMove="1" noResize="1" noEditPoints="1" noAdjustHandles="1" noChangeArrowheads="1" noChangeShapeType="1" noTextEdit="1"/>
                </p:cNvSpPr>
                <p:nvPr/>
              </p:nvSpPr>
              <p:spPr>
                <a:xfrm>
                  <a:off x="714404" y="2631857"/>
                  <a:ext cx="1142145" cy="346954"/>
                </a:xfrm>
                <a:prstGeom prst="rect">
                  <a:avLst/>
                </a:prstGeom>
                <a:blipFill>
                  <a:blip r:embed="rId1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9A4D79B-C8C4-4CB1-9CA7-C24445F4E257}"/>
                    </a:ext>
                  </a:extLst>
                </p:cNvPr>
                <p:cNvSpPr txBox="1"/>
                <p:nvPr/>
              </p:nvSpPr>
              <p:spPr>
                <a:xfrm>
                  <a:off x="768193" y="3911485"/>
                  <a:ext cx="1142145" cy="3469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b="0" i="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𝜆</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𝑒𝑥</m:t>
                                </m:r>
                              </m:sub>
                            </m:sSub>
                          </m:num>
                          <m:den>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2</m:t>
                            </m:r>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𝑁</m:t>
                            </m:r>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𝑖𝑙</m:t>
                                </m:r>
                              </m:sub>
                            </m:sSub>
                          </m:den>
                        </m:f>
                      </m:oMath>
                    </m:oMathPara>
                  </a14:m>
                  <a:endParaRPr lang="ko-KR" altLang="en-US" sz="800" dirty="0">
                    <a:solidFill>
                      <a:schemeClr val="tx1"/>
                    </a:solidFill>
                  </a:endParaRPr>
                </a:p>
              </p:txBody>
            </p:sp>
          </mc:Choice>
          <mc:Fallback xmlns="">
            <p:sp>
              <p:nvSpPr>
                <p:cNvPr id="58" name="TextBox 57">
                  <a:extLst>
                    <a:ext uri="{FF2B5EF4-FFF2-40B4-BE49-F238E27FC236}">
                      <a16:creationId xmlns:a16="http://schemas.microsoft.com/office/drawing/2014/main" id="{A117065E-2F47-43FC-93FF-F1E1AC9C434E}"/>
                    </a:ext>
                  </a:extLst>
                </p:cNvPr>
                <p:cNvSpPr txBox="1">
                  <a:spLocks noRot="1" noChangeAspect="1" noMove="1" noResize="1" noEditPoints="1" noAdjustHandles="1" noChangeArrowheads="1" noChangeShapeType="1" noTextEdit="1"/>
                </p:cNvSpPr>
                <p:nvPr/>
              </p:nvSpPr>
              <p:spPr>
                <a:xfrm>
                  <a:off x="768193" y="3911485"/>
                  <a:ext cx="1142145" cy="346954"/>
                </a:xfrm>
                <a:prstGeom prst="rect">
                  <a:avLst/>
                </a:prstGeom>
                <a:blipFill>
                  <a:blip r:embed="rId13"/>
                  <a:stretch>
                    <a:fillRect/>
                  </a:stretch>
                </a:blipFill>
              </p:spPr>
              <p:txBody>
                <a:bodyPr/>
                <a:lstStyle/>
                <a:p>
                  <a:r>
                    <a:rPr lang="ko-KR" altLang="en-US">
                      <a:noFill/>
                    </a:rPr>
                    <a:t> </a:t>
                  </a:r>
                </a:p>
              </p:txBody>
            </p:sp>
          </mc:Fallback>
        </mc:AlternateContent>
        <p:pic>
          <p:nvPicPr>
            <p:cNvPr id="9" name="그림 8">
              <a:extLst>
                <a:ext uri="{FF2B5EF4-FFF2-40B4-BE49-F238E27FC236}">
                  <a16:creationId xmlns:a16="http://schemas.microsoft.com/office/drawing/2014/main" id="{EF39DCBE-A93A-4574-A3F2-AD06FB6E2D29}"/>
                </a:ext>
              </a:extLst>
            </p:cNvPr>
            <p:cNvPicPr>
              <a:picLocks noChangeAspect="1"/>
            </p:cNvPicPr>
            <p:nvPr/>
          </p:nvPicPr>
          <p:blipFill rotWithShape="1">
            <a:blip r:embed="rId3"/>
            <a:srcRect l="17636" t="35480" r="12842" b="11639"/>
            <a:stretch/>
          </p:blipFill>
          <p:spPr>
            <a:xfrm>
              <a:off x="1746636" y="3649564"/>
              <a:ext cx="1229705" cy="393954"/>
            </a:xfrm>
            <a:prstGeom prst="rect">
              <a:avLst/>
            </a:prstGeom>
          </p:spPr>
        </p:pic>
        <p:pic>
          <p:nvPicPr>
            <p:cNvPr id="10" name="그림 9">
              <a:extLst>
                <a:ext uri="{FF2B5EF4-FFF2-40B4-BE49-F238E27FC236}">
                  <a16:creationId xmlns:a16="http://schemas.microsoft.com/office/drawing/2014/main" id="{ABB9CEAE-54D4-4B38-BD17-984A14179E79}"/>
                </a:ext>
              </a:extLst>
            </p:cNvPr>
            <p:cNvPicPr>
              <a:picLocks noChangeAspect="1"/>
            </p:cNvPicPr>
            <p:nvPr/>
          </p:nvPicPr>
          <p:blipFill rotWithShape="1">
            <a:blip r:embed="rId14"/>
            <a:srcRect l="24127" t="27158" r="6144" b="9425"/>
            <a:stretch/>
          </p:blipFill>
          <p:spPr>
            <a:xfrm>
              <a:off x="1746372" y="2770537"/>
              <a:ext cx="1253268" cy="40909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D5D16A2-368F-489F-9A41-8982E961A1B3}"/>
                    </a:ext>
                  </a:extLst>
                </p:cNvPr>
                <p:cNvSpPr txBox="1"/>
                <p:nvPr/>
              </p:nvSpPr>
              <p:spPr>
                <a:xfrm>
                  <a:off x="1045490" y="749527"/>
                  <a:ext cx="623888" cy="21544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ko-KR" sz="800" b="0" i="0" smtClean="0">
                            <a:solidFill>
                              <a:prstClr val="black"/>
                            </a:solidFill>
                            <a:latin typeface="Cambria Math" panose="02040503050406030204" pitchFamily="18" charset="0"/>
                            <a:cs typeface="Arial" panose="020B0604020202020204" pitchFamily="34" charset="0"/>
                          </a:rPr>
                          <m:t>Φ</m:t>
                        </m:r>
                        <m:r>
                          <a:rPr lang="en-US" altLang="ko-KR" sz="800" b="0" i="0"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𝑥</m:t>
                        </m:r>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𝑦</m:t>
                        </m:r>
                        <m:r>
                          <a:rPr lang="en-US" altLang="ko-KR" sz="800" b="0" i="0" smtClean="0">
                            <a:solidFill>
                              <a:prstClr val="black"/>
                            </a:solidFill>
                            <a:latin typeface="Cambria Math" panose="02040503050406030204" pitchFamily="18" charset="0"/>
                            <a:cs typeface="Arial" panose="020B0604020202020204" pitchFamily="34" charset="0"/>
                          </a:rPr>
                          <m:t>)</m:t>
                        </m:r>
                      </m:oMath>
                    </m:oMathPara>
                  </a14:m>
                  <a:endParaRPr lang="en-US" altLang="ko-KR" sz="800" dirty="0">
                    <a:solidFill>
                      <a:prstClr val="black"/>
                    </a:solidFill>
                    <a:latin typeface="Arial" panose="020B0604020202020204" pitchFamily="34" charset="0"/>
                    <a:cs typeface="Arial" panose="020B0604020202020204" pitchFamily="34" charset="0"/>
                  </a:endParaRPr>
                </a:p>
              </p:txBody>
            </p:sp>
          </mc:Choice>
          <mc:Fallback xmlns="">
            <p:sp>
              <p:nvSpPr>
                <p:cNvPr id="62" name="TextBox 61">
                  <a:extLst>
                    <a:ext uri="{FF2B5EF4-FFF2-40B4-BE49-F238E27FC236}">
                      <a16:creationId xmlns:a16="http://schemas.microsoft.com/office/drawing/2014/main" id="{3BF2414D-3A0A-48D4-9C72-3189D68704E9}"/>
                    </a:ext>
                  </a:extLst>
                </p:cNvPr>
                <p:cNvSpPr txBox="1">
                  <a:spLocks noRot="1" noChangeAspect="1" noMove="1" noResize="1" noEditPoints="1" noAdjustHandles="1" noChangeArrowheads="1" noChangeShapeType="1" noTextEdit="1"/>
                </p:cNvSpPr>
                <p:nvPr/>
              </p:nvSpPr>
              <p:spPr>
                <a:xfrm>
                  <a:off x="1045490" y="749527"/>
                  <a:ext cx="623888" cy="215444"/>
                </a:xfrm>
                <a:prstGeom prst="rect">
                  <a:avLst/>
                </a:prstGeom>
                <a:blipFill>
                  <a:blip r:embed="rId15"/>
                  <a:stretch>
                    <a:fillRect b="-285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691570-4508-4362-8102-284CA0DAB93C}"/>
                    </a:ext>
                  </a:extLst>
                </p:cNvPr>
                <p:cNvSpPr txBox="1"/>
                <p:nvPr/>
              </p:nvSpPr>
              <p:spPr>
                <a:xfrm>
                  <a:off x="2875184" y="744497"/>
                  <a:ext cx="1285139"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prstClr val="black"/>
                                </a:solidFill>
                                <a:latin typeface="Cambria Math" panose="02040503050406030204" pitchFamily="18" charset="0"/>
                                <a:cs typeface="Arial" panose="020B0604020202020204" pitchFamily="34" charset="0"/>
                              </a:rPr>
                            </m:ctrlPr>
                          </m:sSubPr>
                          <m:e>
                            <m:r>
                              <a:rPr lang="en-US" altLang="ko-KR" sz="800" b="0" i="1" smtClean="0">
                                <a:solidFill>
                                  <a:prstClr val="black"/>
                                </a:solidFill>
                                <a:latin typeface="Cambria Math" panose="02040503050406030204" pitchFamily="18" charset="0"/>
                                <a:cs typeface="Arial" panose="020B0604020202020204" pitchFamily="34" charset="0"/>
                              </a:rPr>
                              <m:t>𝐸</m:t>
                            </m:r>
                          </m:e>
                          <m:sub>
                            <m:r>
                              <a:rPr lang="en-US" altLang="ko-KR" sz="800" b="0" i="1" smtClean="0">
                                <a:solidFill>
                                  <a:prstClr val="black"/>
                                </a:solidFill>
                                <a:latin typeface="Cambria Math" panose="02040503050406030204" pitchFamily="18" charset="0"/>
                                <a:cs typeface="Arial" panose="020B0604020202020204" pitchFamily="34" charset="0"/>
                              </a:rPr>
                              <m:t>0</m:t>
                            </m:r>
                          </m:sub>
                        </m:sSub>
                        <m:d>
                          <m:dPr>
                            <m:ctrlPr>
                              <a:rPr lang="en-US" altLang="ko-KR" sz="800" b="0" i="1" smtClean="0">
                                <a:solidFill>
                                  <a:prstClr val="black"/>
                                </a:solidFill>
                                <a:latin typeface="Cambria Math" panose="02040503050406030204" pitchFamily="18" charset="0"/>
                                <a:cs typeface="Arial" panose="020B0604020202020204" pitchFamily="34" charset="0"/>
                              </a:rPr>
                            </m:ctrlPr>
                          </m:dPr>
                          <m:e>
                            <m:r>
                              <a:rPr lang="en-US" altLang="ko-KR" sz="800" b="0" i="1" smtClean="0">
                                <a:solidFill>
                                  <a:prstClr val="black"/>
                                </a:solidFill>
                                <a:latin typeface="Cambria Math" panose="02040503050406030204" pitchFamily="18" charset="0"/>
                                <a:cs typeface="Arial" panose="020B0604020202020204" pitchFamily="34" charset="0"/>
                              </a:rPr>
                              <m:t>𝑥</m:t>
                            </m:r>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𝑦</m:t>
                            </m:r>
                          </m:e>
                        </m:d>
                        <m:r>
                          <a:rPr lang="en-US" altLang="ko-KR" sz="800" b="0" i="1" smtClean="0">
                            <a:solidFill>
                              <a:prstClr val="black"/>
                            </a:solidFill>
                            <a:latin typeface="Cambria Math" panose="02040503050406030204" pitchFamily="18" charset="0"/>
                            <a:cs typeface="Arial" panose="020B0604020202020204" pitchFamily="34" charset="0"/>
                          </a:rPr>
                          <m:t>=</m:t>
                        </m:r>
                        <m:func>
                          <m:funcPr>
                            <m:ctrlPr>
                              <a:rPr lang="en-US" altLang="ko-KR" sz="800" b="0" i="1" smtClean="0">
                                <a:solidFill>
                                  <a:prstClr val="black"/>
                                </a:solidFill>
                                <a:latin typeface="Cambria Math" panose="02040503050406030204" pitchFamily="18" charset="0"/>
                                <a:cs typeface="Arial" panose="020B0604020202020204" pitchFamily="34" charset="0"/>
                              </a:rPr>
                            </m:ctrlPr>
                          </m:funcPr>
                          <m:fName>
                            <m:r>
                              <m:rPr>
                                <m:sty m:val="p"/>
                              </m:rPr>
                              <a:rPr lang="en-US" altLang="ko-KR" sz="800" b="0" i="0" smtClean="0">
                                <a:solidFill>
                                  <a:prstClr val="black"/>
                                </a:solidFill>
                                <a:latin typeface="Cambria Math" panose="02040503050406030204" pitchFamily="18" charset="0"/>
                                <a:cs typeface="Arial" panose="020B0604020202020204" pitchFamily="34" charset="0"/>
                              </a:rPr>
                              <m:t>exp</m:t>
                            </m:r>
                          </m:fName>
                          <m:e>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𝑖</m:t>
                            </m:r>
                            <m:r>
                              <m:rPr>
                                <m:sty m:val="p"/>
                              </m:rPr>
                              <a:rPr lang="en-US" altLang="ko-KR" sz="800" b="0" i="0" smtClean="0">
                                <a:solidFill>
                                  <a:prstClr val="black"/>
                                </a:solidFill>
                                <a:latin typeface="Cambria Math" panose="02040503050406030204" pitchFamily="18" charset="0"/>
                                <a:cs typeface="Arial" panose="020B0604020202020204" pitchFamily="34" charset="0"/>
                              </a:rPr>
                              <m:t>Φ</m:t>
                            </m:r>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𝑥</m:t>
                            </m:r>
                            <m:r>
                              <a:rPr lang="en-US" altLang="ko-KR" sz="800" b="0" i="1" smtClean="0">
                                <a:solidFill>
                                  <a:prstClr val="black"/>
                                </a:solidFill>
                                <a:latin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cs typeface="Arial" panose="020B0604020202020204" pitchFamily="34" charset="0"/>
                              </a:rPr>
                              <m:t>𝑦</m:t>
                            </m:r>
                            <m:r>
                              <a:rPr lang="en-US" altLang="ko-KR" sz="800" b="0" i="1" smtClean="0">
                                <a:solidFill>
                                  <a:prstClr val="black"/>
                                </a:solidFill>
                                <a:latin typeface="Cambria Math" panose="02040503050406030204" pitchFamily="18" charset="0"/>
                                <a:cs typeface="Arial" panose="020B0604020202020204" pitchFamily="34" charset="0"/>
                              </a:rPr>
                              <m:t>)]</m:t>
                            </m:r>
                          </m:e>
                        </m:func>
                      </m:oMath>
                    </m:oMathPara>
                  </a14:m>
                  <a:endParaRPr lang="ko-KR" altLang="en-US" sz="800" dirty="0"/>
                </a:p>
              </p:txBody>
            </p:sp>
          </mc:Choice>
          <mc:Fallback xmlns="">
            <p:sp>
              <p:nvSpPr>
                <p:cNvPr id="64" name="TextBox 63">
                  <a:extLst>
                    <a:ext uri="{FF2B5EF4-FFF2-40B4-BE49-F238E27FC236}">
                      <a16:creationId xmlns:a16="http://schemas.microsoft.com/office/drawing/2014/main" id="{D2B7A4E4-195E-4B79-B1F2-DD3A8CA910AE}"/>
                    </a:ext>
                  </a:extLst>
                </p:cNvPr>
                <p:cNvSpPr txBox="1">
                  <a:spLocks noRot="1" noChangeAspect="1" noMove="1" noResize="1" noEditPoints="1" noAdjustHandles="1" noChangeArrowheads="1" noChangeShapeType="1" noTextEdit="1"/>
                </p:cNvSpPr>
                <p:nvPr/>
              </p:nvSpPr>
              <p:spPr>
                <a:xfrm>
                  <a:off x="2875184" y="744497"/>
                  <a:ext cx="1285139" cy="215444"/>
                </a:xfrm>
                <a:prstGeom prst="rect">
                  <a:avLst/>
                </a:prstGeom>
                <a:blipFill>
                  <a:blip r:embed="rId16"/>
                  <a:stretch>
                    <a:fillRect b="-285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50F1A9A-924D-4617-B709-56F5D40AF107}"/>
                    </a:ext>
                  </a:extLst>
                </p:cNvPr>
                <p:cNvSpPr txBox="1"/>
                <p:nvPr/>
              </p:nvSpPr>
              <p:spPr>
                <a:xfrm>
                  <a:off x="4442118" y="660683"/>
                  <a:ext cx="1866900" cy="3939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schemeClr val="tx1"/>
                                </a:solidFill>
                                <a:latin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cs typeface="Arial" panose="020B0604020202020204" pitchFamily="34" charset="0"/>
                              </a:rPr>
                              <m:t>𝐸</m:t>
                            </m:r>
                          </m:e>
                          <m:sub>
                            <m:r>
                              <a:rPr lang="en-US" altLang="ko-KR" sz="800" b="0" i="1" smtClean="0">
                                <a:solidFill>
                                  <a:schemeClr val="tx1"/>
                                </a:solidFill>
                                <a:latin typeface="Cambria Math" panose="02040503050406030204" pitchFamily="18" charset="0"/>
                                <a:cs typeface="Arial" panose="020B0604020202020204" pitchFamily="34" charset="0"/>
                              </a:rPr>
                              <m:t>1</m:t>
                            </m:r>
                          </m:sub>
                        </m:sSub>
                        <m:d>
                          <m:dPr>
                            <m:ctrlPr>
                              <a:rPr lang="en-US" altLang="ko-KR" sz="800" b="0" i="1" smtClean="0">
                                <a:solidFill>
                                  <a:schemeClr val="tx1"/>
                                </a:solidFill>
                                <a:latin typeface="Cambria Math" panose="02040503050406030204" pitchFamily="18" charset="0"/>
                                <a:cs typeface="Arial" panose="020B0604020202020204" pitchFamily="34" charset="0"/>
                              </a:rPr>
                            </m:ctrlPr>
                          </m:dPr>
                          <m:e>
                            <m:r>
                              <a:rPr lang="en-US" altLang="ko-KR" sz="800" b="0" i="1" smtClean="0">
                                <a:solidFill>
                                  <a:schemeClr val="tx1"/>
                                </a:solidFill>
                                <a:latin typeface="Cambria Math" panose="02040503050406030204" pitchFamily="18" charset="0"/>
                                <a:cs typeface="Arial" panose="020B0604020202020204" pitchFamily="34" charset="0"/>
                              </a:rPr>
                              <m:t>𝑥</m:t>
                            </m:r>
                            <m:r>
                              <a:rPr lang="en-US" altLang="ko-KR" sz="800" b="0" i="1" smtClean="0">
                                <a:solidFill>
                                  <a:schemeClr val="tx1"/>
                                </a:solidFill>
                                <a:latin typeface="Cambria Math" panose="02040503050406030204" pitchFamily="18" charset="0"/>
                                <a:cs typeface="Arial" panose="020B0604020202020204" pitchFamily="34" charset="0"/>
                              </a:rPr>
                              <m:t>,</m:t>
                            </m:r>
                            <m:r>
                              <a:rPr lang="en-US" altLang="ko-KR" sz="800" b="0" i="1" smtClean="0">
                                <a:solidFill>
                                  <a:schemeClr val="tx1"/>
                                </a:solidFill>
                                <a:latin typeface="Cambria Math" panose="02040503050406030204" pitchFamily="18" charset="0"/>
                                <a:cs typeface="Arial" panose="020B0604020202020204" pitchFamily="34" charset="0"/>
                              </a:rPr>
                              <m:t>𝑦</m:t>
                            </m:r>
                          </m:e>
                        </m:d>
                        <m:r>
                          <a:rPr lang="en-US" altLang="ko-KR" sz="800" b="0" i="1" smtClean="0">
                            <a:solidFill>
                              <a:schemeClr val="tx1"/>
                            </a:solidFill>
                            <a:latin typeface="Cambria Math" panose="02040503050406030204" pitchFamily="18" charset="0"/>
                            <a:cs typeface="Arial" panose="020B0604020202020204" pitchFamily="34" charset="0"/>
                          </a:rPr>
                          <m:t>=</m:t>
                        </m:r>
                        <m:sSub>
                          <m:sSubPr>
                            <m:ctrlPr>
                              <a:rPr lang="en-US" altLang="ko-KR" sz="800" i="1">
                                <a:solidFill>
                                  <a:schemeClr val="tx1"/>
                                </a:solidFill>
                                <a:latin typeface="Cambria Math" panose="02040503050406030204" pitchFamily="18" charset="0"/>
                                <a:cs typeface="Arial" panose="020B0604020202020204" pitchFamily="34" charset="0"/>
                              </a:rPr>
                            </m:ctrlPr>
                          </m:sSubPr>
                          <m:e>
                            <m:r>
                              <a:rPr lang="en-US" altLang="ko-KR" sz="800" i="1">
                                <a:solidFill>
                                  <a:schemeClr val="tx1"/>
                                </a:solidFill>
                                <a:latin typeface="Cambria Math" panose="02040503050406030204" pitchFamily="18" charset="0"/>
                                <a:cs typeface="Arial" panose="020B0604020202020204" pitchFamily="34" charset="0"/>
                              </a:rPr>
                              <m:t>𝐸</m:t>
                            </m:r>
                          </m:e>
                          <m:sub>
                            <m:r>
                              <a:rPr lang="en-US" altLang="ko-KR" sz="800" i="1">
                                <a:solidFill>
                                  <a:schemeClr val="tx1"/>
                                </a:solidFill>
                                <a:latin typeface="Cambria Math" panose="02040503050406030204" pitchFamily="18" charset="0"/>
                                <a:cs typeface="Arial" panose="020B0604020202020204" pitchFamily="34" charset="0"/>
                              </a:rPr>
                              <m:t>0</m:t>
                            </m:r>
                          </m:sub>
                        </m:sSub>
                        <m:d>
                          <m:dPr>
                            <m:ctrlPr>
                              <a:rPr lang="en-US" altLang="ko-KR" sz="800" i="1">
                                <a:solidFill>
                                  <a:schemeClr val="tx1"/>
                                </a:solidFill>
                                <a:latin typeface="Cambria Math" panose="02040503050406030204" pitchFamily="18" charset="0"/>
                                <a:cs typeface="Arial" panose="020B0604020202020204" pitchFamily="34" charset="0"/>
                              </a:rPr>
                            </m:ctrlPr>
                          </m:dPr>
                          <m:e>
                            <m:r>
                              <a:rPr lang="en-US" altLang="ko-KR" sz="800" i="1">
                                <a:solidFill>
                                  <a:schemeClr val="tx1"/>
                                </a:solidFill>
                                <a:latin typeface="Cambria Math" panose="02040503050406030204" pitchFamily="18" charset="0"/>
                                <a:cs typeface="Arial" panose="020B0604020202020204" pitchFamily="34" charset="0"/>
                              </a:rPr>
                              <m:t>𝑥</m:t>
                            </m:r>
                            <m:r>
                              <a:rPr lang="en-US" altLang="ko-KR" sz="800" i="1">
                                <a:solidFill>
                                  <a:schemeClr val="tx1"/>
                                </a:solidFill>
                                <a:latin typeface="Cambria Math" panose="02040503050406030204" pitchFamily="18" charset="0"/>
                                <a:cs typeface="Arial" panose="020B0604020202020204" pitchFamily="34" charset="0"/>
                              </a:rPr>
                              <m:t>,</m:t>
                            </m:r>
                            <m:r>
                              <a:rPr lang="en-US" altLang="ko-KR" sz="800" i="1">
                                <a:solidFill>
                                  <a:schemeClr val="tx1"/>
                                </a:solidFill>
                                <a:latin typeface="Cambria Math" panose="02040503050406030204" pitchFamily="18" charset="0"/>
                                <a:cs typeface="Arial" panose="020B0604020202020204" pitchFamily="34" charset="0"/>
                              </a:rPr>
                              <m:t>𝑦</m:t>
                            </m:r>
                          </m:e>
                        </m:d>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dPr>
                          <m:e>
                            <m:f>
                              <m:f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𝐽</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1</m:t>
                                    </m:r>
                                  </m:sub>
                                </m:sSub>
                                <m:d>
                                  <m:d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b="0" i="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e>
                                </m:d>
                              </m:num>
                              <m:den>
                                <m:d>
                                  <m:dPr>
                                    <m:ctrlP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e>
                                </m:d>
                              </m:den>
                            </m:f>
                          </m:e>
                        </m:d>
                      </m:oMath>
                    </m:oMathPara>
                  </a14:m>
                  <a:endParaRPr lang="ko-KR" altLang="en-US" sz="800" dirty="0">
                    <a:solidFill>
                      <a:schemeClr val="tx1"/>
                    </a:solidFill>
                  </a:endParaRPr>
                </a:p>
              </p:txBody>
            </p:sp>
          </mc:Choice>
          <mc:Fallback xmlns="">
            <p:sp>
              <p:nvSpPr>
                <p:cNvPr id="66" name="TextBox 65">
                  <a:extLst>
                    <a:ext uri="{FF2B5EF4-FFF2-40B4-BE49-F238E27FC236}">
                      <a16:creationId xmlns:a16="http://schemas.microsoft.com/office/drawing/2014/main" id="{96D1761A-F3CC-496C-8F7E-644C655CDF8C}"/>
                    </a:ext>
                  </a:extLst>
                </p:cNvPr>
                <p:cNvSpPr txBox="1">
                  <a:spLocks noRot="1" noChangeAspect="1" noMove="1" noResize="1" noEditPoints="1" noAdjustHandles="1" noChangeArrowheads="1" noChangeShapeType="1" noTextEdit="1"/>
                </p:cNvSpPr>
                <p:nvPr/>
              </p:nvSpPr>
              <p:spPr>
                <a:xfrm>
                  <a:off x="4442118" y="660683"/>
                  <a:ext cx="1866900" cy="393954"/>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3CCF4B2-F14E-4E77-86C4-12EDB22E4CE5}"/>
                    </a:ext>
                  </a:extLst>
                </p:cNvPr>
                <p:cNvSpPr txBox="1"/>
                <p:nvPr/>
              </p:nvSpPr>
              <p:spPr>
                <a:xfrm>
                  <a:off x="472710" y="3237819"/>
                  <a:ext cx="1285139" cy="3939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𝐶𝑆𝐹</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f>
                              <m:fPr>
                                <m:ctrlP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num>
                              <m:den>
                                <m:sSub>
                                  <m:sSubPr>
                                    <m:ctrlP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den>
                            </m:f>
                          </m:e>
                        </m:d>
                        <m:r>
                          <a:rPr lang="en-US" altLang="ko-KR" sz="8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sSubPr>
                              <m:e>
                                <m:r>
                                  <a:rPr lang="en-US" altLang="ko-KR" sz="800" i="1">
                                    <a:latin typeface="Cambria Math" panose="02040503050406030204" pitchFamily="18" charset="0"/>
                                    <a:ea typeface="Cambria Math" panose="02040503050406030204" pitchFamily="18" charset="0"/>
                                    <a:cs typeface="Arial" panose="020B0604020202020204" pitchFamily="34" charset="0"/>
                                  </a:rPr>
                                  <m:t>𝐽</m:t>
                                </m:r>
                              </m:e>
                              <m:sub>
                                <m:r>
                                  <a:rPr lang="en-US" altLang="ko-KR" sz="800" i="1">
                                    <a:latin typeface="Cambria Math" panose="02040503050406030204" pitchFamily="18" charset="0"/>
                                    <a:ea typeface="Cambria Math" panose="02040503050406030204" pitchFamily="18" charset="0"/>
                                    <a:cs typeface="Arial" panose="020B0604020202020204" pitchFamily="34" charset="0"/>
                                  </a:rPr>
                                  <m:t>1</m:t>
                                </m:r>
                              </m:sub>
                            </m:sSub>
                            <m:d>
                              <m:d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a:latin typeface="Cambria Math" panose="02040503050406030204" pitchFamily="18" charset="0"/>
                                    <a:ea typeface="Cambria Math" panose="02040503050406030204" pitchFamily="18" charset="0"/>
                                    <a:cs typeface="Arial" panose="020B0604020202020204" pitchFamily="34" charset="0"/>
                                  </a:rPr>
                                  <m:t>𝒓</m:t>
                                </m:r>
                                <m:r>
                                  <a:rPr lang="en-US" altLang="ko-KR" sz="800" i="1">
                                    <a:latin typeface="Cambria Math" panose="02040503050406030204" pitchFamily="18" charset="0"/>
                                    <a:ea typeface="Cambria Math" panose="02040503050406030204" pitchFamily="18" charset="0"/>
                                    <a:cs typeface="Arial" panose="020B0604020202020204" pitchFamily="34" charset="0"/>
                                  </a:rPr>
                                  <m:t>/</m:t>
                                </m:r>
                                <m:sSub>
                                  <m:sSub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latin typeface="Cambria Math" panose="02040503050406030204" pitchFamily="18" charset="0"/>
                                        <a:ea typeface="Cambria Math" panose="02040503050406030204" pitchFamily="18" charset="0"/>
                                        <a:cs typeface="Arial" panose="020B0604020202020204" pitchFamily="34" charset="0"/>
                                      </a:rPr>
                                      <m:t>𝑔</m:t>
                                    </m:r>
                                  </m:sub>
                                </m:sSub>
                              </m:e>
                            </m:d>
                          </m:num>
                          <m:den>
                            <m:d>
                              <m:d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a:latin typeface="Cambria Math" panose="02040503050406030204" pitchFamily="18" charset="0"/>
                                    <a:ea typeface="Cambria Math" panose="02040503050406030204" pitchFamily="18" charset="0"/>
                                    <a:cs typeface="Arial" panose="020B0604020202020204" pitchFamily="34" charset="0"/>
                                  </a:rPr>
                                  <m:t>𝒓</m:t>
                                </m:r>
                                <m:r>
                                  <a:rPr lang="en-US" altLang="ko-KR" sz="800" b="1" i="1">
                                    <a:latin typeface="Cambria Math" panose="02040503050406030204" pitchFamily="18" charset="0"/>
                                    <a:ea typeface="Cambria Math" panose="02040503050406030204" pitchFamily="18" charset="0"/>
                                    <a:cs typeface="Arial" panose="020B0604020202020204" pitchFamily="34" charset="0"/>
                                  </a:rPr>
                                  <m:t>/</m:t>
                                </m:r>
                                <m:sSub>
                                  <m:sSubPr>
                                    <m:ctrlPr>
                                      <a:rPr lang="en-US" altLang="ko-KR" sz="800"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latin typeface="Cambria Math" panose="02040503050406030204" pitchFamily="18" charset="0"/>
                                        <a:ea typeface="Cambria Math" panose="02040503050406030204" pitchFamily="18" charset="0"/>
                                        <a:cs typeface="Arial" panose="020B0604020202020204" pitchFamily="34" charset="0"/>
                                      </a:rPr>
                                      <m:t>𝑔</m:t>
                                    </m:r>
                                  </m:sub>
                                </m:sSub>
                              </m:e>
                            </m:d>
                          </m:den>
                        </m:f>
                      </m:oMath>
                    </m:oMathPara>
                  </a14:m>
                  <a:endParaRPr lang="ko-KR" altLang="en-US" sz="800" dirty="0"/>
                </a:p>
              </p:txBody>
            </p:sp>
          </mc:Choice>
          <mc:Fallback xmlns="">
            <p:sp>
              <p:nvSpPr>
                <p:cNvPr id="68" name="TextBox 67">
                  <a:extLst>
                    <a:ext uri="{FF2B5EF4-FFF2-40B4-BE49-F238E27FC236}">
                      <a16:creationId xmlns:a16="http://schemas.microsoft.com/office/drawing/2014/main" id="{63C9200A-252D-4AF9-B112-2287864FF7D1}"/>
                    </a:ext>
                  </a:extLst>
                </p:cNvPr>
                <p:cNvSpPr txBox="1">
                  <a:spLocks noRot="1" noChangeAspect="1" noMove="1" noResize="1" noEditPoints="1" noAdjustHandles="1" noChangeArrowheads="1" noChangeShapeType="1" noTextEdit="1"/>
                </p:cNvSpPr>
                <p:nvPr/>
              </p:nvSpPr>
              <p:spPr>
                <a:xfrm>
                  <a:off x="472710" y="3237819"/>
                  <a:ext cx="1285139" cy="393954"/>
                </a:xfrm>
                <a:prstGeom prst="rect">
                  <a:avLst/>
                </a:prstGeom>
                <a:blipFill>
                  <a:blip r:embed="rId18"/>
                  <a:stretch>
                    <a:fillRect/>
                  </a:stretch>
                </a:blipFill>
              </p:spPr>
              <p:txBody>
                <a:bodyPr/>
                <a:lstStyle/>
                <a:p>
                  <a:r>
                    <a:rPr lang="ko-KR" altLang="en-US">
                      <a:noFill/>
                    </a:rPr>
                    <a:t> </a:t>
                  </a:r>
                </a:p>
              </p:txBody>
            </p:sp>
          </mc:Fallback>
        </mc:AlternateContent>
        <p:sp>
          <p:nvSpPr>
            <p:cNvPr id="15" name="TextBox 14">
              <a:extLst>
                <a:ext uri="{FF2B5EF4-FFF2-40B4-BE49-F238E27FC236}">
                  <a16:creationId xmlns:a16="http://schemas.microsoft.com/office/drawing/2014/main" id="{82B1DFF4-7231-42F6-B125-4338776A65B2}"/>
                </a:ext>
              </a:extLst>
            </p:cNvPr>
            <p:cNvSpPr txBox="1"/>
            <p:nvPr/>
          </p:nvSpPr>
          <p:spPr>
            <a:xfrm>
              <a:off x="3152075" y="2601260"/>
              <a:ext cx="295288" cy="338554"/>
            </a:xfrm>
            <a:prstGeom prst="rect">
              <a:avLst/>
            </a:prstGeom>
            <a:noFill/>
          </p:spPr>
          <p:txBody>
            <a:bodyPr wrap="square" rtlCol="0">
              <a:spAutoFit/>
            </a:bodyPr>
            <a:lstStyle/>
            <a:p>
              <a:r>
                <a:rPr lang="en-US" altLang="ko-KR" sz="1600" b="1" dirty="0">
                  <a:latin typeface="Times New Roman" panose="02020603050405020304" pitchFamily="18" charset="0"/>
                  <a:cs typeface="Times New Roman" panose="02020603050405020304" pitchFamily="18" charset="0"/>
                </a:rPr>
                <a:t>c</a:t>
              </a:r>
              <a:endParaRPr lang="ko-KR" altLang="en-US" sz="1600" b="1" dirty="0">
                <a:latin typeface="Times New Roman" panose="02020603050405020304" pitchFamily="18" charset="0"/>
                <a:cs typeface="Times New Roman" panose="02020603050405020304" pitchFamily="18" charset="0"/>
              </a:endParaRPr>
            </a:p>
          </p:txBody>
        </p:sp>
        <p:pic>
          <p:nvPicPr>
            <p:cNvPr id="16" name="Picture 144">
              <a:extLst>
                <a:ext uri="{FF2B5EF4-FFF2-40B4-BE49-F238E27FC236}">
                  <a16:creationId xmlns:a16="http://schemas.microsoft.com/office/drawing/2014/main" id="{F99938B3-0918-4991-A31E-1AF150DEE8A6}"/>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346075" y="3302073"/>
              <a:ext cx="822828" cy="823227"/>
            </a:xfrm>
            <a:prstGeom prst="rect">
              <a:avLst/>
            </a:prstGeom>
            <a:noFill/>
            <a:ln w="9525">
              <a:solidFill>
                <a:srgbClr val="000000"/>
              </a:solidFill>
              <a:miter lim="800000"/>
              <a:headEnd/>
              <a:tailEnd/>
            </a:ln>
            <a:scene3d>
              <a:camera prst="isometricOffAxis1Top"/>
              <a:lightRig rig="threePt" dir="t"/>
            </a:scene3d>
            <a:extLst>
              <a:ext uri="{909E8E84-426E-40DD-AFC4-6F175D3DCCD1}">
                <a14:hiddenFill xmlns:a14="http://schemas.microsoft.com/office/drawing/2010/main">
                  <a:solidFill>
                    <a:srgbClr val="FFFFFF"/>
                  </a:solidFill>
                </a14:hiddenFill>
              </a:ext>
            </a:extLst>
          </p:spPr>
        </p:pic>
        <p:grpSp>
          <p:nvGrpSpPr>
            <p:cNvPr id="17" name="그룹 16">
              <a:extLst>
                <a:ext uri="{FF2B5EF4-FFF2-40B4-BE49-F238E27FC236}">
                  <a16:creationId xmlns:a16="http://schemas.microsoft.com/office/drawing/2014/main" id="{1ED032BB-C5A5-47CB-9D47-BBAADD7F02A7}"/>
                </a:ext>
              </a:extLst>
            </p:cNvPr>
            <p:cNvGrpSpPr/>
            <p:nvPr/>
          </p:nvGrpSpPr>
          <p:grpSpPr>
            <a:xfrm>
              <a:off x="3338938" y="2770537"/>
              <a:ext cx="2948860" cy="1154594"/>
              <a:chOff x="4821683" y="4610658"/>
              <a:chExt cx="4342471" cy="1700248"/>
            </a:xfrm>
          </p:grpSpPr>
          <p:pic>
            <p:nvPicPr>
              <p:cNvPr id="21" name="Picture 75">
                <a:extLst>
                  <a:ext uri="{FF2B5EF4-FFF2-40B4-BE49-F238E27FC236}">
                    <a16:creationId xmlns:a16="http://schemas.microsoft.com/office/drawing/2014/main" id="{93CFB6CC-9D8B-441E-A78E-40F3DFC4F123}"/>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821683" y="4993770"/>
                <a:ext cx="1211691" cy="1212279"/>
              </a:xfrm>
              <a:prstGeom prst="rect">
                <a:avLst/>
              </a:prstGeom>
              <a:noFill/>
              <a:ln w="9525">
                <a:solidFill>
                  <a:srgbClr val="000000"/>
                </a:solidFill>
                <a:miter lim="800000"/>
                <a:headEnd/>
                <a:tailEnd/>
              </a:ln>
              <a:scene3d>
                <a:camera prst="isometricOffAxis1Top"/>
                <a:lightRig rig="threePt" dir="t"/>
              </a:scene3d>
              <a:extLst>
                <a:ext uri="{909E8E84-426E-40DD-AFC4-6F175D3DCCD1}">
                  <a14:hiddenFill xmlns:a14="http://schemas.microsoft.com/office/drawing/2010/main">
                    <a:solidFill>
                      <a:srgbClr val="FFFFFF"/>
                    </a:solidFill>
                  </a14:hiddenFill>
                </a:ext>
              </a:extLst>
            </p:spPr>
          </p:pic>
          <p:pic>
            <p:nvPicPr>
              <p:cNvPr id="22" name="Picture 213">
                <a:extLst>
                  <a:ext uri="{FF2B5EF4-FFF2-40B4-BE49-F238E27FC236}">
                    <a16:creationId xmlns:a16="http://schemas.microsoft.com/office/drawing/2014/main" id="{7600C0E7-6773-4B3F-8417-23F4071E70B6}"/>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4828435" y="4610658"/>
                <a:ext cx="1211690" cy="1212277"/>
              </a:xfrm>
              <a:prstGeom prst="rect">
                <a:avLst/>
              </a:prstGeom>
              <a:noFill/>
              <a:ln w="9525">
                <a:solidFill>
                  <a:srgbClr val="000000"/>
                </a:solidFill>
                <a:miter lim="800000"/>
                <a:headEnd/>
                <a:tailEnd/>
              </a:ln>
              <a:scene3d>
                <a:camera prst="isometricOffAxis1Top"/>
                <a:lightRig rig="threePt" dir="t"/>
              </a:scene3d>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37CF9F9-4E52-4FA6-B58C-6FCD60F8C4E1}"/>
                      </a:ext>
                    </a:extLst>
                  </p:cNvPr>
                  <p:cNvSpPr txBox="1"/>
                  <p:nvPr/>
                </p:nvSpPr>
                <p:spPr>
                  <a:xfrm>
                    <a:off x="5934280" y="4944831"/>
                    <a:ext cx="611815" cy="215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prstClr val="black"/>
                                  </a:solidFill>
                                  <a:latin typeface="Cambria Math" panose="02040503050406030204" pitchFamily="18" charset="0"/>
                                  <a:cs typeface="Arial" panose="020B0604020202020204" pitchFamily="34" charset="0"/>
                                </a:rPr>
                              </m:ctrlPr>
                            </m:sSubPr>
                            <m:e>
                              <m:r>
                                <m:rPr>
                                  <m:sty m:val="p"/>
                                </m:rPr>
                                <a:rPr lang="en-US" altLang="ko-KR" sz="800" b="0" i="0" smtClean="0">
                                  <a:solidFill>
                                    <a:prstClr val="black"/>
                                  </a:solidFill>
                                  <a:latin typeface="Cambria Math" panose="02040503050406030204" pitchFamily="18" charset="0"/>
                                  <a:cs typeface="Arial" panose="020B0604020202020204" pitchFamily="34" charset="0"/>
                                </a:rPr>
                                <m:t>Φ</m:t>
                              </m:r>
                            </m:e>
                            <m:sub>
                              <m:r>
                                <a:rPr lang="en-US" altLang="ko-KR" sz="800" b="0" i="0" smtClean="0">
                                  <a:solidFill>
                                    <a:prstClr val="black"/>
                                  </a:solidFill>
                                  <a:latin typeface="Cambria Math" panose="02040503050406030204" pitchFamily="18" charset="0"/>
                                  <a:cs typeface="Arial" panose="020B0604020202020204" pitchFamily="34" charset="0"/>
                                </a:rPr>
                                <m:t>1</m:t>
                              </m:r>
                            </m:sub>
                          </m:sSub>
                        </m:oMath>
                      </m:oMathPara>
                    </a14:m>
                    <a:endParaRPr lang="ko-KR" altLang="en-US" sz="800" dirty="0"/>
                  </a:p>
                </p:txBody>
              </p:sp>
            </mc:Choice>
            <mc:Fallback xmlns="">
              <p:sp>
                <p:nvSpPr>
                  <p:cNvPr id="77" name="TextBox 76">
                    <a:extLst>
                      <a:ext uri="{FF2B5EF4-FFF2-40B4-BE49-F238E27FC236}">
                        <a16:creationId xmlns:a16="http://schemas.microsoft.com/office/drawing/2014/main" id="{954ABD06-8DB5-4BFD-B0DB-E06A574AA544}"/>
                      </a:ext>
                    </a:extLst>
                  </p:cNvPr>
                  <p:cNvSpPr txBox="1">
                    <a:spLocks noRot="1" noChangeAspect="1" noMove="1" noResize="1" noEditPoints="1" noAdjustHandles="1" noChangeArrowheads="1" noChangeShapeType="1" noTextEdit="1"/>
                  </p:cNvSpPr>
                  <p:nvPr/>
                </p:nvSpPr>
                <p:spPr>
                  <a:xfrm>
                    <a:off x="5934280" y="4944831"/>
                    <a:ext cx="611815" cy="215443"/>
                  </a:xfrm>
                  <a:prstGeom prst="rect">
                    <a:avLst/>
                  </a:prstGeom>
                  <a:blipFill>
                    <a:blip r:embed="rId22"/>
                    <a:stretch>
                      <a:fillRect b="-3333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BF2768A-2BDD-428A-9D9F-CB265912D253}"/>
                      </a:ext>
                    </a:extLst>
                  </p:cNvPr>
                  <p:cNvSpPr txBox="1"/>
                  <p:nvPr/>
                </p:nvSpPr>
                <p:spPr>
                  <a:xfrm>
                    <a:off x="5934280" y="5341151"/>
                    <a:ext cx="611815" cy="215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prstClr val="black"/>
                                  </a:solidFill>
                                  <a:latin typeface="Cambria Math" panose="02040503050406030204" pitchFamily="18" charset="0"/>
                                  <a:cs typeface="Arial" panose="020B0604020202020204" pitchFamily="34" charset="0"/>
                                </a:rPr>
                              </m:ctrlPr>
                            </m:sSubPr>
                            <m:e>
                              <m:r>
                                <m:rPr>
                                  <m:sty m:val="p"/>
                                </m:rPr>
                                <a:rPr lang="en-US" altLang="ko-KR" sz="800" b="0" i="0" smtClean="0">
                                  <a:solidFill>
                                    <a:prstClr val="black"/>
                                  </a:solidFill>
                                  <a:latin typeface="Cambria Math" panose="02040503050406030204" pitchFamily="18" charset="0"/>
                                  <a:cs typeface="Arial" panose="020B0604020202020204" pitchFamily="34" charset="0"/>
                                </a:rPr>
                                <m:t>Φ</m:t>
                              </m:r>
                            </m:e>
                            <m:sub>
                              <m:r>
                                <a:rPr lang="en-US" altLang="ko-KR" sz="800" b="0" i="0" smtClean="0">
                                  <a:solidFill>
                                    <a:prstClr val="black"/>
                                  </a:solidFill>
                                  <a:latin typeface="Cambria Math" panose="02040503050406030204" pitchFamily="18" charset="0"/>
                                  <a:cs typeface="Arial" panose="020B0604020202020204" pitchFamily="34" charset="0"/>
                                </a:rPr>
                                <m:t>2</m:t>
                              </m:r>
                            </m:sub>
                          </m:sSub>
                        </m:oMath>
                      </m:oMathPara>
                    </a14:m>
                    <a:endParaRPr lang="ko-KR" altLang="en-US" sz="800" dirty="0"/>
                  </a:p>
                </p:txBody>
              </p:sp>
            </mc:Choice>
            <mc:Fallback xmlns="">
              <p:sp>
                <p:nvSpPr>
                  <p:cNvPr id="78" name="TextBox 77">
                    <a:extLst>
                      <a:ext uri="{FF2B5EF4-FFF2-40B4-BE49-F238E27FC236}">
                        <a16:creationId xmlns:a16="http://schemas.microsoft.com/office/drawing/2014/main" id="{79450A6B-DE9D-4776-A2BA-0AF16114F44A}"/>
                      </a:ext>
                    </a:extLst>
                  </p:cNvPr>
                  <p:cNvSpPr txBox="1">
                    <a:spLocks noRot="1" noChangeAspect="1" noMove="1" noResize="1" noEditPoints="1" noAdjustHandles="1" noChangeArrowheads="1" noChangeShapeType="1" noTextEdit="1"/>
                  </p:cNvSpPr>
                  <p:nvPr/>
                </p:nvSpPr>
                <p:spPr>
                  <a:xfrm>
                    <a:off x="5934280" y="5341151"/>
                    <a:ext cx="611815" cy="215443"/>
                  </a:xfrm>
                  <a:prstGeom prst="rect">
                    <a:avLst/>
                  </a:prstGeom>
                  <a:blipFill>
                    <a:blip r:embed="rId23"/>
                    <a:stretch>
                      <a:fillRect b="-3333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3BB397-9A41-45A1-9777-5A3BB8D229F8}"/>
                      </a:ext>
                    </a:extLst>
                  </p:cNvPr>
                  <p:cNvSpPr txBox="1"/>
                  <p:nvPr/>
                </p:nvSpPr>
                <p:spPr>
                  <a:xfrm>
                    <a:off x="5934280" y="5766046"/>
                    <a:ext cx="611815" cy="215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800" b="0" i="1" smtClean="0">
                                  <a:solidFill>
                                    <a:prstClr val="black"/>
                                  </a:solidFill>
                                  <a:latin typeface="Cambria Math" panose="02040503050406030204" pitchFamily="18" charset="0"/>
                                  <a:cs typeface="Arial" panose="020B0604020202020204" pitchFamily="34" charset="0"/>
                                </a:rPr>
                              </m:ctrlPr>
                            </m:sSubPr>
                            <m:e>
                              <m:r>
                                <m:rPr>
                                  <m:sty m:val="p"/>
                                </m:rPr>
                                <a:rPr lang="en-US" altLang="ko-KR" sz="800" b="0" i="0" smtClean="0">
                                  <a:solidFill>
                                    <a:prstClr val="black"/>
                                  </a:solidFill>
                                  <a:latin typeface="Cambria Math" panose="02040503050406030204" pitchFamily="18" charset="0"/>
                                  <a:cs typeface="Arial" panose="020B0604020202020204" pitchFamily="34" charset="0"/>
                                </a:rPr>
                                <m:t>Φ</m:t>
                              </m:r>
                            </m:e>
                            <m:sub>
                              <m:r>
                                <a:rPr lang="en-US" altLang="ko-KR" sz="800" b="0" i="0" smtClean="0">
                                  <a:solidFill>
                                    <a:prstClr val="black"/>
                                  </a:solidFill>
                                  <a:latin typeface="Cambria Math" panose="02040503050406030204" pitchFamily="18" charset="0"/>
                                  <a:cs typeface="Arial" panose="020B0604020202020204" pitchFamily="34" charset="0"/>
                                </a:rPr>
                                <m:t>3</m:t>
                              </m:r>
                            </m:sub>
                          </m:sSub>
                        </m:oMath>
                      </m:oMathPara>
                    </a14:m>
                    <a:endParaRPr lang="ko-KR" altLang="en-US" sz="800" dirty="0"/>
                  </a:p>
                </p:txBody>
              </p:sp>
            </mc:Choice>
            <mc:Fallback xmlns="">
              <p:sp>
                <p:nvSpPr>
                  <p:cNvPr id="79" name="TextBox 78">
                    <a:extLst>
                      <a:ext uri="{FF2B5EF4-FFF2-40B4-BE49-F238E27FC236}">
                        <a16:creationId xmlns:a16="http://schemas.microsoft.com/office/drawing/2014/main" id="{48A999FB-53CF-401C-A3EF-1D78F1A757C5}"/>
                      </a:ext>
                    </a:extLst>
                  </p:cNvPr>
                  <p:cNvSpPr txBox="1">
                    <a:spLocks noRot="1" noChangeAspect="1" noMove="1" noResize="1" noEditPoints="1" noAdjustHandles="1" noChangeArrowheads="1" noChangeShapeType="1" noTextEdit="1"/>
                  </p:cNvSpPr>
                  <p:nvPr/>
                </p:nvSpPr>
                <p:spPr>
                  <a:xfrm>
                    <a:off x="5934280" y="5766046"/>
                    <a:ext cx="611815" cy="215443"/>
                  </a:xfrm>
                  <a:prstGeom prst="rect">
                    <a:avLst/>
                  </a:prstGeom>
                  <a:blipFill>
                    <a:blip r:embed="rId24"/>
                    <a:stretch>
                      <a:fillRect b="-33333"/>
                    </a:stretch>
                  </a:blipFill>
                </p:spPr>
                <p:txBody>
                  <a:bodyPr/>
                  <a:lstStyle/>
                  <a:p>
                    <a:r>
                      <a:rPr lang="ko-KR" altLang="en-US">
                        <a:noFill/>
                      </a:rPr>
                      <a:t> </a:t>
                    </a:r>
                  </a:p>
                </p:txBody>
              </p:sp>
            </mc:Fallback>
          </mc:AlternateContent>
          <p:sp>
            <p:nvSpPr>
              <p:cNvPr id="26" name="자유형: 도형 25">
                <a:extLst>
                  <a:ext uri="{FF2B5EF4-FFF2-40B4-BE49-F238E27FC236}">
                    <a16:creationId xmlns:a16="http://schemas.microsoft.com/office/drawing/2014/main" id="{3B931316-95CC-42FB-91B0-104BB216C11E}"/>
                  </a:ext>
                </a:extLst>
              </p:cNvPr>
              <p:cNvSpPr/>
              <p:nvPr/>
            </p:nvSpPr>
            <p:spPr>
              <a:xfrm>
                <a:off x="6519894" y="5061870"/>
                <a:ext cx="721186" cy="725074"/>
              </a:xfrm>
              <a:custGeom>
                <a:avLst/>
                <a:gdLst>
                  <a:gd name="connsiteX0" fmla="*/ 414470 w 861475"/>
                  <a:gd name="connsiteY0" fmla="*/ 0 h 866120"/>
                  <a:gd name="connsiteX1" fmla="*/ 471620 w 861475"/>
                  <a:gd name="connsiteY1" fmla="*/ 4762 h 866120"/>
                  <a:gd name="connsiteX2" fmla="*/ 481145 w 861475"/>
                  <a:gd name="connsiteY2" fmla="*/ 19050 h 866120"/>
                  <a:gd name="connsiteX3" fmla="*/ 495432 w 861475"/>
                  <a:gd name="connsiteY3" fmla="*/ 42862 h 866120"/>
                  <a:gd name="connsiteX4" fmla="*/ 504957 w 861475"/>
                  <a:gd name="connsiteY4" fmla="*/ 80962 h 866120"/>
                  <a:gd name="connsiteX5" fmla="*/ 514482 w 861475"/>
                  <a:gd name="connsiteY5" fmla="*/ 119062 h 866120"/>
                  <a:gd name="connsiteX6" fmla="*/ 524007 w 861475"/>
                  <a:gd name="connsiteY6" fmla="*/ 152400 h 866120"/>
                  <a:gd name="connsiteX7" fmla="*/ 533532 w 861475"/>
                  <a:gd name="connsiteY7" fmla="*/ 209550 h 866120"/>
                  <a:gd name="connsiteX8" fmla="*/ 543057 w 861475"/>
                  <a:gd name="connsiteY8" fmla="*/ 247650 h 866120"/>
                  <a:gd name="connsiteX9" fmla="*/ 547820 w 861475"/>
                  <a:gd name="connsiteY9" fmla="*/ 261937 h 866120"/>
                  <a:gd name="connsiteX10" fmla="*/ 552582 w 861475"/>
                  <a:gd name="connsiteY10" fmla="*/ 285750 h 866120"/>
                  <a:gd name="connsiteX11" fmla="*/ 566870 w 861475"/>
                  <a:gd name="connsiteY11" fmla="*/ 319087 h 866120"/>
                  <a:gd name="connsiteX12" fmla="*/ 571632 w 861475"/>
                  <a:gd name="connsiteY12" fmla="*/ 342900 h 866120"/>
                  <a:gd name="connsiteX13" fmla="*/ 581157 w 861475"/>
                  <a:gd name="connsiteY13" fmla="*/ 357187 h 866120"/>
                  <a:gd name="connsiteX14" fmla="*/ 585920 w 861475"/>
                  <a:gd name="connsiteY14" fmla="*/ 381000 h 866120"/>
                  <a:gd name="connsiteX15" fmla="*/ 600207 w 861475"/>
                  <a:gd name="connsiteY15" fmla="*/ 419100 h 866120"/>
                  <a:gd name="connsiteX16" fmla="*/ 609732 w 861475"/>
                  <a:gd name="connsiteY16" fmla="*/ 452437 h 866120"/>
                  <a:gd name="connsiteX17" fmla="*/ 619257 w 861475"/>
                  <a:gd name="connsiteY17" fmla="*/ 466725 h 866120"/>
                  <a:gd name="connsiteX18" fmla="*/ 638307 w 861475"/>
                  <a:gd name="connsiteY18" fmla="*/ 500062 h 866120"/>
                  <a:gd name="connsiteX19" fmla="*/ 652595 w 861475"/>
                  <a:gd name="connsiteY19" fmla="*/ 509587 h 866120"/>
                  <a:gd name="connsiteX20" fmla="*/ 671645 w 861475"/>
                  <a:gd name="connsiteY20" fmla="*/ 519112 h 866120"/>
                  <a:gd name="connsiteX21" fmla="*/ 700220 w 861475"/>
                  <a:gd name="connsiteY21" fmla="*/ 533400 h 866120"/>
                  <a:gd name="connsiteX22" fmla="*/ 714507 w 861475"/>
                  <a:gd name="connsiteY22" fmla="*/ 547687 h 866120"/>
                  <a:gd name="connsiteX23" fmla="*/ 728795 w 861475"/>
                  <a:gd name="connsiteY23" fmla="*/ 557212 h 866120"/>
                  <a:gd name="connsiteX24" fmla="*/ 757370 w 861475"/>
                  <a:gd name="connsiteY24" fmla="*/ 585787 h 866120"/>
                  <a:gd name="connsiteX25" fmla="*/ 776420 w 861475"/>
                  <a:gd name="connsiteY25" fmla="*/ 604837 h 866120"/>
                  <a:gd name="connsiteX26" fmla="*/ 804995 w 861475"/>
                  <a:gd name="connsiteY26" fmla="*/ 623887 h 866120"/>
                  <a:gd name="connsiteX27" fmla="*/ 828807 w 861475"/>
                  <a:gd name="connsiteY27" fmla="*/ 642937 h 866120"/>
                  <a:gd name="connsiteX28" fmla="*/ 838332 w 861475"/>
                  <a:gd name="connsiteY28" fmla="*/ 657225 h 866120"/>
                  <a:gd name="connsiteX29" fmla="*/ 857382 w 861475"/>
                  <a:gd name="connsiteY29" fmla="*/ 661987 h 866120"/>
                  <a:gd name="connsiteX30" fmla="*/ 861475 w 861475"/>
                  <a:gd name="connsiteY30" fmla="*/ 663393 h 866120"/>
                  <a:gd name="connsiteX31" fmla="*/ 853487 w 861475"/>
                  <a:gd name="connsiteY31" fmla="*/ 666095 h 866120"/>
                  <a:gd name="connsiteX32" fmla="*/ 839200 w 861475"/>
                  <a:gd name="connsiteY32" fmla="*/ 675620 h 866120"/>
                  <a:gd name="connsiteX33" fmla="*/ 810625 w 861475"/>
                  <a:gd name="connsiteY33" fmla="*/ 685145 h 866120"/>
                  <a:gd name="connsiteX34" fmla="*/ 796337 w 861475"/>
                  <a:gd name="connsiteY34" fmla="*/ 694670 h 866120"/>
                  <a:gd name="connsiteX35" fmla="*/ 763000 w 861475"/>
                  <a:gd name="connsiteY35" fmla="*/ 708958 h 866120"/>
                  <a:gd name="connsiteX36" fmla="*/ 743950 w 861475"/>
                  <a:gd name="connsiteY36" fmla="*/ 713720 h 866120"/>
                  <a:gd name="connsiteX37" fmla="*/ 720137 w 861475"/>
                  <a:gd name="connsiteY37" fmla="*/ 718483 h 866120"/>
                  <a:gd name="connsiteX38" fmla="*/ 705850 w 861475"/>
                  <a:gd name="connsiteY38" fmla="*/ 732770 h 866120"/>
                  <a:gd name="connsiteX39" fmla="*/ 667750 w 861475"/>
                  <a:gd name="connsiteY39" fmla="*/ 742295 h 866120"/>
                  <a:gd name="connsiteX40" fmla="*/ 634412 w 861475"/>
                  <a:gd name="connsiteY40" fmla="*/ 751820 h 866120"/>
                  <a:gd name="connsiteX41" fmla="*/ 596312 w 861475"/>
                  <a:gd name="connsiteY41" fmla="*/ 761345 h 866120"/>
                  <a:gd name="connsiteX42" fmla="*/ 577262 w 861475"/>
                  <a:gd name="connsiteY42" fmla="*/ 770870 h 866120"/>
                  <a:gd name="connsiteX43" fmla="*/ 553450 w 861475"/>
                  <a:gd name="connsiteY43" fmla="*/ 780395 h 866120"/>
                  <a:gd name="connsiteX44" fmla="*/ 515350 w 861475"/>
                  <a:gd name="connsiteY44" fmla="*/ 799445 h 866120"/>
                  <a:gd name="connsiteX45" fmla="*/ 467725 w 861475"/>
                  <a:gd name="connsiteY45" fmla="*/ 823258 h 866120"/>
                  <a:gd name="connsiteX46" fmla="*/ 439150 w 861475"/>
                  <a:gd name="connsiteY46" fmla="*/ 837545 h 866120"/>
                  <a:gd name="connsiteX47" fmla="*/ 429625 w 861475"/>
                  <a:gd name="connsiteY47" fmla="*/ 851833 h 866120"/>
                  <a:gd name="connsiteX48" fmla="*/ 401050 w 861475"/>
                  <a:gd name="connsiteY48" fmla="*/ 866120 h 866120"/>
                  <a:gd name="connsiteX49" fmla="*/ 372475 w 861475"/>
                  <a:gd name="connsiteY49" fmla="*/ 851833 h 866120"/>
                  <a:gd name="connsiteX50" fmla="*/ 358187 w 861475"/>
                  <a:gd name="connsiteY50" fmla="*/ 847070 h 866120"/>
                  <a:gd name="connsiteX51" fmla="*/ 343900 w 861475"/>
                  <a:gd name="connsiteY51" fmla="*/ 832783 h 866120"/>
                  <a:gd name="connsiteX52" fmla="*/ 324850 w 861475"/>
                  <a:gd name="connsiteY52" fmla="*/ 823258 h 866120"/>
                  <a:gd name="connsiteX53" fmla="*/ 301037 w 861475"/>
                  <a:gd name="connsiteY53" fmla="*/ 808970 h 866120"/>
                  <a:gd name="connsiteX54" fmla="*/ 272462 w 861475"/>
                  <a:gd name="connsiteY54" fmla="*/ 785158 h 866120"/>
                  <a:gd name="connsiteX55" fmla="*/ 253412 w 861475"/>
                  <a:gd name="connsiteY55" fmla="*/ 775633 h 866120"/>
                  <a:gd name="connsiteX56" fmla="*/ 205787 w 861475"/>
                  <a:gd name="connsiteY56" fmla="*/ 742295 h 866120"/>
                  <a:gd name="connsiteX57" fmla="*/ 186737 w 861475"/>
                  <a:gd name="connsiteY57" fmla="*/ 732770 h 866120"/>
                  <a:gd name="connsiteX58" fmla="*/ 143875 w 861475"/>
                  <a:gd name="connsiteY58" fmla="*/ 704195 h 866120"/>
                  <a:gd name="connsiteX59" fmla="*/ 129587 w 861475"/>
                  <a:gd name="connsiteY59" fmla="*/ 699433 h 866120"/>
                  <a:gd name="connsiteX60" fmla="*/ 96250 w 861475"/>
                  <a:gd name="connsiteY60" fmla="*/ 680383 h 866120"/>
                  <a:gd name="connsiteX61" fmla="*/ 81962 w 861475"/>
                  <a:gd name="connsiteY61" fmla="*/ 675620 h 866120"/>
                  <a:gd name="connsiteX62" fmla="*/ 62912 w 861475"/>
                  <a:gd name="connsiteY62" fmla="*/ 656570 h 866120"/>
                  <a:gd name="connsiteX63" fmla="*/ 43862 w 861475"/>
                  <a:gd name="connsiteY63" fmla="*/ 647045 h 866120"/>
                  <a:gd name="connsiteX64" fmla="*/ 29575 w 861475"/>
                  <a:gd name="connsiteY64" fmla="*/ 632758 h 866120"/>
                  <a:gd name="connsiteX65" fmla="*/ 10525 w 861475"/>
                  <a:gd name="connsiteY65" fmla="*/ 623233 h 866120"/>
                  <a:gd name="connsiteX66" fmla="*/ 0 w 861475"/>
                  <a:gd name="connsiteY66" fmla="*/ 615339 h 866120"/>
                  <a:gd name="connsiteX67" fmla="*/ 0 w 861475"/>
                  <a:gd name="connsiteY67" fmla="*/ 609666 h 866120"/>
                  <a:gd name="connsiteX68" fmla="*/ 28707 w 861475"/>
                  <a:gd name="connsiteY68" fmla="*/ 595312 h 866120"/>
                  <a:gd name="connsiteX69" fmla="*/ 52520 w 861475"/>
                  <a:gd name="connsiteY69" fmla="*/ 581025 h 866120"/>
                  <a:gd name="connsiteX70" fmla="*/ 76332 w 861475"/>
                  <a:gd name="connsiteY70" fmla="*/ 571500 h 866120"/>
                  <a:gd name="connsiteX71" fmla="*/ 109670 w 861475"/>
                  <a:gd name="connsiteY71" fmla="*/ 547687 h 866120"/>
                  <a:gd name="connsiteX72" fmla="*/ 123957 w 861475"/>
                  <a:gd name="connsiteY72" fmla="*/ 542925 h 866120"/>
                  <a:gd name="connsiteX73" fmla="*/ 143007 w 861475"/>
                  <a:gd name="connsiteY73" fmla="*/ 533400 h 866120"/>
                  <a:gd name="connsiteX74" fmla="*/ 214445 w 861475"/>
                  <a:gd name="connsiteY74" fmla="*/ 523875 h 866120"/>
                  <a:gd name="connsiteX75" fmla="*/ 233495 w 861475"/>
                  <a:gd name="connsiteY75" fmla="*/ 500062 h 866120"/>
                  <a:gd name="connsiteX76" fmla="*/ 242454 w 861475"/>
                  <a:gd name="connsiteY76" fmla="*/ 474273 h 866120"/>
                  <a:gd name="connsiteX77" fmla="*/ 246154 w 861475"/>
                  <a:gd name="connsiteY77" fmla="*/ 455801 h 866120"/>
                  <a:gd name="connsiteX78" fmla="*/ 256956 w 861475"/>
                  <a:gd name="connsiteY78" fmla="*/ 441761 h 866120"/>
                  <a:gd name="connsiteX79" fmla="*/ 261719 w 861475"/>
                  <a:gd name="connsiteY79" fmla="*/ 427473 h 866120"/>
                  <a:gd name="connsiteX80" fmla="*/ 276006 w 861475"/>
                  <a:gd name="connsiteY80" fmla="*/ 413186 h 866120"/>
                  <a:gd name="connsiteX81" fmla="*/ 285531 w 861475"/>
                  <a:gd name="connsiteY81" fmla="*/ 341748 h 866120"/>
                  <a:gd name="connsiteX82" fmla="*/ 299819 w 861475"/>
                  <a:gd name="connsiteY82" fmla="*/ 308411 h 866120"/>
                  <a:gd name="connsiteX83" fmla="*/ 304581 w 861475"/>
                  <a:gd name="connsiteY83" fmla="*/ 284598 h 866120"/>
                  <a:gd name="connsiteX84" fmla="*/ 314106 w 861475"/>
                  <a:gd name="connsiteY84" fmla="*/ 260786 h 866120"/>
                  <a:gd name="connsiteX85" fmla="*/ 320716 w 861475"/>
                  <a:gd name="connsiteY85" fmla="*/ 207301 h 866120"/>
                  <a:gd name="connsiteX86" fmla="*/ 322803 w 861475"/>
                  <a:gd name="connsiteY86" fmla="*/ 184827 h 866120"/>
                  <a:gd name="connsiteX87" fmla="*/ 327565 w 861475"/>
                  <a:gd name="connsiteY87" fmla="*/ 170718 h 866120"/>
                  <a:gd name="connsiteX88" fmla="*/ 343032 w 861475"/>
                  <a:gd name="connsiteY88" fmla="*/ 133350 h 866120"/>
                  <a:gd name="connsiteX89" fmla="*/ 362082 w 861475"/>
                  <a:gd name="connsiteY89" fmla="*/ 95250 h 866120"/>
                  <a:gd name="connsiteX90" fmla="*/ 371607 w 861475"/>
                  <a:gd name="connsiteY90" fmla="*/ 61912 h 866120"/>
                  <a:gd name="connsiteX91" fmla="*/ 376370 w 861475"/>
                  <a:gd name="connsiteY91" fmla="*/ 42862 h 866120"/>
                  <a:gd name="connsiteX92" fmla="*/ 385895 w 861475"/>
                  <a:gd name="connsiteY92" fmla="*/ 14287 h 866120"/>
                  <a:gd name="connsiteX93" fmla="*/ 414470 w 861475"/>
                  <a:gd name="connsiteY93" fmla="*/ 0 h 8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61475" h="866120">
                    <a:moveTo>
                      <a:pt x="414470" y="0"/>
                    </a:moveTo>
                    <a:cubicBezTo>
                      <a:pt x="433520" y="1587"/>
                      <a:pt x="453239" y="-490"/>
                      <a:pt x="471620" y="4762"/>
                    </a:cubicBezTo>
                    <a:cubicBezTo>
                      <a:pt x="477124" y="6334"/>
                      <a:pt x="478111" y="14196"/>
                      <a:pt x="481145" y="19050"/>
                    </a:cubicBezTo>
                    <a:cubicBezTo>
                      <a:pt x="486051" y="26899"/>
                      <a:pt x="490670" y="34925"/>
                      <a:pt x="495432" y="42862"/>
                    </a:cubicBezTo>
                    <a:cubicBezTo>
                      <a:pt x="507084" y="101118"/>
                      <a:pt x="493974" y="40689"/>
                      <a:pt x="504957" y="80962"/>
                    </a:cubicBezTo>
                    <a:cubicBezTo>
                      <a:pt x="508401" y="93592"/>
                      <a:pt x="510886" y="106475"/>
                      <a:pt x="514482" y="119062"/>
                    </a:cubicBezTo>
                    <a:cubicBezTo>
                      <a:pt x="517657" y="130175"/>
                      <a:pt x="521626" y="141091"/>
                      <a:pt x="524007" y="152400"/>
                    </a:cubicBezTo>
                    <a:cubicBezTo>
                      <a:pt x="527986" y="171299"/>
                      <a:pt x="527424" y="191229"/>
                      <a:pt x="533532" y="209550"/>
                    </a:cubicBezTo>
                    <a:cubicBezTo>
                      <a:pt x="544420" y="242208"/>
                      <a:pt x="531563" y="201674"/>
                      <a:pt x="543057" y="247650"/>
                    </a:cubicBezTo>
                    <a:cubicBezTo>
                      <a:pt x="544275" y="252520"/>
                      <a:pt x="546602" y="257067"/>
                      <a:pt x="547820" y="261937"/>
                    </a:cubicBezTo>
                    <a:cubicBezTo>
                      <a:pt x="549783" y="269790"/>
                      <a:pt x="550619" y="277897"/>
                      <a:pt x="552582" y="285750"/>
                    </a:cubicBezTo>
                    <a:cubicBezTo>
                      <a:pt x="556085" y="299761"/>
                      <a:pt x="560058" y="305463"/>
                      <a:pt x="566870" y="319087"/>
                    </a:cubicBezTo>
                    <a:cubicBezTo>
                      <a:pt x="568457" y="327025"/>
                      <a:pt x="568790" y="335321"/>
                      <a:pt x="571632" y="342900"/>
                    </a:cubicBezTo>
                    <a:cubicBezTo>
                      <a:pt x="573642" y="348259"/>
                      <a:pt x="579147" y="351828"/>
                      <a:pt x="581157" y="357187"/>
                    </a:cubicBezTo>
                    <a:cubicBezTo>
                      <a:pt x="583999" y="364766"/>
                      <a:pt x="583957" y="373147"/>
                      <a:pt x="585920" y="381000"/>
                    </a:cubicBezTo>
                    <a:cubicBezTo>
                      <a:pt x="589265" y="394379"/>
                      <a:pt x="595835" y="405984"/>
                      <a:pt x="600207" y="419100"/>
                    </a:cubicBezTo>
                    <a:cubicBezTo>
                      <a:pt x="603257" y="428249"/>
                      <a:pt x="605148" y="443269"/>
                      <a:pt x="609732" y="452437"/>
                    </a:cubicBezTo>
                    <a:cubicBezTo>
                      <a:pt x="612292" y="457557"/>
                      <a:pt x="616697" y="461605"/>
                      <a:pt x="619257" y="466725"/>
                    </a:cubicBezTo>
                    <a:cubicBezTo>
                      <a:pt x="630154" y="488518"/>
                      <a:pt x="615279" y="477034"/>
                      <a:pt x="638307" y="500062"/>
                    </a:cubicBezTo>
                    <a:cubicBezTo>
                      <a:pt x="642354" y="504109"/>
                      <a:pt x="647625" y="506747"/>
                      <a:pt x="652595" y="509587"/>
                    </a:cubicBezTo>
                    <a:cubicBezTo>
                      <a:pt x="658759" y="513109"/>
                      <a:pt x="665120" y="516315"/>
                      <a:pt x="671645" y="519112"/>
                    </a:cubicBezTo>
                    <a:cubicBezTo>
                      <a:pt x="689332" y="526692"/>
                      <a:pt x="684070" y="519942"/>
                      <a:pt x="700220" y="533400"/>
                    </a:cubicBezTo>
                    <a:cubicBezTo>
                      <a:pt x="705394" y="537712"/>
                      <a:pt x="709333" y="543375"/>
                      <a:pt x="714507" y="547687"/>
                    </a:cubicBezTo>
                    <a:cubicBezTo>
                      <a:pt x="718904" y="551351"/>
                      <a:pt x="724517" y="553409"/>
                      <a:pt x="728795" y="557212"/>
                    </a:cubicBezTo>
                    <a:cubicBezTo>
                      <a:pt x="738863" y="566161"/>
                      <a:pt x="747845" y="576262"/>
                      <a:pt x="757370" y="585787"/>
                    </a:cubicBezTo>
                    <a:cubicBezTo>
                      <a:pt x="763720" y="592137"/>
                      <a:pt x="768948" y="599856"/>
                      <a:pt x="776420" y="604837"/>
                    </a:cubicBezTo>
                    <a:lnTo>
                      <a:pt x="804995" y="623887"/>
                    </a:lnTo>
                    <a:cubicBezTo>
                      <a:pt x="832293" y="664836"/>
                      <a:pt x="795944" y="616646"/>
                      <a:pt x="828807" y="642937"/>
                    </a:cubicBezTo>
                    <a:cubicBezTo>
                      <a:pt x="833277" y="646513"/>
                      <a:pt x="833569" y="654050"/>
                      <a:pt x="838332" y="657225"/>
                    </a:cubicBezTo>
                    <a:cubicBezTo>
                      <a:pt x="843778" y="660856"/>
                      <a:pt x="851172" y="659917"/>
                      <a:pt x="857382" y="661987"/>
                    </a:cubicBezTo>
                    <a:lnTo>
                      <a:pt x="861475" y="663393"/>
                    </a:lnTo>
                    <a:lnTo>
                      <a:pt x="853487" y="666095"/>
                    </a:lnTo>
                    <a:cubicBezTo>
                      <a:pt x="848108" y="668051"/>
                      <a:pt x="843962" y="672445"/>
                      <a:pt x="839200" y="675620"/>
                    </a:cubicBezTo>
                    <a:cubicBezTo>
                      <a:pt x="830846" y="681189"/>
                      <a:pt x="819800" y="681067"/>
                      <a:pt x="810625" y="685145"/>
                    </a:cubicBezTo>
                    <a:cubicBezTo>
                      <a:pt x="805394" y="687470"/>
                      <a:pt x="801598" y="692415"/>
                      <a:pt x="796337" y="694670"/>
                    </a:cubicBezTo>
                    <a:cubicBezTo>
                      <a:pt x="753285" y="713121"/>
                      <a:pt x="798866" y="685047"/>
                      <a:pt x="763000" y="708958"/>
                    </a:cubicBezTo>
                    <a:cubicBezTo>
                      <a:pt x="756650" y="710545"/>
                      <a:pt x="750340" y="712300"/>
                      <a:pt x="743950" y="713720"/>
                    </a:cubicBezTo>
                    <a:cubicBezTo>
                      <a:pt x="736048" y="715476"/>
                      <a:pt x="727377" y="714863"/>
                      <a:pt x="720137" y="718483"/>
                    </a:cubicBezTo>
                    <a:cubicBezTo>
                      <a:pt x="714113" y="721495"/>
                      <a:pt x="710612" y="728008"/>
                      <a:pt x="705850" y="732770"/>
                    </a:cubicBezTo>
                    <a:cubicBezTo>
                      <a:pt x="680316" y="741282"/>
                      <a:pt x="702236" y="734631"/>
                      <a:pt x="667750" y="742295"/>
                    </a:cubicBezTo>
                    <a:cubicBezTo>
                      <a:pt x="649818" y="746280"/>
                      <a:pt x="650317" y="746519"/>
                      <a:pt x="634412" y="751820"/>
                    </a:cubicBezTo>
                    <a:cubicBezTo>
                      <a:pt x="621993" y="755959"/>
                      <a:pt x="608731" y="757205"/>
                      <a:pt x="596312" y="761345"/>
                    </a:cubicBezTo>
                    <a:cubicBezTo>
                      <a:pt x="589577" y="763590"/>
                      <a:pt x="583750" y="767987"/>
                      <a:pt x="577262" y="770870"/>
                    </a:cubicBezTo>
                    <a:cubicBezTo>
                      <a:pt x="569450" y="774342"/>
                      <a:pt x="561387" y="777220"/>
                      <a:pt x="553450" y="780395"/>
                    </a:cubicBezTo>
                    <a:cubicBezTo>
                      <a:pt x="540267" y="785668"/>
                      <a:pt x="528457" y="793984"/>
                      <a:pt x="515350" y="799445"/>
                    </a:cubicBezTo>
                    <a:cubicBezTo>
                      <a:pt x="465092" y="820386"/>
                      <a:pt x="536904" y="777139"/>
                      <a:pt x="467725" y="823258"/>
                    </a:cubicBezTo>
                    <a:cubicBezTo>
                      <a:pt x="456104" y="827131"/>
                      <a:pt x="448383" y="828312"/>
                      <a:pt x="439150" y="837545"/>
                    </a:cubicBezTo>
                    <a:cubicBezTo>
                      <a:pt x="435103" y="841593"/>
                      <a:pt x="434204" y="848399"/>
                      <a:pt x="429625" y="851833"/>
                    </a:cubicBezTo>
                    <a:cubicBezTo>
                      <a:pt x="421106" y="858223"/>
                      <a:pt x="410575" y="861358"/>
                      <a:pt x="401050" y="866120"/>
                    </a:cubicBezTo>
                    <a:cubicBezTo>
                      <a:pt x="365143" y="854153"/>
                      <a:pt x="409397" y="870294"/>
                      <a:pt x="372475" y="851833"/>
                    </a:cubicBezTo>
                    <a:cubicBezTo>
                      <a:pt x="367985" y="849588"/>
                      <a:pt x="362364" y="849855"/>
                      <a:pt x="358187" y="847070"/>
                    </a:cubicBezTo>
                    <a:cubicBezTo>
                      <a:pt x="352583" y="843334"/>
                      <a:pt x="349380" y="836698"/>
                      <a:pt x="343900" y="832783"/>
                    </a:cubicBezTo>
                    <a:cubicBezTo>
                      <a:pt x="338123" y="828657"/>
                      <a:pt x="331056" y="826706"/>
                      <a:pt x="324850" y="823258"/>
                    </a:cubicBezTo>
                    <a:cubicBezTo>
                      <a:pt x="316758" y="818762"/>
                      <a:pt x="308887" y="813876"/>
                      <a:pt x="301037" y="808970"/>
                    </a:cubicBezTo>
                    <a:cubicBezTo>
                      <a:pt x="240559" y="771171"/>
                      <a:pt x="338557" y="832367"/>
                      <a:pt x="272462" y="785158"/>
                    </a:cubicBezTo>
                    <a:cubicBezTo>
                      <a:pt x="266685" y="781032"/>
                      <a:pt x="259762" y="778808"/>
                      <a:pt x="253412" y="775633"/>
                    </a:cubicBezTo>
                    <a:cubicBezTo>
                      <a:pt x="224452" y="761153"/>
                      <a:pt x="229683" y="757230"/>
                      <a:pt x="205787" y="742295"/>
                    </a:cubicBezTo>
                    <a:cubicBezTo>
                      <a:pt x="199767" y="738532"/>
                      <a:pt x="192644" y="736708"/>
                      <a:pt x="186737" y="732770"/>
                    </a:cubicBezTo>
                    <a:cubicBezTo>
                      <a:pt x="153033" y="710300"/>
                      <a:pt x="175054" y="717557"/>
                      <a:pt x="143875" y="704195"/>
                    </a:cubicBezTo>
                    <a:cubicBezTo>
                      <a:pt x="139261" y="702218"/>
                      <a:pt x="134077" y="701678"/>
                      <a:pt x="129587" y="699433"/>
                    </a:cubicBezTo>
                    <a:cubicBezTo>
                      <a:pt x="81735" y="675508"/>
                      <a:pt x="154726" y="705445"/>
                      <a:pt x="96250" y="680383"/>
                    </a:cubicBezTo>
                    <a:cubicBezTo>
                      <a:pt x="91636" y="678405"/>
                      <a:pt x="86047" y="678538"/>
                      <a:pt x="81962" y="675620"/>
                    </a:cubicBezTo>
                    <a:cubicBezTo>
                      <a:pt x="74654" y="670400"/>
                      <a:pt x="70096" y="661958"/>
                      <a:pt x="62912" y="656570"/>
                    </a:cubicBezTo>
                    <a:cubicBezTo>
                      <a:pt x="57232" y="652310"/>
                      <a:pt x="49639" y="651171"/>
                      <a:pt x="43862" y="647045"/>
                    </a:cubicBezTo>
                    <a:cubicBezTo>
                      <a:pt x="38382" y="643130"/>
                      <a:pt x="35055" y="636673"/>
                      <a:pt x="29575" y="632758"/>
                    </a:cubicBezTo>
                    <a:cubicBezTo>
                      <a:pt x="23798" y="628632"/>
                      <a:pt x="16689" y="626755"/>
                      <a:pt x="10525" y="623233"/>
                    </a:cubicBezTo>
                    <a:lnTo>
                      <a:pt x="0" y="615339"/>
                    </a:lnTo>
                    <a:lnTo>
                      <a:pt x="0" y="609666"/>
                    </a:lnTo>
                    <a:lnTo>
                      <a:pt x="28707" y="595312"/>
                    </a:lnTo>
                    <a:cubicBezTo>
                      <a:pt x="36986" y="591172"/>
                      <a:pt x="44241" y="585165"/>
                      <a:pt x="52520" y="581025"/>
                    </a:cubicBezTo>
                    <a:cubicBezTo>
                      <a:pt x="60166" y="577202"/>
                      <a:pt x="68686" y="575323"/>
                      <a:pt x="76332" y="571500"/>
                    </a:cubicBezTo>
                    <a:cubicBezTo>
                      <a:pt x="91086" y="564123"/>
                      <a:pt x="94554" y="556325"/>
                      <a:pt x="109670" y="547687"/>
                    </a:cubicBezTo>
                    <a:cubicBezTo>
                      <a:pt x="114028" y="545196"/>
                      <a:pt x="119343" y="544902"/>
                      <a:pt x="123957" y="542925"/>
                    </a:cubicBezTo>
                    <a:cubicBezTo>
                      <a:pt x="130483" y="540128"/>
                      <a:pt x="136158" y="535268"/>
                      <a:pt x="143007" y="533400"/>
                    </a:cubicBezTo>
                    <a:cubicBezTo>
                      <a:pt x="148576" y="531881"/>
                      <a:pt x="211313" y="524266"/>
                      <a:pt x="214445" y="523875"/>
                    </a:cubicBezTo>
                    <a:cubicBezTo>
                      <a:pt x="220795" y="515937"/>
                      <a:pt x="228627" y="508986"/>
                      <a:pt x="233495" y="500062"/>
                    </a:cubicBezTo>
                    <a:cubicBezTo>
                      <a:pt x="238212" y="491416"/>
                      <a:pt x="240635" y="482912"/>
                      <a:pt x="242454" y="474273"/>
                    </a:cubicBezTo>
                    <a:lnTo>
                      <a:pt x="246154" y="455801"/>
                    </a:lnTo>
                    <a:lnTo>
                      <a:pt x="256956" y="441761"/>
                    </a:lnTo>
                    <a:cubicBezTo>
                      <a:pt x="260223" y="437949"/>
                      <a:pt x="258934" y="431650"/>
                      <a:pt x="261719" y="427473"/>
                    </a:cubicBezTo>
                    <a:cubicBezTo>
                      <a:pt x="265455" y="421869"/>
                      <a:pt x="271244" y="417948"/>
                      <a:pt x="276006" y="413186"/>
                    </a:cubicBezTo>
                    <a:cubicBezTo>
                      <a:pt x="278981" y="383444"/>
                      <a:pt x="278957" y="368045"/>
                      <a:pt x="285531" y="341748"/>
                    </a:cubicBezTo>
                    <a:cubicBezTo>
                      <a:pt x="289034" y="327737"/>
                      <a:pt x="293007" y="322035"/>
                      <a:pt x="299819" y="308411"/>
                    </a:cubicBezTo>
                    <a:cubicBezTo>
                      <a:pt x="301406" y="300473"/>
                      <a:pt x="302255" y="292351"/>
                      <a:pt x="304581" y="284598"/>
                    </a:cubicBezTo>
                    <a:cubicBezTo>
                      <a:pt x="307037" y="276410"/>
                      <a:pt x="312641" y="269208"/>
                      <a:pt x="314106" y="260786"/>
                    </a:cubicBezTo>
                    <a:cubicBezTo>
                      <a:pt x="316569" y="246623"/>
                      <a:pt x="318950" y="225192"/>
                      <a:pt x="320716" y="207301"/>
                    </a:cubicBezTo>
                    <a:lnTo>
                      <a:pt x="322803" y="184827"/>
                    </a:lnTo>
                    <a:lnTo>
                      <a:pt x="327565" y="170718"/>
                    </a:lnTo>
                    <a:cubicBezTo>
                      <a:pt x="332255" y="157607"/>
                      <a:pt x="337338" y="144740"/>
                      <a:pt x="343032" y="133350"/>
                    </a:cubicBezTo>
                    <a:cubicBezTo>
                      <a:pt x="349382" y="120650"/>
                      <a:pt x="358181" y="108903"/>
                      <a:pt x="362082" y="95250"/>
                    </a:cubicBezTo>
                    <a:cubicBezTo>
                      <a:pt x="365257" y="84137"/>
                      <a:pt x="368566" y="73062"/>
                      <a:pt x="371607" y="61912"/>
                    </a:cubicBezTo>
                    <a:cubicBezTo>
                      <a:pt x="373329" y="55597"/>
                      <a:pt x="374489" y="49131"/>
                      <a:pt x="376370" y="42862"/>
                    </a:cubicBezTo>
                    <a:cubicBezTo>
                      <a:pt x="379255" y="33245"/>
                      <a:pt x="377541" y="19856"/>
                      <a:pt x="385895" y="14287"/>
                    </a:cubicBezTo>
                    <a:cubicBezTo>
                      <a:pt x="404359" y="1977"/>
                      <a:pt x="394752" y="6572"/>
                      <a:pt x="414470" y="0"/>
                    </a:cubicBezTo>
                    <a:close/>
                  </a:path>
                </a:pathLst>
              </a:custGeom>
              <a:blipFill>
                <a:blip r:embed="rId25">
                  <a:alphaModFix amt="45000"/>
                  <a:duotone>
                    <a:schemeClr val="accent6">
                      <a:shade val="45000"/>
                      <a:satMod val="135000"/>
                    </a:schemeClr>
                    <a:prstClr val="white"/>
                  </a:duotone>
                </a:blip>
                <a:stretch>
                  <a:fillRect/>
                </a:stretch>
              </a:blip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8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5CB7FE-37F0-4258-978B-F5CBC5CA1EDC}"/>
                      </a:ext>
                    </a:extLst>
                  </p:cNvPr>
                  <p:cNvSpPr txBox="1"/>
                  <p:nvPr/>
                </p:nvSpPr>
                <p:spPr>
                  <a:xfrm>
                    <a:off x="6341895" y="5656927"/>
                    <a:ext cx="1107428" cy="5474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sSupPr>
                            <m:e>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𝑒</m:t>
                              </m:r>
                            </m:e>
                            <m:sup>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𝑖</m:t>
                              </m:r>
                              <m:sSub>
                                <m:sSub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b="0" i="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Φ</m:t>
                                  </m:r>
                                </m:e>
                                <m:sub>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𝑛</m:t>
                                  </m:r>
                                </m:sub>
                              </m:sSub>
                            </m:sup>
                          </m:sSup>
                          <m:r>
                            <a:rPr lang="en-US" altLang="ko-KR" sz="80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𝐶𝑆𝐹</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f>
                                <m:fPr>
                                  <m:ctrlP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fPr>
                                <m:num>
                                  <m:r>
                                    <a:rPr lang="en-US" altLang="ko-KR" sz="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m:t>
                                  </m:r>
                                </m:num>
                                <m:den>
                                  <m:sSub>
                                    <m:sSubPr>
                                      <m:ctrlP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tLang="ko-KR" sz="800">
                                          <a:solidFill>
                                            <a:schemeClr val="tx1"/>
                                          </a:solidFill>
                                          <a:latin typeface="Cambria Math" panose="02040503050406030204" pitchFamily="18" charset="0"/>
                                          <a:ea typeface="Cambria Math" panose="02040503050406030204" pitchFamily="18" charset="0"/>
                                          <a:cs typeface="Arial" panose="020B0604020202020204" pitchFamily="34" charset="0"/>
                                        </a:rPr>
                                        <m:t>Δ</m:t>
                                      </m:r>
                                    </m:e>
                                    <m:sub>
                                      <m:r>
                                        <a:rPr lang="en-US" altLang="ko-KR" sz="800" i="1">
                                          <a:solidFill>
                                            <a:schemeClr val="tx1"/>
                                          </a:solidFill>
                                          <a:latin typeface="Cambria Math" panose="02040503050406030204" pitchFamily="18" charset="0"/>
                                          <a:ea typeface="Cambria Math" panose="02040503050406030204" pitchFamily="18" charset="0"/>
                                          <a:cs typeface="Arial" panose="020B0604020202020204" pitchFamily="34" charset="0"/>
                                        </a:rPr>
                                        <m:t>𝑔</m:t>
                                      </m:r>
                                    </m:sub>
                                  </m:sSub>
                                </m:den>
                              </m:f>
                            </m:e>
                          </m:d>
                        </m:oMath>
                      </m:oMathPara>
                    </a14:m>
                    <a:endParaRPr lang="ko-KR" altLang="en-US" sz="800" dirty="0"/>
                  </a:p>
                </p:txBody>
              </p:sp>
            </mc:Choice>
            <mc:Fallback xmlns="">
              <p:sp>
                <p:nvSpPr>
                  <p:cNvPr id="81" name="TextBox 80">
                    <a:extLst>
                      <a:ext uri="{FF2B5EF4-FFF2-40B4-BE49-F238E27FC236}">
                        <a16:creationId xmlns:a16="http://schemas.microsoft.com/office/drawing/2014/main" id="{9566471B-D191-4A46-BC91-B4589116DBE3}"/>
                      </a:ext>
                    </a:extLst>
                  </p:cNvPr>
                  <p:cNvSpPr txBox="1">
                    <a:spLocks noRot="1" noChangeAspect="1" noMove="1" noResize="1" noEditPoints="1" noAdjustHandles="1" noChangeArrowheads="1" noChangeShapeType="1" noTextEdit="1"/>
                  </p:cNvSpPr>
                  <p:nvPr/>
                </p:nvSpPr>
                <p:spPr>
                  <a:xfrm>
                    <a:off x="6341895" y="5656927"/>
                    <a:ext cx="1107428" cy="547463"/>
                  </a:xfrm>
                  <a:prstGeom prst="rect">
                    <a:avLst/>
                  </a:prstGeom>
                  <a:blipFill>
                    <a:blip r:embed="rId26"/>
                    <a:stretch>
                      <a:fillRect r="-6504"/>
                    </a:stretch>
                  </a:blipFill>
                </p:spPr>
                <p:txBody>
                  <a:bodyPr/>
                  <a:lstStyle/>
                  <a:p>
                    <a:r>
                      <a:rPr lang="ko-KR" altLang="en-US">
                        <a:noFill/>
                      </a:rPr>
                      <a:t> </a:t>
                    </a:r>
                  </a:p>
                </p:txBody>
              </p:sp>
            </mc:Fallback>
          </mc:AlternateContent>
          <p:pic>
            <p:nvPicPr>
              <p:cNvPr id="28" name="그림 27">
                <a:extLst>
                  <a:ext uri="{FF2B5EF4-FFF2-40B4-BE49-F238E27FC236}">
                    <a16:creationId xmlns:a16="http://schemas.microsoft.com/office/drawing/2014/main" id="{8F092826-FB21-4073-8892-4A179F29039C}"/>
                  </a:ext>
                </a:extLst>
              </p:cNvPr>
              <p:cNvPicPr>
                <a:picLocks noChangeAspect="1"/>
              </p:cNvPicPr>
              <p:nvPr/>
            </p:nvPicPr>
            <p:blipFill rotWithShape="1">
              <a:blip r:embed="rId27"/>
              <a:srcRect l="17346" t="26053" r="12308" b="8910"/>
              <a:stretch/>
            </p:blipFill>
            <p:spPr>
              <a:xfrm>
                <a:off x="7724408" y="5766046"/>
                <a:ext cx="1365516" cy="544860"/>
              </a:xfrm>
              <a:prstGeom prst="rect">
                <a:avLst/>
              </a:prstGeom>
            </p:spPr>
          </p:pic>
          <p:sp>
            <p:nvSpPr>
              <p:cNvPr id="29" name="자유형: 도형 28">
                <a:extLst>
                  <a:ext uri="{FF2B5EF4-FFF2-40B4-BE49-F238E27FC236}">
                    <a16:creationId xmlns:a16="http://schemas.microsoft.com/office/drawing/2014/main" id="{3145EFDD-48AE-4063-A23C-42E0A6C35FB1}"/>
                  </a:ext>
                </a:extLst>
              </p:cNvPr>
              <p:cNvSpPr/>
              <p:nvPr/>
            </p:nvSpPr>
            <p:spPr>
              <a:xfrm>
                <a:off x="7657842" y="4940286"/>
                <a:ext cx="1506312" cy="442677"/>
              </a:xfrm>
              <a:custGeom>
                <a:avLst/>
                <a:gdLst>
                  <a:gd name="connsiteX0" fmla="*/ 1577611 w 3545934"/>
                  <a:gd name="connsiteY0" fmla="*/ 1014792 h 1042083"/>
                  <a:gd name="connsiteX1" fmla="*/ 1577698 w 3545934"/>
                  <a:gd name="connsiteY1" fmla="*/ 1014904 h 1042083"/>
                  <a:gd name="connsiteX2" fmla="*/ 1578126 w 3545934"/>
                  <a:gd name="connsiteY2" fmla="*/ 1016270 h 1042083"/>
                  <a:gd name="connsiteX3" fmla="*/ 1772967 w 3545934"/>
                  <a:gd name="connsiteY3" fmla="*/ 0 h 1042083"/>
                  <a:gd name="connsiteX4" fmla="*/ 3545934 w 3545934"/>
                  <a:gd name="connsiteY4" fmla="*/ 557602 h 1042083"/>
                  <a:gd name="connsiteX5" fmla="*/ 2784966 w 3545934"/>
                  <a:gd name="connsiteY5" fmla="*/ 796928 h 1042083"/>
                  <a:gd name="connsiteX6" fmla="*/ 2781151 w 3545934"/>
                  <a:gd name="connsiteY6" fmla="*/ 781733 h 1042083"/>
                  <a:gd name="connsiteX7" fmla="*/ 2728135 w 3545934"/>
                  <a:gd name="connsiteY7" fmla="*/ 775383 h 1042083"/>
                  <a:gd name="connsiteX8" fmla="*/ 2695000 w 3545934"/>
                  <a:gd name="connsiteY8" fmla="*/ 762683 h 1042083"/>
                  <a:gd name="connsiteX9" fmla="*/ 2648611 w 3545934"/>
                  <a:gd name="connsiteY9" fmla="*/ 800783 h 1042083"/>
                  <a:gd name="connsiteX10" fmla="*/ 2641984 w 3545934"/>
                  <a:gd name="connsiteY10" fmla="*/ 826183 h 1042083"/>
                  <a:gd name="connsiteX11" fmla="*/ 2555833 w 3545934"/>
                  <a:gd name="connsiteY11" fmla="*/ 851583 h 1042083"/>
                  <a:gd name="connsiteX12" fmla="*/ 2535952 w 3545934"/>
                  <a:gd name="connsiteY12" fmla="*/ 845233 h 1042083"/>
                  <a:gd name="connsiteX13" fmla="*/ 2410039 w 3545934"/>
                  <a:gd name="connsiteY13" fmla="*/ 832533 h 1042083"/>
                  <a:gd name="connsiteX14" fmla="*/ 2370277 w 3545934"/>
                  <a:gd name="connsiteY14" fmla="*/ 845233 h 1042083"/>
                  <a:gd name="connsiteX15" fmla="*/ 2350396 w 3545934"/>
                  <a:gd name="connsiteY15" fmla="*/ 857933 h 1042083"/>
                  <a:gd name="connsiteX16" fmla="*/ 2323888 w 3545934"/>
                  <a:gd name="connsiteY16" fmla="*/ 870633 h 1042083"/>
                  <a:gd name="connsiteX17" fmla="*/ 2277499 w 3545934"/>
                  <a:gd name="connsiteY17" fmla="*/ 883333 h 1042083"/>
                  <a:gd name="connsiteX18" fmla="*/ 2197975 w 3545934"/>
                  <a:gd name="connsiteY18" fmla="*/ 915083 h 1042083"/>
                  <a:gd name="connsiteX19" fmla="*/ 2178094 w 3545934"/>
                  <a:gd name="connsiteY19" fmla="*/ 927783 h 1042083"/>
                  <a:gd name="connsiteX20" fmla="*/ 2085316 w 3545934"/>
                  <a:gd name="connsiteY20" fmla="*/ 934133 h 1042083"/>
                  <a:gd name="connsiteX21" fmla="*/ 2045554 w 3545934"/>
                  <a:gd name="connsiteY21" fmla="*/ 940483 h 1042083"/>
                  <a:gd name="connsiteX22" fmla="*/ 2005792 w 3545934"/>
                  <a:gd name="connsiteY22" fmla="*/ 965883 h 1042083"/>
                  <a:gd name="connsiteX23" fmla="*/ 1985911 w 3545934"/>
                  <a:gd name="connsiteY23" fmla="*/ 972233 h 1042083"/>
                  <a:gd name="connsiteX24" fmla="*/ 1966030 w 3545934"/>
                  <a:gd name="connsiteY24" fmla="*/ 991283 h 1042083"/>
                  <a:gd name="connsiteX25" fmla="*/ 1899760 w 3545934"/>
                  <a:gd name="connsiteY25" fmla="*/ 997633 h 1042083"/>
                  <a:gd name="connsiteX26" fmla="*/ 1873252 w 3545934"/>
                  <a:gd name="connsiteY26" fmla="*/ 991283 h 1042083"/>
                  <a:gd name="connsiteX27" fmla="*/ 1833490 w 3545934"/>
                  <a:gd name="connsiteY27" fmla="*/ 978583 h 1042083"/>
                  <a:gd name="connsiteX28" fmla="*/ 1753967 w 3545934"/>
                  <a:gd name="connsiteY28" fmla="*/ 965883 h 1042083"/>
                  <a:gd name="connsiteX29" fmla="*/ 1714205 w 3545934"/>
                  <a:gd name="connsiteY29" fmla="*/ 997633 h 1042083"/>
                  <a:gd name="connsiteX30" fmla="*/ 1694324 w 3545934"/>
                  <a:gd name="connsiteY30" fmla="*/ 1016683 h 1042083"/>
                  <a:gd name="connsiteX31" fmla="*/ 1687697 w 3545934"/>
                  <a:gd name="connsiteY31" fmla="*/ 1035733 h 1042083"/>
                  <a:gd name="connsiteX32" fmla="*/ 1641308 w 3545934"/>
                  <a:gd name="connsiteY32" fmla="*/ 1042083 h 1042083"/>
                  <a:gd name="connsiteX33" fmla="*/ 1594919 w 3545934"/>
                  <a:gd name="connsiteY33" fmla="*/ 1016683 h 1042083"/>
                  <a:gd name="connsiteX34" fmla="*/ 1575354 w 3545934"/>
                  <a:gd name="connsiteY34" fmla="*/ 1008318 h 1042083"/>
                  <a:gd name="connsiteX35" fmla="*/ 1577611 w 3545934"/>
                  <a:gd name="connsiteY35" fmla="*/ 1014792 h 1042083"/>
                  <a:gd name="connsiteX36" fmla="*/ 1568302 w 3545934"/>
                  <a:gd name="connsiteY36" fmla="*/ 1002716 h 1042083"/>
                  <a:gd name="connsiteX37" fmla="*/ 1548530 w 3545934"/>
                  <a:gd name="connsiteY37" fmla="*/ 978583 h 1042083"/>
                  <a:gd name="connsiteX38" fmla="*/ 1515395 w 3545934"/>
                  <a:gd name="connsiteY38" fmla="*/ 991283 h 1042083"/>
                  <a:gd name="connsiteX39" fmla="*/ 1502141 w 3545934"/>
                  <a:gd name="connsiteY39" fmla="*/ 1010333 h 1042083"/>
                  <a:gd name="connsiteX40" fmla="*/ 1473915 w 3545934"/>
                  <a:gd name="connsiteY40" fmla="*/ 1021152 h 1042083"/>
                  <a:gd name="connsiteX41" fmla="*/ 1409068 w 3545934"/>
                  <a:gd name="connsiteY41" fmla="*/ 1000757 h 1042083"/>
                  <a:gd name="connsiteX42" fmla="*/ 1396109 w 3545934"/>
                  <a:gd name="connsiteY42" fmla="*/ 978583 h 1042083"/>
                  <a:gd name="connsiteX43" fmla="*/ 1389482 w 3545934"/>
                  <a:gd name="connsiteY43" fmla="*/ 959533 h 1042083"/>
                  <a:gd name="connsiteX44" fmla="*/ 1329839 w 3545934"/>
                  <a:gd name="connsiteY44" fmla="*/ 946833 h 1042083"/>
                  <a:gd name="connsiteX45" fmla="*/ 1316585 w 3545934"/>
                  <a:gd name="connsiteY45" fmla="*/ 965883 h 1042083"/>
                  <a:gd name="connsiteX46" fmla="*/ 1310341 w 3545934"/>
                  <a:gd name="connsiteY46" fmla="*/ 969707 h 1042083"/>
                  <a:gd name="connsiteX47" fmla="*/ 0 w 3545934"/>
                  <a:gd name="connsiteY47" fmla="*/ 557602 h 104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45934" h="1042083">
                    <a:moveTo>
                      <a:pt x="1577611" y="1014792"/>
                    </a:moveTo>
                    <a:lnTo>
                      <a:pt x="1577698" y="1014904"/>
                    </a:lnTo>
                    <a:cubicBezTo>
                      <a:pt x="1581212" y="1019761"/>
                      <a:pt x="1579936" y="1018792"/>
                      <a:pt x="1578126" y="1016270"/>
                    </a:cubicBezTo>
                    <a:close/>
                    <a:moveTo>
                      <a:pt x="1772967" y="0"/>
                    </a:moveTo>
                    <a:lnTo>
                      <a:pt x="3545934" y="557602"/>
                    </a:lnTo>
                    <a:lnTo>
                      <a:pt x="2784966" y="796928"/>
                    </a:lnTo>
                    <a:lnTo>
                      <a:pt x="2781151" y="781733"/>
                    </a:lnTo>
                    <a:cubicBezTo>
                      <a:pt x="2775519" y="765544"/>
                      <a:pt x="2745488" y="779220"/>
                      <a:pt x="2728135" y="775383"/>
                    </a:cubicBezTo>
                    <a:cubicBezTo>
                      <a:pt x="2716543" y="772820"/>
                      <a:pt x="2706044" y="766916"/>
                      <a:pt x="2695000" y="762683"/>
                    </a:cubicBezTo>
                    <a:cubicBezTo>
                      <a:pt x="2667418" y="771493"/>
                      <a:pt x="2667905" y="767504"/>
                      <a:pt x="2648611" y="800783"/>
                    </a:cubicBezTo>
                    <a:cubicBezTo>
                      <a:pt x="2644188" y="808412"/>
                      <a:pt x="2649891" y="821853"/>
                      <a:pt x="2641984" y="826183"/>
                    </a:cubicBezTo>
                    <a:cubicBezTo>
                      <a:pt x="2615896" y="840467"/>
                      <a:pt x="2584550" y="843116"/>
                      <a:pt x="2555833" y="851583"/>
                    </a:cubicBezTo>
                    <a:cubicBezTo>
                      <a:pt x="2549206" y="849466"/>
                      <a:pt x="2542771" y="846685"/>
                      <a:pt x="2535952" y="845233"/>
                    </a:cubicBezTo>
                    <a:cubicBezTo>
                      <a:pt x="2493846" y="836267"/>
                      <a:pt x="2453715" y="835752"/>
                      <a:pt x="2410039" y="832533"/>
                    </a:cubicBezTo>
                    <a:cubicBezTo>
                      <a:pt x="2410039" y="832533"/>
                      <a:pt x="2383044" y="839796"/>
                      <a:pt x="2370277" y="845233"/>
                    </a:cubicBezTo>
                    <a:cubicBezTo>
                      <a:pt x="2362999" y="848333"/>
                      <a:pt x="2357311" y="854147"/>
                      <a:pt x="2350396" y="857933"/>
                    </a:cubicBezTo>
                    <a:cubicBezTo>
                      <a:pt x="2341818" y="862629"/>
                      <a:pt x="2332969" y="866904"/>
                      <a:pt x="2323888" y="870633"/>
                    </a:cubicBezTo>
                    <a:cubicBezTo>
                      <a:pt x="2301550" y="879806"/>
                      <a:pt x="2302720" y="875277"/>
                      <a:pt x="2277499" y="883333"/>
                    </a:cubicBezTo>
                    <a:cubicBezTo>
                      <a:pt x="2250998" y="891797"/>
                      <a:pt x="2222644" y="901576"/>
                      <a:pt x="2197975" y="915083"/>
                    </a:cubicBezTo>
                    <a:cubicBezTo>
                      <a:pt x="2191060" y="918869"/>
                      <a:pt x="2184721" y="923550"/>
                      <a:pt x="2178094" y="927783"/>
                    </a:cubicBezTo>
                    <a:cubicBezTo>
                      <a:pt x="2147168" y="929900"/>
                      <a:pt x="2116167" y="931177"/>
                      <a:pt x="2085316" y="934133"/>
                    </a:cubicBezTo>
                    <a:cubicBezTo>
                      <a:pt x="2071946" y="935414"/>
                      <a:pt x="2057958" y="935531"/>
                      <a:pt x="2045554" y="940483"/>
                    </a:cubicBezTo>
                    <a:cubicBezTo>
                      <a:pt x="2030851" y="946354"/>
                      <a:pt x="2019717" y="958470"/>
                      <a:pt x="2005792" y="965883"/>
                    </a:cubicBezTo>
                    <a:cubicBezTo>
                      <a:pt x="1999686" y="969134"/>
                      <a:pt x="1991723" y="968520"/>
                      <a:pt x="1985911" y="972233"/>
                    </a:cubicBezTo>
                    <a:cubicBezTo>
                      <a:pt x="1978113" y="977214"/>
                      <a:pt x="1974988" y="988642"/>
                      <a:pt x="1966030" y="991283"/>
                    </a:cubicBezTo>
                    <a:cubicBezTo>
                      <a:pt x="1944811" y="997539"/>
                      <a:pt x="1921851" y="995516"/>
                      <a:pt x="1899760" y="997633"/>
                    </a:cubicBezTo>
                    <a:lnTo>
                      <a:pt x="1873252" y="991283"/>
                    </a:lnTo>
                    <a:cubicBezTo>
                      <a:pt x="1859699" y="988036"/>
                      <a:pt x="1847128" y="981487"/>
                      <a:pt x="1833490" y="978583"/>
                    </a:cubicBezTo>
                    <a:cubicBezTo>
                      <a:pt x="1807257" y="972997"/>
                      <a:pt x="1780475" y="970116"/>
                      <a:pt x="1753967" y="965883"/>
                    </a:cubicBezTo>
                    <a:cubicBezTo>
                      <a:pt x="1710377" y="986767"/>
                      <a:pt x="1740967" y="966860"/>
                      <a:pt x="1714205" y="997633"/>
                    </a:cubicBezTo>
                    <a:cubicBezTo>
                      <a:pt x="1708205" y="1004532"/>
                      <a:pt x="1699522" y="1009211"/>
                      <a:pt x="1694324" y="1016683"/>
                    </a:cubicBezTo>
                    <a:cubicBezTo>
                      <a:pt x="1690449" y="1022252"/>
                      <a:pt x="1693945" y="1032740"/>
                      <a:pt x="1687697" y="1035733"/>
                    </a:cubicBezTo>
                    <a:cubicBezTo>
                      <a:pt x="1673726" y="1042426"/>
                      <a:pt x="1656771" y="1039966"/>
                      <a:pt x="1641308" y="1042083"/>
                    </a:cubicBezTo>
                    <a:cubicBezTo>
                      <a:pt x="1585243" y="1028653"/>
                      <a:pt x="1642297" y="1046948"/>
                      <a:pt x="1594919" y="1016683"/>
                    </a:cubicBezTo>
                    <a:cubicBezTo>
                      <a:pt x="1581837" y="1008327"/>
                      <a:pt x="1576734" y="1006962"/>
                      <a:pt x="1575354" y="1008318"/>
                    </a:cubicBezTo>
                    <a:lnTo>
                      <a:pt x="1577611" y="1014792"/>
                    </a:lnTo>
                    <a:lnTo>
                      <a:pt x="1568302" y="1002716"/>
                    </a:lnTo>
                    <a:cubicBezTo>
                      <a:pt x="1563618" y="996840"/>
                      <a:pt x="1557205" y="988974"/>
                      <a:pt x="1548530" y="978583"/>
                    </a:cubicBezTo>
                    <a:cubicBezTo>
                      <a:pt x="1537485" y="982816"/>
                      <a:pt x="1525074" y="984658"/>
                      <a:pt x="1515395" y="991283"/>
                    </a:cubicBezTo>
                    <a:cubicBezTo>
                      <a:pt x="1508914" y="995719"/>
                      <a:pt x="1508622" y="1005897"/>
                      <a:pt x="1502141" y="1010333"/>
                    </a:cubicBezTo>
                    <a:lnTo>
                      <a:pt x="1473915" y="1021152"/>
                    </a:lnTo>
                    <a:lnTo>
                      <a:pt x="1409068" y="1000757"/>
                    </a:lnTo>
                    <a:lnTo>
                      <a:pt x="1396109" y="978583"/>
                    </a:lnTo>
                    <a:cubicBezTo>
                      <a:pt x="1392716" y="972732"/>
                      <a:pt x="1391691" y="965883"/>
                      <a:pt x="1389482" y="959533"/>
                    </a:cubicBezTo>
                    <a:cubicBezTo>
                      <a:pt x="1374177" y="954645"/>
                      <a:pt x="1343168" y="943640"/>
                      <a:pt x="1329839" y="946833"/>
                    </a:cubicBezTo>
                    <a:cubicBezTo>
                      <a:pt x="1322112" y="948684"/>
                      <a:pt x="1322632" y="960916"/>
                      <a:pt x="1316585" y="965883"/>
                    </a:cubicBezTo>
                    <a:lnTo>
                      <a:pt x="1310341" y="969707"/>
                    </a:lnTo>
                    <a:lnTo>
                      <a:pt x="0" y="557602"/>
                    </a:lnTo>
                    <a:close/>
                  </a:path>
                </a:pathLst>
              </a:custGeom>
              <a:blipFill dpi="0" rotWithShape="1">
                <a:blip r:embed="rId28"/>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800" dirty="0"/>
              </a:p>
            </p:txBody>
          </p:sp>
          <p:pic>
            <p:nvPicPr>
              <p:cNvPr id="30" name="그림 29">
                <a:extLst>
                  <a:ext uri="{FF2B5EF4-FFF2-40B4-BE49-F238E27FC236}">
                    <a16:creationId xmlns:a16="http://schemas.microsoft.com/office/drawing/2014/main" id="{C63E23FA-A98F-4DAA-9D82-93CC69B63348}"/>
                  </a:ext>
                </a:extLst>
              </p:cNvPr>
              <p:cNvPicPr>
                <a:picLocks noChangeAspect="1"/>
              </p:cNvPicPr>
              <p:nvPr/>
            </p:nvPicPr>
            <p:blipFill rotWithShape="1">
              <a:blip r:embed="rId3"/>
              <a:srcRect l="17636" t="35480" r="12842" b="11639"/>
              <a:stretch/>
            </p:blipFill>
            <p:spPr>
              <a:xfrm>
                <a:off x="7697953" y="5380088"/>
                <a:ext cx="1381792" cy="442677"/>
              </a:xfrm>
              <a:prstGeom prst="rect">
                <a:avLst/>
              </a:prstGeom>
            </p:spPr>
          </p:pic>
          <p:sp>
            <p:nvSpPr>
              <p:cNvPr id="31" name="오른쪽 화살표 1">
                <a:extLst>
                  <a:ext uri="{FF2B5EF4-FFF2-40B4-BE49-F238E27FC236}">
                    <a16:creationId xmlns:a16="http://schemas.microsoft.com/office/drawing/2014/main" id="{1B5DFF20-4892-4C01-B984-75C68B5831C1}"/>
                  </a:ext>
                </a:extLst>
              </p:cNvPr>
              <p:cNvSpPr/>
              <p:nvPr/>
            </p:nvSpPr>
            <p:spPr>
              <a:xfrm>
                <a:off x="7271230" y="5197649"/>
                <a:ext cx="481930" cy="630110"/>
              </a:xfrm>
              <a:prstGeom prst="rightArrow">
                <a:avLst>
                  <a:gd name="adj1" fmla="val 40314"/>
                  <a:gd name="adj2" fmla="val 4011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a:p>
            </p:txBody>
          </p:sp>
        </p:grpSp>
        <p:sp>
          <p:nvSpPr>
            <p:cNvPr id="18" name="제목 1">
              <a:extLst>
                <a:ext uri="{FF2B5EF4-FFF2-40B4-BE49-F238E27FC236}">
                  <a16:creationId xmlns:a16="http://schemas.microsoft.com/office/drawing/2014/main" id="{6B5736FA-483A-4FFE-B29A-DF8D567BD479}"/>
                </a:ext>
              </a:extLst>
            </p:cNvPr>
            <p:cNvSpPr txBox="1">
              <a:spLocks/>
            </p:cNvSpPr>
            <p:nvPr/>
          </p:nvSpPr>
          <p:spPr>
            <a:xfrm>
              <a:off x="1874495" y="3158209"/>
              <a:ext cx="1052134" cy="24496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Far-field speckles</a:t>
              </a:r>
              <a:endParaRPr lang="ko-KR" altLang="en-US" sz="800" dirty="0">
                <a:latin typeface="helvetica" panose="020B0604020202020204" pitchFamily="34" charset="0"/>
                <a:cs typeface="helvetica" panose="020B0604020202020204" pitchFamily="34" charset="0"/>
              </a:endParaRPr>
            </a:p>
          </p:txBody>
        </p:sp>
        <p:sp>
          <p:nvSpPr>
            <p:cNvPr id="19" name="제목 1">
              <a:extLst>
                <a:ext uri="{FF2B5EF4-FFF2-40B4-BE49-F238E27FC236}">
                  <a16:creationId xmlns:a16="http://schemas.microsoft.com/office/drawing/2014/main" id="{B4AD79D3-D63D-4C9E-AEE9-569E3A8FC651}"/>
                </a:ext>
              </a:extLst>
            </p:cNvPr>
            <p:cNvSpPr txBox="1">
              <a:spLocks/>
            </p:cNvSpPr>
            <p:nvPr/>
          </p:nvSpPr>
          <p:spPr>
            <a:xfrm>
              <a:off x="1887198" y="3997943"/>
              <a:ext cx="1052134" cy="244961"/>
            </a:xfrm>
            <a:prstGeom prst="rect">
              <a:avLst/>
            </a:prstGeom>
          </p:spPr>
          <p:txBody>
            <a:bodyPr vert="horz" lIns="91440" tIns="45720" rIns="91440" bIns="45720" rtlCol="0" anchor="b">
              <a:noAutofit/>
            </a:bodyPr>
            <a:lstStyle>
              <a:lvl1pPr algn="ctr" defTabSz="685783" rtl="0" eaLnBrk="1" latinLnBrk="1" hangingPunct="1">
                <a:lnSpc>
                  <a:spcPct val="90000"/>
                </a:lnSpc>
                <a:spcBef>
                  <a:spcPct val="0"/>
                </a:spcBef>
                <a:buNone/>
                <a:defRPr sz="4500" kern="1200">
                  <a:solidFill>
                    <a:schemeClr val="tx1"/>
                  </a:solidFill>
                  <a:latin typeface="Arial" panose="020B0604020202020204" pitchFamily="34" charset="0"/>
                  <a:ea typeface="+mj-ea"/>
                  <a:cs typeface="Arial" panose="020B0604020202020204" pitchFamily="34" charset="0"/>
                </a:defRPr>
              </a:lvl1pPr>
            </a:lstStyle>
            <a:p>
              <a:r>
                <a:rPr lang="en-US" altLang="ko-KR" sz="800" dirty="0">
                  <a:latin typeface="helvetica" panose="020B0604020202020204" pitchFamily="34" charset="0"/>
                  <a:cs typeface="helvetica" panose="020B0604020202020204" pitchFamily="34" charset="0"/>
                </a:rPr>
                <a:t>Near-field speckles</a:t>
              </a:r>
              <a:endParaRPr lang="ko-KR" altLang="en-US" sz="800" dirty="0">
                <a:latin typeface="helvetica" panose="020B0604020202020204" pitchFamily="34" charset="0"/>
                <a:cs typeface="helvetica" panose="020B0604020202020204" pitchFamily="34" charset="0"/>
              </a:endParaRPr>
            </a:p>
          </p:txBody>
        </p:sp>
        <p:sp>
          <p:nvSpPr>
            <p:cNvPr id="20" name="화살표: 굽음 19">
              <a:extLst>
                <a:ext uri="{FF2B5EF4-FFF2-40B4-BE49-F238E27FC236}">
                  <a16:creationId xmlns:a16="http://schemas.microsoft.com/office/drawing/2014/main" id="{3A6136E2-F067-4F07-9A9C-0EE5D13F140C}"/>
                </a:ext>
              </a:extLst>
            </p:cNvPr>
            <p:cNvSpPr/>
            <p:nvPr/>
          </p:nvSpPr>
          <p:spPr>
            <a:xfrm flipV="1">
              <a:off x="1212726" y="3664700"/>
              <a:ext cx="462878" cy="293516"/>
            </a:xfrm>
            <a:prstGeom prst="ben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3279301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5A32778C-4815-485B-ABEF-7E3737DDF168}"/>
              </a:ext>
            </a:extLst>
          </p:cNvPr>
          <p:cNvGrpSpPr/>
          <p:nvPr/>
        </p:nvGrpSpPr>
        <p:grpSpPr>
          <a:xfrm>
            <a:off x="658195" y="635891"/>
            <a:ext cx="5541610" cy="3653511"/>
            <a:chOff x="209467" y="3188591"/>
            <a:chExt cx="8830885" cy="5822087"/>
          </a:xfrm>
        </p:grpSpPr>
        <p:pic>
          <p:nvPicPr>
            <p:cNvPr id="3" name="Picture 6">
              <a:extLst>
                <a:ext uri="{FF2B5EF4-FFF2-40B4-BE49-F238E27FC236}">
                  <a16:creationId xmlns:a16="http://schemas.microsoft.com/office/drawing/2014/main" id="{1C7A65E5-D8A8-4767-94D8-FA0D826B9C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9467" y="5095899"/>
              <a:ext cx="1430227" cy="143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7">
              <a:extLst>
                <a:ext uri="{FF2B5EF4-FFF2-40B4-BE49-F238E27FC236}">
                  <a16:creationId xmlns:a16="http://schemas.microsoft.com/office/drawing/2014/main" id="{F583E097-EACE-418D-BE54-0E3847E282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467" y="3573778"/>
              <a:ext cx="1080000" cy="1080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51">
              <a:extLst>
                <a:ext uri="{FF2B5EF4-FFF2-40B4-BE49-F238E27FC236}">
                  <a16:creationId xmlns:a16="http://schemas.microsoft.com/office/drawing/2014/main" id="{C9E78347-8CE5-4198-B383-C6866E7D07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57860" y="3573744"/>
              <a:ext cx="1080000" cy="1080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29">
              <a:extLst>
                <a:ext uri="{FF2B5EF4-FFF2-40B4-BE49-F238E27FC236}">
                  <a16:creationId xmlns:a16="http://schemas.microsoft.com/office/drawing/2014/main" id="{1D65F42D-487A-40B6-9E47-F407BB37C4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03678" y="3573312"/>
              <a:ext cx="1080000" cy="108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3" descr="상승_1">
              <a:extLst>
                <a:ext uri="{FF2B5EF4-FFF2-40B4-BE49-F238E27FC236}">
                  <a16:creationId xmlns:a16="http://schemas.microsoft.com/office/drawing/2014/main" id="{78DEA3E0-37A4-4B65-A76B-D5CB981CB456}"/>
                </a:ext>
              </a:extLst>
            </p:cNvPr>
            <p:cNvPicPr>
              <a:picLocks noChangeAspect="1" noChangeArrowheads="1"/>
            </p:cNvPicPr>
            <p:nvPr/>
          </p:nvPicPr>
          <p:blipFill>
            <a:blip r:embed="rId6" cstate="print">
              <a:lum bright="-30000" contrast="48000"/>
              <a:extLst>
                <a:ext uri="{BEBA8EAE-BF5A-486C-A8C5-ECC9F3942E4B}">
                  <a14:imgProps xmlns:a14="http://schemas.microsoft.com/office/drawing/2010/main">
                    <a14:imgLayer r:embed="rId7">
                      <a14:imgEffect>
                        <a14:saturation sat="0"/>
                      </a14:imgEffect>
                    </a14:imgLayer>
                  </a14:imgProps>
                </a:ext>
              </a:extLst>
            </a:blip>
            <a:srcRect/>
            <a:stretch>
              <a:fillRect/>
            </a:stretch>
          </p:blipFill>
          <p:spPr bwMode="auto">
            <a:xfrm>
              <a:off x="952885" y="4576965"/>
              <a:ext cx="1976808" cy="509047"/>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8" name="직사각형 7">
                  <a:extLst>
                    <a:ext uri="{FF2B5EF4-FFF2-40B4-BE49-F238E27FC236}">
                      <a16:creationId xmlns:a16="http://schemas.microsoft.com/office/drawing/2014/main" id="{60007520-924A-4D1A-A118-BEBAE53DCE58}"/>
                    </a:ext>
                  </a:extLst>
                </p:cNvPr>
                <p:cNvSpPr/>
                <p:nvPr/>
              </p:nvSpPr>
              <p:spPr>
                <a:xfrm>
                  <a:off x="353695" y="3188591"/>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𝑁𝑆</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1</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8" name="직사각형 7">
                  <a:extLst>
                    <a:ext uri="{FF2B5EF4-FFF2-40B4-BE49-F238E27FC236}">
                      <a16:creationId xmlns:a16="http://schemas.microsoft.com/office/drawing/2014/main" id="{60007520-924A-4D1A-A118-BEBAE53DCE58}"/>
                    </a:ext>
                  </a:extLst>
                </p:cNvPr>
                <p:cNvSpPr>
                  <a:spLocks noRot="1" noChangeAspect="1" noMove="1" noResize="1" noEditPoints="1" noAdjustHandles="1" noChangeArrowheads="1" noChangeShapeType="1" noTextEdit="1"/>
                </p:cNvSpPr>
                <p:nvPr/>
              </p:nvSpPr>
              <p:spPr>
                <a:xfrm>
                  <a:off x="353695" y="3188591"/>
                  <a:ext cx="902367" cy="343323"/>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34D3363A-591E-4536-B50C-4BA801F34B95}"/>
                    </a:ext>
                  </a:extLst>
                </p:cNvPr>
                <p:cNvSpPr/>
                <p:nvPr/>
              </p:nvSpPr>
              <p:spPr>
                <a:xfrm>
                  <a:off x="1635492" y="3188591"/>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𝑁𝑆</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2</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9" name="직사각형 8">
                  <a:extLst>
                    <a:ext uri="{FF2B5EF4-FFF2-40B4-BE49-F238E27FC236}">
                      <a16:creationId xmlns:a16="http://schemas.microsoft.com/office/drawing/2014/main" id="{34D3363A-591E-4536-B50C-4BA801F34B95}"/>
                    </a:ext>
                  </a:extLst>
                </p:cNvPr>
                <p:cNvSpPr>
                  <a:spLocks noRot="1" noChangeAspect="1" noMove="1" noResize="1" noEditPoints="1" noAdjustHandles="1" noChangeArrowheads="1" noChangeShapeType="1" noTextEdit="1"/>
                </p:cNvSpPr>
                <p:nvPr/>
              </p:nvSpPr>
              <p:spPr>
                <a:xfrm>
                  <a:off x="1635492" y="3188591"/>
                  <a:ext cx="902367" cy="343323"/>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BE4F0B6E-7B46-43D0-9DCC-979F3263A277}"/>
                    </a:ext>
                  </a:extLst>
                </p:cNvPr>
                <p:cNvSpPr/>
                <p:nvPr/>
              </p:nvSpPr>
              <p:spPr>
                <a:xfrm>
                  <a:off x="2849914" y="3188591"/>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𝑁𝑆</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3</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10" name="직사각형 9">
                  <a:extLst>
                    <a:ext uri="{FF2B5EF4-FFF2-40B4-BE49-F238E27FC236}">
                      <a16:creationId xmlns:a16="http://schemas.microsoft.com/office/drawing/2014/main" id="{BE4F0B6E-7B46-43D0-9DCC-979F3263A277}"/>
                    </a:ext>
                  </a:extLst>
                </p:cNvPr>
                <p:cNvSpPr>
                  <a:spLocks noRot="1" noChangeAspect="1" noMove="1" noResize="1" noEditPoints="1" noAdjustHandles="1" noChangeArrowheads="1" noChangeShapeType="1" noTextEdit="1"/>
                </p:cNvSpPr>
                <p:nvPr/>
              </p:nvSpPr>
              <p:spPr>
                <a:xfrm>
                  <a:off x="2849914" y="3188591"/>
                  <a:ext cx="902367" cy="343323"/>
                </a:xfrm>
                <a:prstGeom prst="rect">
                  <a:avLst/>
                </a:prstGeom>
                <a:blipFill>
                  <a:blip r:embed="rId1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2A8D57FB-759A-4931-9216-63C9EC4AEBA1}"/>
                    </a:ext>
                  </a:extLst>
                </p:cNvPr>
                <p:cNvSpPr/>
                <p:nvPr/>
              </p:nvSpPr>
              <p:spPr>
                <a:xfrm>
                  <a:off x="612481" y="5666668"/>
                  <a:ext cx="682910"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𝑂</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11" name="직사각형 10">
                  <a:extLst>
                    <a:ext uri="{FF2B5EF4-FFF2-40B4-BE49-F238E27FC236}">
                      <a16:creationId xmlns:a16="http://schemas.microsoft.com/office/drawing/2014/main" id="{2A8D57FB-759A-4931-9216-63C9EC4AEBA1}"/>
                    </a:ext>
                  </a:extLst>
                </p:cNvPr>
                <p:cNvSpPr>
                  <a:spLocks noRot="1" noChangeAspect="1" noMove="1" noResize="1" noEditPoints="1" noAdjustHandles="1" noChangeArrowheads="1" noChangeShapeType="1" noTextEdit="1"/>
                </p:cNvSpPr>
                <p:nvPr/>
              </p:nvSpPr>
              <p:spPr>
                <a:xfrm>
                  <a:off x="612481" y="5666668"/>
                  <a:ext cx="682910" cy="343323"/>
                </a:xfrm>
                <a:prstGeom prst="rect">
                  <a:avLst/>
                </a:prstGeom>
                <a:blipFill>
                  <a:blip r:embed="rId1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84E9C9D9-9828-4519-BC3F-499ED77E89EB}"/>
                    </a:ext>
                  </a:extLst>
                </p:cNvPr>
                <p:cNvSpPr/>
                <p:nvPr/>
              </p:nvSpPr>
              <p:spPr>
                <a:xfrm>
                  <a:off x="1663125" y="4701292"/>
                  <a:ext cx="682910"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m:t>
                        </m:r>
                        <m:r>
                          <a:rPr lang="en-US" altLang="ko-KR" sz="800" b="0" i="1" smtClean="0">
                            <a:latin typeface="Cambria Math" panose="02040503050406030204" pitchFamily="18" charset="0"/>
                            <a:cs typeface="Times New Roman" panose="02020603050405020304" pitchFamily="18" charset="0"/>
                          </a:rPr>
                          <m:t>𝑂</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12" name="직사각형 11">
                  <a:extLst>
                    <a:ext uri="{FF2B5EF4-FFF2-40B4-BE49-F238E27FC236}">
                      <a16:creationId xmlns:a16="http://schemas.microsoft.com/office/drawing/2014/main" id="{84E9C9D9-9828-4519-BC3F-499ED77E89EB}"/>
                    </a:ext>
                  </a:extLst>
                </p:cNvPr>
                <p:cNvSpPr>
                  <a:spLocks noRot="1" noChangeAspect="1" noMove="1" noResize="1" noEditPoints="1" noAdjustHandles="1" noChangeArrowheads="1" noChangeShapeType="1" noTextEdit="1"/>
                </p:cNvSpPr>
                <p:nvPr/>
              </p:nvSpPr>
              <p:spPr>
                <a:xfrm>
                  <a:off x="1663125" y="4701292"/>
                  <a:ext cx="682910" cy="343323"/>
                </a:xfrm>
                <a:prstGeom prst="rect">
                  <a:avLst/>
                </a:prstGeom>
                <a:blipFill>
                  <a:blip r:embed="rId12"/>
                  <a:stretch>
                    <a:fillRect b="-2857"/>
                  </a:stretch>
                </a:blipFill>
              </p:spPr>
              <p:txBody>
                <a:bodyPr/>
                <a:lstStyle/>
                <a:p>
                  <a:r>
                    <a:rPr lang="ko-KR" altLang="en-US">
                      <a:noFill/>
                    </a:rPr>
                    <a:t> </a:t>
                  </a:r>
                </a:p>
              </p:txBody>
            </p:sp>
          </mc:Fallback>
        </mc:AlternateContent>
        <p:grpSp>
          <p:nvGrpSpPr>
            <p:cNvPr id="13" name="그룹 12">
              <a:extLst>
                <a:ext uri="{FF2B5EF4-FFF2-40B4-BE49-F238E27FC236}">
                  <a16:creationId xmlns:a16="http://schemas.microsoft.com/office/drawing/2014/main" id="{70C485D0-14C3-4E34-91A5-A476FCF7FD2E}"/>
                </a:ext>
              </a:extLst>
            </p:cNvPr>
            <p:cNvGrpSpPr/>
            <p:nvPr/>
          </p:nvGrpSpPr>
          <p:grpSpPr>
            <a:xfrm>
              <a:off x="209467" y="4739957"/>
              <a:ext cx="5044991" cy="4007811"/>
              <a:chOff x="171902" y="2244826"/>
              <a:chExt cx="5044991" cy="4007811"/>
            </a:xfrm>
          </p:grpSpPr>
          <p:pic>
            <p:nvPicPr>
              <p:cNvPr id="34" name="Picture 313">
                <a:extLst>
                  <a:ext uri="{FF2B5EF4-FFF2-40B4-BE49-F238E27FC236}">
                    <a16:creationId xmlns:a16="http://schemas.microsoft.com/office/drawing/2014/main" id="{E99299BC-1074-4E37-8DE7-9E19AC931174}"/>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71902" y="4834843"/>
                <a:ext cx="1080000" cy="108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84">
                <a:extLst>
                  <a:ext uri="{FF2B5EF4-FFF2-40B4-BE49-F238E27FC236}">
                    <a16:creationId xmlns:a16="http://schemas.microsoft.com/office/drawing/2014/main" id="{8E53A168-E057-455F-ABE2-0394C30FC82C}"/>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420295" y="4835241"/>
                <a:ext cx="1080000" cy="1080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445">
                <a:extLst>
                  <a:ext uri="{FF2B5EF4-FFF2-40B4-BE49-F238E27FC236}">
                    <a16:creationId xmlns:a16="http://schemas.microsoft.com/office/drawing/2014/main" id="{044EC2A7-9411-493B-A13D-CB6C04C464C5}"/>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666113" y="4835241"/>
                <a:ext cx="1080000" cy="1080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73" descr="상승_1">
                <a:extLst>
                  <a:ext uri="{FF2B5EF4-FFF2-40B4-BE49-F238E27FC236}">
                    <a16:creationId xmlns:a16="http://schemas.microsoft.com/office/drawing/2014/main" id="{2E1925F4-ECC3-4121-B2A8-91B16CD525D5}"/>
                  </a:ext>
                </a:extLst>
              </p:cNvPr>
              <p:cNvPicPr>
                <a:picLocks noChangeAspect="1" noChangeArrowheads="1"/>
              </p:cNvPicPr>
              <p:nvPr/>
            </p:nvPicPr>
            <p:blipFill>
              <a:blip r:embed="rId6" cstate="print">
                <a:lum bright="-30000" contrast="48000"/>
                <a:extLst>
                  <a:ext uri="{BEBA8EAE-BF5A-486C-A8C5-ECC9F3942E4B}">
                    <a14:imgProps xmlns:a14="http://schemas.microsoft.com/office/drawing/2010/main">
                      <a14:imgLayer r:embed="rId7">
                        <a14:imgEffect>
                          <a14:saturation sat="0"/>
                        </a14:imgEffect>
                      </a14:imgLayer>
                    </a14:imgProps>
                  </a:ext>
                </a:extLst>
              </a:blip>
              <a:srcRect/>
              <a:stretch>
                <a:fillRect/>
              </a:stretch>
            </p:blipFill>
            <p:spPr bwMode="auto">
              <a:xfrm>
                <a:off x="1328399" y="4042541"/>
                <a:ext cx="1277231" cy="717891"/>
              </a:xfrm>
              <a:prstGeom prst="rect">
                <a:avLst/>
              </a:prstGeom>
              <a:noFill/>
              <a:ln w="9525">
                <a:noFill/>
                <a:miter lim="800000"/>
                <a:headEnd/>
                <a:tailEnd/>
              </a:ln>
            </p:spPr>
          </p:pic>
          <p:pic>
            <p:nvPicPr>
              <p:cNvPr id="38" name="Picture 507">
                <a:extLst>
                  <a:ext uri="{FF2B5EF4-FFF2-40B4-BE49-F238E27FC236}">
                    <a16:creationId xmlns:a16="http://schemas.microsoft.com/office/drawing/2014/main" id="{5A84EFD6-5707-48B6-9991-2417A7439653}"/>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38636" y="2590881"/>
                <a:ext cx="1441074" cy="1441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화살표: 위로 굽음 38">
                <a:extLst>
                  <a:ext uri="{FF2B5EF4-FFF2-40B4-BE49-F238E27FC236}">
                    <a16:creationId xmlns:a16="http://schemas.microsoft.com/office/drawing/2014/main" id="{1FB7CD5F-BBA0-4C3E-BAF5-5B1FE1C91875}"/>
                  </a:ext>
                </a:extLst>
              </p:cNvPr>
              <p:cNvSpPr/>
              <p:nvPr/>
            </p:nvSpPr>
            <p:spPr>
              <a:xfrm>
                <a:off x="3847279" y="4176482"/>
                <a:ext cx="615782" cy="975392"/>
              </a:xfrm>
              <a:prstGeom prst="ben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ko-KR" altLang="en-US" sz="80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40" name="직사각형 39">
                    <a:extLst>
                      <a:ext uri="{FF2B5EF4-FFF2-40B4-BE49-F238E27FC236}">
                        <a16:creationId xmlns:a16="http://schemas.microsoft.com/office/drawing/2014/main" id="{9342B790-81E2-4424-A4DF-EF7D519B3E35}"/>
                      </a:ext>
                    </a:extLst>
                  </p:cNvPr>
                  <p:cNvSpPr/>
                  <p:nvPr/>
                </p:nvSpPr>
                <p:spPr>
                  <a:xfrm>
                    <a:off x="337216" y="5909312"/>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i="1" smtClean="0">
                              <a:latin typeface="Cambria Math" panose="02040503050406030204" pitchFamily="18" charset="0"/>
                              <a:cs typeface="Times New Roman" panose="02020603050405020304" pitchFamily="18" charset="0"/>
                            </a:rPr>
                            <m:t>𝐼</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1</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40" name="직사각형 39">
                    <a:extLst>
                      <a:ext uri="{FF2B5EF4-FFF2-40B4-BE49-F238E27FC236}">
                        <a16:creationId xmlns:a16="http://schemas.microsoft.com/office/drawing/2014/main" id="{9342B790-81E2-4424-A4DF-EF7D519B3E35}"/>
                      </a:ext>
                    </a:extLst>
                  </p:cNvPr>
                  <p:cNvSpPr>
                    <a:spLocks noRot="1" noChangeAspect="1" noMove="1" noResize="1" noEditPoints="1" noAdjustHandles="1" noChangeArrowheads="1" noChangeShapeType="1" noTextEdit="1"/>
                  </p:cNvSpPr>
                  <p:nvPr/>
                </p:nvSpPr>
                <p:spPr>
                  <a:xfrm>
                    <a:off x="337216" y="5909312"/>
                    <a:ext cx="902367" cy="343323"/>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1" name="직사각형 40">
                    <a:extLst>
                      <a:ext uri="{FF2B5EF4-FFF2-40B4-BE49-F238E27FC236}">
                        <a16:creationId xmlns:a16="http://schemas.microsoft.com/office/drawing/2014/main" id="{A7574574-5537-49B5-98F7-C82864C33586}"/>
                      </a:ext>
                    </a:extLst>
                  </p:cNvPr>
                  <p:cNvSpPr/>
                  <p:nvPr/>
                </p:nvSpPr>
                <p:spPr>
                  <a:xfrm>
                    <a:off x="1551638" y="5909314"/>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i="1" smtClean="0">
                              <a:latin typeface="Cambria Math" panose="02040503050406030204" pitchFamily="18" charset="0"/>
                              <a:cs typeface="Times New Roman" panose="02020603050405020304" pitchFamily="18" charset="0"/>
                            </a:rPr>
                            <m:t>𝐼</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2</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41" name="직사각형 40">
                    <a:extLst>
                      <a:ext uri="{FF2B5EF4-FFF2-40B4-BE49-F238E27FC236}">
                        <a16:creationId xmlns:a16="http://schemas.microsoft.com/office/drawing/2014/main" id="{A7574574-5537-49B5-98F7-C82864C33586}"/>
                      </a:ext>
                    </a:extLst>
                  </p:cNvPr>
                  <p:cNvSpPr>
                    <a:spLocks noRot="1" noChangeAspect="1" noMove="1" noResize="1" noEditPoints="1" noAdjustHandles="1" noChangeArrowheads="1" noChangeShapeType="1" noTextEdit="1"/>
                  </p:cNvSpPr>
                  <p:nvPr/>
                </p:nvSpPr>
                <p:spPr>
                  <a:xfrm>
                    <a:off x="1551638" y="5909314"/>
                    <a:ext cx="902367" cy="343323"/>
                  </a:xfrm>
                  <a:prstGeom prst="rect">
                    <a:avLst/>
                  </a:prstGeom>
                  <a:blipFill>
                    <a:blip r:embed="rId1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직사각형 41">
                    <a:extLst>
                      <a:ext uri="{FF2B5EF4-FFF2-40B4-BE49-F238E27FC236}">
                        <a16:creationId xmlns:a16="http://schemas.microsoft.com/office/drawing/2014/main" id="{F4A294D1-2DCE-4D80-A4B6-79CAF0F5A70F}"/>
                      </a:ext>
                    </a:extLst>
                  </p:cNvPr>
                  <p:cNvSpPr/>
                  <p:nvPr/>
                </p:nvSpPr>
                <p:spPr>
                  <a:xfrm>
                    <a:off x="2766059" y="5909313"/>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i="1" smtClean="0">
                              <a:latin typeface="Cambria Math" panose="02040503050406030204" pitchFamily="18" charset="0"/>
                              <a:cs typeface="Times New Roman" panose="02020603050405020304" pitchFamily="18" charset="0"/>
                            </a:rPr>
                            <m:t>𝐼</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3</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42" name="직사각형 41">
                    <a:extLst>
                      <a:ext uri="{FF2B5EF4-FFF2-40B4-BE49-F238E27FC236}">
                        <a16:creationId xmlns:a16="http://schemas.microsoft.com/office/drawing/2014/main" id="{F4A294D1-2DCE-4D80-A4B6-79CAF0F5A70F}"/>
                      </a:ext>
                    </a:extLst>
                  </p:cNvPr>
                  <p:cNvSpPr>
                    <a:spLocks noRot="1" noChangeAspect="1" noMove="1" noResize="1" noEditPoints="1" noAdjustHandles="1" noChangeArrowheads="1" noChangeShapeType="1" noTextEdit="1"/>
                  </p:cNvSpPr>
                  <p:nvPr/>
                </p:nvSpPr>
                <p:spPr>
                  <a:xfrm>
                    <a:off x="2766059" y="5909313"/>
                    <a:ext cx="902367" cy="343323"/>
                  </a:xfrm>
                  <a:prstGeom prst="rect">
                    <a:avLst/>
                  </a:prstGeom>
                  <a:blipFill>
                    <a:blip r:embed="rId1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CB5671B-679B-4325-95CE-E0EFB2623F8C}"/>
                      </a:ext>
                    </a:extLst>
                  </p:cNvPr>
                  <p:cNvSpPr txBox="1"/>
                  <p:nvPr/>
                </p:nvSpPr>
                <p:spPr>
                  <a:xfrm>
                    <a:off x="452018" y="4218461"/>
                    <a:ext cx="2913169" cy="3433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𝐼</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𝑡</m:t>
                              </m:r>
                            </m:e>
                          </m:d>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𝑁𝑆</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𝑡</m:t>
                              </m:r>
                            </m:e>
                          </m:d>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𝑂</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1"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𝑃𝑆𝐹</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a:solidFill>
                                    <a:prstClr val="black"/>
                                  </a:solidFill>
                                  <a:latin typeface="Cambria Math" panose="02040503050406030204" pitchFamily="18" charset="0"/>
                                  <a:ea typeface="Cambria Math" panose="02040503050406030204" pitchFamily="18" charset="0"/>
                                  <a:cs typeface="Arial" panose="020B0604020202020204" pitchFamily="34" charset="0"/>
                                </a:rPr>
                                <m:t>𝒓</m:t>
                              </m:r>
                            </m:e>
                          </m:d>
                        </m:oMath>
                      </m:oMathPara>
                    </a14:m>
                    <a:endParaRPr lang="ko-KR" altLang="en-US" sz="800" dirty="0">
                      <a:latin typeface="helvetica" panose="020B0604020202020204" pitchFamily="34" charset="0"/>
                      <a:cs typeface="helvetica" panose="020B0604020202020204" pitchFamily="34" charset="0"/>
                    </a:endParaRPr>
                  </a:p>
                </p:txBody>
              </p:sp>
            </mc:Choice>
            <mc:Fallback xmlns="">
              <p:sp>
                <p:nvSpPr>
                  <p:cNvPr id="43" name="TextBox 42">
                    <a:extLst>
                      <a:ext uri="{FF2B5EF4-FFF2-40B4-BE49-F238E27FC236}">
                        <a16:creationId xmlns:a16="http://schemas.microsoft.com/office/drawing/2014/main" id="{ECB5671B-679B-4325-95CE-E0EFB2623F8C}"/>
                      </a:ext>
                    </a:extLst>
                  </p:cNvPr>
                  <p:cNvSpPr txBox="1">
                    <a:spLocks noRot="1" noChangeAspect="1" noMove="1" noResize="1" noEditPoints="1" noAdjustHandles="1" noChangeArrowheads="1" noChangeShapeType="1" noTextEdit="1"/>
                  </p:cNvSpPr>
                  <p:nvPr/>
                </p:nvSpPr>
                <p:spPr>
                  <a:xfrm>
                    <a:off x="452018" y="4218461"/>
                    <a:ext cx="2913169" cy="343323"/>
                  </a:xfrm>
                  <a:prstGeom prst="rect">
                    <a:avLst/>
                  </a:prstGeom>
                  <a:blipFill>
                    <a:blip r:embed="rId2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4" name="직사각형 43">
                    <a:extLst>
                      <a:ext uri="{FF2B5EF4-FFF2-40B4-BE49-F238E27FC236}">
                        <a16:creationId xmlns:a16="http://schemas.microsoft.com/office/drawing/2014/main" id="{CBE084DC-4192-49D0-9E2B-341B75F58FD2}"/>
                      </a:ext>
                    </a:extLst>
                  </p:cNvPr>
                  <p:cNvSpPr/>
                  <p:nvPr/>
                </p:nvSpPr>
                <p:spPr>
                  <a:xfrm>
                    <a:off x="3365459" y="2244826"/>
                    <a:ext cx="1851434"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b="0" i="1" smtClean="0">
                                  <a:latin typeface="Cambria Math" panose="02040503050406030204" pitchFamily="18" charset="0"/>
                                  <a:cs typeface="Times New Roman" panose="02020603050405020304" pitchFamily="18" charset="0"/>
                                </a:rPr>
                                <m:t>𝐼</m:t>
                              </m:r>
                            </m:e>
                            <m:sub>
                              <m:r>
                                <a:rPr lang="en-US" altLang="ko-KR" sz="800" b="0" i="1" smtClean="0">
                                  <a:latin typeface="Cambria Math" panose="02040503050406030204" pitchFamily="18" charset="0"/>
                                  <a:cs typeface="Times New Roman" panose="02020603050405020304" pitchFamily="18" charset="0"/>
                                </a:rPr>
                                <m:t>𝑚𝑒𝑎𝑛</m:t>
                              </m:r>
                            </m:sub>
                          </m:sSub>
                          <m:r>
                            <a:rPr lang="en-US" altLang="ko-KR" sz="800" b="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d>
                                <m:dPr>
                                  <m:begChr m:val="⟨"/>
                                  <m:endChr m:val="⟩"/>
                                  <m:ctrlPr>
                                    <a:rPr lang="en-US" altLang="ko-KR" sz="800" b="0" i="1" smtClean="0">
                                      <a:latin typeface="Cambria Math" panose="02040503050406030204" pitchFamily="18" charset="0"/>
                                      <a:cs typeface="Times New Roman" panose="02020603050405020304" pitchFamily="18" charset="0"/>
                                    </a:rPr>
                                  </m:ctrlPr>
                                </m:dPr>
                                <m:e>
                                  <m:r>
                                    <a:rPr lang="en-US" altLang="ko-KR" sz="800" i="1" smtClean="0">
                                      <a:latin typeface="Cambria Math" panose="02040503050406030204" pitchFamily="18" charset="0"/>
                                      <a:cs typeface="Times New Roman" panose="02020603050405020304" pitchFamily="18" charset="0"/>
                                    </a:rPr>
                                    <m:t>𝐼</m:t>
                                  </m:r>
                                  <m:d>
                                    <m:dPr>
                                      <m:ctrlPr>
                                        <a:rPr lang="en-US" altLang="ko-KR" sz="800" i="1" smtClean="0">
                                          <a:latin typeface="Cambria Math" panose="02040503050406030204" pitchFamily="18" charset="0"/>
                                          <a:cs typeface="Times New Roman" panose="02020603050405020304" pitchFamily="18" charset="0"/>
                                        </a:rPr>
                                      </m:ctrlPr>
                                    </m:dPr>
                                    <m:e>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r>
                                        <a:rPr lang="en-US" altLang="ko-KR" sz="800" b="0" i="1" smtClean="0">
                                          <a:latin typeface="Cambria Math" panose="02040503050406030204" pitchFamily="18" charset="0"/>
                                          <a:cs typeface="Times New Roman" panose="02020603050405020304" pitchFamily="18" charset="0"/>
                                        </a:rPr>
                                        <m:t>𝑡</m:t>
                                      </m:r>
                                    </m:e>
                                  </m:d>
                                </m:e>
                              </m:d>
                            </m:e>
                            <m:sub>
                              <m:r>
                                <a:rPr lang="en-US" altLang="ko-KR" sz="800" b="0" i="1" smtClean="0">
                                  <a:latin typeface="Cambria Math" panose="02040503050406030204" pitchFamily="18" charset="0"/>
                                  <a:cs typeface="Times New Roman" panose="02020603050405020304" pitchFamily="18" charset="0"/>
                                </a:rPr>
                                <m:t>𝑡</m:t>
                              </m:r>
                            </m:sub>
                          </m:sSub>
                          <m:r>
                            <a:rPr lang="en-US" altLang="ko-KR" sz="800" b="0" i="1" smtClean="0">
                              <a:latin typeface="Cambria Math" panose="02040503050406030204" pitchFamily="18" charset="0"/>
                              <a:cs typeface="Times New Roman" panose="02020603050405020304" pitchFamily="18" charset="0"/>
                            </a:rPr>
                            <m:t> </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44" name="직사각형 43">
                    <a:extLst>
                      <a:ext uri="{FF2B5EF4-FFF2-40B4-BE49-F238E27FC236}">
                        <a16:creationId xmlns:a16="http://schemas.microsoft.com/office/drawing/2014/main" id="{CBE084DC-4192-49D0-9E2B-341B75F58FD2}"/>
                      </a:ext>
                    </a:extLst>
                  </p:cNvPr>
                  <p:cNvSpPr>
                    <a:spLocks noRot="1" noChangeAspect="1" noMove="1" noResize="1" noEditPoints="1" noAdjustHandles="1" noChangeArrowheads="1" noChangeShapeType="1" noTextEdit="1"/>
                  </p:cNvSpPr>
                  <p:nvPr/>
                </p:nvSpPr>
                <p:spPr>
                  <a:xfrm>
                    <a:off x="3365459" y="2244826"/>
                    <a:ext cx="1851434" cy="343323"/>
                  </a:xfrm>
                  <a:prstGeom prst="rect">
                    <a:avLst/>
                  </a:prstGeom>
                  <a:blipFill>
                    <a:blip r:embed="rId21"/>
                    <a:stretch>
                      <a:fillRect/>
                    </a:stretch>
                  </a:blipFill>
                </p:spPr>
                <p:txBody>
                  <a:bodyPr/>
                  <a:lstStyle/>
                  <a:p>
                    <a:r>
                      <a:rPr lang="ko-KR" altLang="en-US">
                        <a:noFill/>
                      </a:rPr>
                      <a:t> </a:t>
                    </a:r>
                  </a:p>
                </p:txBody>
              </p:sp>
            </mc:Fallback>
          </mc:AlternateContent>
          <p:sp>
            <p:nvSpPr>
              <p:cNvPr id="45" name="직사각형 44">
                <a:extLst>
                  <a:ext uri="{FF2B5EF4-FFF2-40B4-BE49-F238E27FC236}">
                    <a16:creationId xmlns:a16="http://schemas.microsoft.com/office/drawing/2014/main" id="{5580D220-3233-4750-BE57-31FBD5697791}"/>
                  </a:ext>
                </a:extLst>
              </p:cNvPr>
              <p:cNvSpPr/>
              <p:nvPr/>
            </p:nvSpPr>
            <p:spPr>
              <a:xfrm>
                <a:off x="3748350" y="4364703"/>
                <a:ext cx="1174794" cy="539506"/>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Intensity average</a:t>
                </a:r>
                <a:endParaRPr lang="ko-KR" altLang="en-US" sz="800" dirty="0">
                  <a:latin typeface="helvetica" panose="020B0604020202020204" pitchFamily="34" charset="0"/>
                  <a:cs typeface="helvetica" panose="020B0604020202020204" pitchFamily="34" charset="0"/>
                </a:endParaRPr>
              </a:p>
            </p:txBody>
          </p:sp>
        </p:grpSp>
        <p:grpSp>
          <p:nvGrpSpPr>
            <p:cNvPr id="14" name="그룹 13">
              <a:extLst>
                <a:ext uri="{FF2B5EF4-FFF2-40B4-BE49-F238E27FC236}">
                  <a16:creationId xmlns:a16="http://schemas.microsoft.com/office/drawing/2014/main" id="{E885B4C0-53B6-466D-ADE2-9790CE8F7B16}"/>
                </a:ext>
              </a:extLst>
            </p:cNvPr>
            <p:cNvGrpSpPr/>
            <p:nvPr/>
          </p:nvGrpSpPr>
          <p:grpSpPr>
            <a:xfrm>
              <a:off x="3842480" y="3250655"/>
              <a:ext cx="5197872" cy="5760023"/>
              <a:chOff x="3804915" y="755524"/>
              <a:chExt cx="5197872" cy="5760023"/>
            </a:xfrm>
          </p:grpSpPr>
          <p:pic>
            <p:nvPicPr>
              <p:cNvPr id="15" name="Picture 541">
                <a:extLst>
                  <a:ext uri="{FF2B5EF4-FFF2-40B4-BE49-F238E27FC236}">
                    <a16:creationId xmlns:a16="http://schemas.microsoft.com/office/drawing/2014/main" id="{1A7605D9-A184-4782-B943-BDD9B3CD5CD1}"/>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5711454" y="4750735"/>
                <a:ext cx="1526310"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577">
                <a:extLst>
                  <a:ext uri="{FF2B5EF4-FFF2-40B4-BE49-F238E27FC236}">
                    <a16:creationId xmlns:a16="http://schemas.microsoft.com/office/drawing/2014/main" id="{6DF3A14B-778B-425F-9A06-96887966DB4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711455" y="2755358"/>
                <a:ext cx="1526309"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607">
                <a:extLst>
                  <a:ext uri="{FF2B5EF4-FFF2-40B4-BE49-F238E27FC236}">
                    <a16:creationId xmlns:a16="http://schemas.microsoft.com/office/drawing/2014/main" id="{8A887F62-EBFC-4C4D-B924-BFADF3807998}"/>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5711454" y="755524"/>
                <a:ext cx="1526309"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643">
                <a:extLst>
                  <a:ext uri="{FF2B5EF4-FFF2-40B4-BE49-F238E27FC236}">
                    <a16:creationId xmlns:a16="http://schemas.microsoft.com/office/drawing/2014/main" id="{FF725C7E-DEEB-4AC8-958A-70A26B948E2E}"/>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7463068" y="2746566"/>
                <a:ext cx="1526309"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71">
                <a:extLst>
                  <a:ext uri="{FF2B5EF4-FFF2-40B4-BE49-F238E27FC236}">
                    <a16:creationId xmlns:a16="http://schemas.microsoft.com/office/drawing/2014/main" id="{FE3E2D28-E745-490D-A909-4F4694008A92}"/>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7463068" y="4737319"/>
                <a:ext cx="1539719" cy="154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707">
                <a:extLst>
                  <a:ext uri="{FF2B5EF4-FFF2-40B4-BE49-F238E27FC236}">
                    <a16:creationId xmlns:a16="http://schemas.microsoft.com/office/drawing/2014/main" id="{4E68FDC2-7500-4808-9E26-A0DB4B58AA2D}"/>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7450931" y="755525"/>
                <a:ext cx="1526310"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73" descr="상승_1">
                <a:extLst>
                  <a:ext uri="{FF2B5EF4-FFF2-40B4-BE49-F238E27FC236}">
                    <a16:creationId xmlns:a16="http://schemas.microsoft.com/office/drawing/2014/main" id="{F854CF7A-1D54-45F2-B2F0-0BF48B7CEFCD}"/>
                  </a:ext>
                </a:extLst>
              </p:cNvPr>
              <p:cNvPicPr>
                <a:picLocks noChangeAspect="1" noChangeArrowheads="1"/>
              </p:cNvPicPr>
              <p:nvPr/>
            </p:nvPicPr>
            <p:blipFill>
              <a:blip r:embed="rId6" cstate="print">
                <a:lum bright="-30000" contrast="48000"/>
                <a:extLst>
                  <a:ext uri="{BEBA8EAE-BF5A-486C-A8C5-ECC9F3942E4B}">
                    <a14:imgProps xmlns:a14="http://schemas.microsoft.com/office/drawing/2010/main">
                      <a14:imgLayer r:embed="rId7">
                        <a14:imgEffect>
                          <a14:saturation sat="0"/>
                        </a14:imgEffect>
                      </a14:imgLayer>
                    </a14:imgProps>
                  </a:ext>
                </a:extLst>
              </a:blip>
              <a:srcRect/>
              <a:stretch>
                <a:fillRect/>
              </a:stretch>
            </p:blipFill>
            <p:spPr bwMode="auto">
              <a:xfrm rot="10800000">
                <a:off x="6713164" y="2326732"/>
                <a:ext cx="1277231" cy="509047"/>
              </a:xfrm>
              <a:prstGeom prst="rect">
                <a:avLst/>
              </a:prstGeom>
              <a:noFill/>
              <a:ln w="9525">
                <a:noFill/>
                <a:miter lim="800000"/>
                <a:headEnd/>
                <a:tailEnd/>
              </a:ln>
            </p:spPr>
          </p:pic>
          <p:pic>
            <p:nvPicPr>
              <p:cNvPr id="22" name="Picture 73" descr="상승_1">
                <a:extLst>
                  <a:ext uri="{FF2B5EF4-FFF2-40B4-BE49-F238E27FC236}">
                    <a16:creationId xmlns:a16="http://schemas.microsoft.com/office/drawing/2014/main" id="{830E1E06-EC4C-416E-BC67-D1DBBC2EC4D3}"/>
                  </a:ext>
                </a:extLst>
              </p:cNvPr>
              <p:cNvPicPr>
                <a:picLocks noChangeAspect="1" noChangeArrowheads="1"/>
              </p:cNvPicPr>
              <p:nvPr/>
            </p:nvPicPr>
            <p:blipFill>
              <a:blip r:embed="rId6" cstate="print">
                <a:lum bright="-30000" contrast="48000"/>
                <a:extLst>
                  <a:ext uri="{BEBA8EAE-BF5A-486C-A8C5-ECC9F3942E4B}">
                    <a14:imgProps xmlns:a14="http://schemas.microsoft.com/office/drawing/2010/main">
                      <a14:imgLayer r:embed="rId7">
                        <a14:imgEffect>
                          <a14:saturation sat="0"/>
                        </a14:imgEffect>
                      </a14:imgLayer>
                    </a14:imgProps>
                  </a:ext>
                </a:extLst>
              </a:blip>
              <a:srcRect/>
              <a:stretch>
                <a:fillRect/>
              </a:stretch>
            </p:blipFill>
            <p:spPr bwMode="auto">
              <a:xfrm rot="10800000">
                <a:off x="6711801" y="4251384"/>
                <a:ext cx="1277231" cy="509047"/>
              </a:xfrm>
              <a:prstGeom prst="rect">
                <a:avLst/>
              </a:prstGeom>
              <a:noFill/>
              <a:ln w="9525">
                <a:noFill/>
                <a:miter lim="800000"/>
                <a:headEnd/>
                <a:tailEnd/>
              </a:ln>
            </p:spPr>
          </p:pic>
          <p:sp>
            <p:nvSpPr>
              <p:cNvPr id="23" name="화살표: 오른쪽 22">
                <a:extLst>
                  <a:ext uri="{FF2B5EF4-FFF2-40B4-BE49-F238E27FC236}">
                    <a16:creationId xmlns:a16="http://schemas.microsoft.com/office/drawing/2014/main" id="{5E48B18F-F32D-4EE5-AB31-F4836E7CBCB0}"/>
                  </a:ext>
                </a:extLst>
              </p:cNvPr>
              <p:cNvSpPr/>
              <p:nvPr/>
            </p:nvSpPr>
            <p:spPr>
              <a:xfrm>
                <a:off x="3847279" y="4937761"/>
                <a:ext cx="1550610" cy="843328"/>
              </a:xfrm>
              <a:prstGeom prst="rightArrow">
                <a:avLst>
                  <a:gd name="adj1" fmla="val 28805"/>
                  <a:gd name="adj2" fmla="val 4823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sz="800">
                  <a:latin typeface="helvetica" panose="020B0604020202020204" pitchFamily="34" charset="0"/>
                  <a:cs typeface="helvetica" panose="020B0604020202020204" pitchFamily="34" charset="0"/>
                </a:endParaRPr>
              </a:p>
            </p:txBody>
          </p:sp>
          <p:sp>
            <p:nvSpPr>
              <p:cNvPr id="24" name="직사각형 23">
                <a:extLst>
                  <a:ext uri="{FF2B5EF4-FFF2-40B4-BE49-F238E27FC236}">
                    <a16:creationId xmlns:a16="http://schemas.microsoft.com/office/drawing/2014/main" id="{545BAFF1-3355-4258-A891-FB3FCB09E3DA}"/>
                  </a:ext>
                </a:extLst>
              </p:cNvPr>
              <p:cNvSpPr/>
              <p:nvPr/>
            </p:nvSpPr>
            <p:spPr>
              <a:xfrm>
                <a:off x="3804915" y="5225674"/>
                <a:ext cx="1411976" cy="539506"/>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SOFI processing</a:t>
                </a:r>
                <a:endParaRPr lang="ko-KR" altLang="en-US" sz="800" dirty="0">
                  <a:latin typeface="helvetica" panose="020B0604020202020204" pitchFamily="34" charset="0"/>
                  <a:cs typeface="helvetica" panose="020B0604020202020204" pitchFamily="34" charset="0"/>
                </a:endParaRPr>
              </a:p>
            </p:txBody>
          </p:sp>
          <p:sp>
            <p:nvSpPr>
              <p:cNvPr id="25" name="직사각형 24">
                <a:extLst>
                  <a:ext uri="{FF2B5EF4-FFF2-40B4-BE49-F238E27FC236}">
                    <a16:creationId xmlns:a16="http://schemas.microsoft.com/office/drawing/2014/main" id="{2ACEA210-5E95-4000-AAA7-F7B49DF15FC6}"/>
                  </a:ext>
                </a:extLst>
              </p:cNvPr>
              <p:cNvSpPr/>
              <p:nvPr/>
            </p:nvSpPr>
            <p:spPr>
              <a:xfrm>
                <a:off x="5773127" y="5976041"/>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2</a:t>
                </a:r>
                <a:r>
                  <a:rPr lang="en-US" altLang="ko-KR" sz="800" baseline="30000" dirty="0">
                    <a:solidFill>
                      <a:schemeClr val="bg1"/>
                    </a:solidFill>
                    <a:latin typeface="helvetica" panose="020B0604020202020204" pitchFamily="34" charset="0"/>
                    <a:cs typeface="helvetica" panose="020B0604020202020204" pitchFamily="34" charset="0"/>
                  </a:rPr>
                  <a:t>nd</a:t>
                </a:r>
                <a:r>
                  <a:rPr lang="en-US" altLang="ko-KR" sz="800" dirty="0">
                    <a:solidFill>
                      <a:schemeClr val="bg1"/>
                    </a:solidFill>
                    <a:latin typeface="helvetica" panose="020B0604020202020204" pitchFamily="34" charset="0"/>
                    <a:cs typeface="helvetica" panose="020B0604020202020204" pitchFamily="34" charset="0"/>
                  </a:rPr>
                  <a:t> NS-SOFI (raw)</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6" name="직사각형 25">
                <a:extLst>
                  <a:ext uri="{FF2B5EF4-FFF2-40B4-BE49-F238E27FC236}">
                    <a16:creationId xmlns:a16="http://schemas.microsoft.com/office/drawing/2014/main" id="{6A5DAD2B-4F4C-4F01-A969-FB8F64B24CB3}"/>
                  </a:ext>
                </a:extLst>
              </p:cNvPr>
              <p:cNvSpPr/>
              <p:nvPr/>
            </p:nvSpPr>
            <p:spPr>
              <a:xfrm>
                <a:off x="7524742" y="5976041"/>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a:t>
                </a:r>
                <a:r>
                  <a:rPr lang="en-US" altLang="ko-KR" sz="800" baseline="30000" dirty="0">
                    <a:solidFill>
                      <a:schemeClr val="bg1"/>
                    </a:solidFill>
                    <a:latin typeface="helvetica" panose="020B0604020202020204" pitchFamily="34" charset="0"/>
                    <a:cs typeface="helvetica" panose="020B0604020202020204" pitchFamily="34" charset="0"/>
                  </a:rPr>
                  <a:t>rd</a:t>
                </a:r>
                <a:r>
                  <a:rPr lang="en-US" altLang="ko-KR" sz="800" dirty="0">
                    <a:solidFill>
                      <a:schemeClr val="bg1"/>
                    </a:solidFill>
                    <a:latin typeface="helvetica" panose="020B0604020202020204" pitchFamily="34" charset="0"/>
                    <a:cs typeface="helvetica" panose="020B0604020202020204" pitchFamily="34" charset="0"/>
                  </a:rPr>
                  <a:t> NS-SOFI (raw)</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7" name="직사각형 26">
                <a:extLst>
                  <a:ext uri="{FF2B5EF4-FFF2-40B4-BE49-F238E27FC236}">
                    <a16:creationId xmlns:a16="http://schemas.microsoft.com/office/drawing/2014/main" id="{050D45DC-690A-45B3-B0B6-C8BB27CEFABE}"/>
                  </a:ext>
                </a:extLst>
              </p:cNvPr>
              <p:cNvSpPr/>
              <p:nvPr/>
            </p:nvSpPr>
            <p:spPr>
              <a:xfrm>
                <a:off x="5729614" y="3996617"/>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2</a:t>
                </a:r>
                <a:r>
                  <a:rPr lang="en-US" altLang="ko-KR" sz="800" baseline="30000" dirty="0">
                    <a:solidFill>
                      <a:schemeClr val="bg1"/>
                    </a:solidFill>
                    <a:latin typeface="helvetica" panose="020B0604020202020204" pitchFamily="34" charset="0"/>
                    <a:cs typeface="helvetica" panose="020B0604020202020204" pitchFamily="34" charset="0"/>
                  </a:rPr>
                  <a:t>nd</a:t>
                </a:r>
                <a:r>
                  <a:rPr lang="en-US" altLang="ko-KR" sz="800" dirty="0">
                    <a:solidFill>
                      <a:schemeClr val="bg1"/>
                    </a:solidFill>
                    <a:latin typeface="helvetica" panose="020B0604020202020204" pitchFamily="34" charset="0"/>
                    <a:cs typeface="helvetica" panose="020B0604020202020204" pitchFamily="34" charset="0"/>
                  </a:rPr>
                  <a:t> NS-SOFI (dec)</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8" name="직사각형 27">
                <a:extLst>
                  <a:ext uri="{FF2B5EF4-FFF2-40B4-BE49-F238E27FC236}">
                    <a16:creationId xmlns:a16="http://schemas.microsoft.com/office/drawing/2014/main" id="{50F1CBC8-2800-4D75-819D-36B8B10E242E}"/>
                  </a:ext>
                </a:extLst>
              </p:cNvPr>
              <p:cNvSpPr/>
              <p:nvPr/>
            </p:nvSpPr>
            <p:spPr>
              <a:xfrm>
                <a:off x="7481228" y="3996615"/>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a:t>
                </a:r>
                <a:r>
                  <a:rPr lang="en-US" altLang="ko-KR" sz="800" baseline="30000" dirty="0">
                    <a:solidFill>
                      <a:schemeClr val="bg1"/>
                    </a:solidFill>
                    <a:latin typeface="helvetica" panose="020B0604020202020204" pitchFamily="34" charset="0"/>
                    <a:cs typeface="helvetica" panose="020B0604020202020204" pitchFamily="34" charset="0"/>
                  </a:rPr>
                  <a:t>rd</a:t>
                </a:r>
                <a:r>
                  <a:rPr lang="en-US" altLang="ko-KR" sz="800" dirty="0">
                    <a:solidFill>
                      <a:schemeClr val="bg1"/>
                    </a:solidFill>
                    <a:latin typeface="helvetica" panose="020B0604020202020204" pitchFamily="34" charset="0"/>
                    <a:cs typeface="helvetica" panose="020B0604020202020204" pitchFamily="34" charset="0"/>
                  </a:rPr>
                  <a:t> NS-SOFI (dec)</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9" name="직사각형 28">
                <a:extLst>
                  <a:ext uri="{FF2B5EF4-FFF2-40B4-BE49-F238E27FC236}">
                    <a16:creationId xmlns:a16="http://schemas.microsoft.com/office/drawing/2014/main" id="{B0995923-48B6-40E2-8029-C3B3B75C6F07}"/>
                  </a:ext>
                </a:extLst>
              </p:cNvPr>
              <p:cNvSpPr/>
              <p:nvPr/>
            </p:nvSpPr>
            <p:spPr>
              <a:xfrm>
                <a:off x="5697906" y="2000285"/>
                <a:ext cx="1526310"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2</a:t>
                </a:r>
                <a:r>
                  <a:rPr lang="en-US" altLang="ko-KR" sz="800" baseline="30000" dirty="0">
                    <a:solidFill>
                      <a:schemeClr val="bg1"/>
                    </a:solidFill>
                    <a:latin typeface="helvetica" panose="020B0604020202020204" pitchFamily="34" charset="0"/>
                    <a:cs typeface="helvetica" panose="020B0604020202020204" pitchFamily="34" charset="0"/>
                  </a:rPr>
                  <a:t>nd</a:t>
                </a:r>
                <a:r>
                  <a:rPr lang="en-US" altLang="ko-KR" sz="800" dirty="0">
                    <a:solidFill>
                      <a:schemeClr val="bg1"/>
                    </a:solidFill>
                    <a:latin typeface="helvetica" panose="020B0604020202020204" pitchFamily="34" charset="0"/>
                    <a:cs typeface="helvetica" panose="020B0604020202020204" pitchFamily="34" charset="0"/>
                  </a:rPr>
                  <a:t> NS-SOFI (FRW)</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30" name="직사각형 29">
                <a:extLst>
                  <a:ext uri="{FF2B5EF4-FFF2-40B4-BE49-F238E27FC236}">
                    <a16:creationId xmlns:a16="http://schemas.microsoft.com/office/drawing/2014/main" id="{508E629A-19C0-44CD-87CB-E08F44585B2B}"/>
                  </a:ext>
                </a:extLst>
              </p:cNvPr>
              <p:cNvSpPr/>
              <p:nvPr/>
            </p:nvSpPr>
            <p:spPr>
              <a:xfrm>
                <a:off x="7491943" y="2000284"/>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a:t>
                </a:r>
                <a:r>
                  <a:rPr lang="en-US" altLang="ko-KR" sz="800" baseline="30000" dirty="0">
                    <a:solidFill>
                      <a:schemeClr val="bg1"/>
                    </a:solidFill>
                    <a:latin typeface="helvetica" panose="020B0604020202020204" pitchFamily="34" charset="0"/>
                    <a:cs typeface="helvetica" panose="020B0604020202020204" pitchFamily="34" charset="0"/>
                  </a:rPr>
                  <a:t>rd</a:t>
                </a:r>
                <a:r>
                  <a:rPr lang="en-US" altLang="ko-KR" sz="800" dirty="0">
                    <a:solidFill>
                      <a:schemeClr val="bg1"/>
                    </a:solidFill>
                    <a:latin typeface="helvetica" panose="020B0604020202020204" pitchFamily="34" charset="0"/>
                    <a:cs typeface="helvetica" panose="020B0604020202020204" pitchFamily="34" charset="0"/>
                  </a:rPr>
                  <a:t> NS-SOFI (FRW)</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31" name="직사각형 30">
                <a:extLst>
                  <a:ext uri="{FF2B5EF4-FFF2-40B4-BE49-F238E27FC236}">
                    <a16:creationId xmlns:a16="http://schemas.microsoft.com/office/drawing/2014/main" id="{DBB2873B-706D-4112-9CA9-0715A53D718C}"/>
                  </a:ext>
                </a:extLst>
              </p:cNvPr>
              <p:cNvSpPr/>
              <p:nvPr/>
            </p:nvSpPr>
            <p:spPr>
              <a:xfrm>
                <a:off x="6484181" y="4296198"/>
                <a:ext cx="1755110" cy="539506"/>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Lucy-Richardson deconvolution</a:t>
                </a:r>
                <a:endParaRPr lang="ko-KR" altLang="en-US" sz="800" dirty="0">
                  <a:latin typeface="helvetica" panose="020B0604020202020204" pitchFamily="34" charset="0"/>
                  <a:cs typeface="helvetica" panose="020B0604020202020204" pitchFamily="34" charset="0"/>
                </a:endParaRPr>
              </a:p>
            </p:txBody>
          </p:sp>
          <p:sp>
            <p:nvSpPr>
              <p:cNvPr id="32" name="직사각형 31">
                <a:extLst>
                  <a:ext uri="{FF2B5EF4-FFF2-40B4-BE49-F238E27FC236}">
                    <a16:creationId xmlns:a16="http://schemas.microsoft.com/office/drawing/2014/main" id="{318D6C56-8523-41C4-BDCC-50702CB7B876}"/>
                  </a:ext>
                </a:extLst>
              </p:cNvPr>
              <p:cNvSpPr/>
              <p:nvPr/>
            </p:nvSpPr>
            <p:spPr>
              <a:xfrm>
                <a:off x="6472925" y="2379315"/>
                <a:ext cx="1755110" cy="343323"/>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Fourier-reweighting</a:t>
                </a:r>
                <a:endParaRPr lang="ko-KR" altLang="en-US" sz="800" dirty="0">
                  <a:latin typeface="helvetica" panose="020B0604020202020204" pitchFamily="34" charset="0"/>
                  <a:cs typeface="helvetica" panose="020B0604020202020204" pitchFamily="34" charset="0"/>
                </a:endParaRPr>
              </a:p>
            </p:txBody>
          </p:sp>
          <p:sp>
            <p:nvSpPr>
              <p:cNvPr id="33" name="직사각형 32">
                <a:extLst>
                  <a:ext uri="{FF2B5EF4-FFF2-40B4-BE49-F238E27FC236}">
                    <a16:creationId xmlns:a16="http://schemas.microsoft.com/office/drawing/2014/main" id="{E91F2F87-C450-4196-AADA-E0DB764B89BA}"/>
                  </a:ext>
                </a:extLst>
              </p:cNvPr>
              <p:cNvSpPr/>
              <p:nvPr/>
            </p:nvSpPr>
            <p:spPr>
              <a:xfrm>
                <a:off x="3843962" y="5673617"/>
                <a:ext cx="1336501" cy="539506"/>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(with typ. 3,000 frames)</a:t>
                </a:r>
                <a:endParaRPr lang="ko-KR" altLang="en-US" sz="800" dirty="0">
                  <a:latin typeface="helvetica" panose="020B0604020202020204" pitchFamily="34" charset="0"/>
                  <a:cs typeface="helvetica" panose="020B0604020202020204" pitchFamily="34" charset="0"/>
                </a:endParaRPr>
              </a:p>
            </p:txBody>
          </p:sp>
        </p:grpSp>
      </p:grpSp>
      <p:sp>
        <p:nvSpPr>
          <p:cNvPr id="46" name="직사각형 45">
            <a:extLst>
              <a:ext uri="{FF2B5EF4-FFF2-40B4-BE49-F238E27FC236}">
                <a16:creationId xmlns:a16="http://schemas.microsoft.com/office/drawing/2014/main" id="{512FDA5A-B3D2-4934-AFB3-CB7002C12334}"/>
              </a:ext>
            </a:extLst>
          </p:cNvPr>
          <p:cNvSpPr/>
          <p:nvPr/>
        </p:nvSpPr>
        <p:spPr>
          <a:xfrm>
            <a:off x="575310" y="622618"/>
            <a:ext cx="5707380" cy="86607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47" name="Rectangle 21">
            <a:extLst>
              <a:ext uri="{FF2B5EF4-FFF2-40B4-BE49-F238E27FC236}">
                <a16:creationId xmlns:a16="http://schemas.microsoft.com/office/drawing/2014/main" id="{F8D74187-36B3-4BE2-B44F-4FC205E7512A}"/>
              </a:ext>
            </a:extLst>
          </p:cNvPr>
          <p:cNvSpPr>
            <a:spLocks noChangeArrowheads="1"/>
          </p:cNvSpPr>
          <p:nvPr/>
        </p:nvSpPr>
        <p:spPr bwMode="auto">
          <a:xfrm>
            <a:off x="188792" y="83701"/>
            <a:ext cx="64297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defTabSz="914400" rtl="0" eaLnBrk="0" fontAlgn="base" latinLnBrk="0" hangingPunct="0">
              <a:lnSpc>
                <a:spcPct val="100000"/>
              </a:lnSpc>
              <a:spcBef>
                <a:spcPct val="0"/>
              </a:spcBef>
              <a:spcAft>
                <a:spcPct val="0"/>
              </a:spcAft>
              <a:buClrTx/>
              <a:buSzTx/>
              <a:tabLst/>
            </a:pPr>
            <a:r>
              <a:rPr kumimoji="0" lang="en-US" altLang="ko-KR" sz="1600" b="0" i="0" u="none" strike="noStrike" cap="none" normalizeH="0" baseline="0" dirty="0">
                <a:ln>
                  <a:noFill/>
                </a:ln>
                <a:solidFill>
                  <a:schemeClr val="tx1"/>
                </a:solidFill>
                <a:effectLst/>
                <a:latin typeface="Arial" panose="020B0604020202020204" pitchFamily="34" charset="0"/>
              </a:rPr>
              <a:t>Figure S4. Workflow of NS-SOFI processing</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5896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52FB7370-7DB4-4EBD-9210-7666A4A6CBCB}"/>
              </a:ext>
            </a:extLst>
          </p:cNvPr>
          <p:cNvGrpSpPr/>
          <p:nvPr/>
        </p:nvGrpSpPr>
        <p:grpSpPr>
          <a:xfrm>
            <a:off x="658195" y="635891"/>
            <a:ext cx="5541610" cy="3653511"/>
            <a:chOff x="209467" y="3188591"/>
            <a:chExt cx="8830885" cy="5822087"/>
          </a:xfrm>
        </p:grpSpPr>
        <p:pic>
          <p:nvPicPr>
            <p:cNvPr id="3" name="Picture 6">
              <a:extLst>
                <a:ext uri="{FF2B5EF4-FFF2-40B4-BE49-F238E27FC236}">
                  <a16:creationId xmlns:a16="http://schemas.microsoft.com/office/drawing/2014/main" id="{FC48B838-DD55-47E8-8F03-D11438C8E0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9467" y="5095899"/>
              <a:ext cx="1430227" cy="143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7">
              <a:extLst>
                <a:ext uri="{FF2B5EF4-FFF2-40B4-BE49-F238E27FC236}">
                  <a16:creationId xmlns:a16="http://schemas.microsoft.com/office/drawing/2014/main" id="{5D63EC34-8F44-47B4-919C-B93F213062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467" y="3573778"/>
              <a:ext cx="1080000" cy="1080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51">
              <a:extLst>
                <a:ext uri="{FF2B5EF4-FFF2-40B4-BE49-F238E27FC236}">
                  <a16:creationId xmlns:a16="http://schemas.microsoft.com/office/drawing/2014/main" id="{84AC8ACE-B67B-46BE-96D3-2439298042C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57860" y="3573744"/>
              <a:ext cx="1080000" cy="1080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29">
              <a:extLst>
                <a:ext uri="{FF2B5EF4-FFF2-40B4-BE49-F238E27FC236}">
                  <a16:creationId xmlns:a16="http://schemas.microsoft.com/office/drawing/2014/main" id="{CC5C8C51-1AAD-4415-A042-A3FE74478A2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03678" y="3573312"/>
              <a:ext cx="1080000" cy="108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3" descr="상승_1">
              <a:extLst>
                <a:ext uri="{FF2B5EF4-FFF2-40B4-BE49-F238E27FC236}">
                  <a16:creationId xmlns:a16="http://schemas.microsoft.com/office/drawing/2014/main" id="{68E0D725-FB95-4D99-A848-EF9665E32FD9}"/>
                </a:ext>
              </a:extLst>
            </p:cNvPr>
            <p:cNvPicPr>
              <a:picLocks noChangeAspect="1" noChangeArrowheads="1"/>
            </p:cNvPicPr>
            <p:nvPr/>
          </p:nvPicPr>
          <p:blipFill>
            <a:blip r:embed="rId6" cstate="print">
              <a:lum bright="-30000" contrast="48000"/>
              <a:extLst>
                <a:ext uri="{BEBA8EAE-BF5A-486C-A8C5-ECC9F3942E4B}">
                  <a14:imgProps xmlns:a14="http://schemas.microsoft.com/office/drawing/2010/main">
                    <a14:imgLayer r:embed="rId7">
                      <a14:imgEffect>
                        <a14:saturation sat="0"/>
                      </a14:imgEffect>
                    </a14:imgLayer>
                  </a14:imgProps>
                </a:ext>
              </a:extLst>
            </a:blip>
            <a:srcRect/>
            <a:stretch>
              <a:fillRect/>
            </a:stretch>
          </p:blipFill>
          <p:spPr bwMode="auto">
            <a:xfrm>
              <a:off x="952885" y="4576965"/>
              <a:ext cx="1976808" cy="509047"/>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8" name="직사각형 7">
                  <a:extLst>
                    <a:ext uri="{FF2B5EF4-FFF2-40B4-BE49-F238E27FC236}">
                      <a16:creationId xmlns:a16="http://schemas.microsoft.com/office/drawing/2014/main" id="{F82A813B-0683-42B7-B52F-BD7840615CB9}"/>
                    </a:ext>
                  </a:extLst>
                </p:cNvPr>
                <p:cNvSpPr/>
                <p:nvPr/>
              </p:nvSpPr>
              <p:spPr>
                <a:xfrm>
                  <a:off x="353695" y="3188591"/>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𝑁𝑆</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1</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8" name="직사각형 7">
                  <a:extLst>
                    <a:ext uri="{FF2B5EF4-FFF2-40B4-BE49-F238E27FC236}">
                      <a16:creationId xmlns:a16="http://schemas.microsoft.com/office/drawing/2014/main" id="{60007520-924A-4D1A-A118-BEBAE53DCE58}"/>
                    </a:ext>
                  </a:extLst>
                </p:cNvPr>
                <p:cNvSpPr>
                  <a:spLocks noRot="1" noChangeAspect="1" noMove="1" noResize="1" noEditPoints="1" noAdjustHandles="1" noChangeArrowheads="1" noChangeShapeType="1" noTextEdit="1"/>
                </p:cNvSpPr>
                <p:nvPr/>
              </p:nvSpPr>
              <p:spPr>
                <a:xfrm>
                  <a:off x="353695" y="3188591"/>
                  <a:ext cx="902367" cy="343323"/>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D18321BA-443E-48BB-B7B2-07D57469B30F}"/>
                    </a:ext>
                  </a:extLst>
                </p:cNvPr>
                <p:cNvSpPr/>
                <p:nvPr/>
              </p:nvSpPr>
              <p:spPr>
                <a:xfrm>
                  <a:off x="1635492" y="3188591"/>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𝑁𝑆</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2</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9" name="직사각형 8">
                  <a:extLst>
                    <a:ext uri="{FF2B5EF4-FFF2-40B4-BE49-F238E27FC236}">
                      <a16:creationId xmlns:a16="http://schemas.microsoft.com/office/drawing/2014/main" id="{34D3363A-591E-4536-B50C-4BA801F34B95}"/>
                    </a:ext>
                  </a:extLst>
                </p:cNvPr>
                <p:cNvSpPr>
                  <a:spLocks noRot="1" noChangeAspect="1" noMove="1" noResize="1" noEditPoints="1" noAdjustHandles="1" noChangeArrowheads="1" noChangeShapeType="1" noTextEdit="1"/>
                </p:cNvSpPr>
                <p:nvPr/>
              </p:nvSpPr>
              <p:spPr>
                <a:xfrm>
                  <a:off x="1635492" y="3188591"/>
                  <a:ext cx="902367" cy="343323"/>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24D493CA-DDE1-49B1-9661-D290F58366C1}"/>
                    </a:ext>
                  </a:extLst>
                </p:cNvPr>
                <p:cNvSpPr/>
                <p:nvPr/>
              </p:nvSpPr>
              <p:spPr>
                <a:xfrm>
                  <a:off x="2849914" y="3188591"/>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𝑁𝑆</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3</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10" name="직사각형 9">
                  <a:extLst>
                    <a:ext uri="{FF2B5EF4-FFF2-40B4-BE49-F238E27FC236}">
                      <a16:creationId xmlns:a16="http://schemas.microsoft.com/office/drawing/2014/main" id="{BE4F0B6E-7B46-43D0-9DCC-979F3263A277}"/>
                    </a:ext>
                  </a:extLst>
                </p:cNvPr>
                <p:cNvSpPr>
                  <a:spLocks noRot="1" noChangeAspect="1" noMove="1" noResize="1" noEditPoints="1" noAdjustHandles="1" noChangeArrowheads="1" noChangeShapeType="1" noTextEdit="1"/>
                </p:cNvSpPr>
                <p:nvPr/>
              </p:nvSpPr>
              <p:spPr>
                <a:xfrm>
                  <a:off x="2849914" y="3188591"/>
                  <a:ext cx="902367" cy="343323"/>
                </a:xfrm>
                <a:prstGeom prst="rect">
                  <a:avLst/>
                </a:prstGeom>
                <a:blipFill>
                  <a:blip r:embed="rId1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8577377E-6E79-46F8-BB43-AB3D2A8DE40A}"/>
                    </a:ext>
                  </a:extLst>
                </p:cNvPr>
                <p:cNvSpPr/>
                <p:nvPr/>
              </p:nvSpPr>
              <p:spPr>
                <a:xfrm>
                  <a:off x="612481" y="5666668"/>
                  <a:ext cx="682910"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𝑂</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11" name="직사각형 10">
                  <a:extLst>
                    <a:ext uri="{FF2B5EF4-FFF2-40B4-BE49-F238E27FC236}">
                      <a16:creationId xmlns:a16="http://schemas.microsoft.com/office/drawing/2014/main" id="{2A8D57FB-759A-4931-9216-63C9EC4AEBA1}"/>
                    </a:ext>
                  </a:extLst>
                </p:cNvPr>
                <p:cNvSpPr>
                  <a:spLocks noRot="1" noChangeAspect="1" noMove="1" noResize="1" noEditPoints="1" noAdjustHandles="1" noChangeArrowheads="1" noChangeShapeType="1" noTextEdit="1"/>
                </p:cNvSpPr>
                <p:nvPr/>
              </p:nvSpPr>
              <p:spPr>
                <a:xfrm>
                  <a:off x="612481" y="5666668"/>
                  <a:ext cx="682910" cy="343323"/>
                </a:xfrm>
                <a:prstGeom prst="rect">
                  <a:avLst/>
                </a:prstGeom>
                <a:blipFill>
                  <a:blip r:embed="rId1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98363CDC-8DA5-4E87-80E9-2A0E1373222B}"/>
                    </a:ext>
                  </a:extLst>
                </p:cNvPr>
                <p:cNvSpPr/>
                <p:nvPr/>
              </p:nvSpPr>
              <p:spPr>
                <a:xfrm>
                  <a:off x="1663125" y="4701292"/>
                  <a:ext cx="682910"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b="0" i="1" smtClean="0">
                            <a:latin typeface="Cambria Math" panose="02040503050406030204" pitchFamily="18" charset="0"/>
                            <a:cs typeface="Times New Roman" panose="02020603050405020304" pitchFamily="18" charset="0"/>
                          </a:rPr>
                          <m:t>×</m:t>
                        </m:r>
                        <m:r>
                          <a:rPr lang="en-US" altLang="ko-KR" sz="800" b="0" i="1" smtClean="0">
                            <a:latin typeface="Cambria Math" panose="02040503050406030204" pitchFamily="18" charset="0"/>
                            <a:cs typeface="Times New Roman" panose="02020603050405020304" pitchFamily="18" charset="0"/>
                          </a:rPr>
                          <m:t>𝑂</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12" name="직사각형 11">
                  <a:extLst>
                    <a:ext uri="{FF2B5EF4-FFF2-40B4-BE49-F238E27FC236}">
                      <a16:creationId xmlns:a16="http://schemas.microsoft.com/office/drawing/2014/main" id="{84E9C9D9-9828-4519-BC3F-499ED77E89EB}"/>
                    </a:ext>
                  </a:extLst>
                </p:cNvPr>
                <p:cNvSpPr>
                  <a:spLocks noRot="1" noChangeAspect="1" noMove="1" noResize="1" noEditPoints="1" noAdjustHandles="1" noChangeArrowheads="1" noChangeShapeType="1" noTextEdit="1"/>
                </p:cNvSpPr>
                <p:nvPr/>
              </p:nvSpPr>
              <p:spPr>
                <a:xfrm>
                  <a:off x="1663125" y="4701292"/>
                  <a:ext cx="682910" cy="343323"/>
                </a:xfrm>
                <a:prstGeom prst="rect">
                  <a:avLst/>
                </a:prstGeom>
                <a:blipFill>
                  <a:blip r:embed="rId12"/>
                  <a:stretch>
                    <a:fillRect b="-2857"/>
                  </a:stretch>
                </a:blipFill>
              </p:spPr>
              <p:txBody>
                <a:bodyPr/>
                <a:lstStyle/>
                <a:p>
                  <a:r>
                    <a:rPr lang="ko-KR" altLang="en-US">
                      <a:noFill/>
                    </a:rPr>
                    <a:t> </a:t>
                  </a:r>
                </a:p>
              </p:txBody>
            </p:sp>
          </mc:Fallback>
        </mc:AlternateContent>
        <p:grpSp>
          <p:nvGrpSpPr>
            <p:cNvPr id="13" name="그룹 12">
              <a:extLst>
                <a:ext uri="{FF2B5EF4-FFF2-40B4-BE49-F238E27FC236}">
                  <a16:creationId xmlns:a16="http://schemas.microsoft.com/office/drawing/2014/main" id="{EE607715-390F-4EBA-B807-FC3481C503A4}"/>
                </a:ext>
              </a:extLst>
            </p:cNvPr>
            <p:cNvGrpSpPr/>
            <p:nvPr/>
          </p:nvGrpSpPr>
          <p:grpSpPr>
            <a:xfrm>
              <a:off x="209467" y="4739957"/>
              <a:ext cx="5044991" cy="4007811"/>
              <a:chOff x="171902" y="2244826"/>
              <a:chExt cx="5044991" cy="4007811"/>
            </a:xfrm>
          </p:grpSpPr>
          <p:pic>
            <p:nvPicPr>
              <p:cNvPr id="34" name="Picture 313">
                <a:extLst>
                  <a:ext uri="{FF2B5EF4-FFF2-40B4-BE49-F238E27FC236}">
                    <a16:creationId xmlns:a16="http://schemas.microsoft.com/office/drawing/2014/main" id="{992A9493-3A6A-40B0-9557-BA6382C08618}"/>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71902" y="4834843"/>
                <a:ext cx="1080000" cy="108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84">
                <a:extLst>
                  <a:ext uri="{FF2B5EF4-FFF2-40B4-BE49-F238E27FC236}">
                    <a16:creationId xmlns:a16="http://schemas.microsoft.com/office/drawing/2014/main" id="{87DB8B7E-B10C-47D9-9F39-DBE405F75AAC}"/>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420295" y="4835241"/>
                <a:ext cx="1080000" cy="1080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445">
                <a:extLst>
                  <a:ext uri="{FF2B5EF4-FFF2-40B4-BE49-F238E27FC236}">
                    <a16:creationId xmlns:a16="http://schemas.microsoft.com/office/drawing/2014/main" id="{4F02248E-3097-4BD7-97FF-5FA169BD3D2A}"/>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666113" y="4835241"/>
                <a:ext cx="1080000" cy="1080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73" descr="상승_1">
                <a:extLst>
                  <a:ext uri="{FF2B5EF4-FFF2-40B4-BE49-F238E27FC236}">
                    <a16:creationId xmlns:a16="http://schemas.microsoft.com/office/drawing/2014/main" id="{9321F647-788F-4260-BED1-25AD299FB1D8}"/>
                  </a:ext>
                </a:extLst>
              </p:cNvPr>
              <p:cNvPicPr>
                <a:picLocks noChangeAspect="1" noChangeArrowheads="1"/>
              </p:cNvPicPr>
              <p:nvPr/>
            </p:nvPicPr>
            <p:blipFill>
              <a:blip r:embed="rId6" cstate="print">
                <a:lum bright="-30000" contrast="48000"/>
                <a:extLst>
                  <a:ext uri="{BEBA8EAE-BF5A-486C-A8C5-ECC9F3942E4B}">
                    <a14:imgProps xmlns:a14="http://schemas.microsoft.com/office/drawing/2010/main">
                      <a14:imgLayer r:embed="rId7">
                        <a14:imgEffect>
                          <a14:saturation sat="0"/>
                        </a14:imgEffect>
                      </a14:imgLayer>
                    </a14:imgProps>
                  </a:ext>
                </a:extLst>
              </a:blip>
              <a:srcRect/>
              <a:stretch>
                <a:fillRect/>
              </a:stretch>
            </p:blipFill>
            <p:spPr bwMode="auto">
              <a:xfrm>
                <a:off x="1328399" y="4042541"/>
                <a:ext cx="1277231" cy="717891"/>
              </a:xfrm>
              <a:prstGeom prst="rect">
                <a:avLst/>
              </a:prstGeom>
              <a:noFill/>
              <a:ln w="9525">
                <a:noFill/>
                <a:miter lim="800000"/>
                <a:headEnd/>
                <a:tailEnd/>
              </a:ln>
            </p:spPr>
          </p:pic>
          <p:pic>
            <p:nvPicPr>
              <p:cNvPr id="38" name="Picture 507">
                <a:extLst>
                  <a:ext uri="{FF2B5EF4-FFF2-40B4-BE49-F238E27FC236}">
                    <a16:creationId xmlns:a16="http://schemas.microsoft.com/office/drawing/2014/main" id="{575EE4F8-8EC9-42E8-BA22-1C2BF39F2F7A}"/>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38636" y="2590881"/>
                <a:ext cx="1441074" cy="1441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화살표: 위로 굽음 38">
                <a:extLst>
                  <a:ext uri="{FF2B5EF4-FFF2-40B4-BE49-F238E27FC236}">
                    <a16:creationId xmlns:a16="http://schemas.microsoft.com/office/drawing/2014/main" id="{E2ABB8BB-074F-45D3-8B8B-C138650618F1}"/>
                  </a:ext>
                </a:extLst>
              </p:cNvPr>
              <p:cNvSpPr/>
              <p:nvPr/>
            </p:nvSpPr>
            <p:spPr>
              <a:xfrm>
                <a:off x="3847279" y="4176482"/>
                <a:ext cx="615782" cy="975392"/>
              </a:xfrm>
              <a:prstGeom prst="ben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ko-KR" altLang="en-US" sz="80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40" name="직사각형 39">
                    <a:extLst>
                      <a:ext uri="{FF2B5EF4-FFF2-40B4-BE49-F238E27FC236}">
                        <a16:creationId xmlns:a16="http://schemas.microsoft.com/office/drawing/2014/main" id="{F6DCC20D-66A2-466F-A8CF-9D304E4E40EC}"/>
                      </a:ext>
                    </a:extLst>
                  </p:cNvPr>
                  <p:cNvSpPr/>
                  <p:nvPr/>
                </p:nvSpPr>
                <p:spPr>
                  <a:xfrm>
                    <a:off x="337216" y="5909312"/>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i="1" smtClean="0">
                              <a:latin typeface="Cambria Math" panose="02040503050406030204" pitchFamily="18" charset="0"/>
                              <a:cs typeface="Times New Roman" panose="02020603050405020304" pitchFamily="18" charset="0"/>
                            </a:rPr>
                            <m:t>𝐼</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1</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40" name="직사각형 39">
                    <a:extLst>
                      <a:ext uri="{FF2B5EF4-FFF2-40B4-BE49-F238E27FC236}">
                        <a16:creationId xmlns:a16="http://schemas.microsoft.com/office/drawing/2014/main" id="{9342B790-81E2-4424-A4DF-EF7D519B3E35}"/>
                      </a:ext>
                    </a:extLst>
                  </p:cNvPr>
                  <p:cNvSpPr>
                    <a:spLocks noRot="1" noChangeAspect="1" noMove="1" noResize="1" noEditPoints="1" noAdjustHandles="1" noChangeArrowheads="1" noChangeShapeType="1" noTextEdit="1"/>
                  </p:cNvSpPr>
                  <p:nvPr/>
                </p:nvSpPr>
                <p:spPr>
                  <a:xfrm>
                    <a:off x="337216" y="5909312"/>
                    <a:ext cx="902367" cy="343323"/>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1" name="직사각형 40">
                    <a:extLst>
                      <a:ext uri="{FF2B5EF4-FFF2-40B4-BE49-F238E27FC236}">
                        <a16:creationId xmlns:a16="http://schemas.microsoft.com/office/drawing/2014/main" id="{EED56C9E-70A7-4526-BCDE-01DCDF284A42}"/>
                      </a:ext>
                    </a:extLst>
                  </p:cNvPr>
                  <p:cNvSpPr/>
                  <p:nvPr/>
                </p:nvSpPr>
                <p:spPr>
                  <a:xfrm>
                    <a:off x="1551638" y="5909314"/>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i="1" smtClean="0">
                              <a:latin typeface="Cambria Math" panose="02040503050406030204" pitchFamily="18" charset="0"/>
                              <a:cs typeface="Times New Roman" panose="02020603050405020304" pitchFamily="18" charset="0"/>
                            </a:rPr>
                            <m:t>𝐼</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2</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41" name="직사각형 40">
                    <a:extLst>
                      <a:ext uri="{FF2B5EF4-FFF2-40B4-BE49-F238E27FC236}">
                        <a16:creationId xmlns:a16="http://schemas.microsoft.com/office/drawing/2014/main" id="{A7574574-5537-49B5-98F7-C82864C33586}"/>
                      </a:ext>
                    </a:extLst>
                  </p:cNvPr>
                  <p:cNvSpPr>
                    <a:spLocks noRot="1" noChangeAspect="1" noMove="1" noResize="1" noEditPoints="1" noAdjustHandles="1" noChangeArrowheads="1" noChangeShapeType="1" noTextEdit="1"/>
                  </p:cNvSpPr>
                  <p:nvPr/>
                </p:nvSpPr>
                <p:spPr>
                  <a:xfrm>
                    <a:off x="1551638" y="5909314"/>
                    <a:ext cx="902367" cy="343323"/>
                  </a:xfrm>
                  <a:prstGeom prst="rect">
                    <a:avLst/>
                  </a:prstGeom>
                  <a:blipFill>
                    <a:blip r:embed="rId1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직사각형 41">
                    <a:extLst>
                      <a:ext uri="{FF2B5EF4-FFF2-40B4-BE49-F238E27FC236}">
                        <a16:creationId xmlns:a16="http://schemas.microsoft.com/office/drawing/2014/main" id="{FA04C5D8-1CE5-4BDA-95ED-7ABDCECF0B91}"/>
                      </a:ext>
                    </a:extLst>
                  </p:cNvPr>
                  <p:cNvSpPr/>
                  <p:nvPr/>
                </p:nvSpPr>
                <p:spPr>
                  <a:xfrm>
                    <a:off x="2766059" y="5909313"/>
                    <a:ext cx="902367"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ko-KR" sz="800" i="1" smtClean="0">
                              <a:latin typeface="Cambria Math" panose="02040503050406030204" pitchFamily="18" charset="0"/>
                              <a:cs typeface="Times New Roman" panose="02020603050405020304" pitchFamily="18" charset="0"/>
                            </a:rPr>
                            <m:t>𝐼</m:t>
                          </m:r>
                          <m:r>
                            <a:rPr lang="en-US" altLang="ko-KR" sz="800" i="1" smtClean="0">
                              <a:latin typeface="Cambria Math" panose="02040503050406030204" pitchFamily="18" charset="0"/>
                              <a:cs typeface="Times New Roman" panose="02020603050405020304" pitchFamily="18" charset="0"/>
                            </a:rPr>
                            <m:t>(</m:t>
                          </m:r>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i="1" smtClean="0">
                                  <a:latin typeface="Cambria Math" panose="02040503050406030204" pitchFamily="18" charset="0"/>
                                  <a:cs typeface="Times New Roman" panose="02020603050405020304" pitchFamily="18" charset="0"/>
                                </a:rPr>
                                <m:t>𝑡</m:t>
                              </m:r>
                            </m:e>
                            <m:sub>
                              <m:r>
                                <a:rPr lang="en-US" altLang="ko-KR" sz="800" b="0" i="1" smtClean="0">
                                  <a:latin typeface="Cambria Math" panose="02040503050406030204" pitchFamily="18" charset="0"/>
                                  <a:cs typeface="Times New Roman" panose="02020603050405020304" pitchFamily="18" charset="0"/>
                                </a:rPr>
                                <m:t>3</m:t>
                              </m:r>
                            </m:sub>
                          </m:sSub>
                          <m:r>
                            <a:rPr lang="en-US" altLang="ko-KR" sz="800" i="1">
                              <a:latin typeface="Cambria Math" panose="02040503050406030204" pitchFamily="18" charset="0"/>
                              <a:cs typeface="Times New Roman" panose="02020603050405020304" pitchFamily="18" charset="0"/>
                            </a:rPr>
                            <m:t>)</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42" name="직사각형 41">
                    <a:extLst>
                      <a:ext uri="{FF2B5EF4-FFF2-40B4-BE49-F238E27FC236}">
                        <a16:creationId xmlns:a16="http://schemas.microsoft.com/office/drawing/2014/main" id="{F4A294D1-2DCE-4D80-A4B6-79CAF0F5A70F}"/>
                      </a:ext>
                    </a:extLst>
                  </p:cNvPr>
                  <p:cNvSpPr>
                    <a:spLocks noRot="1" noChangeAspect="1" noMove="1" noResize="1" noEditPoints="1" noAdjustHandles="1" noChangeArrowheads="1" noChangeShapeType="1" noTextEdit="1"/>
                  </p:cNvSpPr>
                  <p:nvPr/>
                </p:nvSpPr>
                <p:spPr>
                  <a:xfrm>
                    <a:off x="2766059" y="5909313"/>
                    <a:ext cx="902367" cy="343323"/>
                  </a:xfrm>
                  <a:prstGeom prst="rect">
                    <a:avLst/>
                  </a:prstGeom>
                  <a:blipFill>
                    <a:blip r:embed="rId1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A57FCDB-E4F9-4066-AD56-20A114203BF8}"/>
                      </a:ext>
                    </a:extLst>
                  </p:cNvPr>
                  <p:cNvSpPr txBox="1"/>
                  <p:nvPr/>
                </p:nvSpPr>
                <p:spPr>
                  <a:xfrm>
                    <a:off x="452018" y="4218461"/>
                    <a:ext cx="2913169" cy="3433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𝐼</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𝑡</m:t>
                              </m:r>
                            </m:e>
                          </m:d>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𝑁𝑆</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𝑡</m:t>
                              </m:r>
                            </m:e>
                          </m:d>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𝑂</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1"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𝒓</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𝑃𝑆𝐹</m:t>
                          </m:r>
                          <m:d>
                            <m:dPr>
                              <m:ctrlPr>
                                <a:rPr lang="en-US" altLang="ko-KR" sz="800" b="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r>
                                <a:rPr lang="en-US" altLang="ko-KR" sz="800" b="1" i="1">
                                  <a:solidFill>
                                    <a:prstClr val="black"/>
                                  </a:solidFill>
                                  <a:latin typeface="Cambria Math" panose="02040503050406030204" pitchFamily="18" charset="0"/>
                                  <a:ea typeface="Cambria Math" panose="02040503050406030204" pitchFamily="18" charset="0"/>
                                  <a:cs typeface="Arial" panose="020B0604020202020204" pitchFamily="34" charset="0"/>
                                </a:rPr>
                                <m:t>𝒓</m:t>
                              </m:r>
                            </m:e>
                          </m:d>
                        </m:oMath>
                      </m:oMathPara>
                    </a14:m>
                    <a:endParaRPr lang="ko-KR" altLang="en-US" sz="800" dirty="0">
                      <a:latin typeface="helvetica" panose="020B0604020202020204" pitchFamily="34" charset="0"/>
                      <a:cs typeface="helvetica" panose="020B0604020202020204" pitchFamily="34" charset="0"/>
                    </a:endParaRPr>
                  </a:p>
                </p:txBody>
              </p:sp>
            </mc:Choice>
            <mc:Fallback xmlns="">
              <p:sp>
                <p:nvSpPr>
                  <p:cNvPr id="43" name="TextBox 42">
                    <a:extLst>
                      <a:ext uri="{FF2B5EF4-FFF2-40B4-BE49-F238E27FC236}">
                        <a16:creationId xmlns:a16="http://schemas.microsoft.com/office/drawing/2014/main" id="{ECB5671B-679B-4325-95CE-E0EFB2623F8C}"/>
                      </a:ext>
                    </a:extLst>
                  </p:cNvPr>
                  <p:cNvSpPr txBox="1">
                    <a:spLocks noRot="1" noChangeAspect="1" noMove="1" noResize="1" noEditPoints="1" noAdjustHandles="1" noChangeArrowheads="1" noChangeShapeType="1" noTextEdit="1"/>
                  </p:cNvSpPr>
                  <p:nvPr/>
                </p:nvSpPr>
                <p:spPr>
                  <a:xfrm>
                    <a:off x="452018" y="4218461"/>
                    <a:ext cx="2913169" cy="343323"/>
                  </a:xfrm>
                  <a:prstGeom prst="rect">
                    <a:avLst/>
                  </a:prstGeom>
                  <a:blipFill>
                    <a:blip r:embed="rId2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4" name="직사각형 43">
                    <a:extLst>
                      <a:ext uri="{FF2B5EF4-FFF2-40B4-BE49-F238E27FC236}">
                        <a16:creationId xmlns:a16="http://schemas.microsoft.com/office/drawing/2014/main" id="{F0FA63E9-C75E-4FC4-A13D-688A79531D79}"/>
                      </a:ext>
                    </a:extLst>
                  </p:cNvPr>
                  <p:cNvSpPr/>
                  <p:nvPr/>
                </p:nvSpPr>
                <p:spPr>
                  <a:xfrm>
                    <a:off x="3365459" y="2244826"/>
                    <a:ext cx="1851434" cy="34332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ko-KR" sz="800" b="0" i="1" smtClean="0">
                                  <a:latin typeface="Cambria Math" panose="02040503050406030204" pitchFamily="18" charset="0"/>
                                  <a:cs typeface="Times New Roman" panose="02020603050405020304" pitchFamily="18" charset="0"/>
                                </a:rPr>
                              </m:ctrlPr>
                            </m:sSubPr>
                            <m:e>
                              <m:r>
                                <a:rPr lang="en-US" altLang="ko-KR" sz="800" b="0" i="1" smtClean="0">
                                  <a:latin typeface="Cambria Math" panose="02040503050406030204" pitchFamily="18" charset="0"/>
                                  <a:cs typeface="Times New Roman" panose="02020603050405020304" pitchFamily="18" charset="0"/>
                                </a:rPr>
                                <m:t>𝐼</m:t>
                              </m:r>
                            </m:e>
                            <m:sub>
                              <m:r>
                                <a:rPr lang="en-US" altLang="ko-KR" sz="800" b="0" i="1" smtClean="0">
                                  <a:latin typeface="Cambria Math" panose="02040503050406030204" pitchFamily="18" charset="0"/>
                                  <a:cs typeface="Times New Roman" panose="02020603050405020304" pitchFamily="18" charset="0"/>
                                </a:rPr>
                                <m:t>𝑚𝑒𝑎𝑛</m:t>
                              </m:r>
                            </m:sub>
                          </m:sSub>
                          <m:r>
                            <a:rPr lang="en-US" altLang="ko-KR" sz="800" b="0" i="1" smtClean="0">
                              <a:latin typeface="Cambria Math" panose="02040503050406030204" pitchFamily="18" charset="0"/>
                              <a:cs typeface="Times New Roman" panose="02020603050405020304" pitchFamily="18" charset="0"/>
                            </a:rPr>
                            <m:t>=</m:t>
                          </m:r>
                          <m:sSub>
                            <m:sSubPr>
                              <m:ctrlPr>
                                <a:rPr lang="en-US" altLang="ko-KR" sz="800" b="0" i="1" smtClean="0">
                                  <a:latin typeface="Cambria Math" panose="02040503050406030204" pitchFamily="18" charset="0"/>
                                  <a:cs typeface="Times New Roman" panose="02020603050405020304" pitchFamily="18" charset="0"/>
                                </a:rPr>
                              </m:ctrlPr>
                            </m:sSubPr>
                            <m:e>
                              <m:d>
                                <m:dPr>
                                  <m:begChr m:val="⟨"/>
                                  <m:endChr m:val="⟩"/>
                                  <m:ctrlPr>
                                    <a:rPr lang="en-US" altLang="ko-KR" sz="800" b="0" i="1" smtClean="0">
                                      <a:latin typeface="Cambria Math" panose="02040503050406030204" pitchFamily="18" charset="0"/>
                                      <a:cs typeface="Times New Roman" panose="02020603050405020304" pitchFamily="18" charset="0"/>
                                    </a:rPr>
                                  </m:ctrlPr>
                                </m:dPr>
                                <m:e>
                                  <m:r>
                                    <a:rPr lang="en-US" altLang="ko-KR" sz="800" i="1" smtClean="0">
                                      <a:latin typeface="Cambria Math" panose="02040503050406030204" pitchFamily="18" charset="0"/>
                                      <a:cs typeface="Times New Roman" panose="02020603050405020304" pitchFamily="18" charset="0"/>
                                    </a:rPr>
                                    <m:t>𝐼</m:t>
                                  </m:r>
                                  <m:d>
                                    <m:dPr>
                                      <m:ctrlPr>
                                        <a:rPr lang="en-US" altLang="ko-KR" sz="800" i="1" smtClean="0">
                                          <a:latin typeface="Cambria Math" panose="02040503050406030204" pitchFamily="18" charset="0"/>
                                          <a:cs typeface="Times New Roman" panose="02020603050405020304" pitchFamily="18" charset="0"/>
                                        </a:rPr>
                                      </m:ctrlPr>
                                    </m:dPr>
                                    <m:e>
                                      <m:r>
                                        <a:rPr lang="en-US" altLang="ko-KR" sz="800" b="1" i="1" smtClean="0">
                                          <a:latin typeface="Cambria Math" panose="02040503050406030204" pitchFamily="18" charset="0"/>
                                          <a:cs typeface="Times New Roman" panose="02020603050405020304" pitchFamily="18" charset="0"/>
                                        </a:rPr>
                                        <m:t>𝒓</m:t>
                                      </m:r>
                                      <m:r>
                                        <a:rPr lang="en-US" altLang="ko-KR" sz="800" i="1" smtClean="0">
                                          <a:latin typeface="Cambria Math" panose="02040503050406030204" pitchFamily="18" charset="0"/>
                                          <a:cs typeface="Times New Roman" panose="02020603050405020304" pitchFamily="18" charset="0"/>
                                        </a:rPr>
                                        <m:t>,</m:t>
                                      </m:r>
                                      <m:r>
                                        <a:rPr lang="en-US" altLang="ko-KR" sz="800" b="0" i="1" smtClean="0">
                                          <a:latin typeface="Cambria Math" panose="02040503050406030204" pitchFamily="18" charset="0"/>
                                          <a:cs typeface="Times New Roman" panose="02020603050405020304" pitchFamily="18" charset="0"/>
                                        </a:rPr>
                                        <m:t>𝑡</m:t>
                                      </m:r>
                                    </m:e>
                                  </m:d>
                                </m:e>
                              </m:d>
                            </m:e>
                            <m:sub>
                              <m:r>
                                <a:rPr lang="en-US" altLang="ko-KR" sz="800" b="0" i="1" smtClean="0">
                                  <a:latin typeface="Cambria Math" panose="02040503050406030204" pitchFamily="18" charset="0"/>
                                  <a:cs typeface="Times New Roman" panose="02020603050405020304" pitchFamily="18" charset="0"/>
                                </a:rPr>
                                <m:t>𝑡</m:t>
                              </m:r>
                            </m:sub>
                          </m:sSub>
                          <m:r>
                            <a:rPr lang="en-US" altLang="ko-KR" sz="800" b="0" i="1" smtClean="0">
                              <a:latin typeface="Cambria Math" panose="02040503050406030204" pitchFamily="18" charset="0"/>
                              <a:cs typeface="Times New Roman" panose="02020603050405020304" pitchFamily="18" charset="0"/>
                            </a:rPr>
                            <m:t> </m:t>
                          </m:r>
                        </m:oMath>
                      </m:oMathPara>
                    </a14:m>
                    <a:endParaRPr lang="ko-KR" altLang="en-US" sz="800" i="1" dirty="0">
                      <a:latin typeface="helvetica" panose="020B0604020202020204" pitchFamily="34" charset="0"/>
                      <a:cs typeface="helvetica" panose="020B0604020202020204" pitchFamily="34" charset="0"/>
                    </a:endParaRPr>
                  </a:p>
                </p:txBody>
              </p:sp>
            </mc:Choice>
            <mc:Fallback xmlns="">
              <p:sp>
                <p:nvSpPr>
                  <p:cNvPr id="44" name="직사각형 43">
                    <a:extLst>
                      <a:ext uri="{FF2B5EF4-FFF2-40B4-BE49-F238E27FC236}">
                        <a16:creationId xmlns:a16="http://schemas.microsoft.com/office/drawing/2014/main" id="{CBE084DC-4192-49D0-9E2B-341B75F58FD2}"/>
                      </a:ext>
                    </a:extLst>
                  </p:cNvPr>
                  <p:cNvSpPr>
                    <a:spLocks noRot="1" noChangeAspect="1" noMove="1" noResize="1" noEditPoints="1" noAdjustHandles="1" noChangeArrowheads="1" noChangeShapeType="1" noTextEdit="1"/>
                  </p:cNvSpPr>
                  <p:nvPr/>
                </p:nvSpPr>
                <p:spPr>
                  <a:xfrm>
                    <a:off x="3365459" y="2244826"/>
                    <a:ext cx="1851434" cy="343323"/>
                  </a:xfrm>
                  <a:prstGeom prst="rect">
                    <a:avLst/>
                  </a:prstGeom>
                  <a:blipFill>
                    <a:blip r:embed="rId21"/>
                    <a:stretch>
                      <a:fillRect/>
                    </a:stretch>
                  </a:blipFill>
                </p:spPr>
                <p:txBody>
                  <a:bodyPr/>
                  <a:lstStyle/>
                  <a:p>
                    <a:r>
                      <a:rPr lang="ko-KR" altLang="en-US">
                        <a:noFill/>
                      </a:rPr>
                      <a:t> </a:t>
                    </a:r>
                  </a:p>
                </p:txBody>
              </p:sp>
            </mc:Fallback>
          </mc:AlternateContent>
          <p:sp>
            <p:nvSpPr>
              <p:cNvPr id="45" name="직사각형 44">
                <a:extLst>
                  <a:ext uri="{FF2B5EF4-FFF2-40B4-BE49-F238E27FC236}">
                    <a16:creationId xmlns:a16="http://schemas.microsoft.com/office/drawing/2014/main" id="{AC274B64-A8EA-4531-94C4-F4C21C9FF8B1}"/>
                  </a:ext>
                </a:extLst>
              </p:cNvPr>
              <p:cNvSpPr/>
              <p:nvPr/>
            </p:nvSpPr>
            <p:spPr>
              <a:xfrm>
                <a:off x="3748350" y="4364703"/>
                <a:ext cx="1174794" cy="539506"/>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Intensity average</a:t>
                </a:r>
                <a:endParaRPr lang="ko-KR" altLang="en-US" sz="800" dirty="0">
                  <a:latin typeface="helvetica" panose="020B0604020202020204" pitchFamily="34" charset="0"/>
                  <a:cs typeface="helvetica" panose="020B0604020202020204" pitchFamily="34" charset="0"/>
                </a:endParaRPr>
              </a:p>
            </p:txBody>
          </p:sp>
        </p:grpSp>
        <p:grpSp>
          <p:nvGrpSpPr>
            <p:cNvPr id="14" name="그룹 13">
              <a:extLst>
                <a:ext uri="{FF2B5EF4-FFF2-40B4-BE49-F238E27FC236}">
                  <a16:creationId xmlns:a16="http://schemas.microsoft.com/office/drawing/2014/main" id="{C353F55B-9B73-420E-8791-AE2B3088C241}"/>
                </a:ext>
              </a:extLst>
            </p:cNvPr>
            <p:cNvGrpSpPr/>
            <p:nvPr/>
          </p:nvGrpSpPr>
          <p:grpSpPr>
            <a:xfrm>
              <a:off x="3842480" y="3250655"/>
              <a:ext cx="5197872" cy="5760023"/>
              <a:chOff x="3804915" y="755524"/>
              <a:chExt cx="5197872" cy="5760023"/>
            </a:xfrm>
          </p:grpSpPr>
          <p:pic>
            <p:nvPicPr>
              <p:cNvPr id="15" name="Picture 541">
                <a:extLst>
                  <a:ext uri="{FF2B5EF4-FFF2-40B4-BE49-F238E27FC236}">
                    <a16:creationId xmlns:a16="http://schemas.microsoft.com/office/drawing/2014/main" id="{A46AE9B3-2FB6-43BE-915A-35E58551B540}"/>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5711454" y="4750735"/>
                <a:ext cx="1526310"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577">
                <a:extLst>
                  <a:ext uri="{FF2B5EF4-FFF2-40B4-BE49-F238E27FC236}">
                    <a16:creationId xmlns:a16="http://schemas.microsoft.com/office/drawing/2014/main" id="{6995EA4F-6892-4CC5-A33B-9B197AAFE897}"/>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711455" y="2755358"/>
                <a:ext cx="1526309"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607">
                <a:extLst>
                  <a:ext uri="{FF2B5EF4-FFF2-40B4-BE49-F238E27FC236}">
                    <a16:creationId xmlns:a16="http://schemas.microsoft.com/office/drawing/2014/main" id="{D2B53B62-E2CB-478D-85E8-872FA6A26DB7}"/>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5711454" y="755524"/>
                <a:ext cx="1526309"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643">
                <a:extLst>
                  <a:ext uri="{FF2B5EF4-FFF2-40B4-BE49-F238E27FC236}">
                    <a16:creationId xmlns:a16="http://schemas.microsoft.com/office/drawing/2014/main" id="{94B613E8-9AA0-4231-A380-7916A2D533AD}"/>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7463068" y="2746566"/>
                <a:ext cx="1526309"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71">
                <a:extLst>
                  <a:ext uri="{FF2B5EF4-FFF2-40B4-BE49-F238E27FC236}">
                    <a16:creationId xmlns:a16="http://schemas.microsoft.com/office/drawing/2014/main" id="{ABD7DF52-E5B4-4280-9729-FE8AD7D1362E}"/>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7463068" y="4737319"/>
                <a:ext cx="1539719" cy="154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707">
                <a:extLst>
                  <a:ext uri="{FF2B5EF4-FFF2-40B4-BE49-F238E27FC236}">
                    <a16:creationId xmlns:a16="http://schemas.microsoft.com/office/drawing/2014/main" id="{8E5EA320-5A66-4E10-8F26-34928BBDC711}"/>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7450931" y="755525"/>
                <a:ext cx="1526310" cy="1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73" descr="상승_1">
                <a:extLst>
                  <a:ext uri="{FF2B5EF4-FFF2-40B4-BE49-F238E27FC236}">
                    <a16:creationId xmlns:a16="http://schemas.microsoft.com/office/drawing/2014/main" id="{6E57B58D-BC91-4627-A290-0ABEB5D7275B}"/>
                  </a:ext>
                </a:extLst>
              </p:cNvPr>
              <p:cNvPicPr>
                <a:picLocks noChangeAspect="1" noChangeArrowheads="1"/>
              </p:cNvPicPr>
              <p:nvPr/>
            </p:nvPicPr>
            <p:blipFill>
              <a:blip r:embed="rId6" cstate="print">
                <a:lum bright="-30000" contrast="48000"/>
                <a:extLst>
                  <a:ext uri="{BEBA8EAE-BF5A-486C-A8C5-ECC9F3942E4B}">
                    <a14:imgProps xmlns:a14="http://schemas.microsoft.com/office/drawing/2010/main">
                      <a14:imgLayer r:embed="rId7">
                        <a14:imgEffect>
                          <a14:saturation sat="0"/>
                        </a14:imgEffect>
                      </a14:imgLayer>
                    </a14:imgProps>
                  </a:ext>
                </a:extLst>
              </a:blip>
              <a:srcRect/>
              <a:stretch>
                <a:fillRect/>
              </a:stretch>
            </p:blipFill>
            <p:spPr bwMode="auto">
              <a:xfrm rot="10800000">
                <a:off x="6713164" y="2326732"/>
                <a:ext cx="1277231" cy="509047"/>
              </a:xfrm>
              <a:prstGeom prst="rect">
                <a:avLst/>
              </a:prstGeom>
              <a:noFill/>
              <a:ln w="9525">
                <a:noFill/>
                <a:miter lim="800000"/>
                <a:headEnd/>
                <a:tailEnd/>
              </a:ln>
            </p:spPr>
          </p:pic>
          <p:pic>
            <p:nvPicPr>
              <p:cNvPr id="22" name="Picture 73" descr="상승_1">
                <a:extLst>
                  <a:ext uri="{FF2B5EF4-FFF2-40B4-BE49-F238E27FC236}">
                    <a16:creationId xmlns:a16="http://schemas.microsoft.com/office/drawing/2014/main" id="{2B26AC90-82DF-491B-82A6-929497B1FAE0}"/>
                  </a:ext>
                </a:extLst>
              </p:cNvPr>
              <p:cNvPicPr>
                <a:picLocks noChangeAspect="1" noChangeArrowheads="1"/>
              </p:cNvPicPr>
              <p:nvPr/>
            </p:nvPicPr>
            <p:blipFill>
              <a:blip r:embed="rId6" cstate="print">
                <a:lum bright="-30000" contrast="48000"/>
                <a:extLst>
                  <a:ext uri="{BEBA8EAE-BF5A-486C-A8C5-ECC9F3942E4B}">
                    <a14:imgProps xmlns:a14="http://schemas.microsoft.com/office/drawing/2010/main">
                      <a14:imgLayer r:embed="rId7">
                        <a14:imgEffect>
                          <a14:saturation sat="0"/>
                        </a14:imgEffect>
                      </a14:imgLayer>
                    </a14:imgProps>
                  </a:ext>
                </a:extLst>
              </a:blip>
              <a:srcRect/>
              <a:stretch>
                <a:fillRect/>
              </a:stretch>
            </p:blipFill>
            <p:spPr bwMode="auto">
              <a:xfrm rot="10800000">
                <a:off x="6711801" y="4251384"/>
                <a:ext cx="1277231" cy="509047"/>
              </a:xfrm>
              <a:prstGeom prst="rect">
                <a:avLst/>
              </a:prstGeom>
              <a:noFill/>
              <a:ln w="9525">
                <a:noFill/>
                <a:miter lim="800000"/>
                <a:headEnd/>
                <a:tailEnd/>
              </a:ln>
            </p:spPr>
          </p:pic>
          <p:sp>
            <p:nvSpPr>
              <p:cNvPr id="23" name="화살표: 오른쪽 22">
                <a:extLst>
                  <a:ext uri="{FF2B5EF4-FFF2-40B4-BE49-F238E27FC236}">
                    <a16:creationId xmlns:a16="http://schemas.microsoft.com/office/drawing/2014/main" id="{E8CFAE20-CC7C-46B7-A4DD-629D00C1CEE3}"/>
                  </a:ext>
                </a:extLst>
              </p:cNvPr>
              <p:cNvSpPr/>
              <p:nvPr/>
            </p:nvSpPr>
            <p:spPr>
              <a:xfrm>
                <a:off x="3847279" y="4937761"/>
                <a:ext cx="1550610" cy="843328"/>
              </a:xfrm>
              <a:prstGeom prst="rightArrow">
                <a:avLst>
                  <a:gd name="adj1" fmla="val 28805"/>
                  <a:gd name="adj2" fmla="val 4823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sz="800">
                  <a:latin typeface="helvetica" panose="020B0604020202020204" pitchFamily="34" charset="0"/>
                  <a:cs typeface="helvetica" panose="020B0604020202020204" pitchFamily="34" charset="0"/>
                </a:endParaRPr>
              </a:p>
            </p:txBody>
          </p:sp>
          <p:sp>
            <p:nvSpPr>
              <p:cNvPr id="24" name="직사각형 23">
                <a:extLst>
                  <a:ext uri="{FF2B5EF4-FFF2-40B4-BE49-F238E27FC236}">
                    <a16:creationId xmlns:a16="http://schemas.microsoft.com/office/drawing/2014/main" id="{C9DCFD56-DDB1-4310-B90F-63A78176EAD0}"/>
                  </a:ext>
                </a:extLst>
              </p:cNvPr>
              <p:cNvSpPr/>
              <p:nvPr/>
            </p:nvSpPr>
            <p:spPr>
              <a:xfrm>
                <a:off x="3804915" y="5225674"/>
                <a:ext cx="1411976" cy="539506"/>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SOFI processing</a:t>
                </a:r>
                <a:endParaRPr lang="ko-KR" altLang="en-US" sz="800" dirty="0">
                  <a:latin typeface="helvetica" panose="020B0604020202020204" pitchFamily="34" charset="0"/>
                  <a:cs typeface="helvetica" panose="020B0604020202020204" pitchFamily="34" charset="0"/>
                </a:endParaRPr>
              </a:p>
            </p:txBody>
          </p:sp>
          <p:sp>
            <p:nvSpPr>
              <p:cNvPr id="25" name="직사각형 24">
                <a:extLst>
                  <a:ext uri="{FF2B5EF4-FFF2-40B4-BE49-F238E27FC236}">
                    <a16:creationId xmlns:a16="http://schemas.microsoft.com/office/drawing/2014/main" id="{8DFA6132-2BC3-4AA5-AA25-E8D40C2146DA}"/>
                  </a:ext>
                </a:extLst>
              </p:cNvPr>
              <p:cNvSpPr/>
              <p:nvPr/>
            </p:nvSpPr>
            <p:spPr>
              <a:xfrm>
                <a:off x="5773127" y="5976041"/>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2</a:t>
                </a:r>
                <a:r>
                  <a:rPr lang="en-US" altLang="ko-KR" sz="800" baseline="30000" dirty="0">
                    <a:solidFill>
                      <a:schemeClr val="bg1"/>
                    </a:solidFill>
                    <a:latin typeface="helvetica" panose="020B0604020202020204" pitchFamily="34" charset="0"/>
                    <a:cs typeface="helvetica" panose="020B0604020202020204" pitchFamily="34" charset="0"/>
                  </a:rPr>
                  <a:t>nd</a:t>
                </a:r>
                <a:r>
                  <a:rPr lang="en-US" altLang="ko-KR" sz="800" dirty="0">
                    <a:solidFill>
                      <a:schemeClr val="bg1"/>
                    </a:solidFill>
                    <a:latin typeface="helvetica" panose="020B0604020202020204" pitchFamily="34" charset="0"/>
                    <a:cs typeface="helvetica" panose="020B0604020202020204" pitchFamily="34" charset="0"/>
                  </a:rPr>
                  <a:t> NS-SOFI (raw)</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6" name="직사각형 25">
                <a:extLst>
                  <a:ext uri="{FF2B5EF4-FFF2-40B4-BE49-F238E27FC236}">
                    <a16:creationId xmlns:a16="http://schemas.microsoft.com/office/drawing/2014/main" id="{4913D280-AF1F-4A54-BFB0-025E2B18092A}"/>
                  </a:ext>
                </a:extLst>
              </p:cNvPr>
              <p:cNvSpPr/>
              <p:nvPr/>
            </p:nvSpPr>
            <p:spPr>
              <a:xfrm>
                <a:off x="7524742" y="5976041"/>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a:t>
                </a:r>
                <a:r>
                  <a:rPr lang="en-US" altLang="ko-KR" sz="800" baseline="30000" dirty="0">
                    <a:solidFill>
                      <a:schemeClr val="bg1"/>
                    </a:solidFill>
                    <a:latin typeface="helvetica" panose="020B0604020202020204" pitchFamily="34" charset="0"/>
                    <a:cs typeface="helvetica" panose="020B0604020202020204" pitchFamily="34" charset="0"/>
                  </a:rPr>
                  <a:t>rd</a:t>
                </a:r>
                <a:r>
                  <a:rPr lang="en-US" altLang="ko-KR" sz="800" dirty="0">
                    <a:solidFill>
                      <a:schemeClr val="bg1"/>
                    </a:solidFill>
                    <a:latin typeface="helvetica" panose="020B0604020202020204" pitchFamily="34" charset="0"/>
                    <a:cs typeface="helvetica" panose="020B0604020202020204" pitchFamily="34" charset="0"/>
                  </a:rPr>
                  <a:t> NS-SOFI (raw)</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7" name="직사각형 26">
                <a:extLst>
                  <a:ext uri="{FF2B5EF4-FFF2-40B4-BE49-F238E27FC236}">
                    <a16:creationId xmlns:a16="http://schemas.microsoft.com/office/drawing/2014/main" id="{D7DDFFF5-BFCE-4C54-B10D-1D026C66E7F9}"/>
                  </a:ext>
                </a:extLst>
              </p:cNvPr>
              <p:cNvSpPr/>
              <p:nvPr/>
            </p:nvSpPr>
            <p:spPr>
              <a:xfrm>
                <a:off x="5729614" y="3996617"/>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2</a:t>
                </a:r>
                <a:r>
                  <a:rPr lang="en-US" altLang="ko-KR" sz="800" baseline="30000" dirty="0">
                    <a:solidFill>
                      <a:schemeClr val="bg1"/>
                    </a:solidFill>
                    <a:latin typeface="helvetica" panose="020B0604020202020204" pitchFamily="34" charset="0"/>
                    <a:cs typeface="helvetica" panose="020B0604020202020204" pitchFamily="34" charset="0"/>
                  </a:rPr>
                  <a:t>nd</a:t>
                </a:r>
                <a:r>
                  <a:rPr lang="en-US" altLang="ko-KR" sz="800" dirty="0">
                    <a:solidFill>
                      <a:schemeClr val="bg1"/>
                    </a:solidFill>
                    <a:latin typeface="helvetica" panose="020B0604020202020204" pitchFamily="34" charset="0"/>
                    <a:cs typeface="helvetica" panose="020B0604020202020204" pitchFamily="34" charset="0"/>
                  </a:rPr>
                  <a:t> NS-SOFI (dec)</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8" name="직사각형 27">
                <a:extLst>
                  <a:ext uri="{FF2B5EF4-FFF2-40B4-BE49-F238E27FC236}">
                    <a16:creationId xmlns:a16="http://schemas.microsoft.com/office/drawing/2014/main" id="{1EACE892-4762-4867-9739-D453FEC3B883}"/>
                  </a:ext>
                </a:extLst>
              </p:cNvPr>
              <p:cNvSpPr/>
              <p:nvPr/>
            </p:nvSpPr>
            <p:spPr>
              <a:xfrm>
                <a:off x="7481228" y="3996615"/>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a:t>
                </a:r>
                <a:r>
                  <a:rPr lang="en-US" altLang="ko-KR" sz="800" baseline="30000" dirty="0">
                    <a:solidFill>
                      <a:schemeClr val="bg1"/>
                    </a:solidFill>
                    <a:latin typeface="helvetica" panose="020B0604020202020204" pitchFamily="34" charset="0"/>
                    <a:cs typeface="helvetica" panose="020B0604020202020204" pitchFamily="34" charset="0"/>
                  </a:rPr>
                  <a:t>rd</a:t>
                </a:r>
                <a:r>
                  <a:rPr lang="en-US" altLang="ko-KR" sz="800" dirty="0">
                    <a:solidFill>
                      <a:schemeClr val="bg1"/>
                    </a:solidFill>
                    <a:latin typeface="helvetica" panose="020B0604020202020204" pitchFamily="34" charset="0"/>
                    <a:cs typeface="helvetica" panose="020B0604020202020204" pitchFamily="34" charset="0"/>
                  </a:rPr>
                  <a:t> NS-SOFI (dec)</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29" name="직사각형 28">
                <a:extLst>
                  <a:ext uri="{FF2B5EF4-FFF2-40B4-BE49-F238E27FC236}">
                    <a16:creationId xmlns:a16="http://schemas.microsoft.com/office/drawing/2014/main" id="{C098AD84-83BF-4809-AFCE-C8E268CABC0E}"/>
                  </a:ext>
                </a:extLst>
              </p:cNvPr>
              <p:cNvSpPr/>
              <p:nvPr/>
            </p:nvSpPr>
            <p:spPr>
              <a:xfrm>
                <a:off x="5697906" y="2000285"/>
                <a:ext cx="1526310"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2</a:t>
                </a:r>
                <a:r>
                  <a:rPr lang="en-US" altLang="ko-KR" sz="800" baseline="30000" dirty="0">
                    <a:solidFill>
                      <a:schemeClr val="bg1"/>
                    </a:solidFill>
                    <a:latin typeface="helvetica" panose="020B0604020202020204" pitchFamily="34" charset="0"/>
                    <a:cs typeface="helvetica" panose="020B0604020202020204" pitchFamily="34" charset="0"/>
                  </a:rPr>
                  <a:t>nd</a:t>
                </a:r>
                <a:r>
                  <a:rPr lang="en-US" altLang="ko-KR" sz="800" dirty="0">
                    <a:solidFill>
                      <a:schemeClr val="bg1"/>
                    </a:solidFill>
                    <a:latin typeface="helvetica" panose="020B0604020202020204" pitchFamily="34" charset="0"/>
                    <a:cs typeface="helvetica" panose="020B0604020202020204" pitchFamily="34" charset="0"/>
                  </a:rPr>
                  <a:t> NS-SOFI (FRW)</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30" name="직사각형 29">
                <a:extLst>
                  <a:ext uri="{FF2B5EF4-FFF2-40B4-BE49-F238E27FC236}">
                    <a16:creationId xmlns:a16="http://schemas.microsoft.com/office/drawing/2014/main" id="{6DD066D7-77C9-472A-AF6F-C11C30D8CA7D}"/>
                  </a:ext>
                </a:extLst>
              </p:cNvPr>
              <p:cNvSpPr/>
              <p:nvPr/>
            </p:nvSpPr>
            <p:spPr>
              <a:xfrm>
                <a:off x="7491943" y="2000284"/>
                <a:ext cx="1464636" cy="539506"/>
              </a:xfrm>
              <a:prstGeom prst="rect">
                <a:avLst/>
              </a:prstGeom>
              <a:noFill/>
            </p:spPr>
            <p:txBody>
              <a:bodyPr wrap="square">
                <a:spAutoFit/>
              </a:bodyPr>
              <a:lstStyle/>
              <a:p>
                <a:pPr algn="ctr"/>
                <a:r>
                  <a:rPr lang="en-US" altLang="ko-KR" sz="800" dirty="0">
                    <a:solidFill>
                      <a:schemeClr val="bg1"/>
                    </a:solidFill>
                    <a:latin typeface="helvetica" panose="020B0604020202020204" pitchFamily="34" charset="0"/>
                    <a:cs typeface="helvetica" panose="020B0604020202020204" pitchFamily="34" charset="0"/>
                  </a:rPr>
                  <a:t>3</a:t>
                </a:r>
                <a:r>
                  <a:rPr lang="en-US" altLang="ko-KR" sz="800" baseline="30000" dirty="0">
                    <a:solidFill>
                      <a:schemeClr val="bg1"/>
                    </a:solidFill>
                    <a:latin typeface="helvetica" panose="020B0604020202020204" pitchFamily="34" charset="0"/>
                    <a:cs typeface="helvetica" panose="020B0604020202020204" pitchFamily="34" charset="0"/>
                  </a:rPr>
                  <a:t>rd</a:t>
                </a:r>
                <a:r>
                  <a:rPr lang="en-US" altLang="ko-KR" sz="800" dirty="0">
                    <a:solidFill>
                      <a:schemeClr val="bg1"/>
                    </a:solidFill>
                    <a:latin typeface="helvetica" panose="020B0604020202020204" pitchFamily="34" charset="0"/>
                    <a:cs typeface="helvetica" panose="020B0604020202020204" pitchFamily="34" charset="0"/>
                  </a:rPr>
                  <a:t> NS-SOFI (FRW)</a:t>
                </a:r>
                <a:endParaRPr lang="ko-KR" altLang="en-US" sz="800" dirty="0">
                  <a:solidFill>
                    <a:schemeClr val="bg1"/>
                  </a:solidFill>
                  <a:latin typeface="helvetica" panose="020B0604020202020204" pitchFamily="34" charset="0"/>
                  <a:cs typeface="helvetica" panose="020B0604020202020204" pitchFamily="34" charset="0"/>
                </a:endParaRPr>
              </a:p>
            </p:txBody>
          </p:sp>
          <p:sp>
            <p:nvSpPr>
              <p:cNvPr id="31" name="직사각형 30">
                <a:extLst>
                  <a:ext uri="{FF2B5EF4-FFF2-40B4-BE49-F238E27FC236}">
                    <a16:creationId xmlns:a16="http://schemas.microsoft.com/office/drawing/2014/main" id="{077AA0EE-0973-457F-BE1B-90D0974AC5C9}"/>
                  </a:ext>
                </a:extLst>
              </p:cNvPr>
              <p:cNvSpPr/>
              <p:nvPr/>
            </p:nvSpPr>
            <p:spPr>
              <a:xfrm>
                <a:off x="6484181" y="4296198"/>
                <a:ext cx="1755110" cy="539506"/>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Lucy-Richardson deconvolution</a:t>
                </a:r>
                <a:endParaRPr lang="ko-KR" altLang="en-US" sz="800" dirty="0">
                  <a:latin typeface="helvetica" panose="020B0604020202020204" pitchFamily="34" charset="0"/>
                  <a:cs typeface="helvetica" panose="020B0604020202020204" pitchFamily="34" charset="0"/>
                </a:endParaRPr>
              </a:p>
            </p:txBody>
          </p:sp>
          <p:sp>
            <p:nvSpPr>
              <p:cNvPr id="32" name="직사각형 31">
                <a:extLst>
                  <a:ext uri="{FF2B5EF4-FFF2-40B4-BE49-F238E27FC236}">
                    <a16:creationId xmlns:a16="http://schemas.microsoft.com/office/drawing/2014/main" id="{33C2FFC8-5D0F-48BE-BAA5-758B893B44B1}"/>
                  </a:ext>
                </a:extLst>
              </p:cNvPr>
              <p:cNvSpPr/>
              <p:nvPr/>
            </p:nvSpPr>
            <p:spPr>
              <a:xfrm>
                <a:off x="6472925" y="2379315"/>
                <a:ext cx="1755110" cy="343323"/>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Fourier-reweighting</a:t>
                </a:r>
                <a:endParaRPr lang="ko-KR" altLang="en-US" sz="800" dirty="0">
                  <a:latin typeface="helvetica" panose="020B0604020202020204" pitchFamily="34" charset="0"/>
                  <a:cs typeface="helvetica" panose="020B0604020202020204" pitchFamily="34" charset="0"/>
                </a:endParaRPr>
              </a:p>
            </p:txBody>
          </p:sp>
          <p:sp>
            <p:nvSpPr>
              <p:cNvPr id="33" name="직사각형 32">
                <a:extLst>
                  <a:ext uri="{FF2B5EF4-FFF2-40B4-BE49-F238E27FC236}">
                    <a16:creationId xmlns:a16="http://schemas.microsoft.com/office/drawing/2014/main" id="{DB474ABD-E259-44EF-AC08-8A68C3ABB344}"/>
                  </a:ext>
                </a:extLst>
              </p:cNvPr>
              <p:cNvSpPr/>
              <p:nvPr/>
            </p:nvSpPr>
            <p:spPr>
              <a:xfrm>
                <a:off x="3843962" y="5673617"/>
                <a:ext cx="1336501" cy="539506"/>
              </a:xfrm>
              <a:prstGeom prst="rect">
                <a:avLst/>
              </a:prstGeom>
              <a:noFill/>
            </p:spPr>
            <p:txBody>
              <a:bodyPr wrap="square">
                <a:spAutoFit/>
              </a:bodyPr>
              <a:lstStyle/>
              <a:p>
                <a:pPr algn="ctr"/>
                <a:r>
                  <a:rPr lang="en-US" altLang="ko-KR" sz="800" dirty="0">
                    <a:latin typeface="helvetica" panose="020B0604020202020204" pitchFamily="34" charset="0"/>
                    <a:cs typeface="helvetica" panose="020B0604020202020204" pitchFamily="34" charset="0"/>
                  </a:rPr>
                  <a:t>(with typ. 3,000 frames)</a:t>
                </a:r>
                <a:endParaRPr lang="ko-KR" altLang="en-US" sz="800" dirty="0">
                  <a:latin typeface="helvetica" panose="020B0604020202020204" pitchFamily="34" charset="0"/>
                  <a:cs typeface="helvetica" panose="020B0604020202020204" pitchFamily="34" charset="0"/>
                </a:endParaRPr>
              </a:p>
            </p:txBody>
          </p:sp>
        </p:grpSp>
      </p:grpSp>
    </p:spTree>
    <p:extLst>
      <p:ext uri="{BB962C8B-B14F-4D97-AF65-F5344CB8AC3E}">
        <p14:creationId xmlns:p14="http://schemas.microsoft.com/office/powerpoint/2010/main" val="208829751"/>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48591</TotalTime>
  <Words>2940</Words>
  <Application>Microsoft Office PowerPoint</Application>
  <PresentationFormat>A4 용지(210x297mm)</PresentationFormat>
  <Paragraphs>837</Paragraphs>
  <Slides>22</Slides>
  <Notes>0</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22</vt:i4>
      </vt:variant>
    </vt:vector>
  </HeadingPairs>
  <TitlesOfParts>
    <vt:vector size="33" baseType="lpstr">
      <vt:lpstr>Adobe Heiti Std R</vt:lpstr>
      <vt:lpstr>맑은 고딕</vt:lpstr>
      <vt:lpstr>Arial</vt:lpstr>
      <vt:lpstr>Calibri</vt:lpstr>
      <vt:lpstr>Calibri Light</vt:lpstr>
      <vt:lpstr>Cambria Math</vt:lpstr>
      <vt:lpstr>Helvetica</vt:lpstr>
      <vt:lpstr>Helvetica</vt:lpstr>
      <vt:lpstr>Symbol</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young choi</dc:creator>
  <cp:lastModifiedBy>choi young</cp:lastModifiedBy>
  <cp:revision>382</cp:revision>
  <cp:lastPrinted>2021-06-28T14:51:57Z</cp:lastPrinted>
  <dcterms:created xsi:type="dcterms:W3CDTF">2019-03-30T06:08:33Z</dcterms:created>
  <dcterms:modified xsi:type="dcterms:W3CDTF">2021-12-29T07:29:49Z</dcterms:modified>
</cp:coreProperties>
</file>